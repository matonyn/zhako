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5"/>
  </p:sldMasterIdLst>
  <p:notesMasterIdLst>
    <p:notesMasterId r:id="rId7"/>
  </p:notesMasterIdLst>
  <p:handoutMasterIdLst>
    <p:handoutMasterId r:id="rId8"/>
  </p:handoutMasterIdLst>
  <p:sldIdLst>
    <p:sldId id="347" r:id="rId6"/>
  </p:sldIdLst>
  <p:sldSz cx="30275213" cy="42803763"/>
  <p:notesSz cx="9926638" cy="14355763"/>
  <p:embeddedFontLst>
    <p:embeddedFont>
      <p:font typeface="Futura Medium" panose="00000800000000000000"/>
      <p:regular r:id="rId9"/>
      <p:bold r:id="rId10"/>
      <p:italic r:id="rId11"/>
      <p:boldItalic r:id="rId12"/>
    </p:embeddedFont>
    <p:embeddedFont>
      <p:font typeface="ShellMedium" panose="00000600000000000000" pitchFamily="2" charset="0"/>
      <p:regular r:id="rId13"/>
    </p:embeddedFont>
  </p:embeddedFontLst>
  <p:defaultTextStyle>
    <a:defPPr>
      <a:defRPr lang="en-US"/>
    </a:defPPr>
    <a:lvl1pPr marL="0" algn="l" defTabSz="4676973" rtl="0" eaLnBrk="1" latinLnBrk="0" hangingPunct="1">
      <a:defRPr sz="9207" kern="1200">
        <a:solidFill>
          <a:schemeClr val="tx1"/>
        </a:solidFill>
        <a:latin typeface="+mn-lt"/>
        <a:ea typeface="+mn-ea"/>
        <a:cs typeface="+mn-cs"/>
      </a:defRPr>
    </a:lvl1pPr>
    <a:lvl2pPr marL="2338487" algn="l" defTabSz="4676973" rtl="0" eaLnBrk="1" latinLnBrk="0" hangingPunct="1">
      <a:defRPr sz="9207" kern="1200">
        <a:solidFill>
          <a:schemeClr val="tx1"/>
        </a:solidFill>
        <a:latin typeface="+mn-lt"/>
        <a:ea typeface="+mn-ea"/>
        <a:cs typeface="+mn-cs"/>
      </a:defRPr>
    </a:lvl2pPr>
    <a:lvl3pPr marL="4676973" algn="l" defTabSz="4676973" rtl="0" eaLnBrk="1" latinLnBrk="0" hangingPunct="1">
      <a:defRPr sz="9207" kern="1200">
        <a:solidFill>
          <a:schemeClr val="tx1"/>
        </a:solidFill>
        <a:latin typeface="+mn-lt"/>
        <a:ea typeface="+mn-ea"/>
        <a:cs typeface="+mn-cs"/>
      </a:defRPr>
    </a:lvl3pPr>
    <a:lvl4pPr marL="7015460" algn="l" defTabSz="4676973" rtl="0" eaLnBrk="1" latinLnBrk="0" hangingPunct="1">
      <a:defRPr sz="9207" kern="1200">
        <a:solidFill>
          <a:schemeClr val="tx1"/>
        </a:solidFill>
        <a:latin typeface="+mn-lt"/>
        <a:ea typeface="+mn-ea"/>
        <a:cs typeface="+mn-cs"/>
      </a:defRPr>
    </a:lvl4pPr>
    <a:lvl5pPr marL="9353946" algn="l" defTabSz="4676973" rtl="0" eaLnBrk="1" latinLnBrk="0" hangingPunct="1">
      <a:defRPr sz="9207" kern="1200">
        <a:solidFill>
          <a:schemeClr val="tx1"/>
        </a:solidFill>
        <a:latin typeface="+mn-lt"/>
        <a:ea typeface="+mn-ea"/>
        <a:cs typeface="+mn-cs"/>
      </a:defRPr>
    </a:lvl5pPr>
    <a:lvl6pPr marL="11692433" algn="l" defTabSz="4676973" rtl="0" eaLnBrk="1" latinLnBrk="0" hangingPunct="1">
      <a:defRPr sz="9207" kern="1200">
        <a:solidFill>
          <a:schemeClr val="tx1"/>
        </a:solidFill>
        <a:latin typeface="+mn-lt"/>
        <a:ea typeface="+mn-ea"/>
        <a:cs typeface="+mn-cs"/>
      </a:defRPr>
    </a:lvl6pPr>
    <a:lvl7pPr marL="14030919" algn="l" defTabSz="4676973" rtl="0" eaLnBrk="1" latinLnBrk="0" hangingPunct="1">
      <a:defRPr sz="9207" kern="1200">
        <a:solidFill>
          <a:schemeClr val="tx1"/>
        </a:solidFill>
        <a:latin typeface="+mn-lt"/>
        <a:ea typeface="+mn-ea"/>
        <a:cs typeface="+mn-cs"/>
      </a:defRPr>
    </a:lvl7pPr>
    <a:lvl8pPr marL="16369406" algn="l" defTabSz="4676973" rtl="0" eaLnBrk="1" latinLnBrk="0" hangingPunct="1">
      <a:defRPr sz="9207" kern="1200">
        <a:solidFill>
          <a:schemeClr val="tx1"/>
        </a:solidFill>
        <a:latin typeface="+mn-lt"/>
        <a:ea typeface="+mn-ea"/>
        <a:cs typeface="+mn-cs"/>
      </a:defRPr>
    </a:lvl8pPr>
    <a:lvl9pPr marL="18707892" algn="l" defTabSz="4676973" rtl="0" eaLnBrk="1" latinLnBrk="0" hangingPunct="1">
      <a:defRPr sz="920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98" userDrawn="1">
          <p15:clr>
            <a:srgbClr val="A4A3A4"/>
          </p15:clr>
        </p15:guide>
        <p15:guide id="2" orient="horz" pos="890" userDrawn="1">
          <p15:clr>
            <a:srgbClr val="A4A3A4"/>
          </p15:clr>
        </p15:guide>
        <p15:guide id="3" orient="horz" pos="5143" userDrawn="1">
          <p15:clr>
            <a:srgbClr val="A4A3A4"/>
          </p15:clr>
        </p15:guide>
        <p15:guide id="4" orient="horz" pos="2938" userDrawn="1">
          <p15:clr>
            <a:srgbClr val="A4A3A4"/>
          </p15:clr>
        </p15:guide>
        <p15:guide id="5" orient="horz" pos="25141" userDrawn="1">
          <p15:clr>
            <a:srgbClr val="A4A3A4"/>
          </p15:clr>
        </p15:guide>
        <p15:guide id="6" orient="horz" pos="13074" userDrawn="1">
          <p15:clr>
            <a:srgbClr val="A4A3A4"/>
          </p15:clr>
        </p15:guide>
        <p15:guide id="7" pos="18098" userDrawn="1">
          <p15:clr>
            <a:srgbClr val="A4A3A4"/>
          </p15:clr>
        </p15:guide>
        <p15:guide id="8" pos="9244" userDrawn="1">
          <p15:clr>
            <a:srgbClr val="A4A3A4"/>
          </p15:clr>
        </p15:guide>
        <p15:guide id="9" pos="977" userDrawn="1">
          <p15:clr>
            <a:srgbClr val="A4A3A4"/>
          </p15:clr>
        </p15:guide>
        <p15:guide id="10" pos="9843" userDrawn="1">
          <p15:clr>
            <a:srgbClr val="A4A3A4"/>
          </p15:clr>
        </p15:guide>
      </p15:sldGuideLst>
    </p:ext>
    <p:ext uri="{2D200454-40CA-4A62-9FC3-DE9A4176ACB9}">
      <p15:notesGuideLst xmlns:p15="http://schemas.microsoft.com/office/powerpoint/2012/main">
        <p15:guide id="1" orient="horz" pos="4522" userDrawn="1">
          <p15:clr>
            <a:srgbClr val="A4A3A4"/>
          </p15:clr>
        </p15:guide>
        <p15:guide id="2" pos="312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E12"/>
    <a:srgbClr val="F7D117"/>
    <a:srgbClr val="F5F5F5"/>
    <a:srgbClr val="8FD1E3"/>
    <a:srgbClr val="FFEECA"/>
    <a:srgbClr val="F49600"/>
    <a:srgbClr val="FFFFFF"/>
    <a:srgbClr val="CCE9DB"/>
    <a:srgbClr val="99CDB7"/>
    <a:srgbClr val="66B4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096516-5C6E-44C5-9D01-CD2DA61DBFA6}" v="161" dt="2026-08-27T11:17:36.2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9" autoAdjust="0"/>
  </p:normalViewPr>
  <p:slideViewPr>
    <p:cSldViewPr snapToGrid="0">
      <p:cViewPr varScale="1">
        <p:scale>
          <a:sx n="11" d="100"/>
          <a:sy n="11" d="100"/>
        </p:scale>
        <p:origin x="2184" y="148"/>
      </p:cViewPr>
      <p:guideLst>
        <p:guide orient="horz" pos="25998"/>
        <p:guide orient="horz" pos="890"/>
        <p:guide orient="horz" pos="5143"/>
        <p:guide orient="horz" pos="2938"/>
        <p:guide orient="horz" pos="25141"/>
        <p:guide orient="horz" pos="13074"/>
        <p:guide pos="18098"/>
        <p:guide pos="9244"/>
        <p:guide pos="977"/>
        <p:guide pos="9843"/>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4522"/>
        <p:guide pos="312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5" Type="http://schemas.openxmlformats.org/officeDocument/2006/relationships/slideMaster" Target="slideMasters/slideMaster1.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customXml" Target="../customXml/item4.xml"/><Relationship Id="rId9" Type="http://schemas.openxmlformats.org/officeDocument/2006/relationships/font" Target="fonts/font1.fntdata"/><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https://my.shell.com/personal/michael_motaaugusto_shell_com/Documents/Pulpit/20260810_SCA%20meeting%20in%20the%20Hague/20260817_Shell%20Share%20Pric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'Shell chart'!$Q$8</c:f>
              <c:strCache>
                <c:ptCount val="1"/>
                <c:pt idx="0">
                  <c:v>NY</c:v>
                </c:pt>
              </c:strCache>
            </c:strRef>
          </c:tx>
          <c:spPr>
            <a:ln w="28575" cap="rnd">
              <a:solidFill>
                <a:schemeClr val="accent1"/>
              </a:solidFill>
              <a:round/>
            </a:ln>
            <a:effectLst/>
          </c:spPr>
          <c:marker>
            <c:symbol val="none"/>
          </c:marker>
          <c:cat>
            <c:numRef>
              <c:f>'Shell chart'!$P$9:$P$6732</c:f>
              <c:numCache>
                <c:formatCode>m/d/yyyy</c:formatCode>
                <c:ptCount val="6724"/>
                <c:pt idx="0">
                  <c:v>46260</c:v>
                </c:pt>
                <c:pt idx="1">
                  <c:v>46259</c:v>
                </c:pt>
                <c:pt idx="2">
                  <c:v>46258</c:v>
                </c:pt>
                <c:pt idx="3">
                  <c:v>46255</c:v>
                </c:pt>
                <c:pt idx="4">
                  <c:v>46254</c:v>
                </c:pt>
                <c:pt idx="5">
                  <c:v>46253</c:v>
                </c:pt>
                <c:pt idx="6">
                  <c:v>46252</c:v>
                </c:pt>
                <c:pt idx="7">
                  <c:v>46251</c:v>
                </c:pt>
                <c:pt idx="8">
                  <c:v>46248</c:v>
                </c:pt>
                <c:pt idx="9">
                  <c:v>46247</c:v>
                </c:pt>
                <c:pt idx="10">
                  <c:v>46246</c:v>
                </c:pt>
                <c:pt idx="11">
                  <c:v>46245</c:v>
                </c:pt>
                <c:pt idx="12">
                  <c:v>46244</c:v>
                </c:pt>
                <c:pt idx="13">
                  <c:v>46241</c:v>
                </c:pt>
                <c:pt idx="14">
                  <c:v>46240</c:v>
                </c:pt>
                <c:pt idx="15">
                  <c:v>46239</c:v>
                </c:pt>
                <c:pt idx="16">
                  <c:v>46238</c:v>
                </c:pt>
                <c:pt idx="17">
                  <c:v>46237</c:v>
                </c:pt>
                <c:pt idx="18">
                  <c:v>46234</c:v>
                </c:pt>
                <c:pt idx="19">
                  <c:v>46233</c:v>
                </c:pt>
                <c:pt idx="20">
                  <c:v>46232</c:v>
                </c:pt>
                <c:pt idx="21">
                  <c:v>46231</c:v>
                </c:pt>
                <c:pt idx="22">
                  <c:v>46230</c:v>
                </c:pt>
                <c:pt idx="23">
                  <c:v>46227</c:v>
                </c:pt>
                <c:pt idx="24">
                  <c:v>46226</c:v>
                </c:pt>
                <c:pt idx="25">
                  <c:v>46225</c:v>
                </c:pt>
                <c:pt idx="26">
                  <c:v>46224</c:v>
                </c:pt>
                <c:pt idx="27">
                  <c:v>46223</c:v>
                </c:pt>
                <c:pt idx="28">
                  <c:v>46220</c:v>
                </c:pt>
                <c:pt idx="29">
                  <c:v>46219</c:v>
                </c:pt>
                <c:pt idx="30">
                  <c:v>46218</c:v>
                </c:pt>
                <c:pt idx="31">
                  <c:v>46217</c:v>
                </c:pt>
                <c:pt idx="32">
                  <c:v>46216</c:v>
                </c:pt>
                <c:pt idx="33">
                  <c:v>46213</c:v>
                </c:pt>
                <c:pt idx="34">
                  <c:v>46212</c:v>
                </c:pt>
                <c:pt idx="35">
                  <c:v>46211</c:v>
                </c:pt>
                <c:pt idx="36">
                  <c:v>46210</c:v>
                </c:pt>
                <c:pt idx="37">
                  <c:v>46209</c:v>
                </c:pt>
                <c:pt idx="38">
                  <c:v>46206</c:v>
                </c:pt>
                <c:pt idx="39">
                  <c:v>46205</c:v>
                </c:pt>
                <c:pt idx="40">
                  <c:v>46204</c:v>
                </c:pt>
                <c:pt idx="41">
                  <c:v>46203</c:v>
                </c:pt>
                <c:pt idx="42">
                  <c:v>46202</c:v>
                </c:pt>
                <c:pt idx="43">
                  <c:v>46199</c:v>
                </c:pt>
                <c:pt idx="44">
                  <c:v>46198</c:v>
                </c:pt>
                <c:pt idx="45">
                  <c:v>46197</c:v>
                </c:pt>
                <c:pt idx="46">
                  <c:v>46196</c:v>
                </c:pt>
                <c:pt idx="47">
                  <c:v>46195</c:v>
                </c:pt>
                <c:pt idx="48">
                  <c:v>46192</c:v>
                </c:pt>
                <c:pt idx="49">
                  <c:v>46191</c:v>
                </c:pt>
                <c:pt idx="50">
                  <c:v>46190</c:v>
                </c:pt>
                <c:pt idx="51">
                  <c:v>46189</c:v>
                </c:pt>
                <c:pt idx="52">
                  <c:v>46188</c:v>
                </c:pt>
                <c:pt idx="53">
                  <c:v>46185</c:v>
                </c:pt>
                <c:pt idx="54">
                  <c:v>46184</c:v>
                </c:pt>
                <c:pt idx="55">
                  <c:v>46183</c:v>
                </c:pt>
                <c:pt idx="56">
                  <c:v>46182</c:v>
                </c:pt>
                <c:pt idx="57">
                  <c:v>46181</c:v>
                </c:pt>
                <c:pt idx="58">
                  <c:v>46178</c:v>
                </c:pt>
                <c:pt idx="59">
                  <c:v>46177</c:v>
                </c:pt>
                <c:pt idx="60">
                  <c:v>46176</c:v>
                </c:pt>
                <c:pt idx="61">
                  <c:v>46175</c:v>
                </c:pt>
                <c:pt idx="62">
                  <c:v>46174</c:v>
                </c:pt>
                <c:pt idx="63">
                  <c:v>46171</c:v>
                </c:pt>
                <c:pt idx="64">
                  <c:v>46170</c:v>
                </c:pt>
                <c:pt idx="65">
                  <c:v>46169</c:v>
                </c:pt>
                <c:pt idx="66">
                  <c:v>46168</c:v>
                </c:pt>
                <c:pt idx="67">
                  <c:v>46167</c:v>
                </c:pt>
                <c:pt idx="68">
                  <c:v>46164</c:v>
                </c:pt>
                <c:pt idx="69">
                  <c:v>46163</c:v>
                </c:pt>
                <c:pt idx="70">
                  <c:v>46162</c:v>
                </c:pt>
                <c:pt idx="71">
                  <c:v>46161</c:v>
                </c:pt>
                <c:pt idx="72">
                  <c:v>46160</c:v>
                </c:pt>
                <c:pt idx="73">
                  <c:v>46157</c:v>
                </c:pt>
                <c:pt idx="74">
                  <c:v>46156</c:v>
                </c:pt>
                <c:pt idx="75">
                  <c:v>46155</c:v>
                </c:pt>
                <c:pt idx="76">
                  <c:v>46154</c:v>
                </c:pt>
                <c:pt idx="77">
                  <c:v>46153</c:v>
                </c:pt>
                <c:pt idx="78">
                  <c:v>46150</c:v>
                </c:pt>
                <c:pt idx="79">
                  <c:v>46149</c:v>
                </c:pt>
                <c:pt idx="80">
                  <c:v>46148</c:v>
                </c:pt>
                <c:pt idx="81">
                  <c:v>46147</c:v>
                </c:pt>
                <c:pt idx="82">
                  <c:v>46146</c:v>
                </c:pt>
                <c:pt idx="83">
                  <c:v>46143</c:v>
                </c:pt>
                <c:pt idx="84">
                  <c:v>46142</c:v>
                </c:pt>
                <c:pt idx="85">
                  <c:v>46141</c:v>
                </c:pt>
                <c:pt idx="86">
                  <c:v>46140</c:v>
                </c:pt>
                <c:pt idx="87">
                  <c:v>46139</c:v>
                </c:pt>
                <c:pt idx="88">
                  <c:v>46136</c:v>
                </c:pt>
                <c:pt idx="89">
                  <c:v>46135</c:v>
                </c:pt>
                <c:pt idx="90">
                  <c:v>46134</c:v>
                </c:pt>
                <c:pt idx="91">
                  <c:v>46133</c:v>
                </c:pt>
                <c:pt idx="92">
                  <c:v>46132</c:v>
                </c:pt>
                <c:pt idx="93">
                  <c:v>46129</c:v>
                </c:pt>
                <c:pt idx="94">
                  <c:v>46128</c:v>
                </c:pt>
                <c:pt idx="95">
                  <c:v>46127</c:v>
                </c:pt>
                <c:pt idx="96">
                  <c:v>46126</c:v>
                </c:pt>
                <c:pt idx="97">
                  <c:v>46125</c:v>
                </c:pt>
                <c:pt idx="98">
                  <c:v>46122</c:v>
                </c:pt>
                <c:pt idx="99">
                  <c:v>46121</c:v>
                </c:pt>
                <c:pt idx="100">
                  <c:v>46120</c:v>
                </c:pt>
                <c:pt idx="101">
                  <c:v>46119</c:v>
                </c:pt>
                <c:pt idx="102">
                  <c:v>46114</c:v>
                </c:pt>
                <c:pt idx="103">
                  <c:v>46113</c:v>
                </c:pt>
                <c:pt idx="104">
                  <c:v>46112</c:v>
                </c:pt>
                <c:pt idx="105">
                  <c:v>46111</c:v>
                </c:pt>
                <c:pt idx="106">
                  <c:v>46108</c:v>
                </c:pt>
                <c:pt idx="107">
                  <c:v>46107</c:v>
                </c:pt>
                <c:pt idx="108">
                  <c:v>46106</c:v>
                </c:pt>
                <c:pt idx="109">
                  <c:v>46105</c:v>
                </c:pt>
                <c:pt idx="110">
                  <c:v>46104</c:v>
                </c:pt>
                <c:pt idx="111">
                  <c:v>46101</c:v>
                </c:pt>
                <c:pt idx="112">
                  <c:v>46100</c:v>
                </c:pt>
                <c:pt idx="113">
                  <c:v>46099</c:v>
                </c:pt>
                <c:pt idx="114">
                  <c:v>46098</c:v>
                </c:pt>
                <c:pt idx="115">
                  <c:v>46097</c:v>
                </c:pt>
                <c:pt idx="116">
                  <c:v>46094</c:v>
                </c:pt>
                <c:pt idx="117">
                  <c:v>46093</c:v>
                </c:pt>
                <c:pt idx="118">
                  <c:v>46092</c:v>
                </c:pt>
                <c:pt idx="119">
                  <c:v>46091</c:v>
                </c:pt>
                <c:pt idx="120">
                  <c:v>46090</c:v>
                </c:pt>
                <c:pt idx="121">
                  <c:v>46087</c:v>
                </c:pt>
                <c:pt idx="122">
                  <c:v>46086</c:v>
                </c:pt>
                <c:pt idx="123">
                  <c:v>46085</c:v>
                </c:pt>
                <c:pt idx="124">
                  <c:v>46084</c:v>
                </c:pt>
                <c:pt idx="125">
                  <c:v>46083</c:v>
                </c:pt>
                <c:pt idx="126">
                  <c:v>46080</c:v>
                </c:pt>
                <c:pt idx="127">
                  <c:v>46079</c:v>
                </c:pt>
                <c:pt idx="128">
                  <c:v>46078</c:v>
                </c:pt>
                <c:pt idx="129">
                  <c:v>46077</c:v>
                </c:pt>
                <c:pt idx="130">
                  <c:v>46076</c:v>
                </c:pt>
                <c:pt idx="131">
                  <c:v>46073</c:v>
                </c:pt>
                <c:pt idx="132">
                  <c:v>46072</c:v>
                </c:pt>
                <c:pt idx="133">
                  <c:v>46071</c:v>
                </c:pt>
                <c:pt idx="134">
                  <c:v>46070</c:v>
                </c:pt>
                <c:pt idx="135">
                  <c:v>46069</c:v>
                </c:pt>
                <c:pt idx="136">
                  <c:v>46066</c:v>
                </c:pt>
                <c:pt idx="137">
                  <c:v>46065</c:v>
                </c:pt>
                <c:pt idx="138">
                  <c:v>46064</c:v>
                </c:pt>
                <c:pt idx="139">
                  <c:v>46063</c:v>
                </c:pt>
                <c:pt idx="140">
                  <c:v>46062</c:v>
                </c:pt>
                <c:pt idx="141">
                  <c:v>46059</c:v>
                </c:pt>
                <c:pt idx="142">
                  <c:v>46058</c:v>
                </c:pt>
                <c:pt idx="143">
                  <c:v>46057</c:v>
                </c:pt>
                <c:pt idx="144">
                  <c:v>46056</c:v>
                </c:pt>
                <c:pt idx="145">
                  <c:v>46055</c:v>
                </c:pt>
                <c:pt idx="146">
                  <c:v>46052</c:v>
                </c:pt>
                <c:pt idx="147">
                  <c:v>46051</c:v>
                </c:pt>
                <c:pt idx="148">
                  <c:v>46050</c:v>
                </c:pt>
                <c:pt idx="149">
                  <c:v>46049</c:v>
                </c:pt>
                <c:pt idx="150">
                  <c:v>46048</c:v>
                </c:pt>
                <c:pt idx="151">
                  <c:v>46045</c:v>
                </c:pt>
                <c:pt idx="152">
                  <c:v>46044</c:v>
                </c:pt>
                <c:pt idx="153">
                  <c:v>46043</c:v>
                </c:pt>
                <c:pt idx="154">
                  <c:v>46042</c:v>
                </c:pt>
                <c:pt idx="155">
                  <c:v>46041</c:v>
                </c:pt>
                <c:pt idx="156">
                  <c:v>46038</c:v>
                </c:pt>
                <c:pt idx="157">
                  <c:v>46037</c:v>
                </c:pt>
                <c:pt idx="158">
                  <c:v>46036</c:v>
                </c:pt>
                <c:pt idx="159">
                  <c:v>46035</c:v>
                </c:pt>
                <c:pt idx="160">
                  <c:v>46034</c:v>
                </c:pt>
                <c:pt idx="161">
                  <c:v>46031</c:v>
                </c:pt>
                <c:pt idx="162">
                  <c:v>46030</c:v>
                </c:pt>
                <c:pt idx="163">
                  <c:v>46029</c:v>
                </c:pt>
                <c:pt idx="164">
                  <c:v>46028</c:v>
                </c:pt>
                <c:pt idx="165">
                  <c:v>46027</c:v>
                </c:pt>
                <c:pt idx="166">
                  <c:v>46024</c:v>
                </c:pt>
                <c:pt idx="167">
                  <c:v>46022</c:v>
                </c:pt>
                <c:pt idx="168">
                  <c:v>46021</c:v>
                </c:pt>
                <c:pt idx="169">
                  <c:v>46020</c:v>
                </c:pt>
                <c:pt idx="170">
                  <c:v>46015</c:v>
                </c:pt>
                <c:pt idx="171">
                  <c:v>46014</c:v>
                </c:pt>
                <c:pt idx="172">
                  <c:v>46013</c:v>
                </c:pt>
                <c:pt idx="173">
                  <c:v>46010</c:v>
                </c:pt>
                <c:pt idx="174">
                  <c:v>46009</c:v>
                </c:pt>
                <c:pt idx="175">
                  <c:v>46008</c:v>
                </c:pt>
                <c:pt idx="176">
                  <c:v>46007</c:v>
                </c:pt>
                <c:pt idx="177">
                  <c:v>46006</c:v>
                </c:pt>
                <c:pt idx="178">
                  <c:v>46003</c:v>
                </c:pt>
                <c:pt idx="179">
                  <c:v>46002</c:v>
                </c:pt>
                <c:pt idx="180">
                  <c:v>46001</c:v>
                </c:pt>
                <c:pt idx="181">
                  <c:v>46000</c:v>
                </c:pt>
                <c:pt idx="182">
                  <c:v>45999</c:v>
                </c:pt>
                <c:pt idx="183">
                  <c:v>45996</c:v>
                </c:pt>
                <c:pt idx="184">
                  <c:v>45995</c:v>
                </c:pt>
                <c:pt idx="185">
                  <c:v>45994</c:v>
                </c:pt>
                <c:pt idx="186">
                  <c:v>45993</c:v>
                </c:pt>
                <c:pt idx="187">
                  <c:v>45992</c:v>
                </c:pt>
                <c:pt idx="188">
                  <c:v>45989</c:v>
                </c:pt>
                <c:pt idx="189">
                  <c:v>45988</c:v>
                </c:pt>
                <c:pt idx="190">
                  <c:v>45987</c:v>
                </c:pt>
                <c:pt idx="191">
                  <c:v>45986</c:v>
                </c:pt>
                <c:pt idx="192">
                  <c:v>45985</c:v>
                </c:pt>
                <c:pt idx="193">
                  <c:v>45982</c:v>
                </c:pt>
                <c:pt idx="194">
                  <c:v>45981</c:v>
                </c:pt>
                <c:pt idx="195">
                  <c:v>45980</c:v>
                </c:pt>
                <c:pt idx="196">
                  <c:v>45979</c:v>
                </c:pt>
                <c:pt idx="197">
                  <c:v>45978</c:v>
                </c:pt>
                <c:pt idx="198">
                  <c:v>45975</c:v>
                </c:pt>
                <c:pt idx="199">
                  <c:v>45974</c:v>
                </c:pt>
                <c:pt idx="200">
                  <c:v>45973</c:v>
                </c:pt>
                <c:pt idx="201">
                  <c:v>45972</c:v>
                </c:pt>
                <c:pt idx="202">
                  <c:v>45971</c:v>
                </c:pt>
                <c:pt idx="203">
                  <c:v>45968</c:v>
                </c:pt>
                <c:pt idx="204">
                  <c:v>45967</c:v>
                </c:pt>
                <c:pt idx="205">
                  <c:v>45966</c:v>
                </c:pt>
                <c:pt idx="206">
                  <c:v>45965</c:v>
                </c:pt>
                <c:pt idx="207">
                  <c:v>45964</c:v>
                </c:pt>
                <c:pt idx="208">
                  <c:v>45961</c:v>
                </c:pt>
                <c:pt idx="209">
                  <c:v>45960</c:v>
                </c:pt>
                <c:pt idx="210">
                  <c:v>45959</c:v>
                </c:pt>
                <c:pt idx="211">
                  <c:v>45958</c:v>
                </c:pt>
                <c:pt idx="212">
                  <c:v>45957</c:v>
                </c:pt>
                <c:pt idx="213">
                  <c:v>45954</c:v>
                </c:pt>
                <c:pt idx="214">
                  <c:v>45953</c:v>
                </c:pt>
                <c:pt idx="215">
                  <c:v>45952</c:v>
                </c:pt>
                <c:pt idx="216">
                  <c:v>45951</c:v>
                </c:pt>
                <c:pt idx="217">
                  <c:v>45950</c:v>
                </c:pt>
                <c:pt idx="218">
                  <c:v>45947</c:v>
                </c:pt>
                <c:pt idx="219">
                  <c:v>45946</c:v>
                </c:pt>
                <c:pt idx="220">
                  <c:v>45945</c:v>
                </c:pt>
                <c:pt idx="221">
                  <c:v>45944</c:v>
                </c:pt>
                <c:pt idx="222">
                  <c:v>45943</c:v>
                </c:pt>
                <c:pt idx="223">
                  <c:v>45940</c:v>
                </c:pt>
                <c:pt idx="224">
                  <c:v>45939</c:v>
                </c:pt>
                <c:pt idx="225">
                  <c:v>45938</c:v>
                </c:pt>
                <c:pt idx="226">
                  <c:v>45937</c:v>
                </c:pt>
                <c:pt idx="227">
                  <c:v>45936</c:v>
                </c:pt>
                <c:pt idx="228">
                  <c:v>45933</c:v>
                </c:pt>
                <c:pt idx="229">
                  <c:v>45932</c:v>
                </c:pt>
                <c:pt idx="230">
                  <c:v>45931</c:v>
                </c:pt>
                <c:pt idx="231">
                  <c:v>45930</c:v>
                </c:pt>
                <c:pt idx="232">
                  <c:v>45929</c:v>
                </c:pt>
                <c:pt idx="233">
                  <c:v>45926</c:v>
                </c:pt>
                <c:pt idx="234">
                  <c:v>45925</c:v>
                </c:pt>
                <c:pt idx="235">
                  <c:v>45924</c:v>
                </c:pt>
                <c:pt idx="236">
                  <c:v>45923</c:v>
                </c:pt>
                <c:pt idx="237">
                  <c:v>45922</c:v>
                </c:pt>
                <c:pt idx="238">
                  <c:v>45919</c:v>
                </c:pt>
                <c:pt idx="239">
                  <c:v>45918</c:v>
                </c:pt>
                <c:pt idx="240">
                  <c:v>45917</c:v>
                </c:pt>
                <c:pt idx="241">
                  <c:v>45916</c:v>
                </c:pt>
                <c:pt idx="242">
                  <c:v>45915</c:v>
                </c:pt>
                <c:pt idx="243">
                  <c:v>45912</c:v>
                </c:pt>
                <c:pt idx="244">
                  <c:v>45911</c:v>
                </c:pt>
                <c:pt idx="245">
                  <c:v>45910</c:v>
                </c:pt>
                <c:pt idx="246">
                  <c:v>45909</c:v>
                </c:pt>
                <c:pt idx="247">
                  <c:v>45908</c:v>
                </c:pt>
                <c:pt idx="248">
                  <c:v>45905</c:v>
                </c:pt>
                <c:pt idx="249">
                  <c:v>45904</c:v>
                </c:pt>
                <c:pt idx="250">
                  <c:v>45903</c:v>
                </c:pt>
                <c:pt idx="251">
                  <c:v>45902</c:v>
                </c:pt>
                <c:pt idx="252">
                  <c:v>45901</c:v>
                </c:pt>
                <c:pt idx="253">
                  <c:v>45898</c:v>
                </c:pt>
                <c:pt idx="254">
                  <c:v>45897</c:v>
                </c:pt>
                <c:pt idx="255">
                  <c:v>45896</c:v>
                </c:pt>
                <c:pt idx="256">
                  <c:v>45895</c:v>
                </c:pt>
                <c:pt idx="257">
                  <c:v>45894</c:v>
                </c:pt>
                <c:pt idx="258">
                  <c:v>45891</c:v>
                </c:pt>
                <c:pt idx="259">
                  <c:v>45890</c:v>
                </c:pt>
                <c:pt idx="260">
                  <c:v>45889</c:v>
                </c:pt>
                <c:pt idx="261">
                  <c:v>45888</c:v>
                </c:pt>
                <c:pt idx="262">
                  <c:v>45887</c:v>
                </c:pt>
                <c:pt idx="263">
                  <c:v>45884</c:v>
                </c:pt>
                <c:pt idx="264">
                  <c:v>45883</c:v>
                </c:pt>
                <c:pt idx="265">
                  <c:v>45882</c:v>
                </c:pt>
                <c:pt idx="266">
                  <c:v>45881</c:v>
                </c:pt>
                <c:pt idx="267">
                  <c:v>45880</c:v>
                </c:pt>
                <c:pt idx="268">
                  <c:v>45877</c:v>
                </c:pt>
                <c:pt idx="269">
                  <c:v>45876</c:v>
                </c:pt>
                <c:pt idx="270">
                  <c:v>45875</c:v>
                </c:pt>
                <c:pt idx="271">
                  <c:v>45874</c:v>
                </c:pt>
                <c:pt idx="272">
                  <c:v>45873</c:v>
                </c:pt>
                <c:pt idx="273">
                  <c:v>45870</c:v>
                </c:pt>
                <c:pt idx="274">
                  <c:v>45869</c:v>
                </c:pt>
                <c:pt idx="275">
                  <c:v>45868</c:v>
                </c:pt>
                <c:pt idx="276">
                  <c:v>45867</c:v>
                </c:pt>
                <c:pt idx="277">
                  <c:v>45866</c:v>
                </c:pt>
                <c:pt idx="278">
                  <c:v>45863</c:v>
                </c:pt>
                <c:pt idx="279">
                  <c:v>45862</c:v>
                </c:pt>
                <c:pt idx="280">
                  <c:v>45861</c:v>
                </c:pt>
                <c:pt idx="281">
                  <c:v>45860</c:v>
                </c:pt>
                <c:pt idx="282">
                  <c:v>45859</c:v>
                </c:pt>
                <c:pt idx="283">
                  <c:v>45856</c:v>
                </c:pt>
                <c:pt idx="284">
                  <c:v>45855</c:v>
                </c:pt>
                <c:pt idx="285">
                  <c:v>45854</c:v>
                </c:pt>
                <c:pt idx="286">
                  <c:v>45853</c:v>
                </c:pt>
                <c:pt idx="287">
                  <c:v>45852</c:v>
                </c:pt>
                <c:pt idx="288">
                  <c:v>45849</c:v>
                </c:pt>
                <c:pt idx="289">
                  <c:v>45848</c:v>
                </c:pt>
                <c:pt idx="290">
                  <c:v>45847</c:v>
                </c:pt>
                <c:pt idx="291">
                  <c:v>45846</c:v>
                </c:pt>
                <c:pt idx="292">
                  <c:v>45845</c:v>
                </c:pt>
                <c:pt idx="293">
                  <c:v>45842</c:v>
                </c:pt>
                <c:pt idx="294">
                  <c:v>45841</c:v>
                </c:pt>
                <c:pt idx="295">
                  <c:v>45840</c:v>
                </c:pt>
                <c:pt idx="296">
                  <c:v>45839</c:v>
                </c:pt>
                <c:pt idx="297">
                  <c:v>45838</c:v>
                </c:pt>
                <c:pt idx="298">
                  <c:v>45835</c:v>
                </c:pt>
                <c:pt idx="299">
                  <c:v>45834</c:v>
                </c:pt>
                <c:pt idx="300">
                  <c:v>45833</c:v>
                </c:pt>
                <c:pt idx="301">
                  <c:v>45832</c:v>
                </c:pt>
                <c:pt idx="302">
                  <c:v>45831</c:v>
                </c:pt>
                <c:pt idx="303">
                  <c:v>45828</c:v>
                </c:pt>
                <c:pt idx="304">
                  <c:v>45827</c:v>
                </c:pt>
                <c:pt idx="305">
                  <c:v>45826</c:v>
                </c:pt>
                <c:pt idx="306">
                  <c:v>45825</c:v>
                </c:pt>
                <c:pt idx="307">
                  <c:v>45824</c:v>
                </c:pt>
                <c:pt idx="308">
                  <c:v>45821</c:v>
                </c:pt>
                <c:pt idx="309">
                  <c:v>45820</c:v>
                </c:pt>
                <c:pt idx="310">
                  <c:v>45819</c:v>
                </c:pt>
                <c:pt idx="311">
                  <c:v>45818</c:v>
                </c:pt>
                <c:pt idx="312">
                  <c:v>45817</c:v>
                </c:pt>
                <c:pt idx="313">
                  <c:v>45814</c:v>
                </c:pt>
                <c:pt idx="314">
                  <c:v>45813</c:v>
                </c:pt>
                <c:pt idx="315">
                  <c:v>45812</c:v>
                </c:pt>
                <c:pt idx="316">
                  <c:v>45811</c:v>
                </c:pt>
                <c:pt idx="317">
                  <c:v>45810</c:v>
                </c:pt>
                <c:pt idx="318">
                  <c:v>45807</c:v>
                </c:pt>
                <c:pt idx="319">
                  <c:v>45806</c:v>
                </c:pt>
                <c:pt idx="320">
                  <c:v>45805</c:v>
                </c:pt>
                <c:pt idx="321">
                  <c:v>45804</c:v>
                </c:pt>
                <c:pt idx="322">
                  <c:v>45803</c:v>
                </c:pt>
                <c:pt idx="323">
                  <c:v>45800</c:v>
                </c:pt>
                <c:pt idx="324">
                  <c:v>45799</c:v>
                </c:pt>
                <c:pt idx="325">
                  <c:v>45798</c:v>
                </c:pt>
                <c:pt idx="326">
                  <c:v>45797</c:v>
                </c:pt>
                <c:pt idx="327">
                  <c:v>45796</c:v>
                </c:pt>
                <c:pt idx="328">
                  <c:v>45793</c:v>
                </c:pt>
                <c:pt idx="329">
                  <c:v>45792</c:v>
                </c:pt>
                <c:pt idx="330">
                  <c:v>45791</c:v>
                </c:pt>
                <c:pt idx="331">
                  <c:v>45790</c:v>
                </c:pt>
                <c:pt idx="332">
                  <c:v>45789</c:v>
                </c:pt>
                <c:pt idx="333">
                  <c:v>45786</c:v>
                </c:pt>
                <c:pt idx="334">
                  <c:v>45785</c:v>
                </c:pt>
                <c:pt idx="335">
                  <c:v>45784</c:v>
                </c:pt>
                <c:pt idx="336">
                  <c:v>45783</c:v>
                </c:pt>
                <c:pt idx="337">
                  <c:v>45782</c:v>
                </c:pt>
                <c:pt idx="338">
                  <c:v>45779</c:v>
                </c:pt>
                <c:pt idx="339">
                  <c:v>45778</c:v>
                </c:pt>
                <c:pt idx="340">
                  <c:v>45777</c:v>
                </c:pt>
                <c:pt idx="341">
                  <c:v>45776</c:v>
                </c:pt>
                <c:pt idx="342">
                  <c:v>45775</c:v>
                </c:pt>
                <c:pt idx="343">
                  <c:v>45772</c:v>
                </c:pt>
                <c:pt idx="344">
                  <c:v>45771</c:v>
                </c:pt>
                <c:pt idx="345">
                  <c:v>45770</c:v>
                </c:pt>
                <c:pt idx="346">
                  <c:v>45769</c:v>
                </c:pt>
                <c:pt idx="347">
                  <c:v>45764</c:v>
                </c:pt>
                <c:pt idx="348">
                  <c:v>45763</c:v>
                </c:pt>
                <c:pt idx="349">
                  <c:v>45762</c:v>
                </c:pt>
                <c:pt idx="350">
                  <c:v>45761</c:v>
                </c:pt>
                <c:pt idx="351">
                  <c:v>45758</c:v>
                </c:pt>
                <c:pt idx="352">
                  <c:v>45757</c:v>
                </c:pt>
                <c:pt idx="353">
                  <c:v>45756</c:v>
                </c:pt>
                <c:pt idx="354">
                  <c:v>45755</c:v>
                </c:pt>
                <c:pt idx="355">
                  <c:v>45754</c:v>
                </c:pt>
                <c:pt idx="356">
                  <c:v>45751</c:v>
                </c:pt>
                <c:pt idx="357">
                  <c:v>45750</c:v>
                </c:pt>
                <c:pt idx="358">
                  <c:v>45749</c:v>
                </c:pt>
                <c:pt idx="359">
                  <c:v>45748</c:v>
                </c:pt>
                <c:pt idx="360">
                  <c:v>45747</c:v>
                </c:pt>
                <c:pt idx="361">
                  <c:v>45744</c:v>
                </c:pt>
                <c:pt idx="362">
                  <c:v>45743</c:v>
                </c:pt>
                <c:pt idx="363">
                  <c:v>45742</c:v>
                </c:pt>
                <c:pt idx="364">
                  <c:v>45741</c:v>
                </c:pt>
                <c:pt idx="365">
                  <c:v>45740</c:v>
                </c:pt>
                <c:pt idx="366">
                  <c:v>45737</c:v>
                </c:pt>
                <c:pt idx="367">
                  <c:v>45736</c:v>
                </c:pt>
                <c:pt idx="368">
                  <c:v>45735</c:v>
                </c:pt>
                <c:pt idx="369">
                  <c:v>45734</c:v>
                </c:pt>
                <c:pt idx="370">
                  <c:v>45733</c:v>
                </c:pt>
                <c:pt idx="371">
                  <c:v>45730</c:v>
                </c:pt>
                <c:pt idx="372">
                  <c:v>45729</c:v>
                </c:pt>
                <c:pt idx="373">
                  <c:v>45728</c:v>
                </c:pt>
                <c:pt idx="374">
                  <c:v>45727</c:v>
                </c:pt>
                <c:pt idx="375">
                  <c:v>45726</c:v>
                </c:pt>
                <c:pt idx="376">
                  <c:v>45723</c:v>
                </c:pt>
                <c:pt idx="377">
                  <c:v>45722</c:v>
                </c:pt>
                <c:pt idx="378">
                  <c:v>45721</c:v>
                </c:pt>
                <c:pt idx="379">
                  <c:v>45720</c:v>
                </c:pt>
                <c:pt idx="380">
                  <c:v>45719</c:v>
                </c:pt>
                <c:pt idx="381">
                  <c:v>45716</c:v>
                </c:pt>
                <c:pt idx="382">
                  <c:v>45715</c:v>
                </c:pt>
                <c:pt idx="383">
                  <c:v>45714</c:v>
                </c:pt>
                <c:pt idx="384">
                  <c:v>45713</c:v>
                </c:pt>
                <c:pt idx="385">
                  <c:v>45712</c:v>
                </c:pt>
                <c:pt idx="386">
                  <c:v>45709</c:v>
                </c:pt>
                <c:pt idx="387">
                  <c:v>45708</c:v>
                </c:pt>
                <c:pt idx="388">
                  <c:v>45707</c:v>
                </c:pt>
                <c:pt idx="389">
                  <c:v>45706</c:v>
                </c:pt>
                <c:pt idx="390">
                  <c:v>45705</c:v>
                </c:pt>
                <c:pt idx="391">
                  <c:v>45702</c:v>
                </c:pt>
                <c:pt idx="392">
                  <c:v>45701</c:v>
                </c:pt>
                <c:pt idx="393">
                  <c:v>45700</c:v>
                </c:pt>
                <c:pt idx="394">
                  <c:v>45699</c:v>
                </c:pt>
                <c:pt idx="395">
                  <c:v>45698</c:v>
                </c:pt>
                <c:pt idx="396">
                  <c:v>45695</c:v>
                </c:pt>
                <c:pt idx="397">
                  <c:v>45694</c:v>
                </c:pt>
                <c:pt idx="398">
                  <c:v>45693</c:v>
                </c:pt>
                <c:pt idx="399">
                  <c:v>45692</c:v>
                </c:pt>
                <c:pt idx="400">
                  <c:v>45691</c:v>
                </c:pt>
                <c:pt idx="401">
                  <c:v>45688</c:v>
                </c:pt>
                <c:pt idx="402">
                  <c:v>45687</c:v>
                </c:pt>
                <c:pt idx="403">
                  <c:v>45686</c:v>
                </c:pt>
                <c:pt idx="404">
                  <c:v>45685</c:v>
                </c:pt>
                <c:pt idx="405">
                  <c:v>45684</c:v>
                </c:pt>
                <c:pt idx="406">
                  <c:v>45681</c:v>
                </c:pt>
                <c:pt idx="407">
                  <c:v>45680</c:v>
                </c:pt>
                <c:pt idx="408">
                  <c:v>45679</c:v>
                </c:pt>
                <c:pt idx="409">
                  <c:v>45678</c:v>
                </c:pt>
                <c:pt idx="410">
                  <c:v>45677</c:v>
                </c:pt>
                <c:pt idx="411">
                  <c:v>45674</c:v>
                </c:pt>
                <c:pt idx="412">
                  <c:v>45673</c:v>
                </c:pt>
                <c:pt idx="413">
                  <c:v>45672</c:v>
                </c:pt>
                <c:pt idx="414">
                  <c:v>45671</c:v>
                </c:pt>
                <c:pt idx="415">
                  <c:v>45670</c:v>
                </c:pt>
                <c:pt idx="416">
                  <c:v>45667</c:v>
                </c:pt>
                <c:pt idx="417">
                  <c:v>45666</c:v>
                </c:pt>
                <c:pt idx="418">
                  <c:v>45665</c:v>
                </c:pt>
                <c:pt idx="419">
                  <c:v>45664</c:v>
                </c:pt>
                <c:pt idx="420">
                  <c:v>45663</c:v>
                </c:pt>
                <c:pt idx="421">
                  <c:v>45660</c:v>
                </c:pt>
                <c:pt idx="422">
                  <c:v>45659</c:v>
                </c:pt>
                <c:pt idx="423">
                  <c:v>45657</c:v>
                </c:pt>
                <c:pt idx="424">
                  <c:v>45656</c:v>
                </c:pt>
                <c:pt idx="425">
                  <c:v>45653</c:v>
                </c:pt>
                <c:pt idx="426">
                  <c:v>45652</c:v>
                </c:pt>
                <c:pt idx="427">
                  <c:v>45650</c:v>
                </c:pt>
                <c:pt idx="428">
                  <c:v>45649</c:v>
                </c:pt>
                <c:pt idx="429">
                  <c:v>45646</c:v>
                </c:pt>
                <c:pt idx="430">
                  <c:v>45645</c:v>
                </c:pt>
                <c:pt idx="431">
                  <c:v>45644</c:v>
                </c:pt>
                <c:pt idx="432">
                  <c:v>45643</c:v>
                </c:pt>
                <c:pt idx="433">
                  <c:v>45642</c:v>
                </c:pt>
                <c:pt idx="434">
                  <c:v>45639</c:v>
                </c:pt>
                <c:pt idx="435">
                  <c:v>45638</c:v>
                </c:pt>
                <c:pt idx="436">
                  <c:v>45637</c:v>
                </c:pt>
                <c:pt idx="437">
                  <c:v>45636</c:v>
                </c:pt>
                <c:pt idx="438">
                  <c:v>45635</c:v>
                </c:pt>
                <c:pt idx="439">
                  <c:v>45632</c:v>
                </c:pt>
                <c:pt idx="440">
                  <c:v>45631</c:v>
                </c:pt>
                <c:pt idx="441">
                  <c:v>45630</c:v>
                </c:pt>
                <c:pt idx="442">
                  <c:v>45629</c:v>
                </c:pt>
                <c:pt idx="443">
                  <c:v>45628</c:v>
                </c:pt>
                <c:pt idx="444">
                  <c:v>45625</c:v>
                </c:pt>
                <c:pt idx="445">
                  <c:v>45624</c:v>
                </c:pt>
                <c:pt idx="446">
                  <c:v>45623</c:v>
                </c:pt>
                <c:pt idx="447">
                  <c:v>45622</c:v>
                </c:pt>
                <c:pt idx="448">
                  <c:v>45621</c:v>
                </c:pt>
                <c:pt idx="449">
                  <c:v>45618</c:v>
                </c:pt>
                <c:pt idx="450">
                  <c:v>45617</c:v>
                </c:pt>
                <c:pt idx="451">
                  <c:v>45616</c:v>
                </c:pt>
                <c:pt idx="452">
                  <c:v>45615</c:v>
                </c:pt>
                <c:pt idx="453">
                  <c:v>45614</c:v>
                </c:pt>
                <c:pt idx="454">
                  <c:v>45611</c:v>
                </c:pt>
                <c:pt idx="455">
                  <c:v>45610</c:v>
                </c:pt>
                <c:pt idx="456">
                  <c:v>45609</c:v>
                </c:pt>
                <c:pt idx="457">
                  <c:v>45608</c:v>
                </c:pt>
                <c:pt idx="458">
                  <c:v>45607</c:v>
                </c:pt>
                <c:pt idx="459">
                  <c:v>45604</c:v>
                </c:pt>
                <c:pt idx="460">
                  <c:v>45603</c:v>
                </c:pt>
                <c:pt idx="461">
                  <c:v>45602</c:v>
                </c:pt>
                <c:pt idx="462">
                  <c:v>45601</c:v>
                </c:pt>
                <c:pt idx="463">
                  <c:v>45600</c:v>
                </c:pt>
                <c:pt idx="464">
                  <c:v>45597</c:v>
                </c:pt>
                <c:pt idx="465">
                  <c:v>45596</c:v>
                </c:pt>
                <c:pt idx="466">
                  <c:v>45595</c:v>
                </c:pt>
                <c:pt idx="467">
                  <c:v>45594</c:v>
                </c:pt>
                <c:pt idx="468">
                  <c:v>45593</c:v>
                </c:pt>
                <c:pt idx="469">
                  <c:v>45590</c:v>
                </c:pt>
                <c:pt idx="470">
                  <c:v>45589</c:v>
                </c:pt>
                <c:pt idx="471">
                  <c:v>45588</c:v>
                </c:pt>
                <c:pt idx="472">
                  <c:v>45587</c:v>
                </c:pt>
                <c:pt idx="473">
                  <c:v>45586</c:v>
                </c:pt>
                <c:pt idx="474">
                  <c:v>45583</c:v>
                </c:pt>
                <c:pt idx="475">
                  <c:v>45582</c:v>
                </c:pt>
                <c:pt idx="476">
                  <c:v>45581</c:v>
                </c:pt>
                <c:pt idx="477">
                  <c:v>45580</c:v>
                </c:pt>
                <c:pt idx="478">
                  <c:v>45579</c:v>
                </c:pt>
                <c:pt idx="479">
                  <c:v>45576</c:v>
                </c:pt>
                <c:pt idx="480">
                  <c:v>45575</c:v>
                </c:pt>
                <c:pt idx="481">
                  <c:v>45574</c:v>
                </c:pt>
                <c:pt idx="482">
                  <c:v>45573</c:v>
                </c:pt>
                <c:pt idx="483">
                  <c:v>45572</c:v>
                </c:pt>
                <c:pt idx="484">
                  <c:v>45569</c:v>
                </c:pt>
                <c:pt idx="485">
                  <c:v>45568</c:v>
                </c:pt>
                <c:pt idx="486">
                  <c:v>45567</c:v>
                </c:pt>
                <c:pt idx="487">
                  <c:v>45566</c:v>
                </c:pt>
                <c:pt idx="488">
                  <c:v>45565</c:v>
                </c:pt>
                <c:pt idx="489">
                  <c:v>45562</c:v>
                </c:pt>
                <c:pt idx="490">
                  <c:v>45561</c:v>
                </c:pt>
                <c:pt idx="491">
                  <c:v>45560</c:v>
                </c:pt>
                <c:pt idx="492">
                  <c:v>45559</c:v>
                </c:pt>
                <c:pt idx="493">
                  <c:v>45558</c:v>
                </c:pt>
                <c:pt idx="494">
                  <c:v>45555</c:v>
                </c:pt>
                <c:pt idx="495">
                  <c:v>45554</c:v>
                </c:pt>
                <c:pt idx="496">
                  <c:v>45553</c:v>
                </c:pt>
                <c:pt idx="497">
                  <c:v>45552</c:v>
                </c:pt>
                <c:pt idx="498">
                  <c:v>45551</c:v>
                </c:pt>
                <c:pt idx="499">
                  <c:v>45548</c:v>
                </c:pt>
                <c:pt idx="500">
                  <c:v>45547</c:v>
                </c:pt>
                <c:pt idx="501">
                  <c:v>45546</c:v>
                </c:pt>
                <c:pt idx="502">
                  <c:v>45545</c:v>
                </c:pt>
                <c:pt idx="503">
                  <c:v>45544</c:v>
                </c:pt>
                <c:pt idx="504">
                  <c:v>45541</c:v>
                </c:pt>
                <c:pt idx="505">
                  <c:v>45540</c:v>
                </c:pt>
                <c:pt idx="506">
                  <c:v>45539</c:v>
                </c:pt>
                <c:pt idx="507">
                  <c:v>45538</c:v>
                </c:pt>
                <c:pt idx="508">
                  <c:v>45537</c:v>
                </c:pt>
                <c:pt idx="509">
                  <c:v>45534</c:v>
                </c:pt>
                <c:pt idx="510">
                  <c:v>45533</c:v>
                </c:pt>
                <c:pt idx="511">
                  <c:v>45532</c:v>
                </c:pt>
                <c:pt idx="512">
                  <c:v>45531</c:v>
                </c:pt>
                <c:pt idx="513">
                  <c:v>45530</c:v>
                </c:pt>
                <c:pt idx="514">
                  <c:v>45527</c:v>
                </c:pt>
                <c:pt idx="515">
                  <c:v>45526</c:v>
                </c:pt>
                <c:pt idx="516">
                  <c:v>45525</c:v>
                </c:pt>
                <c:pt idx="517">
                  <c:v>45524</c:v>
                </c:pt>
                <c:pt idx="518">
                  <c:v>45523</c:v>
                </c:pt>
                <c:pt idx="519">
                  <c:v>45520</c:v>
                </c:pt>
                <c:pt idx="520">
                  <c:v>45519</c:v>
                </c:pt>
                <c:pt idx="521">
                  <c:v>45518</c:v>
                </c:pt>
                <c:pt idx="522">
                  <c:v>45517</c:v>
                </c:pt>
                <c:pt idx="523">
                  <c:v>45516</c:v>
                </c:pt>
                <c:pt idx="524">
                  <c:v>45513</c:v>
                </c:pt>
                <c:pt idx="525">
                  <c:v>45512</c:v>
                </c:pt>
                <c:pt idx="526">
                  <c:v>45511</c:v>
                </c:pt>
                <c:pt idx="527">
                  <c:v>45510</c:v>
                </c:pt>
                <c:pt idx="528">
                  <c:v>45509</c:v>
                </c:pt>
                <c:pt idx="529">
                  <c:v>45506</c:v>
                </c:pt>
                <c:pt idx="530">
                  <c:v>45505</c:v>
                </c:pt>
                <c:pt idx="531">
                  <c:v>45504</c:v>
                </c:pt>
                <c:pt idx="532">
                  <c:v>45503</c:v>
                </c:pt>
                <c:pt idx="533">
                  <c:v>45502</c:v>
                </c:pt>
                <c:pt idx="534">
                  <c:v>45499</c:v>
                </c:pt>
                <c:pt idx="535">
                  <c:v>45498</c:v>
                </c:pt>
                <c:pt idx="536">
                  <c:v>45497</c:v>
                </c:pt>
                <c:pt idx="537">
                  <c:v>45496</c:v>
                </c:pt>
                <c:pt idx="538">
                  <c:v>45495</c:v>
                </c:pt>
                <c:pt idx="539">
                  <c:v>45492</c:v>
                </c:pt>
                <c:pt idx="540">
                  <c:v>45491</c:v>
                </c:pt>
                <c:pt idx="541">
                  <c:v>45490</c:v>
                </c:pt>
                <c:pt idx="542">
                  <c:v>45489</c:v>
                </c:pt>
                <c:pt idx="543">
                  <c:v>45488</c:v>
                </c:pt>
                <c:pt idx="544">
                  <c:v>45485</c:v>
                </c:pt>
                <c:pt idx="545">
                  <c:v>45484</c:v>
                </c:pt>
                <c:pt idx="546">
                  <c:v>45483</c:v>
                </c:pt>
                <c:pt idx="547">
                  <c:v>45482</c:v>
                </c:pt>
                <c:pt idx="548">
                  <c:v>45481</c:v>
                </c:pt>
                <c:pt idx="549">
                  <c:v>45478</c:v>
                </c:pt>
                <c:pt idx="550">
                  <c:v>45477</c:v>
                </c:pt>
                <c:pt idx="551">
                  <c:v>45476</c:v>
                </c:pt>
                <c:pt idx="552">
                  <c:v>45475</c:v>
                </c:pt>
                <c:pt idx="553">
                  <c:v>45474</c:v>
                </c:pt>
                <c:pt idx="554">
                  <c:v>45471</c:v>
                </c:pt>
                <c:pt idx="555">
                  <c:v>45470</c:v>
                </c:pt>
                <c:pt idx="556">
                  <c:v>45469</c:v>
                </c:pt>
                <c:pt idx="557">
                  <c:v>45468</c:v>
                </c:pt>
                <c:pt idx="558">
                  <c:v>45467</c:v>
                </c:pt>
                <c:pt idx="559">
                  <c:v>45464</c:v>
                </c:pt>
                <c:pt idx="560">
                  <c:v>45463</c:v>
                </c:pt>
                <c:pt idx="561">
                  <c:v>45462</c:v>
                </c:pt>
                <c:pt idx="562">
                  <c:v>45461</c:v>
                </c:pt>
                <c:pt idx="563">
                  <c:v>45460</c:v>
                </c:pt>
                <c:pt idx="564">
                  <c:v>45457</c:v>
                </c:pt>
                <c:pt idx="565">
                  <c:v>45456</c:v>
                </c:pt>
                <c:pt idx="566">
                  <c:v>45455</c:v>
                </c:pt>
                <c:pt idx="567">
                  <c:v>45454</c:v>
                </c:pt>
                <c:pt idx="568">
                  <c:v>45453</c:v>
                </c:pt>
                <c:pt idx="569">
                  <c:v>45450</c:v>
                </c:pt>
                <c:pt idx="570">
                  <c:v>45449</c:v>
                </c:pt>
                <c:pt idx="571">
                  <c:v>45448</c:v>
                </c:pt>
                <c:pt idx="572">
                  <c:v>45447</c:v>
                </c:pt>
                <c:pt idx="573">
                  <c:v>45446</c:v>
                </c:pt>
                <c:pt idx="574">
                  <c:v>45443</c:v>
                </c:pt>
                <c:pt idx="575">
                  <c:v>45442</c:v>
                </c:pt>
                <c:pt idx="576">
                  <c:v>45441</c:v>
                </c:pt>
                <c:pt idx="577">
                  <c:v>45440</c:v>
                </c:pt>
                <c:pt idx="578">
                  <c:v>45439</c:v>
                </c:pt>
                <c:pt idx="579">
                  <c:v>45436</c:v>
                </c:pt>
                <c:pt idx="580">
                  <c:v>45435</c:v>
                </c:pt>
                <c:pt idx="581">
                  <c:v>45434</c:v>
                </c:pt>
                <c:pt idx="582">
                  <c:v>45433</c:v>
                </c:pt>
                <c:pt idx="583">
                  <c:v>45432</c:v>
                </c:pt>
                <c:pt idx="584">
                  <c:v>45429</c:v>
                </c:pt>
                <c:pt idx="585">
                  <c:v>45428</c:v>
                </c:pt>
                <c:pt idx="586">
                  <c:v>45427</c:v>
                </c:pt>
                <c:pt idx="587">
                  <c:v>45426</c:v>
                </c:pt>
                <c:pt idx="588">
                  <c:v>45425</c:v>
                </c:pt>
                <c:pt idx="589">
                  <c:v>45422</c:v>
                </c:pt>
                <c:pt idx="590">
                  <c:v>45421</c:v>
                </c:pt>
                <c:pt idx="591">
                  <c:v>45420</c:v>
                </c:pt>
                <c:pt idx="592">
                  <c:v>45419</c:v>
                </c:pt>
                <c:pt idx="593">
                  <c:v>45418</c:v>
                </c:pt>
                <c:pt idx="594">
                  <c:v>45415</c:v>
                </c:pt>
                <c:pt idx="595">
                  <c:v>45414</c:v>
                </c:pt>
                <c:pt idx="596">
                  <c:v>45413</c:v>
                </c:pt>
                <c:pt idx="597">
                  <c:v>45412</c:v>
                </c:pt>
                <c:pt idx="598">
                  <c:v>45411</c:v>
                </c:pt>
                <c:pt idx="599">
                  <c:v>45408</c:v>
                </c:pt>
                <c:pt idx="600">
                  <c:v>45407</c:v>
                </c:pt>
                <c:pt idx="601">
                  <c:v>45406</c:v>
                </c:pt>
                <c:pt idx="602">
                  <c:v>45405</c:v>
                </c:pt>
                <c:pt idx="603">
                  <c:v>45404</c:v>
                </c:pt>
                <c:pt idx="604">
                  <c:v>45401</c:v>
                </c:pt>
                <c:pt idx="605">
                  <c:v>45400</c:v>
                </c:pt>
                <c:pt idx="606">
                  <c:v>45399</c:v>
                </c:pt>
                <c:pt idx="607">
                  <c:v>45398</c:v>
                </c:pt>
                <c:pt idx="608">
                  <c:v>45397</c:v>
                </c:pt>
                <c:pt idx="609">
                  <c:v>45394</c:v>
                </c:pt>
                <c:pt idx="610">
                  <c:v>45393</c:v>
                </c:pt>
                <c:pt idx="611">
                  <c:v>45392</c:v>
                </c:pt>
                <c:pt idx="612">
                  <c:v>45391</c:v>
                </c:pt>
                <c:pt idx="613">
                  <c:v>45390</c:v>
                </c:pt>
                <c:pt idx="614">
                  <c:v>45387</c:v>
                </c:pt>
                <c:pt idx="615">
                  <c:v>45386</c:v>
                </c:pt>
                <c:pt idx="616">
                  <c:v>45385</c:v>
                </c:pt>
                <c:pt idx="617">
                  <c:v>45384</c:v>
                </c:pt>
                <c:pt idx="618">
                  <c:v>45379</c:v>
                </c:pt>
                <c:pt idx="619">
                  <c:v>45378</c:v>
                </c:pt>
                <c:pt idx="620">
                  <c:v>45377</c:v>
                </c:pt>
                <c:pt idx="621">
                  <c:v>45376</c:v>
                </c:pt>
                <c:pt idx="622">
                  <c:v>45373</c:v>
                </c:pt>
                <c:pt idx="623">
                  <c:v>45372</c:v>
                </c:pt>
                <c:pt idx="624">
                  <c:v>45371</c:v>
                </c:pt>
                <c:pt idx="625">
                  <c:v>45370</c:v>
                </c:pt>
                <c:pt idx="626">
                  <c:v>45369</c:v>
                </c:pt>
                <c:pt idx="627">
                  <c:v>45366</c:v>
                </c:pt>
                <c:pt idx="628">
                  <c:v>45365</c:v>
                </c:pt>
                <c:pt idx="629">
                  <c:v>45364</c:v>
                </c:pt>
                <c:pt idx="630">
                  <c:v>45363</c:v>
                </c:pt>
                <c:pt idx="631">
                  <c:v>45362</c:v>
                </c:pt>
                <c:pt idx="632">
                  <c:v>45359</c:v>
                </c:pt>
                <c:pt idx="633">
                  <c:v>45358</c:v>
                </c:pt>
                <c:pt idx="634">
                  <c:v>45357</c:v>
                </c:pt>
                <c:pt idx="635">
                  <c:v>45356</c:v>
                </c:pt>
                <c:pt idx="636">
                  <c:v>45355</c:v>
                </c:pt>
                <c:pt idx="637">
                  <c:v>45352</c:v>
                </c:pt>
                <c:pt idx="638">
                  <c:v>45351</c:v>
                </c:pt>
                <c:pt idx="639">
                  <c:v>45350</c:v>
                </c:pt>
                <c:pt idx="640">
                  <c:v>45349</c:v>
                </c:pt>
                <c:pt idx="641">
                  <c:v>45348</c:v>
                </c:pt>
                <c:pt idx="642">
                  <c:v>45345</c:v>
                </c:pt>
                <c:pt idx="643">
                  <c:v>45344</c:v>
                </c:pt>
                <c:pt idx="644">
                  <c:v>45343</c:v>
                </c:pt>
                <c:pt idx="645">
                  <c:v>45342</c:v>
                </c:pt>
                <c:pt idx="646">
                  <c:v>45341</c:v>
                </c:pt>
                <c:pt idx="647">
                  <c:v>45338</c:v>
                </c:pt>
                <c:pt idx="648">
                  <c:v>45337</c:v>
                </c:pt>
                <c:pt idx="649">
                  <c:v>45336</c:v>
                </c:pt>
                <c:pt idx="650">
                  <c:v>45335</c:v>
                </c:pt>
                <c:pt idx="651">
                  <c:v>45334</c:v>
                </c:pt>
                <c:pt idx="652">
                  <c:v>45331</c:v>
                </c:pt>
                <c:pt idx="653">
                  <c:v>45330</c:v>
                </c:pt>
                <c:pt idx="654">
                  <c:v>45329</c:v>
                </c:pt>
                <c:pt idx="655">
                  <c:v>45328</c:v>
                </c:pt>
                <c:pt idx="656">
                  <c:v>45327</c:v>
                </c:pt>
                <c:pt idx="657">
                  <c:v>45324</c:v>
                </c:pt>
                <c:pt idx="658">
                  <c:v>45323</c:v>
                </c:pt>
                <c:pt idx="659">
                  <c:v>45322</c:v>
                </c:pt>
                <c:pt idx="660">
                  <c:v>45321</c:v>
                </c:pt>
                <c:pt idx="661">
                  <c:v>45320</c:v>
                </c:pt>
                <c:pt idx="662">
                  <c:v>45317</c:v>
                </c:pt>
                <c:pt idx="663">
                  <c:v>45316</c:v>
                </c:pt>
                <c:pt idx="664">
                  <c:v>45315</c:v>
                </c:pt>
                <c:pt idx="665">
                  <c:v>45314</c:v>
                </c:pt>
                <c:pt idx="666">
                  <c:v>45313</c:v>
                </c:pt>
                <c:pt idx="667">
                  <c:v>45310</c:v>
                </c:pt>
                <c:pt idx="668">
                  <c:v>45309</c:v>
                </c:pt>
                <c:pt idx="669">
                  <c:v>45308</c:v>
                </c:pt>
                <c:pt idx="670">
                  <c:v>45307</c:v>
                </c:pt>
                <c:pt idx="671">
                  <c:v>45306</c:v>
                </c:pt>
                <c:pt idx="672">
                  <c:v>45303</c:v>
                </c:pt>
                <c:pt idx="673">
                  <c:v>45302</c:v>
                </c:pt>
                <c:pt idx="674">
                  <c:v>45301</c:v>
                </c:pt>
                <c:pt idx="675">
                  <c:v>45300</c:v>
                </c:pt>
                <c:pt idx="676">
                  <c:v>45299</c:v>
                </c:pt>
                <c:pt idx="677">
                  <c:v>45296</c:v>
                </c:pt>
                <c:pt idx="678">
                  <c:v>45295</c:v>
                </c:pt>
                <c:pt idx="679">
                  <c:v>45294</c:v>
                </c:pt>
                <c:pt idx="680">
                  <c:v>45293</c:v>
                </c:pt>
                <c:pt idx="681">
                  <c:v>45289</c:v>
                </c:pt>
                <c:pt idx="682">
                  <c:v>45288</c:v>
                </c:pt>
                <c:pt idx="683">
                  <c:v>45287</c:v>
                </c:pt>
                <c:pt idx="684">
                  <c:v>45286</c:v>
                </c:pt>
                <c:pt idx="685">
                  <c:v>45282</c:v>
                </c:pt>
                <c:pt idx="686">
                  <c:v>45281</c:v>
                </c:pt>
                <c:pt idx="687">
                  <c:v>45280</c:v>
                </c:pt>
                <c:pt idx="688">
                  <c:v>45279</c:v>
                </c:pt>
                <c:pt idx="689">
                  <c:v>45278</c:v>
                </c:pt>
                <c:pt idx="690">
                  <c:v>45275</c:v>
                </c:pt>
                <c:pt idx="691">
                  <c:v>45274</c:v>
                </c:pt>
                <c:pt idx="692">
                  <c:v>45273</c:v>
                </c:pt>
                <c:pt idx="693">
                  <c:v>45272</c:v>
                </c:pt>
                <c:pt idx="694">
                  <c:v>45271</c:v>
                </c:pt>
                <c:pt idx="695">
                  <c:v>45268</c:v>
                </c:pt>
                <c:pt idx="696">
                  <c:v>45267</c:v>
                </c:pt>
                <c:pt idx="697">
                  <c:v>45266</c:v>
                </c:pt>
                <c:pt idx="698">
                  <c:v>45265</c:v>
                </c:pt>
                <c:pt idx="699">
                  <c:v>45264</c:v>
                </c:pt>
                <c:pt idx="700">
                  <c:v>45261</c:v>
                </c:pt>
                <c:pt idx="701">
                  <c:v>45260</c:v>
                </c:pt>
                <c:pt idx="702">
                  <c:v>45259</c:v>
                </c:pt>
                <c:pt idx="703">
                  <c:v>45258</c:v>
                </c:pt>
                <c:pt idx="704">
                  <c:v>45257</c:v>
                </c:pt>
                <c:pt idx="705">
                  <c:v>45254</c:v>
                </c:pt>
                <c:pt idx="706">
                  <c:v>45253</c:v>
                </c:pt>
                <c:pt idx="707">
                  <c:v>45252</c:v>
                </c:pt>
                <c:pt idx="708">
                  <c:v>45251</c:v>
                </c:pt>
                <c:pt idx="709">
                  <c:v>45250</c:v>
                </c:pt>
                <c:pt idx="710">
                  <c:v>45247</c:v>
                </c:pt>
                <c:pt idx="711">
                  <c:v>45246</c:v>
                </c:pt>
                <c:pt idx="712">
                  <c:v>45245</c:v>
                </c:pt>
                <c:pt idx="713">
                  <c:v>45244</c:v>
                </c:pt>
                <c:pt idx="714">
                  <c:v>45243</c:v>
                </c:pt>
                <c:pt idx="715">
                  <c:v>45240</c:v>
                </c:pt>
                <c:pt idx="716">
                  <c:v>45239</c:v>
                </c:pt>
                <c:pt idx="717">
                  <c:v>45238</c:v>
                </c:pt>
                <c:pt idx="718">
                  <c:v>45237</c:v>
                </c:pt>
                <c:pt idx="719">
                  <c:v>45236</c:v>
                </c:pt>
                <c:pt idx="720">
                  <c:v>45233</c:v>
                </c:pt>
                <c:pt idx="721">
                  <c:v>45232</c:v>
                </c:pt>
                <c:pt idx="722">
                  <c:v>45231</c:v>
                </c:pt>
                <c:pt idx="723">
                  <c:v>45230</c:v>
                </c:pt>
                <c:pt idx="724">
                  <c:v>45229</c:v>
                </c:pt>
                <c:pt idx="725">
                  <c:v>45226</c:v>
                </c:pt>
                <c:pt idx="726">
                  <c:v>45225</c:v>
                </c:pt>
                <c:pt idx="727">
                  <c:v>45224</c:v>
                </c:pt>
                <c:pt idx="728">
                  <c:v>45223</c:v>
                </c:pt>
                <c:pt idx="729">
                  <c:v>45222</c:v>
                </c:pt>
                <c:pt idx="730">
                  <c:v>45219</c:v>
                </c:pt>
                <c:pt idx="731">
                  <c:v>45218</c:v>
                </c:pt>
                <c:pt idx="732">
                  <c:v>45217</c:v>
                </c:pt>
                <c:pt idx="733">
                  <c:v>45216</c:v>
                </c:pt>
                <c:pt idx="734">
                  <c:v>45215</c:v>
                </c:pt>
                <c:pt idx="735">
                  <c:v>45212</c:v>
                </c:pt>
                <c:pt idx="736">
                  <c:v>45211</c:v>
                </c:pt>
                <c:pt idx="737">
                  <c:v>45210</c:v>
                </c:pt>
                <c:pt idx="738">
                  <c:v>45209</c:v>
                </c:pt>
                <c:pt idx="739">
                  <c:v>45208</c:v>
                </c:pt>
                <c:pt idx="740">
                  <c:v>45205</c:v>
                </c:pt>
                <c:pt idx="741">
                  <c:v>45204</c:v>
                </c:pt>
                <c:pt idx="742">
                  <c:v>45203</c:v>
                </c:pt>
                <c:pt idx="743">
                  <c:v>45202</c:v>
                </c:pt>
                <c:pt idx="744">
                  <c:v>45201</c:v>
                </c:pt>
                <c:pt idx="745">
                  <c:v>45198</c:v>
                </c:pt>
                <c:pt idx="746">
                  <c:v>45197</c:v>
                </c:pt>
                <c:pt idx="747">
                  <c:v>45196</c:v>
                </c:pt>
                <c:pt idx="748">
                  <c:v>45195</c:v>
                </c:pt>
                <c:pt idx="749">
                  <c:v>45194</c:v>
                </c:pt>
                <c:pt idx="750">
                  <c:v>45191</c:v>
                </c:pt>
                <c:pt idx="751">
                  <c:v>45190</c:v>
                </c:pt>
                <c:pt idx="752">
                  <c:v>45189</c:v>
                </c:pt>
                <c:pt idx="753">
                  <c:v>45188</c:v>
                </c:pt>
                <c:pt idx="754">
                  <c:v>45187</c:v>
                </c:pt>
                <c:pt idx="755">
                  <c:v>45184</c:v>
                </c:pt>
                <c:pt idx="756">
                  <c:v>45183</c:v>
                </c:pt>
                <c:pt idx="757">
                  <c:v>45182</c:v>
                </c:pt>
                <c:pt idx="758">
                  <c:v>45181</c:v>
                </c:pt>
                <c:pt idx="759">
                  <c:v>45180</c:v>
                </c:pt>
                <c:pt idx="760">
                  <c:v>45177</c:v>
                </c:pt>
                <c:pt idx="761">
                  <c:v>45176</c:v>
                </c:pt>
                <c:pt idx="762">
                  <c:v>45175</c:v>
                </c:pt>
                <c:pt idx="763">
                  <c:v>45174</c:v>
                </c:pt>
                <c:pt idx="764">
                  <c:v>45173</c:v>
                </c:pt>
                <c:pt idx="765">
                  <c:v>45170</c:v>
                </c:pt>
                <c:pt idx="766">
                  <c:v>45169</c:v>
                </c:pt>
                <c:pt idx="767">
                  <c:v>45168</c:v>
                </c:pt>
                <c:pt idx="768">
                  <c:v>45167</c:v>
                </c:pt>
                <c:pt idx="769">
                  <c:v>45166</c:v>
                </c:pt>
                <c:pt idx="770">
                  <c:v>45163</c:v>
                </c:pt>
                <c:pt idx="771">
                  <c:v>45162</c:v>
                </c:pt>
                <c:pt idx="772">
                  <c:v>45161</c:v>
                </c:pt>
                <c:pt idx="773">
                  <c:v>45160</c:v>
                </c:pt>
                <c:pt idx="774">
                  <c:v>45159</c:v>
                </c:pt>
                <c:pt idx="775">
                  <c:v>45156</c:v>
                </c:pt>
                <c:pt idx="776">
                  <c:v>45155</c:v>
                </c:pt>
                <c:pt idx="777">
                  <c:v>45154</c:v>
                </c:pt>
                <c:pt idx="778">
                  <c:v>45153</c:v>
                </c:pt>
                <c:pt idx="779">
                  <c:v>45152</c:v>
                </c:pt>
                <c:pt idx="780">
                  <c:v>45149</c:v>
                </c:pt>
                <c:pt idx="781">
                  <c:v>45148</c:v>
                </c:pt>
                <c:pt idx="782">
                  <c:v>45147</c:v>
                </c:pt>
                <c:pt idx="783">
                  <c:v>45146</c:v>
                </c:pt>
                <c:pt idx="784">
                  <c:v>45145</c:v>
                </c:pt>
                <c:pt idx="785">
                  <c:v>45142</c:v>
                </c:pt>
                <c:pt idx="786">
                  <c:v>45141</c:v>
                </c:pt>
                <c:pt idx="787">
                  <c:v>45140</c:v>
                </c:pt>
                <c:pt idx="788">
                  <c:v>45139</c:v>
                </c:pt>
                <c:pt idx="789">
                  <c:v>45138</c:v>
                </c:pt>
                <c:pt idx="790">
                  <c:v>45135</c:v>
                </c:pt>
                <c:pt idx="791">
                  <c:v>45134</c:v>
                </c:pt>
                <c:pt idx="792">
                  <c:v>45133</c:v>
                </c:pt>
                <c:pt idx="793">
                  <c:v>45132</c:v>
                </c:pt>
                <c:pt idx="794">
                  <c:v>45131</c:v>
                </c:pt>
                <c:pt idx="795">
                  <c:v>45128</c:v>
                </c:pt>
                <c:pt idx="796">
                  <c:v>45127</c:v>
                </c:pt>
                <c:pt idx="797">
                  <c:v>45126</c:v>
                </c:pt>
                <c:pt idx="798">
                  <c:v>45125</c:v>
                </c:pt>
                <c:pt idx="799">
                  <c:v>45124</c:v>
                </c:pt>
                <c:pt idx="800">
                  <c:v>45121</c:v>
                </c:pt>
                <c:pt idx="801">
                  <c:v>45120</c:v>
                </c:pt>
                <c:pt idx="802">
                  <c:v>45119</c:v>
                </c:pt>
                <c:pt idx="803">
                  <c:v>45118</c:v>
                </c:pt>
                <c:pt idx="804">
                  <c:v>45117</c:v>
                </c:pt>
                <c:pt idx="805">
                  <c:v>45114</c:v>
                </c:pt>
                <c:pt idx="806">
                  <c:v>45113</c:v>
                </c:pt>
                <c:pt idx="807">
                  <c:v>45112</c:v>
                </c:pt>
                <c:pt idx="808">
                  <c:v>45111</c:v>
                </c:pt>
                <c:pt idx="809">
                  <c:v>45110</c:v>
                </c:pt>
                <c:pt idx="810">
                  <c:v>45107</c:v>
                </c:pt>
                <c:pt idx="811">
                  <c:v>45106</c:v>
                </c:pt>
                <c:pt idx="812">
                  <c:v>45105</c:v>
                </c:pt>
                <c:pt idx="813">
                  <c:v>45104</c:v>
                </c:pt>
                <c:pt idx="814">
                  <c:v>45103</c:v>
                </c:pt>
                <c:pt idx="815">
                  <c:v>45100</c:v>
                </c:pt>
                <c:pt idx="816">
                  <c:v>45099</c:v>
                </c:pt>
                <c:pt idx="817">
                  <c:v>45098</c:v>
                </c:pt>
                <c:pt idx="818">
                  <c:v>45097</c:v>
                </c:pt>
                <c:pt idx="819">
                  <c:v>45096</c:v>
                </c:pt>
                <c:pt idx="820">
                  <c:v>45093</c:v>
                </c:pt>
                <c:pt idx="821">
                  <c:v>45092</c:v>
                </c:pt>
                <c:pt idx="822">
                  <c:v>45091</c:v>
                </c:pt>
                <c:pt idx="823">
                  <c:v>45090</c:v>
                </c:pt>
                <c:pt idx="824">
                  <c:v>45089</c:v>
                </c:pt>
                <c:pt idx="825">
                  <c:v>45086</c:v>
                </c:pt>
                <c:pt idx="826">
                  <c:v>45085</c:v>
                </c:pt>
                <c:pt idx="827">
                  <c:v>45084</c:v>
                </c:pt>
                <c:pt idx="828">
                  <c:v>45083</c:v>
                </c:pt>
                <c:pt idx="829">
                  <c:v>45082</c:v>
                </c:pt>
                <c:pt idx="830">
                  <c:v>45079</c:v>
                </c:pt>
                <c:pt idx="831">
                  <c:v>45078</c:v>
                </c:pt>
                <c:pt idx="832">
                  <c:v>45077</c:v>
                </c:pt>
                <c:pt idx="833">
                  <c:v>45076</c:v>
                </c:pt>
                <c:pt idx="834">
                  <c:v>45075</c:v>
                </c:pt>
                <c:pt idx="835">
                  <c:v>45072</c:v>
                </c:pt>
                <c:pt idx="836">
                  <c:v>45071</c:v>
                </c:pt>
                <c:pt idx="837">
                  <c:v>45070</c:v>
                </c:pt>
                <c:pt idx="838">
                  <c:v>45069</c:v>
                </c:pt>
                <c:pt idx="839">
                  <c:v>45068</c:v>
                </c:pt>
                <c:pt idx="840">
                  <c:v>45065</c:v>
                </c:pt>
                <c:pt idx="841">
                  <c:v>45064</c:v>
                </c:pt>
                <c:pt idx="842">
                  <c:v>45063</c:v>
                </c:pt>
                <c:pt idx="843">
                  <c:v>45062</c:v>
                </c:pt>
                <c:pt idx="844">
                  <c:v>45061</c:v>
                </c:pt>
                <c:pt idx="845">
                  <c:v>45058</c:v>
                </c:pt>
                <c:pt idx="846">
                  <c:v>45057</c:v>
                </c:pt>
                <c:pt idx="847">
                  <c:v>45056</c:v>
                </c:pt>
                <c:pt idx="848">
                  <c:v>45055</c:v>
                </c:pt>
                <c:pt idx="849">
                  <c:v>45054</c:v>
                </c:pt>
                <c:pt idx="850">
                  <c:v>45051</c:v>
                </c:pt>
                <c:pt idx="851">
                  <c:v>45050</c:v>
                </c:pt>
                <c:pt idx="852">
                  <c:v>45049</c:v>
                </c:pt>
                <c:pt idx="853">
                  <c:v>45048</c:v>
                </c:pt>
                <c:pt idx="854">
                  <c:v>45044</c:v>
                </c:pt>
                <c:pt idx="855">
                  <c:v>45043</c:v>
                </c:pt>
                <c:pt idx="856">
                  <c:v>45042</c:v>
                </c:pt>
                <c:pt idx="857">
                  <c:v>45041</c:v>
                </c:pt>
                <c:pt idx="858">
                  <c:v>45040</c:v>
                </c:pt>
                <c:pt idx="859">
                  <c:v>45037</c:v>
                </c:pt>
                <c:pt idx="860">
                  <c:v>45036</c:v>
                </c:pt>
                <c:pt idx="861">
                  <c:v>45035</c:v>
                </c:pt>
                <c:pt idx="862">
                  <c:v>45034</c:v>
                </c:pt>
                <c:pt idx="863">
                  <c:v>45033</c:v>
                </c:pt>
                <c:pt idx="864">
                  <c:v>45030</c:v>
                </c:pt>
                <c:pt idx="865">
                  <c:v>45029</c:v>
                </c:pt>
                <c:pt idx="866">
                  <c:v>45028</c:v>
                </c:pt>
                <c:pt idx="867">
                  <c:v>45027</c:v>
                </c:pt>
                <c:pt idx="868">
                  <c:v>45022</c:v>
                </c:pt>
                <c:pt idx="869">
                  <c:v>45021</c:v>
                </c:pt>
                <c:pt idx="870">
                  <c:v>45020</c:v>
                </c:pt>
                <c:pt idx="871">
                  <c:v>45019</c:v>
                </c:pt>
                <c:pt idx="872">
                  <c:v>45016</c:v>
                </c:pt>
                <c:pt idx="873">
                  <c:v>45015</c:v>
                </c:pt>
                <c:pt idx="874">
                  <c:v>45014</c:v>
                </c:pt>
                <c:pt idx="875">
                  <c:v>45013</c:v>
                </c:pt>
                <c:pt idx="876">
                  <c:v>45012</c:v>
                </c:pt>
                <c:pt idx="877">
                  <c:v>45009</c:v>
                </c:pt>
                <c:pt idx="878">
                  <c:v>45008</c:v>
                </c:pt>
                <c:pt idx="879">
                  <c:v>45007</c:v>
                </c:pt>
                <c:pt idx="880">
                  <c:v>45006</c:v>
                </c:pt>
                <c:pt idx="881">
                  <c:v>45005</c:v>
                </c:pt>
                <c:pt idx="882">
                  <c:v>45002</c:v>
                </c:pt>
                <c:pt idx="883">
                  <c:v>45001</c:v>
                </c:pt>
                <c:pt idx="884">
                  <c:v>45000</c:v>
                </c:pt>
                <c:pt idx="885">
                  <c:v>44999</c:v>
                </c:pt>
                <c:pt idx="886">
                  <c:v>44998</c:v>
                </c:pt>
                <c:pt idx="887">
                  <c:v>44995</c:v>
                </c:pt>
                <c:pt idx="888">
                  <c:v>44994</c:v>
                </c:pt>
                <c:pt idx="889">
                  <c:v>44993</c:v>
                </c:pt>
                <c:pt idx="890">
                  <c:v>44992</c:v>
                </c:pt>
                <c:pt idx="891">
                  <c:v>44991</c:v>
                </c:pt>
                <c:pt idx="892">
                  <c:v>44988</c:v>
                </c:pt>
                <c:pt idx="893">
                  <c:v>44987</c:v>
                </c:pt>
                <c:pt idx="894">
                  <c:v>44986</c:v>
                </c:pt>
                <c:pt idx="895">
                  <c:v>44985</c:v>
                </c:pt>
                <c:pt idx="896">
                  <c:v>44984</c:v>
                </c:pt>
                <c:pt idx="897">
                  <c:v>44981</c:v>
                </c:pt>
                <c:pt idx="898">
                  <c:v>44980</c:v>
                </c:pt>
                <c:pt idx="899">
                  <c:v>44979</c:v>
                </c:pt>
                <c:pt idx="900">
                  <c:v>44978</c:v>
                </c:pt>
                <c:pt idx="901">
                  <c:v>44977</c:v>
                </c:pt>
                <c:pt idx="902">
                  <c:v>44974</c:v>
                </c:pt>
                <c:pt idx="903">
                  <c:v>44973</c:v>
                </c:pt>
                <c:pt idx="904">
                  <c:v>44972</c:v>
                </c:pt>
                <c:pt idx="905">
                  <c:v>44971</c:v>
                </c:pt>
                <c:pt idx="906">
                  <c:v>44970</c:v>
                </c:pt>
                <c:pt idx="907">
                  <c:v>44967</c:v>
                </c:pt>
                <c:pt idx="908">
                  <c:v>44966</c:v>
                </c:pt>
                <c:pt idx="909">
                  <c:v>44965</c:v>
                </c:pt>
                <c:pt idx="910">
                  <c:v>44964</c:v>
                </c:pt>
                <c:pt idx="911">
                  <c:v>44963</c:v>
                </c:pt>
                <c:pt idx="912">
                  <c:v>44960</c:v>
                </c:pt>
                <c:pt idx="913">
                  <c:v>44959</c:v>
                </c:pt>
                <c:pt idx="914">
                  <c:v>44958</c:v>
                </c:pt>
                <c:pt idx="915">
                  <c:v>44957</c:v>
                </c:pt>
                <c:pt idx="916">
                  <c:v>44956</c:v>
                </c:pt>
                <c:pt idx="917">
                  <c:v>44953</c:v>
                </c:pt>
                <c:pt idx="918">
                  <c:v>44952</c:v>
                </c:pt>
                <c:pt idx="919">
                  <c:v>44951</c:v>
                </c:pt>
                <c:pt idx="920">
                  <c:v>44950</c:v>
                </c:pt>
                <c:pt idx="921">
                  <c:v>44949</c:v>
                </c:pt>
                <c:pt idx="922">
                  <c:v>44946</c:v>
                </c:pt>
                <c:pt idx="923">
                  <c:v>44945</c:v>
                </c:pt>
                <c:pt idx="924">
                  <c:v>44944</c:v>
                </c:pt>
                <c:pt idx="925">
                  <c:v>44943</c:v>
                </c:pt>
                <c:pt idx="926">
                  <c:v>44942</c:v>
                </c:pt>
                <c:pt idx="927">
                  <c:v>44939</c:v>
                </c:pt>
                <c:pt idx="928">
                  <c:v>44938</c:v>
                </c:pt>
                <c:pt idx="929">
                  <c:v>44937</c:v>
                </c:pt>
                <c:pt idx="930">
                  <c:v>44936</c:v>
                </c:pt>
                <c:pt idx="931">
                  <c:v>44935</c:v>
                </c:pt>
                <c:pt idx="932">
                  <c:v>44932</c:v>
                </c:pt>
                <c:pt idx="933">
                  <c:v>44931</c:v>
                </c:pt>
                <c:pt idx="934">
                  <c:v>44930</c:v>
                </c:pt>
                <c:pt idx="935">
                  <c:v>44929</c:v>
                </c:pt>
                <c:pt idx="936">
                  <c:v>44928</c:v>
                </c:pt>
                <c:pt idx="937">
                  <c:v>44925</c:v>
                </c:pt>
                <c:pt idx="938">
                  <c:v>44924</c:v>
                </c:pt>
                <c:pt idx="939">
                  <c:v>44923</c:v>
                </c:pt>
                <c:pt idx="940">
                  <c:v>44922</c:v>
                </c:pt>
                <c:pt idx="941">
                  <c:v>44918</c:v>
                </c:pt>
                <c:pt idx="942">
                  <c:v>44917</c:v>
                </c:pt>
                <c:pt idx="943">
                  <c:v>44916</c:v>
                </c:pt>
                <c:pt idx="944">
                  <c:v>44915</c:v>
                </c:pt>
                <c:pt idx="945">
                  <c:v>44914</c:v>
                </c:pt>
                <c:pt idx="946">
                  <c:v>44911</c:v>
                </c:pt>
                <c:pt idx="947">
                  <c:v>44910</c:v>
                </c:pt>
                <c:pt idx="948">
                  <c:v>44909</c:v>
                </c:pt>
                <c:pt idx="949">
                  <c:v>44908</c:v>
                </c:pt>
                <c:pt idx="950">
                  <c:v>44907</c:v>
                </c:pt>
                <c:pt idx="951">
                  <c:v>44904</c:v>
                </c:pt>
                <c:pt idx="952">
                  <c:v>44903</c:v>
                </c:pt>
                <c:pt idx="953">
                  <c:v>44902</c:v>
                </c:pt>
                <c:pt idx="954">
                  <c:v>44901</c:v>
                </c:pt>
                <c:pt idx="955">
                  <c:v>44900</c:v>
                </c:pt>
                <c:pt idx="956">
                  <c:v>44897</c:v>
                </c:pt>
                <c:pt idx="957">
                  <c:v>44896</c:v>
                </c:pt>
                <c:pt idx="958">
                  <c:v>44895</c:v>
                </c:pt>
                <c:pt idx="959">
                  <c:v>44894</c:v>
                </c:pt>
                <c:pt idx="960">
                  <c:v>44893</c:v>
                </c:pt>
                <c:pt idx="961">
                  <c:v>44890</c:v>
                </c:pt>
                <c:pt idx="962">
                  <c:v>44889</c:v>
                </c:pt>
                <c:pt idx="963">
                  <c:v>44888</c:v>
                </c:pt>
                <c:pt idx="964">
                  <c:v>44887</c:v>
                </c:pt>
                <c:pt idx="965">
                  <c:v>44886</c:v>
                </c:pt>
                <c:pt idx="966">
                  <c:v>44883</c:v>
                </c:pt>
                <c:pt idx="967">
                  <c:v>44882</c:v>
                </c:pt>
                <c:pt idx="968">
                  <c:v>44881</c:v>
                </c:pt>
                <c:pt idx="969">
                  <c:v>44880</c:v>
                </c:pt>
                <c:pt idx="970">
                  <c:v>44879</c:v>
                </c:pt>
                <c:pt idx="971">
                  <c:v>44876</c:v>
                </c:pt>
                <c:pt idx="972">
                  <c:v>44875</c:v>
                </c:pt>
                <c:pt idx="973">
                  <c:v>44874</c:v>
                </c:pt>
                <c:pt idx="974">
                  <c:v>44873</c:v>
                </c:pt>
                <c:pt idx="975">
                  <c:v>44872</c:v>
                </c:pt>
                <c:pt idx="976">
                  <c:v>44869</c:v>
                </c:pt>
                <c:pt idx="977">
                  <c:v>44868</c:v>
                </c:pt>
                <c:pt idx="978">
                  <c:v>44867</c:v>
                </c:pt>
                <c:pt idx="979">
                  <c:v>44866</c:v>
                </c:pt>
                <c:pt idx="980">
                  <c:v>44865</c:v>
                </c:pt>
                <c:pt idx="981">
                  <c:v>44862</c:v>
                </c:pt>
                <c:pt idx="982">
                  <c:v>44861</c:v>
                </c:pt>
                <c:pt idx="983">
                  <c:v>44860</c:v>
                </c:pt>
                <c:pt idx="984">
                  <c:v>44859</c:v>
                </c:pt>
                <c:pt idx="985">
                  <c:v>44858</c:v>
                </c:pt>
                <c:pt idx="986">
                  <c:v>44855</c:v>
                </c:pt>
                <c:pt idx="987">
                  <c:v>44854</c:v>
                </c:pt>
                <c:pt idx="988">
                  <c:v>44853</c:v>
                </c:pt>
                <c:pt idx="989">
                  <c:v>44852</c:v>
                </c:pt>
                <c:pt idx="990">
                  <c:v>44851</c:v>
                </c:pt>
                <c:pt idx="991">
                  <c:v>44848</c:v>
                </c:pt>
                <c:pt idx="992">
                  <c:v>44847</c:v>
                </c:pt>
                <c:pt idx="993">
                  <c:v>44846</c:v>
                </c:pt>
                <c:pt idx="994">
                  <c:v>44845</c:v>
                </c:pt>
                <c:pt idx="995">
                  <c:v>44844</c:v>
                </c:pt>
                <c:pt idx="996">
                  <c:v>44841</c:v>
                </c:pt>
                <c:pt idx="997">
                  <c:v>44840</c:v>
                </c:pt>
                <c:pt idx="998">
                  <c:v>44839</c:v>
                </c:pt>
                <c:pt idx="999">
                  <c:v>44838</c:v>
                </c:pt>
                <c:pt idx="1000">
                  <c:v>44837</c:v>
                </c:pt>
                <c:pt idx="1001">
                  <c:v>44834</c:v>
                </c:pt>
                <c:pt idx="1002">
                  <c:v>44833</c:v>
                </c:pt>
                <c:pt idx="1003">
                  <c:v>44832</c:v>
                </c:pt>
                <c:pt idx="1004">
                  <c:v>44831</c:v>
                </c:pt>
                <c:pt idx="1005">
                  <c:v>44830</c:v>
                </c:pt>
                <c:pt idx="1006">
                  <c:v>44827</c:v>
                </c:pt>
                <c:pt idx="1007">
                  <c:v>44826</c:v>
                </c:pt>
                <c:pt idx="1008">
                  <c:v>44825</c:v>
                </c:pt>
                <c:pt idx="1009">
                  <c:v>44824</c:v>
                </c:pt>
                <c:pt idx="1010">
                  <c:v>44823</c:v>
                </c:pt>
                <c:pt idx="1011">
                  <c:v>44820</c:v>
                </c:pt>
                <c:pt idx="1012">
                  <c:v>44819</c:v>
                </c:pt>
                <c:pt idx="1013">
                  <c:v>44818</c:v>
                </c:pt>
                <c:pt idx="1014">
                  <c:v>44817</c:v>
                </c:pt>
                <c:pt idx="1015">
                  <c:v>44816</c:v>
                </c:pt>
                <c:pt idx="1016">
                  <c:v>44813</c:v>
                </c:pt>
                <c:pt idx="1017">
                  <c:v>44812</c:v>
                </c:pt>
                <c:pt idx="1018">
                  <c:v>44811</c:v>
                </c:pt>
                <c:pt idx="1019">
                  <c:v>44810</c:v>
                </c:pt>
                <c:pt idx="1020">
                  <c:v>44806</c:v>
                </c:pt>
                <c:pt idx="1021">
                  <c:v>44805</c:v>
                </c:pt>
                <c:pt idx="1022">
                  <c:v>44804</c:v>
                </c:pt>
                <c:pt idx="1023">
                  <c:v>44803</c:v>
                </c:pt>
                <c:pt idx="1024">
                  <c:v>44802</c:v>
                </c:pt>
                <c:pt idx="1025">
                  <c:v>44799</c:v>
                </c:pt>
                <c:pt idx="1026">
                  <c:v>44798</c:v>
                </c:pt>
                <c:pt idx="1027">
                  <c:v>44797</c:v>
                </c:pt>
                <c:pt idx="1028">
                  <c:v>44796</c:v>
                </c:pt>
                <c:pt idx="1029">
                  <c:v>44795</c:v>
                </c:pt>
                <c:pt idx="1030">
                  <c:v>44792</c:v>
                </c:pt>
                <c:pt idx="1031">
                  <c:v>44791</c:v>
                </c:pt>
                <c:pt idx="1032">
                  <c:v>44790</c:v>
                </c:pt>
                <c:pt idx="1033">
                  <c:v>44789</c:v>
                </c:pt>
                <c:pt idx="1034">
                  <c:v>44788</c:v>
                </c:pt>
                <c:pt idx="1035">
                  <c:v>44785</c:v>
                </c:pt>
                <c:pt idx="1036">
                  <c:v>44784</c:v>
                </c:pt>
                <c:pt idx="1037">
                  <c:v>44783</c:v>
                </c:pt>
                <c:pt idx="1038">
                  <c:v>44782</c:v>
                </c:pt>
                <c:pt idx="1039">
                  <c:v>44781</c:v>
                </c:pt>
                <c:pt idx="1040">
                  <c:v>44778</c:v>
                </c:pt>
                <c:pt idx="1041">
                  <c:v>44777</c:v>
                </c:pt>
                <c:pt idx="1042">
                  <c:v>44776</c:v>
                </c:pt>
                <c:pt idx="1043">
                  <c:v>44775</c:v>
                </c:pt>
                <c:pt idx="1044">
                  <c:v>44774</c:v>
                </c:pt>
                <c:pt idx="1045">
                  <c:v>44771</c:v>
                </c:pt>
                <c:pt idx="1046">
                  <c:v>44770</c:v>
                </c:pt>
                <c:pt idx="1047">
                  <c:v>44769</c:v>
                </c:pt>
                <c:pt idx="1048">
                  <c:v>44768</c:v>
                </c:pt>
                <c:pt idx="1049">
                  <c:v>44767</c:v>
                </c:pt>
                <c:pt idx="1050">
                  <c:v>44764</c:v>
                </c:pt>
                <c:pt idx="1051">
                  <c:v>44763</c:v>
                </c:pt>
                <c:pt idx="1052">
                  <c:v>44762</c:v>
                </c:pt>
                <c:pt idx="1053">
                  <c:v>44761</c:v>
                </c:pt>
                <c:pt idx="1054">
                  <c:v>44760</c:v>
                </c:pt>
                <c:pt idx="1055">
                  <c:v>44757</c:v>
                </c:pt>
                <c:pt idx="1056">
                  <c:v>44756</c:v>
                </c:pt>
                <c:pt idx="1057">
                  <c:v>44755</c:v>
                </c:pt>
                <c:pt idx="1058">
                  <c:v>44754</c:v>
                </c:pt>
                <c:pt idx="1059">
                  <c:v>44753</c:v>
                </c:pt>
                <c:pt idx="1060">
                  <c:v>44750</c:v>
                </c:pt>
                <c:pt idx="1061">
                  <c:v>44749</c:v>
                </c:pt>
                <c:pt idx="1062">
                  <c:v>44748</c:v>
                </c:pt>
                <c:pt idx="1063">
                  <c:v>44747</c:v>
                </c:pt>
                <c:pt idx="1064">
                  <c:v>44743</c:v>
                </c:pt>
                <c:pt idx="1065">
                  <c:v>44742</c:v>
                </c:pt>
                <c:pt idx="1066">
                  <c:v>44741</c:v>
                </c:pt>
                <c:pt idx="1067">
                  <c:v>44740</c:v>
                </c:pt>
                <c:pt idx="1068">
                  <c:v>44739</c:v>
                </c:pt>
                <c:pt idx="1069">
                  <c:v>44736</c:v>
                </c:pt>
                <c:pt idx="1070">
                  <c:v>44735</c:v>
                </c:pt>
                <c:pt idx="1071">
                  <c:v>44734</c:v>
                </c:pt>
                <c:pt idx="1072">
                  <c:v>44733</c:v>
                </c:pt>
                <c:pt idx="1073">
                  <c:v>44729</c:v>
                </c:pt>
                <c:pt idx="1074">
                  <c:v>44728</c:v>
                </c:pt>
                <c:pt idx="1075">
                  <c:v>44727</c:v>
                </c:pt>
                <c:pt idx="1076">
                  <c:v>44726</c:v>
                </c:pt>
                <c:pt idx="1077">
                  <c:v>44725</c:v>
                </c:pt>
                <c:pt idx="1078">
                  <c:v>44722</c:v>
                </c:pt>
                <c:pt idx="1079">
                  <c:v>44721</c:v>
                </c:pt>
                <c:pt idx="1080">
                  <c:v>44720</c:v>
                </c:pt>
                <c:pt idx="1081">
                  <c:v>44719</c:v>
                </c:pt>
                <c:pt idx="1082">
                  <c:v>44718</c:v>
                </c:pt>
                <c:pt idx="1083">
                  <c:v>44715</c:v>
                </c:pt>
                <c:pt idx="1084">
                  <c:v>44714</c:v>
                </c:pt>
                <c:pt idx="1085">
                  <c:v>44713</c:v>
                </c:pt>
                <c:pt idx="1086">
                  <c:v>44712</c:v>
                </c:pt>
                <c:pt idx="1087">
                  <c:v>44708</c:v>
                </c:pt>
                <c:pt idx="1088">
                  <c:v>44707</c:v>
                </c:pt>
                <c:pt idx="1089">
                  <c:v>44706</c:v>
                </c:pt>
                <c:pt idx="1090">
                  <c:v>44705</c:v>
                </c:pt>
                <c:pt idx="1091">
                  <c:v>44704</c:v>
                </c:pt>
                <c:pt idx="1092">
                  <c:v>44701</c:v>
                </c:pt>
                <c:pt idx="1093">
                  <c:v>44700</c:v>
                </c:pt>
                <c:pt idx="1094">
                  <c:v>44699</c:v>
                </c:pt>
                <c:pt idx="1095">
                  <c:v>44698</c:v>
                </c:pt>
                <c:pt idx="1096">
                  <c:v>44697</c:v>
                </c:pt>
                <c:pt idx="1097">
                  <c:v>44694</c:v>
                </c:pt>
                <c:pt idx="1098">
                  <c:v>44693</c:v>
                </c:pt>
                <c:pt idx="1099">
                  <c:v>44692</c:v>
                </c:pt>
                <c:pt idx="1100">
                  <c:v>44691</c:v>
                </c:pt>
                <c:pt idx="1101">
                  <c:v>44690</c:v>
                </c:pt>
                <c:pt idx="1102">
                  <c:v>44687</c:v>
                </c:pt>
                <c:pt idx="1103">
                  <c:v>44686</c:v>
                </c:pt>
                <c:pt idx="1104">
                  <c:v>44685</c:v>
                </c:pt>
                <c:pt idx="1105">
                  <c:v>44684</c:v>
                </c:pt>
                <c:pt idx="1106">
                  <c:v>44683</c:v>
                </c:pt>
                <c:pt idx="1107">
                  <c:v>44680</c:v>
                </c:pt>
                <c:pt idx="1108">
                  <c:v>44679</c:v>
                </c:pt>
                <c:pt idx="1109">
                  <c:v>44678</c:v>
                </c:pt>
                <c:pt idx="1110">
                  <c:v>44677</c:v>
                </c:pt>
                <c:pt idx="1111">
                  <c:v>44676</c:v>
                </c:pt>
                <c:pt idx="1112">
                  <c:v>44673</c:v>
                </c:pt>
                <c:pt idx="1113">
                  <c:v>44672</c:v>
                </c:pt>
                <c:pt idx="1114">
                  <c:v>44671</c:v>
                </c:pt>
                <c:pt idx="1115">
                  <c:v>44670</c:v>
                </c:pt>
                <c:pt idx="1116">
                  <c:v>44669</c:v>
                </c:pt>
                <c:pt idx="1117">
                  <c:v>44665</c:v>
                </c:pt>
                <c:pt idx="1118">
                  <c:v>44664</c:v>
                </c:pt>
                <c:pt idx="1119">
                  <c:v>44663</c:v>
                </c:pt>
                <c:pt idx="1120">
                  <c:v>44662</c:v>
                </c:pt>
                <c:pt idx="1121">
                  <c:v>44659</c:v>
                </c:pt>
                <c:pt idx="1122">
                  <c:v>44658</c:v>
                </c:pt>
                <c:pt idx="1123">
                  <c:v>44657</c:v>
                </c:pt>
                <c:pt idx="1124">
                  <c:v>44656</c:v>
                </c:pt>
                <c:pt idx="1125">
                  <c:v>44655</c:v>
                </c:pt>
                <c:pt idx="1126">
                  <c:v>44652</c:v>
                </c:pt>
                <c:pt idx="1127">
                  <c:v>44651</c:v>
                </c:pt>
                <c:pt idx="1128">
                  <c:v>44650</c:v>
                </c:pt>
                <c:pt idx="1129">
                  <c:v>44649</c:v>
                </c:pt>
                <c:pt idx="1130">
                  <c:v>44648</c:v>
                </c:pt>
                <c:pt idx="1131">
                  <c:v>44645</c:v>
                </c:pt>
                <c:pt idx="1132">
                  <c:v>44644</c:v>
                </c:pt>
                <c:pt idx="1133">
                  <c:v>44643</c:v>
                </c:pt>
                <c:pt idx="1134">
                  <c:v>44642</c:v>
                </c:pt>
                <c:pt idx="1135">
                  <c:v>44641</c:v>
                </c:pt>
                <c:pt idx="1136">
                  <c:v>44638</c:v>
                </c:pt>
                <c:pt idx="1137">
                  <c:v>44637</c:v>
                </c:pt>
                <c:pt idx="1138">
                  <c:v>44636</c:v>
                </c:pt>
                <c:pt idx="1139">
                  <c:v>44635</c:v>
                </c:pt>
                <c:pt idx="1140">
                  <c:v>44634</c:v>
                </c:pt>
                <c:pt idx="1141">
                  <c:v>44631</c:v>
                </c:pt>
                <c:pt idx="1142">
                  <c:v>44630</c:v>
                </c:pt>
                <c:pt idx="1143">
                  <c:v>44629</c:v>
                </c:pt>
                <c:pt idx="1144">
                  <c:v>44628</c:v>
                </c:pt>
                <c:pt idx="1145">
                  <c:v>44627</c:v>
                </c:pt>
                <c:pt idx="1146">
                  <c:v>44624</c:v>
                </c:pt>
                <c:pt idx="1147">
                  <c:v>44623</c:v>
                </c:pt>
                <c:pt idx="1148">
                  <c:v>44622</c:v>
                </c:pt>
                <c:pt idx="1149">
                  <c:v>44621</c:v>
                </c:pt>
                <c:pt idx="1150">
                  <c:v>44620</c:v>
                </c:pt>
                <c:pt idx="1151">
                  <c:v>44617</c:v>
                </c:pt>
                <c:pt idx="1152">
                  <c:v>44616</c:v>
                </c:pt>
                <c:pt idx="1153">
                  <c:v>44615</c:v>
                </c:pt>
                <c:pt idx="1154">
                  <c:v>44614</c:v>
                </c:pt>
                <c:pt idx="1155">
                  <c:v>44610</c:v>
                </c:pt>
                <c:pt idx="1156">
                  <c:v>44609</c:v>
                </c:pt>
                <c:pt idx="1157">
                  <c:v>44608</c:v>
                </c:pt>
                <c:pt idx="1158">
                  <c:v>44607</c:v>
                </c:pt>
                <c:pt idx="1159">
                  <c:v>44606</c:v>
                </c:pt>
                <c:pt idx="1160">
                  <c:v>44603</c:v>
                </c:pt>
                <c:pt idx="1161">
                  <c:v>44602</c:v>
                </c:pt>
                <c:pt idx="1162">
                  <c:v>44601</c:v>
                </c:pt>
                <c:pt idx="1163">
                  <c:v>44600</c:v>
                </c:pt>
                <c:pt idx="1164">
                  <c:v>44599</c:v>
                </c:pt>
                <c:pt idx="1165">
                  <c:v>44596</c:v>
                </c:pt>
                <c:pt idx="1166">
                  <c:v>44595</c:v>
                </c:pt>
                <c:pt idx="1167">
                  <c:v>44594</c:v>
                </c:pt>
                <c:pt idx="1168">
                  <c:v>44593</c:v>
                </c:pt>
                <c:pt idx="1169">
                  <c:v>44592</c:v>
                </c:pt>
                <c:pt idx="1170">
                  <c:v>44589</c:v>
                </c:pt>
                <c:pt idx="1171">
                  <c:v>44588</c:v>
                </c:pt>
                <c:pt idx="1172">
                  <c:v>44587</c:v>
                </c:pt>
                <c:pt idx="1173">
                  <c:v>44586</c:v>
                </c:pt>
                <c:pt idx="1174">
                  <c:v>44585</c:v>
                </c:pt>
                <c:pt idx="1175">
                  <c:v>44582</c:v>
                </c:pt>
                <c:pt idx="1176">
                  <c:v>44581</c:v>
                </c:pt>
                <c:pt idx="1177">
                  <c:v>44580</c:v>
                </c:pt>
                <c:pt idx="1178">
                  <c:v>44579</c:v>
                </c:pt>
                <c:pt idx="1179">
                  <c:v>44575</c:v>
                </c:pt>
                <c:pt idx="1180">
                  <c:v>44574</c:v>
                </c:pt>
                <c:pt idx="1181">
                  <c:v>44573</c:v>
                </c:pt>
                <c:pt idx="1182">
                  <c:v>44572</c:v>
                </c:pt>
                <c:pt idx="1183">
                  <c:v>44571</c:v>
                </c:pt>
                <c:pt idx="1184">
                  <c:v>44568</c:v>
                </c:pt>
                <c:pt idx="1185">
                  <c:v>44567</c:v>
                </c:pt>
                <c:pt idx="1186">
                  <c:v>44566</c:v>
                </c:pt>
                <c:pt idx="1187">
                  <c:v>44565</c:v>
                </c:pt>
                <c:pt idx="1188">
                  <c:v>44564</c:v>
                </c:pt>
                <c:pt idx="1189">
                  <c:v>44561</c:v>
                </c:pt>
                <c:pt idx="1190">
                  <c:v>44560</c:v>
                </c:pt>
                <c:pt idx="1191">
                  <c:v>44559</c:v>
                </c:pt>
                <c:pt idx="1192">
                  <c:v>44558</c:v>
                </c:pt>
                <c:pt idx="1193">
                  <c:v>44557</c:v>
                </c:pt>
                <c:pt idx="1194">
                  <c:v>44553</c:v>
                </c:pt>
                <c:pt idx="1195">
                  <c:v>44552</c:v>
                </c:pt>
                <c:pt idx="1196">
                  <c:v>44551</c:v>
                </c:pt>
                <c:pt idx="1197">
                  <c:v>44550</c:v>
                </c:pt>
                <c:pt idx="1198">
                  <c:v>44547</c:v>
                </c:pt>
                <c:pt idx="1199">
                  <c:v>44546</c:v>
                </c:pt>
                <c:pt idx="1200">
                  <c:v>44545</c:v>
                </c:pt>
                <c:pt idx="1201">
                  <c:v>44544</c:v>
                </c:pt>
                <c:pt idx="1202">
                  <c:v>44543</c:v>
                </c:pt>
                <c:pt idx="1203">
                  <c:v>44540</c:v>
                </c:pt>
                <c:pt idx="1204">
                  <c:v>44539</c:v>
                </c:pt>
                <c:pt idx="1205">
                  <c:v>44538</c:v>
                </c:pt>
                <c:pt idx="1206">
                  <c:v>44537</c:v>
                </c:pt>
                <c:pt idx="1207">
                  <c:v>44536</c:v>
                </c:pt>
                <c:pt idx="1208">
                  <c:v>44533</c:v>
                </c:pt>
                <c:pt idx="1209">
                  <c:v>44532</c:v>
                </c:pt>
                <c:pt idx="1210">
                  <c:v>44531</c:v>
                </c:pt>
                <c:pt idx="1211">
                  <c:v>44530</c:v>
                </c:pt>
                <c:pt idx="1212">
                  <c:v>44529</c:v>
                </c:pt>
                <c:pt idx="1213">
                  <c:v>44526</c:v>
                </c:pt>
                <c:pt idx="1214">
                  <c:v>44524</c:v>
                </c:pt>
                <c:pt idx="1215">
                  <c:v>44523</c:v>
                </c:pt>
                <c:pt idx="1216">
                  <c:v>44522</c:v>
                </c:pt>
                <c:pt idx="1217">
                  <c:v>44519</c:v>
                </c:pt>
                <c:pt idx="1218">
                  <c:v>44518</c:v>
                </c:pt>
                <c:pt idx="1219">
                  <c:v>44517</c:v>
                </c:pt>
                <c:pt idx="1220">
                  <c:v>44516</c:v>
                </c:pt>
                <c:pt idx="1221">
                  <c:v>44515</c:v>
                </c:pt>
                <c:pt idx="1222">
                  <c:v>44512</c:v>
                </c:pt>
                <c:pt idx="1223">
                  <c:v>44511</c:v>
                </c:pt>
                <c:pt idx="1224">
                  <c:v>44510</c:v>
                </c:pt>
                <c:pt idx="1225">
                  <c:v>44509</c:v>
                </c:pt>
                <c:pt idx="1226">
                  <c:v>44508</c:v>
                </c:pt>
                <c:pt idx="1227">
                  <c:v>44505</c:v>
                </c:pt>
                <c:pt idx="1228">
                  <c:v>44504</c:v>
                </c:pt>
                <c:pt idx="1229">
                  <c:v>44503</c:v>
                </c:pt>
                <c:pt idx="1230">
                  <c:v>44502</c:v>
                </c:pt>
                <c:pt idx="1231">
                  <c:v>44501</c:v>
                </c:pt>
                <c:pt idx="1232">
                  <c:v>44498</c:v>
                </c:pt>
                <c:pt idx="1233">
                  <c:v>44497</c:v>
                </c:pt>
                <c:pt idx="1234">
                  <c:v>44496</c:v>
                </c:pt>
                <c:pt idx="1235">
                  <c:v>44495</c:v>
                </c:pt>
                <c:pt idx="1236">
                  <c:v>44494</c:v>
                </c:pt>
                <c:pt idx="1237">
                  <c:v>44491</c:v>
                </c:pt>
                <c:pt idx="1238">
                  <c:v>44490</c:v>
                </c:pt>
                <c:pt idx="1239">
                  <c:v>44489</c:v>
                </c:pt>
                <c:pt idx="1240">
                  <c:v>44488</c:v>
                </c:pt>
                <c:pt idx="1241">
                  <c:v>44487</c:v>
                </c:pt>
                <c:pt idx="1242">
                  <c:v>44484</c:v>
                </c:pt>
                <c:pt idx="1243">
                  <c:v>44483</c:v>
                </c:pt>
                <c:pt idx="1244">
                  <c:v>44482</c:v>
                </c:pt>
                <c:pt idx="1245">
                  <c:v>44481</c:v>
                </c:pt>
                <c:pt idx="1246">
                  <c:v>44480</c:v>
                </c:pt>
                <c:pt idx="1247">
                  <c:v>44477</c:v>
                </c:pt>
                <c:pt idx="1248">
                  <c:v>44476</c:v>
                </c:pt>
                <c:pt idx="1249">
                  <c:v>44475</c:v>
                </c:pt>
                <c:pt idx="1250">
                  <c:v>44474</c:v>
                </c:pt>
                <c:pt idx="1251">
                  <c:v>44473</c:v>
                </c:pt>
                <c:pt idx="1252">
                  <c:v>44470</c:v>
                </c:pt>
                <c:pt idx="1253">
                  <c:v>44469</c:v>
                </c:pt>
                <c:pt idx="1254">
                  <c:v>44468</c:v>
                </c:pt>
                <c:pt idx="1255">
                  <c:v>44467</c:v>
                </c:pt>
                <c:pt idx="1256">
                  <c:v>44466</c:v>
                </c:pt>
                <c:pt idx="1257">
                  <c:v>44463</c:v>
                </c:pt>
                <c:pt idx="1258">
                  <c:v>44462</c:v>
                </c:pt>
                <c:pt idx="1259">
                  <c:v>44461</c:v>
                </c:pt>
                <c:pt idx="1260">
                  <c:v>44460</c:v>
                </c:pt>
                <c:pt idx="1261">
                  <c:v>44459</c:v>
                </c:pt>
                <c:pt idx="1262">
                  <c:v>44456</c:v>
                </c:pt>
                <c:pt idx="1263">
                  <c:v>44455</c:v>
                </c:pt>
                <c:pt idx="1264">
                  <c:v>44454</c:v>
                </c:pt>
                <c:pt idx="1265">
                  <c:v>44453</c:v>
                </c:pt>
                <c:pt idx="1266">
                  <c:v>44452</c:v>
                </c:pt>
                <c:pt idx="1267">
                  <c:v>44449</c:v>
                </c:pt>
                <c:pt idx="1268">
                  <c:v>44448</c:v>
                </c:pt>
                <c:pt idx="1269">
                  <c:v>44447</c:v>
                </c:pt>
                <c:pt idx="1270">
                  <c:v>44446</c:v>
                </c:pt>
                <c:pt idx="1271">
                  <c:v>44442</c:v>
                </c:pt>
                <c:pt idx="1272">
                  <c:v>44441</c:v>
                </c:pt>
                <c:pt idx="1273">
                  <c:v>44440</c:v>
                </c:pt>
                <c:pt idx="1274">
                  <c:v>44439</c:v>
                </c:pt>
                <c:pt idx="1275">
                  <c:v>44438</c:v>
                </c:pt>
                <c:pt idx="1276">
                  <c:v>44435</c:v>
                </c:pt>
                <c:pt idx="1277">
                  <c:v>44434</c:v>
                </c:pt>
                <c:pt idx="1278">
                  <c:v>44433</c:v>
                </c:pt>
                <c:pt idx="1279">
                  <c:v>44432</c:v>
                </c:pt>
                <c:pt idx="1280">
                  <c:v>44431</c:v>
                </c:pt>
                <c:pt idx="1281">
                  <c:v>44428</c:v>
                </c:pt>
                <c:pt idx="1282">
                  <c:v>44427</c:v>
                </c:pt>
                <c:pt idx="1283">
                  <c:v>44426</c:v>
                </c:pt>
                <c:pt idx="1284">
                  <c:v>44425</c:v>
                </c:pt>
                <c:pt idx="1285">
                  <c:v>44424</c:v>
                </c:pt>
                <c:pt idx="1286">
                  <c:v>44421</c:v>
                </c:pt>
                <c:pt idx="1287">
                  <c:v>44420</c:v>
                </c:pt>
                <c:pt idx="1288">
                  <c:v>44419</c:v>
                </c:pt>
                <c:pt idx="1289">
                  <c:v>44418</c:v>
                </c:pt>
                <c:pt idx="1290">
                  <c:v>44417</c:v>
                </c:pt>
                <c:pt idx="1291">
                  <c:v>44414</c:v>
                </c:pt>
                <c:pt idx="1292">
                  <c:v>44413</c:v>
                </c:pt>
                <c:pt idx="1293">
                  <c:v>44412</c:v>
                </c:pt>
                <c:pt idx="1294">
                  <c:v>44411</c:v>
                </c:pt>
                <c:pt idx="1295">
                  <c:v>44410</c:v>
                </c:pt>
                <c:pt idx="1296">
                  <c:v>44407</c:v>
                </c:pt>
                <c:pt idx="1297">
                  <c:v>44406</c:v>
                </c:pt>
                <c:pt idx="1298">
                  <c:v>44405</c:v>
                </c:pt>
                <c:pt idx="1299">
                  <c:v>44404</c:v>
                </c:pt>
                <c:pt idx="1300">
                  <c:v>44403</c:v>
                </c:pt>
                <c:pt idx="1301">
                  <c:v>44400</c:v>
                </c:pt>
                <c:pt idx="1302">
                  <c:v>44399</c:v>
                </c:pt>
                <c:pt idx="1303">
                  <c:v>44398</c:v>
                </c:pt>
                <c:pt idx="1304">
                  <c:v>44397</c:v>
                </c:pt>
                <c:pt idx="1305">
                  <c:v>44396</c:v>
                </c:pt>
                <c:pt idx="1306">
                  <c:v>44393</c:v>
                </c:pt>
                <c:pt idx="1307">
                  <c:v>44392</c:v>
                </c:pt>
                <c:pt idx="1308">
                  <c:v>44391</c:v>
                </c:pt>
                <c:pt idx="1309">
                  <c:v>44390</c:v>
                </c:pt>
                <c:pt idx="1310">
                  <c:v>44389</c:v>
                </c:pt>
                <c:pt idx="1311">
                  <c:v>44386</c:v>
                </c:pt>
                <c:pt idx="1312">
                  <c:v>44385</c:v>
                </c:pt>
                <c:pt idx="1313">
                  <c:v>44384</c:v>
                </c:pt>
                <c:pt idx="1314">
                  <c:v>44383</c:v>
                </c:pt>
                <c:pt idx="1315">
                  <c:v>44379</c:v>
                </c:pt>
                <c:pt idx="1316">
                  <c:v>44378</c:v>
                </c:pt>
                <c:pt idx="1317">
                  <c:v>44377</c:v>
                </c:pt>
                <c:pt idx="1318">
                  <c:v>44376</c:v>
                </c:pt>
                <c:pt idx="1319">
                  <c:v>44375</c:v>
                </c:pt>
                <c:pt idx="1320">
                  <c:v>44372</c:v>
                </c:pt>
                <c:pt idx="1321">
                  <c:v>44371</c:v>
                </c:pt>
                <c:pt idx="1322">
                  <c:v>44370</c:v>
                </c:pt>
                <c:pt idx="1323">
                  <c:v>44369</c:v>
                </c:pt>
                <c:pt idx="1324">
                  <c:v>44368</c:v>
                </c:pt>
                <c:pt idx="1325">
                  <c:v>44365</c:v>
                </c:pt>
                <c:pt idx="1326">
                  <c:v>44364</c:v>
                </c:pt>
                <c:pt idx="1327">
                  <c:v>44363</c:v>
                </c:pt>
                <c:pt idx="1328">
                  <c:v>44362</c:v>
                </c:pt>
                <c:pt idx="1329">
                  <c:v>44361</c:v>
                </c:pt>
                <c:pt idx="1330">
                  <c:v>44358</c:v>
                </c:pt>
                <c:pt idx="1331">
                  <c:v>44357</c:v>
                </c:pt>
                <c:pt idx="1332">
                  <c:v>44356</c:v>
                </c:pt>
                <c:pt idx="1333">
                  <c:v>44355</c:v>
                </c:pt>
                <c:pt idx="1334">
                  <c:v>44354</c:v>
                </c:pt>
                <c:pt idx="1335">
                  <c:v>44351</c:v>
                </c:pt>
                <c:pt idx="1336">
                  <c:v>44350</c:v>
                </c:pt>
                <c:pt idx="1337">
                  <c:v>44349</c:v>
                </c:pt>
                <c:pt idx="1338">
                  <c:v>44348</c:v>
                </c:pt>
                <c:pt idx="1339">
                  <c:v>44344</c:v>
                </c:pt>
                <c:pt idx="1340">
                  <c:v>44343</c:v>
                </c:pt>
                <c:pt idx="1341">
                  <c:v>44342</c:v>
                </c:pt>
                <c:pt idx="1342">
                  <c:v>44341</c:v>
                </c:pt>
                <c:pt idx="1343">
                  <c:v>44340</c:v>
                </c:pt>
                <c:pt idx="1344">
                  <c:v>44337</c:v>
                </c:pt>
                <c:pt idx="1345">
                  <c:v>44336</c:v>
                </c:pt>
                <c:pt idx="1346">
                  <c:v>44335</c:v>
                </c:pt>
                <c:pt idx="1347">
                  <c:v>44334</c:v>
                </c:pt>
                <c:pt idx="1348">
                  <c:v>44333</c:v>
                </c:pt>
                <c:pt idx="1349">
                  <c:v>44330</c:v>
                </c:pt>
                <c:pt idx="1350">
                  <c:v>44329</c:v>
                </c:pt>
                <c:pt idx="1351">
                  <c:v>44328</c:v>
                </c:pt>
                <c:pt idx="1352">
                  <c:v>44327</c:v>
                </c:pt>
                <c:pt idx="1353">
                  <c:v>44326</c:v>
                </c:pt>
                <c:pt idx="1354">
                  <c:v>44323</c:v>
                </c:pt>
                <c:pt idx="1355">
                  <c:v>44322</c:v>
                </c:pt>
                <c:pt idx="1356">
                  <c:v>44321</c:v>
                </c:pt>
                <c:pt idx="1357">
                  <c:v>44320</c:v>
                </c:pt>
                <c:pt idx="1358">
                  <c:v>44319</c:v>
                </c:pt>
                <c:pt idx="1359">
                  <c:v>44316</c:v>
                </c:pt>
                <c:pt idx="1360">
                  <c:v>44315</c:v>
                </c:pt>
                <c:pt idx="1361">
                  <c:v>44314</c:v>
                </c:pt>
                <c:pt idx="1362">
                  <c:v>44313</c:v>
                </c:pt>
                <c:pt idx="1363">
                  <c:v>44312</c:v>
                </c:pt>
                <c:pt idx="1364">
                  <c:v>44309</c:v>
                </c:pt>
                <c:pt idx="1365">
                  <c:v>44308</c:v>
                </c:pt>
                <c:pt idx="1366">
                  <c:v>44307</c:v>
                </c:pt>
                <c:pt idx="1367">
                  <c:v>44306</c:v>
                </c:pt>
                <c:pt idx="1368">
                  <c:v>44305</c:v>
                </c:pt>
                <c:pt idx="1369">
                  <c:v>44302</c:v>
                </c:pt>
                <c:pt idx="1370">
                  <c:v>44301</c:v>
                </c:pt>
                <c:pt idx="1371">
                  <c:v>44300</c:v>
                </c:pt>
                <c:pt idx="1372">
                  <c:v>44299</c:v>
                </c:pt>
                <c:pt idx="1373">
                  <c:v>44298</c:v>
                </c:pt>
                <c:pt idx="1374">
                  <c:v>44295</c:v>
                </c:pt>
                <c:pt idx="1375">
                  <c:v>44294</c:v>
                </c:pt>
                <c:pt idx="1376">
                  <c:v>44293</c:v>
                </c:pt>
                <c:pt idx="1377">
                  <c:v>44292</c:v>
                </c:pt>
                <c:pt idx="1378">
                  <c:v>44291</c:v>
                </c:pt>
                <c:pt idx="1379">
                  <c:v>44287</c:v>
                </c:pt>
                <c:pt idx="1380">
                  <c:v>44286</c:v>
                </c:pt>
                <c:pt idx="1381">
                  <c:v>44285</c:v>
                </c:pt>
                <c:pt idx="1382">
                  <c:v>44284</c:v>
                </c:pt>
                <c:pt idx="1383">
                  <c:v>44281</c:v>
                </c:pt>
                <c:pt idx="1384">
                  <c:v>44280</c:v>
                </c:pt>
                <c:pt idx="1385">
                  <c:v>44279</c:v>
                </c:pt>
                <c:pt idx="1386">
                  <c:v>44278</c:v>
                </c:pt>
                <c:pt idx="1387">
                  <c:v>44277</c:v>
                </c:pt>
                <c:pt idx="1388">
                  <c:v>44274</c:v>
                </c:pt>
                <c:pt idx="1389">
                  <c:v>44273</c:v>
                </c:pt>
                <c:pt idx="1390">
                  <c:v>44272</c:v>
                </c:pt>
                <c:pt idx="1391">
                  <c:v>44271</c:v>
                </c:pt>
                <c:pt idx="1392">
                  <c:v>44270</c:v>
                </c:pt>
                <c:pt idx="1393">
                  <c:v>44267</c:v>
                </c:pt>
                <c:pt idx="1394">
                  <c:v>44266</c:v>
                </c:pt>
                <c:pt idx="1395">
                  <c:v>44265</c:v>
                </c:pt>
                <c:pt idx="1396">
                  <c:v>44264</c:v>
                </c:pt>
                <c:pt idx="1397">
                  <c:v>44263</c:v>
                </c:pt>
                <c:pt idx="1398">
                  <c:v>44260</c:v>
                </c:pt>
                <c:pt idx="1399">
                  <c:v>44259</c:v>
                </c:pt>
                <c:pt idx="1400">
                  <c:v>44258</c:v>
                </c:pt>
                <c:pt idx="1401">
                  <c:v>44257</c:v>
                </c:pt>
                <c:pt idx="1402">
                  <c:v>44256</c:v>
                </c:pt>
                <c:pt idx="1403">
                  <c:v>44253</c:v>
                </c:pt>
                <c:pt idx="1404">
                  <c:v>44252</c:v>
                </c:pt>
                <c:pt idx="1405">
                  <c:v>44251</c:v>
                </c:pt>
                <c:pt idx="1406">
                  <c:v>44250</c:v>
                </c:pt>
                <c:pt idx="1407">
                  <c:v>44249</c:v>
                </c:pt>
                <c:pt idx="1408">
                  <c:v>44246</c:v>
                </c:pt>
                <c:pt idx="1409">
                  <c:v>44245</c:v>
                </c:pt>
                <c:pt idx="1410">
                  <c:v>44244</c:v>
                </c:pt>
                <c:pt idx="1411">
                  <c:v>44243</c:v>
                </c:pt>
                <c:pt idx="1412">
                  <c:v>44239</c:v>
                </c:pt>
                <c:pt idx="1413">
                  <c:v>44238</c:v>
                </c:pt>
                <c:pt idx="1414">
                  <c:v>44237</c:v>
                </c:pt>
                <c:pt idx="1415">
                  <c:v>44236</c:v>
                </c:pt>
                <c:pt idx="1416">
                  <c:v>44235</c:v>
                </c:pt>
                <c:pt idx="1417">
                  <c:v>44232</c:v>
                </c:pt>
                <c:pt idx="1418">
                  <c:v>44231</c:v>
                </c:pt>
                <c:pt idx="1419">
                  <c:v>44230</c:v>
                </c:pt>
                <c:pt idx="1420">
                  <c:v>44229</c:v>
                </c:pt>
                <c:pt idx="1421">
                  <c:v>44228</c:v>
                </c:pt>
                <c:pt idx="1422">
                  <c:v>44225</c:v>
                </c:pt>
                <c:pt idx="1423">
                  <c:v>44224</c:v>
                </c:pt>
                <c:pt idx="1424">
                  <c:v>44223</c:v>
                </c:pt>
                <c:pt idx="1425">
                  <c:v>44222</c:v>
                </c:pt>
                <c:pt idx="1426">
                  <c:v>44221</c:v>
                </c:pt>
                <c:pt idx="1427">
                  <c:v>44218</c:v>
                </c:pt>
                <c:pt idx="1428">
                  <c:v>44217</c:v>
                </c:pt>
                <c:pt idx="1429">
                  <c:v>44216</c:v>
                </c:pt>
                <c:pt idx="1430">
                  <c:v>44215</c:v>
                </c:pt>
                <c:pt idx="1431">
                  <c:v>44211</c:v>
                </c:pt>
                <c:pt idx="1432">
                  <c:v>44210</c:v>
                </c:pt>
                <c:pt idx="1433">
                  <c:v>44209</c:v>
                </c:pt>
                <c:pt idx="1434">
                  <c:v>44208</c:v>
                </c:pt>
                <c:pt idx="1435">
                  <c:v>44207</c:v>
                </c:pt>
                <c:pt idx="1436">
                  <c:v>44204</c:v>
                </c:pt>
                <c:pt idx="1437">
                  <c:v>44203</c:v>
                </c:pt>
                <c:pt idx="1438">
                  <c:v>44202</c:v>
                </c:pt>
                <c:pt idx="1439">
                  <c:v>44201</c:v>
                </c:pt>
                <c:pt idx="1440">
                  <c:v>44200</c:v>
                </c:pt>
                <c:pt idx="1441">
                  <c:v>44196</c:v>
                </c:pt>
                <c:pt idx="1442">
                  <c:v>44195</c:v>
                </c:pt>
                <c:pt idx="1443">
                  <c:v>44194</c:v>
                </c:pt>
                <c:pt idx="1444">
                  <c:v>44193</c:v>
                </c:pt>
                <c:pt idx="1445">
                  <c:v>44189</c:v>
                </c:pt>
                <c:pt idx="1446">
                  <c:v>44188</c:v>
                </c:pt>
                <c:pt idx="1447">
                  <c:v>44187</c:v>
                </c:pt>
                <c:pt idx="1448">
                  <c:v>44186</c:v>
                </c:pt>
                <c:pt idx="1449">
                  <c:v>44183</c:v>
                </c:pt>
                <c:pt idx="1450">
                  <c:v>44182</c:v>
                </c:pt>
                <c:pt idx="1451">
                  <c:v>44181</c:v>
                </c:pt>
                <c:pt idx="1452">
                  <c:v>44180</c:v>
                </c:pt>
                <c:pt idx="1453">
                  <c:v>44179</c:v>
                </c:pt>
                <c:pt idx="1454">
                  <c:v>44176</c:v>
                </c:pt>
                <c:pt idx="1455">
                  <c:v>44175</c:v>
                </c:pt>
                <c:pt idx="1456">
                  <c:v>44174</c:v>
                </c:pt>
                <c:pt idx="1457">
                  <c:v>44173</c:v>
                </c:pt>
                <c:pt idx="1458">
                  <c:v>44172</c:v>
                </c:pt>
                <c:pt idx="1459">
                  <c:v>44169</c:v>
                </c:pt>
                <c:pt idx="1460">
                  <c:v>44168</c:v>
                </c:pt>
                <c:pt idx="1461">
                  <c:v>44167</c:v>
                </c:pt>
                <c:pt idx="1462">
                  <c:v>44166</c:v>
                </c:pt>
                <c:pt idx="1463">
                  <c:v>44165</c:v>
                </c:pt>
                <c:pt idx="1464">
                  <c:v>44162</c:v>
                </c:pt>
                <c:pt idx="1465">
                  <c:v>44160</c:v>
                </c:pt>
                <c:pt idx="1466">
                  <c:v>44159</c:v>
                </c:pt>
                <c:pt idx="1467">
                  <c:v>44158</c:v>
                </c:pt>
                <c:pt idx="1468">
                  <c:v>44155</c:v>
                </c:pt>
                <c:pt idx="1469">
                  <c:v>44154</c:v>
                </c:pt>
                <c:pt idx="1470">
                  <c:v>44153</c:v>
                </c:pt>
                <c:pt idx="1471">
                  <c:v>44152</c:v>
                </c:pt>
                <c:pt idx="1472">
                  <c:v>44151</c:v>
                </c:pt>
                <c:pt idx="1473">
                  <c:v>44148</c:v>
                </c:pt>
                <c:pt idx="1474">
                  <c:v>44147</c:v>
                </c:pt>
                <c:pt idx="1475">
                  <c:v>44146</c:v>
                </c:pt>
                <c:pt idx="1476">
                  <c:v>44145</c:v>
                </c:pt>
                <c:pt idx="1477">
                  <c:v>44144</c:v>
                </c:pt>
                <c:pt idx="1478">
                  <c:v>44141</c:v>
                </c:pt>
                <c:pt idx="1479">
                  <c:v>44140</c:v>
                </c:pt>
                <c:pt idx="1480">
                  <c:v>44139</c:v>
                </c:pt>
                <c:pt idx="1481">
                  <c:v>44138</c:v>
                </c:pt>
                <c:pt idx="1482">
                  <c:v>44137</c:v>
                </c:pt>
                <c:pt idx="1483">
                  <c:v>44134</c:v>
                </c:pt>
                <c:pt idx="1484">
                  <c:v>44133</c:v>
                </c:pt>
                <c:pt idx="1485">
                  <c:v>44132</c:v>
                </c:pt>
                <c:pt idx="1486">
                  <c:v>44131</c:v>
                </c:pt>
                <c:pt idx="1487">
                  <c:v>44130</c:v>
                </c:pt>
                <c:pt idx="1488">
                  <c:v>44127</c:v>
                </c:pt>
                <c:pt idx="1489">
                  <c:v>44126</c:v>
                </c:pt>
                <c:pt idx="1490">
                  <c:v>44125</c:v>
                </c:pt>
                <c:pt idx="1491">
                  <c:v>44124</c:v>
                </c:pt>
                <c:pt idx="1492">
                  <c:v>44123</c:v>
                </c:pt>
                <c:pt idx="1493">
                  <c:v>44120</c:v>
                </c:pt>
                <c:pt idx="1494">
                  <c:v>44119</c:v>
                </c:pt>
                <c:pt idx="1495">
                  <c:v>44118</c:v>
                </c:pt>
                <c:pt idx="1496">
                  <c:v>44117</c:v>
                </c:pt>
                <c:pt idx="1497">
                  <c:v>44116</c:v>
                </c:pt>
                <c:pt idx="1498">
                  <c:v>44113</c:v>
                </c:pt>
                <c:pt idx="1499">
                  <c:v>44112</c:v>
                </c:pt>
                <c:pt idx="1500">
                  <c:v>44111</c:v>
                </c:pt>
                <c:pt idx="1501">
                  <c:v>44110</c:v>
                </c:pt>
                <c:pt idx="1502">
                  <c:v>44109</c:v>
                </c:pt>
                <c:pt idx="1503">
                  <c:v>44106</c:v>
                </c:pt>
                <c:pt idx="1504">
                  <c:v>44105</c:v>
                </c:pt>
                <c:pt idx="1505">
                  <c:v>44104</c:v>
                </c:pt>
                <c:pt idx="1506">
                  <c:v>44103</c:v>
                </c:pt>
                <c:pt idx="1507">
                  <c:v>44102</c:v>
                </c:pt>
                <c:pt idx="1508">
                  <c:v>44099</c:v>
                </c:pt>
                <c:pt idx="1509">
                  <c:v>44098</c:v>
                </c:pt>
                <c:pt idx="1510">
                  <c:v>44097</c:v>
                </c:pt>
                <c:pt idx="1511">
                  <c:v>44096</c:v>
                </c:pt>
                <c:pt idx="1512">
                  <c:v>44095</c:v>
                </c:pt>
                <c:pt idx="1513">
                  <c:v>44092</c:v>
                </c:pt>
                <c:pt idx="1514">
                  <c:v>44091</c:v>
                </c:pt>
                <c:pt idx="1515">
                  <c:v>44090</c:v>
                </c:pt>
                <c:pt idx="1516">
                  <c:v>44089</c:v>
                </c:pt>
                <c:pt idx="1517">
                  <c:v>44088</c:v>
                </c:pt>
                <c:pt idx="1518">
                  <c:v>44085</c:v>
                </c:pt>
                <c:pt idx="1519">
                  <c:v>44084</c:v>
                </c:pt>
                <c:pt idx="1520">
                  <c:v>44083</c:v>
                </c:pt>
                <c:pt idx="1521">
                  <c:v>44082</c:v>
                </c:pt>
                <c:pt idx="1522">
                  <c:v>44078</c:v>
                </c:pt>
                <c:pt idx="1523">
                  <c:v>44077</c:v>
                </c:pt>
                <c:pt idx="1524">
                  <c:v>44076</c:v>
                </c:pt>
                <c:pt idx="1525">
                  <c:v>44075</c:v>
                </c:pt>
                <c:pt idx="1526">
                  <c:v>44074</c:v>
                </c:pt>
                <c:pt idx="1527">
                  <c:v>44071</c:v>
                </c:pt>
                <c:pt idx="1528">
                  <c:v>44070</c:v>
                </c:pt>
                <c:pt idx="1529">
                  <c:v>44069</c:v>
                </c:pt>
                <c:pt idx="1530">
                  <c:v>44068</c:v>
                </c:pt>
                <c:pt idx="1531">
                  <c:v>44067</c:v>
                </c:pt>
                <c:pt idx="1532">
                  <c:v>44064</c:v>
                </c:pt>
                <c:pt idx="1533">
                  <c:v>44063</c:v>
                </c:pt>
                <c:pt idx="1534">
                  <c:v>44062</c:v>
                </c:pt>
                <c:pt idx="1535">
                  <c:v>44061</c:v>
                </c:pt>
                <c:pt idx="1536">
                  <c:v>44060</c:v>
                </c:pt>
                <c:pt idx="1537">
                  <c:v>44057</c:v>
                </c:pt>
                <c:pt idx="1538">
                  <c:v>44056</c:v>
                </c:pt>
                <c:pt idx="1539">
                  <c:v>44055</c:v>
                </c:pt>
                <c:pt idx="1540">
                  <c:v>44054</c:v>
                </c:pt>
                <c:pt idx="1541">
                  <c:v>44053</c:v>
                </c:pt>
                <c:pt idx="1542">
                  <c:v>44050</c:v>
                </c:pt>
                <c:pt idx="1543">
                  <c:v>44049</c:v>
                </c:pt>
                <c:pt idx="1544">
                  <c:v>44048</c:v>
                </c:pt>
                <c:pt idx="1545">
                  <c:v>44047</c:v>
                </c:pt>
                <c:pt idx="1546">
                  <c:v>44046</c:v>
                </c:pt>
                <c:pt idx="1547">
                  <c:v>44043</c:v>
                </c:pt>
                <c:pt idx="1548">
                  <c:v>44042</c:v>
                </c:pt>
                <c:pt idx="1549">
                  <c:v>44041</c:v>
                </c:pt>
                <c:pt idx="1550">
                  <c:v>44040</c:v>
                </c:pt>
                <c:pt idx="1551">
                  <c:v>44039</c:v>
                </c:pt>
                <c:pt idx="1552">
                  <c:v>44036</c:v>
                </c:pt>
                <c:pt idx="1553">
                  <c:v>44035</c:v>
                </c:pt>
                <c:pt idx="1554">
                  <c:v>44034</c:v>
                </c:pt>
                <c:pt idx="1555">
                  <c:v>44033</c:v>
                </c:pt>
                <c:pt idx="1556">
                  <c:v>44032</c:v>
                </c:pt>
                <c:pt idx="1557">
                  <c:v>44029</c:v>
                </c:pt>
                <c:pt idx="1558">
                  <c:v>44028</c:v>
                </c:pt>
                <c:pt idx="1559">
                  <c:v>44027</c:v>
                </c:pt>
                <c:pt idx="1560">
                  <c:v>44026</c:v>
                </c:pt>
                <c:pt idx="1561">
                  <c:v>44025</c:v>
                </c:pt>
                <c:pt idx="1562">
                  <c:v>44022</c:v>
                </c:pt>
                <c:pt idx="1563">
                  <c:v>44021</c:v>
                </c:pt>
                <c:pt idx="1564">
                  <c:v>44020</c:v>
                </c:pt>
                <c:pt idx="1565">
                  <c:v>44019</c:v>
                </c:pt>
                <c:pt idx="1566">
                  <c:v>44018</c:v>
                </c:pt>
                <c:pt idx="1567">
                  <c:v>44014</c:v>
                </c:pt>
                <c:pt idx="1568">
                  <c:v>44013</c:v>
                </c:pt>
                <c:pt idx="1569">
                  <c:v>44012</c:v>
                </c:pt>
                <c:pt idx="1570">
                  <c:v>44011</c:v>
                </c:pt>
                <c:pt idx="1571">
                  <c:v>44008</c:v>
                </c:pt>
                <c:pt idx="1572">
                  <c:v>44007</c:v>
                </c:pt>
                <c:pt idx="1573">
                  <c:v>44006</c:v>
                </c:pt>
                <c:pt idx="1574">
                  <c:v>44005</c:v>
                </c:pt>
                <c:pt idx="1575">
                  <c:v>44004</c:v>
                </c:pt>
                <c:pt idx="1576">
                  <c:v>44001</c:v>
                </c:pt>
                <c:pt idx="1577">
                  <c:v>44000</c:v>
                </c:pt>
                <c:pt idx="1578">
                  <c:v>43999</c:v>
                </c:pt>
                <c:pt idx="1579">
                  <c:v>43998</c:v>
                </c:pt>
                <c:pt idx="1580">
                  <c:v>43997</c:v>
                </c:pt>
                <c:pt idx="1581">
                  <c:v>43994</c:v>
                </c:pt>
                <c:pt idx="1582">
                  <c:v>43993</c:v>
                </c:pt>
                <c:pt idx="1583">
                  <c:v>43992</c:v>
                </c:pt>
                <c:pt idx="1584">
                  <c:v>43991</c:v>
                </c:pt>
                <c:pt idx="1585">
                  <c:v>43990</c:v>
                </c:pt>
                <c:pt idx="1586">
                  <c:v>43987</c:v>
                </c:pt>
                <c:pt idx="1587">
                  <c:v>43986</c:v>
                </c:pt>
                <c:pt idx="1588">
                  <c:v>43985</c:v>
                </c:pt>
                <c:pt idx="1589">
                  <c:v>43984</c:v>
                </c:pt>
                <c:pt idx="1590">
                  <c:v>43983</c:v>
                </c:pt>
                <c:pt idx="1591">
                  <c:v>43980</c:v>
                </c:pt>
                <c:pt idx="1592">
                  <c:v>43979</c:v>
                </c:pt>
                <c:pt idx="1593">
                  <c:v>43978</c:v>
                </c:pt>
                <c:pt idx="1594">
                  <c:v>43977</c:v>
                </c:pt>
                <c:pt idx="1595">
                  <c:v>43973</c:v>
                </c:pt>
                <c:pt idx="1596">
                  <c:v>43972</c:v>
                </c:pt>
                <c:pt idx="1597">
                  <c:v>43971</c:v>
                </c:pt>
                <c:pt idx="1598">
                  <c:v>43970</c:v>
                </c:pt>
                <c:pt idx="1599">
                  <c:v>43969</c:v>
                </c:pt>
                <c:pt idx="1600">
                  <c:v>43966</c:v>
                </c:pt>
                <c:pt idx="1601">
                  <c:v>43965</c:v>
                </c:pt>
                <c:pt idx="1602">
                  <c:v>43964</c:v>
                </c:pt>
                <c:pt idx="1603">
                  <c:v>43963</c:v>
                </c:pt>
                <c:pt idx="1604">
                  <c:v>43962</c:v>
                </c:pt>
                <c:pt idx="1605">
                  <c:v>43959</c:v>
                </c:pt>
                <c:pt idx="1606">
                  <c:v>43958</c:v>
                </c:pt>
                <c:pt idx="1607">
                  <c:v>43957</c:v>
                </c:pt>
                <c:pt idx="1608">
                  <c:v>43956</c:v>
                </c:pt>
                <c:pt idx="1609">
                  <c:v>43955</c:v>
                </c:pt>
                <c:pt idx="1610">
                  <c:v>43952</c:v>
                </c:pt>
                <c:pt idx="1611">
                  <c:v>43951</c:v>
                </c:pt>
                <c:pt idx="1612">
                  <c:v>43950</c:v>
                </c:pt>
                <c:pt idx="1613">
                  <c:v>43949</c:v>
                </c:pt>
                <c:pt idx="1614">
                  <c:v>43948</c:v>
                </c:pt>
                <c:pt idx="1615">
                  <c:v>43945</c:v>
                </c:pt>
                <c:pt idx="1616">
                  <c:v>43944</c:v>
                </c:pt>
                <c:pt idx="1617">
                  <c:v>43943</c:v>
                </c:pt>
                <c:pt idx="1618">
                  <c:v>43942</c:v>
                </c:pt>
                <c:pt idx="1619">
                  <c:v>43941</c:v>
                </c:pt>
                <c:pt idx="1620">
                  <c:v>43938</c:v>
                </c:pt>
                <c:pt idx="1621">
                  <c:v>43937</c:v>
                </c:pt>
                <c:pt idx="1622">
                  <c:v>43936</c:v>
                </c:pt>
                <c:pt idx="1623">
                  <c:v>43935</c:v>
                </c:pt>
                <c:pt idx="1624">
                  <c:v>43934</c:v>
                </c:pt>
                <c:pt idx="1625">
                  <c:v>43930</c:v>
                </c:pt>
                <c:pt idx="1626">
                  <c:v>43929</c:v>
                </c:pt>
                <c:pt idx="1627">
                  <c:v>43928</c:v>
                </c:pt>
                <c:pt idx="1628">
                  <c:v>43927</c:v>
                </c:pt>
                <c:pt idx="1629">
                  <c:v>43924</c:v>
                </c:pt>
                <c:pt idx="1630">
                  <c:v>43923</c:v>
                </c:pt>
                <c:pt idx="1631">
                  <c:v>43922</c:v>
                </c:pt>
                <c:pt idx="1632">
                  <c:v>43921</c:v>
                </c:pt>
                <c:pt idx="1633">
                  <c:v>43920</c:v>
                </c:pt>
                <c:pt idx="1634">
                  <c:v>43917</c:v>
                </c:pt>
                <c:pt idx="1635">
                  <c:v>43916</c:v>
                </c:pt>
                <c:pt idx="1636">
                  <c:v>43915</c:v>
                </c:pt>
                <c:pt idx="1637">
                  <c:v>43914</c:v>
                </c:pt>
                <c:pt idx="1638">
                  <c:v>43913</c:v>
                </c:pt>
                <c:pt idx="1639">
                  <c:v>43910</c:v>
                </c:pt>
                <c:pt idx="1640">
                  <c:v>43909</c:v>
                </c:pt>
                <c:pt idx="1641">
                  <c:v>43908</c:v>
                </c:pt>
                <c:pt idx="1642">
                  <c:v>43907</c:v>
                </c:pt>
                <c:pt idx="1643">
                  <c:v>43906</c:v>
                </c:pt>
                <c:pt idx="1644">
                  <c:v>43903</c:v>
                </c:pt>
                <c:pt idx="1645">
                  <c:v>43902</c:v>
                </c:pt>
                <c:pt idx="1646">
                  <c:v>43901</c:v>
                </c:pt>
                <c:pt idx="1647">
                  <c:v>43900</c:v>
                </c:pt>
                <c:pt idx="1648">
                  <c:v>43899</c:v>
                </c:pt>
                <c:pt idx="1649">
                  <c:v>43896</c:v>
                </c:pt>
                <c:pt idx="1650">
                  <c:v>43895</c:v>
                </c:pt>
                <c:pt idx="1651">
                  <c:v>43894</c:v>
                </c:pt>
                <c:pt idx="1652">
                  <c:v>43893</c:v>
                </c:pt>
                <c:pt idx="1653">
                  <c:v>43892</c:v>
                </c:pt>
                <c:pt idx="1654">
                  <c:v>43889</c:v>
                </c:pt>
                <c:pt idx="1655">
                  <c:v>43888</c:v>
                </c:pt>
                <c:pt idx="1656">
                  <c:v>43887</c:v>
                </c:pt>
                <c:pt idx="1657">
                  <c:v>43886</c:v>
                </c:pt>
                <c:pt idx="1658">
                  <c:v>43885</c:v>
                </c:pt>
                <c:pt idx="1659">
                  <c:v>43882</c:v>
                </c:pt>
                <c:pt idx="1660">
                  <c:v>43881</c:v>
                </c:pt>
                <c:pt idx="1661">
                  <c:v>43880</c:v>
                </c:pt>
                <c:pt idx="1662">
                  <c:v>43879</c:v>
                </c:pt>
                <c:pt idx="1663">
                  <c:v>43875</c:v>
                </c:pt>
                <c:pt idx="1664">
                  <c:v>43874</c:v>
                </c:pt>
                <c:pt idx="1665">
                  <c:v>43873</c:v>
                </c:pt>
                <c:pt idx="1666">
                  <c:v>43872</c:v>
                </c:pt>
                <c:pt idx="1667">
                  <c:v>43871</c:v>
                </c:pt>
                <c:pt idx="1668">
                  <c:v>43868</c:v>
                </c:pt>
                <c:pt idx="1669">
                  <c:v>43867</c:v>
                </c:pt>
                <c:pt idx="1670">
                  <c:v>43866</c:v>
                </c:pt>
                <c:pt idx="1671">
                  <c:v>43865</c:v>
                </c:pt>
                <c:pt idx="1672">
                  <c:v>43864</c:v>
                </c:pt>
                <c:pt idx="1673">
                  <c:v>43861</c:v>
                </c:pt>
                <c:pt idx="1674">
                  <c:v>43860</c:v>
                </c:pt>
                <c:pt idx="1675">
                  <c:v>43859</c:v>
                </c:pt>
                <c:pt idx="1676">
                  <c:v>43858</c:v>
                </c:pt>
                <c:pt idx="1677">
                  <c:v>43857</c:v>
                </c:pt>
                <c:pt idx="1678">
                  <c:v>43854</c:v>
                </c:pt>
                <c:pt idx="1679">
                  <c:v>43853</c:v>
                </c:pt>
                <c:pt idx="1680">
                  <c:v>43852</c:v>
                </c:pt>
                <c:pt idx="1681">
                  <c:v>43851</c:v>
                </c:pt>
                <c:pt idx="1682">
                  <c:v>43847</c:v>
                </c:pt>
                <c:pt idx="1683">
                  <c:v>43846</c:v>
                </c:pt>
                <c:pt idx="1684">
                  <c:v>43845</c:v>
                </c:pt>
                <c:pt idx="1685">
                  <c:v>43844</c:v>
                </c:pt>
                <c:pt idx="1686">
                  <c:v>43843</c:v>
                </c:pt>
                <c:pt idx="1687">
                  <c:v>43840</c:v>
                </c:pt>
                <c:pt idx="1688">
                  <c:v>43839</c:v>
                </c:pt>
                <c:pt idx="1689">
                  <c:v>43838</c:v>
                </c:pt>
                <c:pt idx="1690">
                  <c:v>43837</c:v>
                </c:pt>
                <c:pt idx="1691">
                  <c:v>43836</c:v>
                </c:pt>
                <c:pt idx="1692">
                  <c:v>43833</c:v>
                </c:pt>
                <c:pt idx="1693">
                  <c:v>43832</c:v>
                </c:pt>
                <c:pt idx="1694">
                  <c:v>43830</c:v>
                </c:pt>
                <c:pt idx="1695">
                  <c:v>43829</c:v>
                </c:pt>
                <c:pt idx="1696">
                  <c:v>43826</c:v>
                </c:pt>
                <c:pt idx="1697">
                  <c:v>43825</c:v>
                </c:pt>
                <c:pt idx="1698">
                  <c:v>43823</c:v>
                </c:pt>
                <c:pt idx="1699">
                  <c:v>43822</c:v>
                </c:pt>
                <c:pt idx="1700">
                  <c:v>43819</c:v>
                </c:pt>
                <c:pt idx="1701">
                  <c:v>43818</c:v>
                </c:pt>
                <c:pt idx="1702">
                  <c:v>43817</c:v>
                </c:pt>
                <c:pt idx="1703">
                  <c:v>43816</c:v>
                </c:pt>
                <c:pt idx="1704">
                  <c:v>43815</c:v>
                </c:pt>
                <c:pt idx="1705">
                  <c:v>43812</c:v>
                </c:pt>
                <c:pt idx="1706">
                  <c:v>43811</c:v>
                </c:pt>
                <c:pt idx="1707">
                  <c:v>43810</c:v>
                </c:pt>
                <c:pt idx="1708">
                  <c:v>43809</c:v>
                </c:pt>
                <c:pt idx="1709">
                  <c:v>43808</c:v>
                </c:pt>
                <c:pt idx="1710">
                  <c:v>43805</c:v>
                </c:pt>
                <c:pt idx="1711">
                  <c:v>43804</c:v>
                </c:pt>
                <c:pt idx="1712">
                  <c:v>43803</c:v>
                </c:pt>
                <c:pt idx="1713">
                  <c:v>43802</c:v>
                </c:pt>
                <c:pt idx="1714">
                  <c:v>43801</c:v>
                </c:pt>
                <c:pt idx="1715">
                  <c:v>43798</c:v>
                </c:pt>
                <c:pt idx="1716">
                  <c:v>43796</c:v>
                </c:pt>
                <c:pt idx="1717">
                  <c:v>43795</c:v>
                </c:pt>
                <c:pt idx="1718">
                  <c:v>43794</c:v>
                </c:pt>
                <c:pt idx="1719">
                  <c:v>43791</c:v>
                </c:pt>
                <c:pt idx="1720">
                  <c:v>43790</c:v>
                </c:pt>
                <c:pt idx="1721">
                  <c:v>43789</c:v>
                </c:pt>
                <c:pt idx="1722">
                  <c:v>43788</c:v>
                </c:pt>
                <c:pt idx="1723">
                  <c:v>43787</c:v>
                </c:pt>
                <c:pt idx="1724">
                  <c:v>43784</c:v>
                </c:pt>
                <c:pt idx="1725">
                  <c:v>43783</c:v>
                </c:pt>
                <c:pt idx="1726">
                  <c:v>43782</c:v>
                </c:pt>
                <c:pt idx="1727">
                  <c:v>43781</c:v>
                </c:pt>
                <c:pt idx="1728">
                  <c:v>43780</c:v>
                </c:pt>
                <c:pt idx="1729">
                  <c:v>43777</c:v>
                </c:pt>
                <c:pt idx="1730">
                  <c:v>43776</c:v>
                </c:pt>
                <c:pt idx="1731">
                  <c:v>43775</c:v>
                </c:pt>
                <c:pt idx="1732">
                  <c:v>43774</c:v>
                </c:pt>
                <c:pt idx="1733">
                  <c:v>43773</c:v>
                </c:pt>
                <c:pt idx="1734">
                  <c:v>43770</c:v>
                </c:pt>
                <c:pt idx="1735">
                  <c:v>43769</c:v>
                </c:pt>
                <c:pt idx="1736">
                  <c:v>43768</c:v>
                </c:pt>
                <c:pt idx="1737">
                  <c:v>43767</c:v>
                </c:pt>
                <c:pt idx="1738">
                  <c:v>43766</c:v>
                </c:pt>
                <c:pt idx="1739">
                  <c:v>43763</c:v>
                </c:pt>
                <c:pt idx="1740">
                  <c:v>43762</c:v>
                </c:pt>
                <c:pt idx="1741">
                  <c:v>43761</c:v>
                </c:pt>
                <c:pt idx="1742">
                  <c:v>43760</c:v>
                </c:pt>
                <c:pt idx="1743">
                  <c:v>43759</c:v>
                </c:pt>
                <c:pt idx="1744">
                  <c:v>43756</c:v>
                </c:pt>
                <c:pt idx="1745">
                  <c:v>43755</c:v>
                </c:pt>
                <c:pt idx="1746">
                  <c:v>43754</c:v>
                </c:pt>
                <c:pt idx="1747">
                  <c:v>43753</c:v>
                </c:pt>
                <c:pt idx="1748">
                  <c:v>43752</c:v>
                </c:pt>
                <c:pt idx="1749">
                  <c:v>43749</c:v>
                </c:pt>
                <c:pt idx="1750">
                  <c:v>43748</c:v>
                </c:pt>
                <c:pt idx="1751">
                  <c:v>43747</c:v>
                </c:pt>
                <c:pt idx="1752">
                  <c:v>43746</c:v>
                </c:pt>
                <c:pt idx="1753">
                  <c:v>43745</c:v>
                </c:pt>
                <c:pt idx="1754">
                  <c:v>43742</c:v>
                </c:pt>
                <c:pt idx="1755">
                  <c:v>43741</c:v>
                </c:pt>
                <c:pt idx="1756">
                  <c:v>43740</c:v>
                </c:pt>
                <c:pt idx="1757">
                  <c:v>43739</c:v>
                </c:pt>
                <c:pt idx="1758">
                  <c:v>43738</c:v>
                </c:pt>
                <c:pt idx="1759">
                  <c:v>43735</c:v>
                </c:pt>
                <c:pt idx="1760">
                  <c:v>43734</c:v>
                </c:pt>
                <c:pt idx="1761">
                  <c:v>43733</c:v>
                </c:pt>
                <c:pt idx="1762">
                  <c:v>43732</c:v>
                </c:pt>
                <c:pt idx="1763">
                  <c:v>43731</c:v>
                </c:pt>
                <c:pt idx="1764">
                  <c:v>43728</c:v>
                </c:pt>
                <c:pt idx="1765">
                  <c:v>43727</c:v>
                </c:pt>
                <c:pt idx="1766">
                  <c:v>43726</c:v>
                </c:pt>
                <c:pt idx="1767">
                  <c:v>43725</c:v>
                </c:pt>
                <c:pt idx="1768">
                  <c:v>43724</c:v>
                </c:pt>
                <c:pt idx="1769">
                  <c:v>43721</c:v>
                </c:pt>
                <c:pt idx="1770">
                  <c:v>43720</c:v>
                </c:pt>
                <c:pt idx="1771">
                  <c:v>43719</c:v>
                </c:pt>
                <c:pt idx="1772">
                  <c:v>43718</c:v>
                </c:pt>
                <c:pt idx="1773">
                  <c:v>43717</c:v>
                </c:pt>
                <c:pt idx="1774">
                  <c:v>43714</c:v>
                </c:pt>
                <c:pt idx="1775">
                  <c:v>43713</c:v>
                </c:pt>
                <c:pt idx="1776">
                  <c:v>43712</c:v>
                </c:pt>
                <c:pt idx="1777">
                  <c:v>43711</c:v>
                </c:pt>
                <c:pt idx="1778">
                  <c:v>43707</c:v>
                </c:pt>
                <c:pt idx="1779">
                  <c:v>43706</c:v>
                </c:pt>
                <c:pt idx="1780">
                  <c:v>43705</c:v>
                </c:pt>
                <c:pt idx="1781">
                  <c:v>43704</c:v>
                </c:pt>
                <c:pt idx="1782">
                  <c:v>43703</c:v>
                </c:pt>
                <c:pt idx="1783">
                  <c:v>43700</c:v>
                </c:pt>
                <c:pt idx="1784">
                  <c:v>43699</c:v>
                </c:pt>
                <c:pt idx="1785">
                  <c:v>43698</c:v>
                </c:pt>
                <c:pt idx="1786">
                  <c:v>43697</c:v>
                </c:pt>
                <c:pt idx="1787">
                  <c:v>43696</c:v>
                </c:pt>
                <c:pt idx="1788">
                  <c:v>43693</c:v>
                </c:pt>
                <c:pt idx="1789">
                  <c:v>43692</c:v>
                </c:pt>
                <c:pt idx="1790">
                  <c:v>43691</c:v>
                </c:pt>
                <c:pt idx="1791">
                  <c:v>43690</c:v>
                </c:pt>
                <c:pt idx="1792">
                  <c:v>43689</c:v>
                </c:pt>
                <c:pt idx="1793">
                  <c:v>43686</c:v>
                </c:pt>
                <c:pt idx="1794">
                  <c:v>43685</c:v>
                </c:pt>
                <c:pt idx="1795">
                  <c:v>43684</c:v>
                </c:pt>
                <c:pt idx="1796">
                  <c:v>43683</c:v>
                </c:pt>
                <c:pt idx="1797">
                  <c:v>43682</c:v>
                </c:pt>
                <c:pt idx="1798">
                  <c:v>43679</c:v>
                </c:pt>
                <c:pt idx="1799">
                  <c:v>43678</c:v>
                </c:pt>
                <c:pt idx="1800">
                  <c:v>43677</c:v>
                </c:pt>
                <c:pt idx="1801">
                  <c:v>43676</c:v>
                </c:pt>
                <c:pt idx="1802">
                  <c:v>43675</c:v>
                </c:pt>
                <c:pt idx="1803">
                  <c:v>43672</c:v>
                </c:pt>
                <c:pt idx="1804">
                  <c:v>43671</c:v>
                </c:pt>
                <c:pt idx="1805">
                  <c:v>43670</c:v>
                </c:pt>
                <c:pt idx="1806">
                  <c:v>43669</c:v>
                </c:pt>
                <c:pt idx="1807">
                  <c:v>43668</c:v>
                </c:pt>
                <c:pt idx="1808">
                  <c:v>43665</c:v>
                </c:pt>
                <c:pt idx="1809">
                  <c:v>43664</c:v>
                </c:pt>
                <c:pt idx="1810">
                  <c:v>43663</c:v>
                </c:pt>
                <c:pt idx="1811">
                  <c:v>43662</c:v>
                </c:pt>
                <c:pt idx="1812">
                  <c:v>43661</c:v>
                </c:pt>
                <c:pt idx="1813">
                  <c:v>43658</c:v>
                </c:pt>
                <c:pt idx="1814">
                  <c:v>43657</c:v>
                </c:pt>
                <c:pt idx="1815">
                  <c:v>43656</c:v>
                </c:pt>
                <c:pt idx="1816">
                  <c:v>43655</c:v>
                </c:pt>
                <c:pt idx="1817">
                  <c:v>43654</c:v>
                </c:pt>
                <c:pt idx="1818">
                  <c:v>43651</c:v>
                </c:pt>
                <c:pt idx="1819">
                  <c:v>43649</c:v>
                </c:pt>
                <c:pt idx="1820">
                  <c:v>43648</c:v>
                </c:pt>
                <c:pt idx="1821">
                  <c:v>43647</c:v>
                </c:pt>
                <c:pt idx="1822">
                  <c:v>43644</c:v>
                </c:pt>
                <c:pt idx="1823">
                  <c:v>43643</c:v>
                </c:pt>
                <c:pt idx="1824">
                  <c:v>43642</c:v>
                </c:pt>
                <c:pt idx="1825">
                  <c:v>43641</c:v>
                </c:pt>
                <c:pt idx="1826">
                  <c:v>43640</c:v>
                </c:pt>
                <c:pt idx="1827">
                  <c:v>43637</c:v>
                </c:pt>
                <c:pt idx="1828">
                  <c:v>43636</c:v>
                </c:pt>
                <c:pt idx="1829">
                  <c:v>43635</c:v>
                </c:pt>
                <c:pt idx="1830">
                  <c:v>43634</c:v>
                </c:pt>
                <c:pt idx="1831">
                  <c:v>43633</c:v>
                </c:pt>
                <c:pt idx="1832">
                  <c:v>43630</c:v>
                </c:pt>
                <c:pt idx="1833">
                  <c:v>43629</c:v>
                </c:pt>
                <c:pt idx="1834">
                  <c:v>43628</c:v>
                </c:pt>
                <c:pt idx="1835">
                  <c:v>43627</c:v>
                </c:pt>
                <c:pt idx="1836">
                  <c:v>43626</c:v>
                </c:pt>
                <c:pt idx="1837">
                  <c:v>43623</c:v>
                </c:pt>
                <c:pt idx="1838">
                  <c:v>43622</c:v>
                </c:pt>
                <c:pt idx="1839">
                  <c:v>43621</c:v>
                </c:pt>
                <c:pt idx="1840">
                  <c:v>43620</c:v>
                </c:pt>
                <c:pt idx="1841">
                  <c:v>43619</c:v>
                </c:pt>
                <c:pt idx="1842">
                  <c:v>43616</c:v>
                </c:pt>
                <c:pt idx="1843">
                  <c:v>43615</c:v>
                </c:pt>
                <c:pt idx="1844">
                  <c:v>43614</c:v>
                </c:pt>
                <c:pt idx="1845">
                  <c:v>43613</c:v>
                </c:pt>
                <c:pt idx="1846">
                  <c:v>43609</c:v>
                </c:pt>
                <c:pt idx="1847">
                  <c:v>43608</c:v>
                </c:pt>
                <c:pt idx="1848">
                  <c:v>43607</c:v>
                </c:pt>
                <c:pt idx="1849">
                  <c:v>43606</c:v>
                </c:pt>
                <c:pt idx="1850">
                  <c:v>43605</c:v>
                </c:pt>
                <c:pt idx="1851">
                  <c:v>43602</c:v>
                </c:pt>
                <c:pt idx="1852">
                  <c:v>43601</c:v>
                </c:pt>
                <c:pt idx="1853">
                  <c:v>43600</c:v>
                </c:pt>
                <c:pt idx="1854">
                  <c:v>43599</c:v>
                </c:pt>
                <c:pt idx="1855">
                  <c:v>43598</c:v>
                </c:pt>
                <c:pt idx="1856">
                  <c:v>43595</c:v>
                </c:pt>
                <c:pt idx="1857">
                  <c:v>43594</c:v>
                </c:pt>
                <c:pt idx="1858">
                  <c:v>43593</c:v>
                </c:pt>
                <c:pt idx="1859">
                  <c:v>43592</c:v>
                </c:pt>
                <c:pt idx="1860">
                  <c:v>43591</c:v>
                </c:pt>
                <c:pt idx="1861">
                  <c:v>43588</c:v>
                </c:pt>
                <c:pt idx="1862">
                  <c:v>43587</c:v>
                </c:pt>
                <c:pt idx="1863">
                  <c:v>43586</c:v>
                </c:pt>
                <c:pt idx="1864">
                  <c:v>43585</c:v>
                </c:pt>
                <c:pt idx="1865">
                  <c:v>43584</c:v>
                </c:pt>
                <c:pt idx="1866">
                  <c:v>43581</c:v>
                </c:pt>
                <c:pt idx="1867">
                  <c:v>43580</c:v>
                </c:pt>
                <c:pt idx="1868">
                  <c:v>43579</c:v>
                </c:pt>
                <c:pt idx="1869">
                  <c:v>43578</c:v>
                </c:pt>
                <c:pt idx="1870">
                  <c:v>43577</c:v>
                </c:pt>
                <c:pt idx="1871">
                  <c:v>43573</c:v>
                </c:pt>
                <c:pt idx="1872">
                  <c:v>43572</c:v>
                </c:pt>
                <c:pt idx="1873">
                  <c:v>43571</c:v>
                </c:pt>
                <c:pt idx="1874">
                  <c:v>43570</c:v>
                </c:pt>
                <c:pt idx="1875">
                  <c:v>43567</c:v>
                </c:pt>
                <c:pt idx="1876">
                  <c:v>43566</c:v>
                </c:pt>
                <c:pt idx="1877">
                  <c:v>43565</c:v>
                </c:pt>
                <c:pt idx="1878">
                  <c:v>43564</c:v>
                </c:pt>
                <c:pt idx="1879">
                  <c:v>43563</c:v>
                </c:pt>
                <c:pt idx="1880">
                  <c:v>43560</c:v>
                </c:pt>
                <c:pt idx="1881">
                  <c:v>43559</c:v>
                </c:pt>
                <c:pt idx="1882">
                  <c:v>43558</c:v>
                </c:pt>
                <c:pt idx="1883">
                  <c:v>43557</c:v>
                </c:pt>
                <c:pt idx="1884">
                  <c:v>43556</c:v>
                </c:pt>
                <c:pt idx="1885">
                  <c:v>43553</c:v>
                </c:pt>
                <c:pt idx="1886">
                  <c:v>43552</c:v>
                </c:pt>
                <c:pt idx="1887">
                  <c:v>43551</c:v>
                </c:pt>
                <c:pt idx="1888">
                  <c:v>43550</c:v>
                </c:pt>
                <c:pt idx="1889">
                  <c:v>43549</c:v>
                </c:pt>
                <c:pt idx="1890">
                  <c:v>43546</c:v>
                </c:pt>
                <c:pt idx="1891">
                  <c:v>43545</c:v>
                </c:pt>
                <c:pt idx="1892">
                  <c:v>43544</c:v>
                </c:pt>
                <c:pt idx="1893">
                  <c:v>43543</c:v>
                </c:pt>
                <c:pt idx="1894">
                  <c:v>43542</c:v>
                </c:pt>
                <c:pt idx="1895">
                  <c:v>43539</c:v>
                </c:pt>
                <c:pt idx="1896">
                  <c:v>43538</c:v>
                </c:pt>
                <c:pt idx="1897">
                  <c:v>43537</c:v>
                </c:pt>
                <c:pt idx="1898">
                  <c:v>43536</c:v>
                </c:pt>
                <c:pt idx="1899">
                  <c:v>43535</c:v>
                </c:pt>
                <c:pt idx="1900">
                  <c:v>43532</c:v>
                </c:pt>
                <c:pt idx="1901">
                  <c:v>43531</c:v>
                </c:pt>
                <c:pt idx="1902">
                  <c:v>43530</c:v>
                </c:pt>
                <c:pt idx="1903">
                  <c:v>43529</c:v>
                </c:pt>
                <c:pt idx="1904">
                  <c:v>43528</c:v>
                </c:pt>
                <c:pt idx="1905">
                  <c:v>43525</c:v>
                </c:pt>
                <c:pt idx="1906">
                  <c:v>43524</c:v>
                </c:pt>
                <c:pt idx="1907">
                  <c:v>43523</c:v>
                </c:pt>
                <c:pt idx="1908">
                  <c:v>43522</c:v>
                </c:pt>
                <c:pt idx="1909">
                  <c:v>43521</c:v>
                </c:pt>
                <c:pt idx="1910">
                  <c:v>43518</c:v>
                </c:pt>
                <c:pt idx="1911">
                  <c:v>43517</c:v>
                </c:pt>
                <c:pt idx="1912">
                  <c:v>43516</c:v>
                </c:pt>
                <c:pt idx="1913">
                  <c:v>43515</c:v>
                </c:pt>
                <c:pt idx="1914">
                  <c:v>43511</c:v>
                </c:pt>
                <c:pt idx="1915">
                  <c:v>43510</c:v>
                </c:pt>
                <c:pt idx="1916">
                  <c:v>43509</c:v>
                </c:pt>
                <c:pt idx="1917">
                  <c:v>43508</c:v>
                </c:pt>
                <c:pt idx="1918">
                  <c:v>43507</c:v>
                </c:pt>
                <c:pt idx="1919">
                  <c:v>43504</c:v>
                </c:pt>
                <c:pt idx="1920">
                  <c:v>43503</c:v>
                </c:pt>
                <c:pt idx="1921">
                  <c:v>43502</c:v>
                </c:pt>
                <c:pt idx="1922">
                  <c:v>43501</c:v>
                </c:pt>
                <c:pt idx="1923">
                  <c:v>43500</c:v>
                </c:pt>
                <c:pt idx="1924">
                  <c:v>43497</c:v>
                </c:pt>
                <c:pt idx="1925">
                  <c:v>43496</c:v>
                </c:pt>
                <c:pt idx="1926">
                  <c:v>43495</c:v>
                </c:pt>
                <c:pt idx="1927">
                  <c:v>43494</c:v>
                </c:pt>
                <c:pt idx="1928">
                  <c:v>43493</c:v>
                </c:pt>
                <c:pt idx="1929">
                  <c:v>43490</c:v>
                </c:pt>
                <c:pt idx="1930">
                  <c:v>43489</c:v>
                </c:pt>
                <c:pt idx="1931">
                  <c:v>43488</c:v>
                </c:pt>
                <c:pt idx="1932">
                  <c:v>43487</c:v>
                </c:pt>
                <c:pt idx="1933">
                  <c:v>43483</c:v>
                </c:pt>
                <c:pt idx="1934">
                  <c:v>43482</c:v>
                </c:pt>
                <c:pt idx="1935">
                  <c:v>43481</c:v>
                </c:pt>
                <c:pt idx="1936">
                  <c:v>43480</c:v>
                </c:pt>
                <c:pt idx="1937">
                  <c:v>43479</c:v>
                </c:pt>
                <c:pt idx="1938">
                  <c:v>43476</c:v>
                </c:pt>
                <c:pt idx="1939">
                  <c:v>43475</c:v>
                </c:pt>
                <c:pt idx="1940">
                  <c:v>43474</c:v>
                </c:pt>
                <c:pt idx="1941">
                  <c:v>43473</c:v>
                </c:pt>
                <c:pt idx="1942">
                  <c:v>43472</c:v>
                </c:pt>
                <c:pt idx="1943">
                  <c:v>43469</c:v>
                </c:pt>
                <c:pt idx="1944">
                  <c:v>43468</c:v>
                </c:pt>
                <c:pt idx="1945">
                  <c:v>43467</c:v>
                </c:pt>
                <c:pt idx="1946">
                  <c:v>43465</c:v>
                </c:pt>
                <c:pt idx="1947">
                  <c:v>43462</c:v>
                </c:pt>
                <c:pt idx="1948">
                  <c:v>43461</c:v>
                </c:pt>
                <c:pt idx="1949">
                  <c:v>43460</c:v>
                </c:pt>
                <c:pt idx="1950">
                  <c:v>43458</c:v>
                </c:pt>
                <c:pt idx="1951">
                  <c:v>43455</c:v>
                </c:pt>
                <c:pt idx="1952">
                  <c:v>43454</c:v>
                </c:pt>
                <c:pt idx="1953">
                  <c:v>43453</c:v>
                </c:pt>
                <c:pt idx="1954">
                  <c:v>43452</c:v>
                </c:pt>
                <c:pt idx="1955">
                  <c:v>43451</c:v>
                </c:pt>
                <c:pt idx="1956">
                  <c:v>43448</c:v>
                </c:pt>
                <c:pt idx="1957">
                  <c:v>43447</c:v>
                </c:pt>
                <c:pt idx="1958">
                  <c:v>43446</c:v>
                </c:pt>
                <c:pt idx="1959">
                  <c:v>43445</c:v>
                </c:pt>
                <c:pt idx="1960">
                  <c:v>43444</c:v>
                </c:pt>
                <c:pt idx="1961">
                  <c:v>43441</c:v>
                </c:pt>
                <c:pt idx="1962">
                  <c:v>43440</c:v>
                </c:pt>
                <c:pt idx="1963">
                  <c:v>43438</c:v>
                </c:pt>
                <c:pt idx="1964">
                  <c:v>43437</c:v>
                </c:pt>
                <c:pt idx="1965">
                  <c:v>43434</c:v>
                </c:pt>
                <c:pt idx="1966">
                  <c:v>43433</c:v>
                </c:pt>
                <c:pt idx="1967">
                  <c:v>43432</c:v>
                </c:pt>
                <c:pt idx="1968">
                  <c:v>43431</c:v>
                </c:pt>
                <c:pt idx="1969">
                  <c:v>43430</c:v>
                </c:pt>
                <c:pt idx="1970">
                  <c:v>43427</c:v>
                </c:pt>
                <c:pt idx="1971">
                  <c:v>43425</c:v>
                </c:pt>
                <c:pt idx="1972">
                  <c:v>43424</c:v>
                </c:pt>
                <c:pt idx="1973">
                  <c:v>43423</c:v>
                </c:pt>
                <c:pt idx="1974">
                  <c:v>43420</c:v>
                </c:pt>
                <c:pt idx="1975">
                  <c:v>43419</c:v>
                </c:pt>
                <c:pt idx="1976">
                  <c:v>43418</c:v>
                </c:pt>
                <c:pt idx="1977">
                  <c:v>43417</c:v>
                </c:pt>
                <c:pt idx="1978">
                  <c:v>43416</c:v>
                </c:pt>
                <c:pt idx="1979">
                  <c:v>43413</c:v>
                </c:pt>
                <c:pt idx="1980">
                  <c:v>43412</c:v>
                </c:pt>
                <c:pt idx="1981">
                  <c:v>43411</c:v>
                </c:pt>
                <c:pt idx="1982">
                  <c:v>43410</c:v>
                </c:pt>
                <c:pt idx="1983">
                  <c:v>43409</c:v>
                </c:pt>
                <c:pt idx="1984">
                  <c:v>43406</c:v>
                </c:pt>
                <c:pt idx="1985">
                  <c:v>43405</c:v>
                </c:pt>
                <c:pt idx="1986">
                  <c:v>43404</c:v>
                </c:pt>
                <c:pt idx="1987">
                  <c:v>43403</c:v>
                </c:pt>
                <c:pt idx="1988">
                  <c:v>43402</c:v>
                </c:pt>
                <c:pt idx="1989">
                  <c:v>43399</c:v>
                </c:pt>
                <c:pt idx="1990">
                  <c:v>43398</c:v>
                </c:pt>
                <c:pt idx="1991">
                  <c:v>43397</c:v>
                </c:pt>
                <c:pt idx="1992">
                  <c:v>43396</c:v>
                </c:pt>
                <c:pt idx="1993">
                  <c:v>43395</c:v>
                </c:pt>
                <c:pt idx="1994">
                  <c:v>43392</c:v>
                </c:pt>
                <c:pt idx="1995">
                  <c:v>43391</c:v>
                </c:pt>
                <c:pt idx="1996">
                  <c:v>43390</c:v>
                </c:pt>
                <c:pt idx="1997">
                  <c:v>43389</c:v>
                </c:pt>
                <c:pt idx="1998">
                  <c:v>43388</c:v>
                </c:pt>
                <c:pt idx="1999">
                  <c:v>43385</c:v>
                </c:pt>
                <c:pt idx="2000">
                  <c:v>43384</c:v>
                </c:pt>
                <c:pt idx="2001">
                  <c:v>43383</c:v>
                </c:pt>
                <c:pt idx="2002">
                  <c:v>43382</c:v>
                </c:pt>
                <c:pt idx="2003">
                  <c:v>43381</c:v>
                </c:pt>
                <c:pt idx="2004">
                  <c:v>43378</c:v>
                </c:pt>
                <c:pt idx="2005">
                  <c:v>43377</c:v>
                </c:pt>
                <c:pt idx="2006">
                  <c:v>43376</c:v>
                </c:pt>
                <c:pt idx="2007">
                  <c:v>43375</c:v>
                </c:pt>
                <c:pt idx="2008">
                  <c:v>43374</c:v>
                </c:pt>
                <c:pt idx="2009">
                  <c:v>43371</c:v>
                </c:pt>
                <c:pt idx="2010">
                  <c:v>43370</c:v>
                </c:pt>
                <c:pt idx="2011">
                  <c:v>43369</c:v>
                </c:pt>
                <c:pt idx="2012">
                  <c:v>43368</c:v>
                </c:pt>
                <c:pt idx="2013">
                  <c:v>43367</c:v>
                </c:pt>
                <c:pt idx="2014">
                  <c:v>43364</c:v>
                </c:pt>
                <c:pt idx="2015">
                  <c:v>43363</c:v>
                </c:pt>
                <c:pt idx="2016">
                  <c:v>43362</c:v>
                </c:pt>
                <c:pt idx="2017">
                  <c:v>43361</c:v>
                </c:pt>
                <c:pt idx="2018">
                  <c:v>43360</c:v>
                </c:pt>
                <c:pt idx="2019">
                  <c:v>43357</c:v>
                </c:pt>
                <c:pt idx="2020">
                  <c:v>43356</c:v>
                </c:pt>
                <c:pt idx="2021">
                  <c:v>43355</c:v>
                </c:pt>
                <c:pt idx="2022">
                  <c:v>43354</c:v>
                </c:pt>
                <c:pt idx="2023">
                  <c:v>43353</c:v>
                </c:pt>
                <c:pt idx="2024">
                  <c:v>43350</c:v>
                </c:pt>
                <c:pt idx="2025">
                  <c:v>43349</c:v>
                </c:pt>
                <c:pt idx="2026">
                  <c:v>43348</c:v>
                </c:pt>
                <c:pt idx="2027">
                  <c:v>43347</c:v>
                </c:pt>
                <c:pt idx="2028">
                  <c:v>43343</c:v>
                </c:pt>
                <c:pt idx="2029">
                  <c:v>43342</c:v>
                </c:pt>
                <c:pt idx="2030">
                  <c:v>43341</c:v>
                </c:pt>
                <c:pt idx="2031">
                  <c:v>43340</c:v>
                </c:pt>
                <c:pt idx="2032">
                  <c:v>43339</c:v>
                </c:pt>
                <c:pt idx="2033">
                  <c:v>43336</c:v>
                </c:pt>
                <c:pt idx="2034">
                  <c:v>43335</c:v>
                </c:pt>
                <c:pt idx="2035">
                  <c:v>43334</c:v>
                </c:pt>
                <c:pt idx="2036">
                  <c:v>43333</c:v>
                </c:pt>
                <c:pt idx="2037">
                  <c:v>43332</c:v>
                </c:pt>
                <c:pt idx="2038">
                  <c:v>43329</c:v>
                </c:pt>
                <c:pt idx="2039">
                  <c:v>43328</c:v>
                </c:pt>
                <c:pt idx="2040">
                  <c:v>43327</c:v>
                </c:pt>
                <c:pt idx="2041">
                  <c:v>43326</c:v>
                </c:pt>
                <c:pt idx="2042">
                  <c:v>43325</c:v>
                </c:pt>
                <c:pt idx="2043">
                  <c:v>43322</c:v>
                </c:pt>
                <c:pt idx="2044">
                  <c:v>43321</c:v>
                </c:pt>
                <c:pt idx="2045">
                  <c:v>43320</c:v>
                </c:pt>
                <c:pt idx="2046">
                  <c:v>43319</c:v>
                </c:pt>
                <c:pt idx="2047">
                  <c:v>43318</c:v>
                </c:pt>
                <c:pt idx="2048">
                  <c:v>43315</c:v>
                </c:pt>
                <c:pt idx="2049">
                  <c:v>43314</c:v>
                </c:pt>
                <c:pt idx="2050">
                  <c:v>43313</c:v>
                </c:pt>
                <c:pt idx="2051">
                  <c:v>43312</c:v>
                </c:pt>
                <c:pt idx="2052">
                  <c:v>43311</c:v>
                </c:pt>
                <c:pt idx="2053">
                  <c:v>43308</c:v>
                </c:pt>
                <c:pt idx="2054">
                  <c:v>43307</c:v>
                </c:pt>
                <c:pt idx="2055">
                  <c:v>43306</c:v>
                </c:pt>
                <c:pt idx="2056">
                  <c:v>43305</c:v>
                </c:pt>
                <c:pt idx="2057">
                  <c:v>43304</c:v>
                </c:pt>
                <c:pt idx="2058">
                  <c:v>43301</c:v>
                </c:pt>
                <c:pt idx="2059">
                  <c:v>43300</c:v>
                </c:pt>
                <c:pt idx="2060">
                  <c:v>43299</c:v>
                </c:pt>
                <c:pt idx="2061">
                  <c:v>43298</c:v>
                </c:pt>
                <c:pt idx="2062">
                  <c:v>43297</c:v>
                </c:pt>
                <c:pt idx="2063">
                  <c:v>43294</c:v>
                </c:pt>
                <c:pt idx="2064">
                  <c:v>43293</c:v>
                </c:pt>
                <c:pt idx="2065">
                  <c:v>43292</c:v>
                </c:pt>
                <c:pt idx="2066">
                  <c:v>43291</c:v>
                </c:pt>
                <c:pt idx="2067">
                  <c:v>43290</c:v>
                </c:pt>
                <c:pt idx="2068">
                  <c:v>43287</c:v>
                </c:pt>
                <c:pt idx="2069">
                  <c:v>43286</c:v>
                </c:pt>
                <c:pt idx="2070">
                  <c:v>43284</c:v>
                </c:pt>
                <c:pt idx="2071">
                  <c:v>43283</c:v>
                </c:pt>
                <c:pt idx="2072">
                  <c:v>43280</c:v>
                </c:pt>
                <c:pt idx="2073">
                  <c:v>43279</c:v>
                </c:pt>
                <c:pt idx="2074">
                  <c:v>43278</c:v>
                </c:pt>
                <c:pt idx="2075">
                  <c:v>43277</c:v>
                </c:pt>
                <c:pt idx="2076">
                  <c:v>43276</c:v>
                </c:pt>
                <c:pt idx="2077">
                  <c:v>43273</c:v>
                </c:pt>
                <c:pt idx="2078">
                  <c:v>43272</c:v>
                </c:pt>
                <c:pt idx="2079">
                  <c:v>43271</c:v>
                </c:pt>
                <c:pt idx="2080">
                  <c:v>43270</c:v>
                </c:pt>
                <c:pt idx="2081">
                  <c:v>43269</c:v>
                </c:pt>
                <c:pt idx="2082">
                  <c:v>43266</c:v>
                </c:pt>
                <c:pt idx="2083">
                  <c:v>43265</c:v>
                </c:pt>
                <c:pt idx="2084">
                  <c:v>43264</c:v>
                </c:pt>
                <c:pt idx="2085">
                  <c:v>43263</c:v>
                </c:pt>
                <c:pt idx="2086">
                  <c:v>43262</c:v>
                </c:pt>
                <c:pt idx="2087">
                  <c:v>43259</c:v>
                </c:pt>
                <c:pt idx="2088">
                  <c:v>43258</c:v>
                </c:pt>
                <c:pt idx="2089">
                  <c:v>43257</c:v>
                </c:pt>
                <c:pt idx="2090">
                  <c:v>43256</c:v>
                </c:pt>
                <c:pt idx="2091">
                  <c:v>43255</c:v>
                </c:pt>
                <c:pt idx="2092">
                  <c:v>43252</c:v>
                </c:pt>
                <c:pt idx="2093">
                  <c:v>43251</c:v>
                </c:pt>
                <c:pt idx="2094">
                  <c:v>43250</c:v>
                </c:pt>
                <c:pt idx="2095">
                  <c:v>43249</c:v>
                </c:pt>
                <c:pt idx="2096">
                  <c:v>43245</c:v>
                </c:pt>
                <c:pt idx="2097">
                  <c:v>43244</c:v>
                </c:pt>
                <c:pt idx="2098">
                  <c:v>43243</c:v>
                </c:pt>
                <c:pt idx="2099">
                  <c:v>43242</c:v>
                </c:pt>
                <c:pt idx="2100">
                  <c:v>43241</c:v>
                </c:pt>
                <c:pt idx="2101">
                  <c:v>43238</c:v>
                </c:pt>
                <c:pt idx="2102">
                  <c:v>43237</c:v>
                </c:pt>
                <c:pt idx="2103">
                  <c:v>43236</c:v>
                </c:pt>
                <c:pt idx="2104">
                  <c:v>43235</c:v>
                </c:pt>
                <c:pt idx="2105">
                  <c:v>43234</c:v>
                </c:pt>
                <c:pt idx="2106">
                  <c:v>43231</c:v>
                </c:pt>
                <c:pt idx="2107">
                  <c:v>43230</c:v>
                </c:pt>
                <c:pt idx="2108">
                  <c:v>43229</c:v>
                </c:pt>
                <c:pt idx="2109">
                  <c:v>43228</c:v>
                </c:pt>
                <c:pt idx="2110">
                  <c:v>43227</c:v>
                </c:pt>
                <c:pt idx="2111">
                  <c:v>43224</c:v>
                </c:pt>
                <c:pt idx="2112">
                  <c:v>43223</c:v>
                </c:pt>
                <c:pt idx="2113">
                  <c:v>43222</c:v>
                </c:pt>
                <c:pt idx="2114">
                  <c:v>43221</c:v>
                </c:pt>
                <c:pt idx="2115">
                  <c:v>43220</c:v>
                </c:pt>
                <c:pt idx="2116">
                  <c:v>43217</c:v>
                </c:pt>
                <c:pt idx="2117">
                  <c:v>43216</c:v>
                </c:pt>
                <c:pt idx="2118">
                  <c:v>43215</c:v>
                </c:pt>
                <c:pt idx="2119">
                  <c:v>43214</c:v>
                </c:pt>
                <c:pt idx="2120">
                  <c:v>43213</c:v>
                </c:pt>
                <c:pt idx="2121">
                  <c:v>43210</c:v>
                </c:pt>
                <c:pt idx="2122">
                  <c:v>43209</c:v>
                </c:pt>
                <c:pt idx="2123">
                  <c:v>43208</c:v>
                </c:pt>
                <c:pt idx="2124">
                  <c:v>43207</c:v>
                </c:pt>
                <c:pt idx="2125">
                  <c:v>43206</c:v>
                </c:pt>
                <c:pt idx="2126">
                  <c:v>43203</c:v>
                </c:pt>
                <c:pt idx="2127">
                  <c:v>43202</c:v>
                </c:pt>
                <c:pt idx="2128">
                  <c:v>43201</c:v>
                </c:pt>
                <c:pt idx="2129">
                  <c:v>43200</c:v>
                </c:pt>
                <c:pt idx="2130">
                  <c:v>43199</c:v>
                </c:pt>
                <c:pt idx="2131">
                  <c:v>43196</c:v>
                </c:pt>
                <c:pt idx="2132">
                  <c:v>43195</c:v>
                </c:pt>
                <c:pt idx="2133">
                  <c:v>43194</c:v>
                </c:pt>
                <c:pt idx="2134">
                  <c:v>43193</c:v>
                </c:pt>
                <c:pt idx="2135">
                  <c:v>43192</c:v>
                </c:pt>
                <c:pt idx="2136">
                  <c:v>43188</c:v>
                </c:pt>
                <c:pt idx="2137">
                  <c:v>43187</c:v>
                </c:pt>
                <c:pt idx="2138">
                  <c:v>43186</c:v>
                </c:pt>
                <c:pt idx="2139">
                  <c:v>43185</c:v>
                </c:pt>
                <c:pt idx="2140">
                  <c:v>43182</c:v>
                </c:pt>
                <c:pt idx="2141">
                  <c:v>43181</c:v>
                </c:pt>
                <c:pt idx="2142">
                  <c:v>43180</c:v>
                </c:pt>
                <c:pt idx="2143">
                  <c:v>43179</c:v>
                </c:pt>
                <c:pt idx="2144">
                  <c:v>43178</c:v>
                </c:pt>
                <c:pt idx="2145">
                  <c:v>43175</c:v>
                </c:pt>
                <c:pt idx="2146">
                  <c:v>43174</c:v>
                </c:pt>
                <c:pt idx="2147">
                  <c:v>43173</c:v>
                </c:pt>
                <c:pt idx="2148">
                  <c:v>43172</c:v>
                </c:pt>
                <c:pt idx="2149">
                  <c:v>43171</c:v>
                </c:pt>
                <c:pt idx="2150">
                  <c:v>43168</c:v>
                </c:pt>
                <c:pt idx="2151">
                  <c:v>43167</c:v>
                </c:pt>
                <c:pt idx="2152">
                  <c:v>43166</c:v>
                </c:pt>
                <c:pt idx="2153">
                  <c:v>43165</c:v>
                </c:pt>
                <c:pt idx="2154">
                  <c:v>43164</c:v>
                </c:pt>
                <c:pt idx="2155">
                  <c:v>43161</c:v>
                </c:pt>
                <c:pt idx="2156">
                  <c:v>43160</c:v>
                </c:pt>
                <c:pt idx="2157">
                  <c:v>43159</c:v>
                </c:pt>
                <c:pt idx="2158">
                  <c:v>43158</c:v>
                </c:pt>
                <c:pt idx="2159">
                  <c:v>43157</c:v>
                </c:pt>
                <c:pt idx="2160">
                  <c:v>43154</c:v>
                </c:pt>
                <c:pt idx="2161">
                  <c:v>43153</c:v>
                </c:pt>
                <c:pt idx="2162">
                  <c:v>43152</c:v>
                </c:pt>
                <c:pt idx="2163">
                  <c:v>43151</c:v>
                </c:pt>
                <c:pt idx="2164">
                  <c:v>43147</c:v>
                </c:pt>
                <c:pt idx="2165">
                  <c:v>43146</c:v>
                </c:pt>
                <c:pt idx="2166">
                  <c:v>43145</c:v>
                </c:pt>
                <c:pt idx="2167">
                  <c:v>43144</c:v>
                </c:pt>
                <c:pt idx="2168">
                  <c:v>43143</c:v>
                </c:pt>
                <c:pt idx="2169">
                  <c:v>43140</c:v>
                </c:pt>
                <c:pt idx="2170">
                  <c:v>43139</c:v>
                </c:pt>
                <c:pt idx="2171">
                  <c:v>43138</c:v>
                </c:pt>
                <c:pt idx="2172">
                  <c:v>43137</c:v>
                </c:pt>
                <c:pt idx="2173">
                  <c:v>43136</c:v>
                </c:pt>
                <c:pt idx="2174">
                  <c:v>43133</c:v>
                </c:pt>
                <c:pt idx="2175">
                  <c:v>43132</c:v>
                </c:pt>
                <c:pt idx="2176">
                  <c:v>43131</c:v>
                </c:pt>
                <c:pt idx="2177">
                  <c:v>43130</c:v>
                </c:pt>
                <c:pt idx="2178">
                  <c:v>43129</c:v>
                </c:pt>
                <c:pt idx="2179">
                  <c:v>43126</c:v>
                </c:pt>
                <c:pt idx="2180">
                  <c:v>43125</c:v>
                </c:pt>
                <c:pt idx="2181">
                  <c:v>43124</c:v>
                </c:pt>
                <c:pt idx="2182">
                  <c:v>43123</c:v>
                </c:pt>
                <c:pt idx="2183">
                  <c:v>43122</c:v>
                </c:pt>
                <c:pt idx="2184">
                  <c:v>43119</c:v>
                </c:pt>
                <c:pt idx="2185">
                  <c:v>43118</c:v>
                </c:pt>
                <c:pt idx="2186">
                  <c:v>43117</c:v>
                </c:pt>
                <c:pt idx="2187">
                  <c:v>43116</c:v>
                </c:pt>
                <c:pt idx="2188">
                  <c:v>43112</c:v>
                </c:pt>
                <c:pt idx="2189">
                  <c:v>43111</c:v>
                </c:pt>
                <c:pt idx="2190">
                  <c:v>43110</c:v>
                </c:pt>
                <c:pt idx="2191">
                  <c:v>43109</c:v>
                </c:pt>
                <c:pt idx="2192">
                  <c:v>43108</c:v>
                </c:pt>
                <c:pt idx="2193">
                  <c:v>43105</c:v>
                </c:pt>
                <c:pt idx="2194">
                  <c:v>43104</c:v>
                </c:pt>
                <c:pt idx="2195">
                  <c:v>43103</c:v>
                </c:pt>
                <c:pt idx="2196">
                  <c:v>43102</c:v>
                </c:pt>
                <c:pt idx="2197">
                  <c:v>43098</c:v>
                </c:pt>
                <c:pt idx="2198">
                  <c:v>43097</c:v>
                </c:pt>
                <c:pt idx="2199">
                  <c:v>43096</c:v>
                </c:pt>
                <c:pt idx="2200">
                  <c:v>43095</c:v>
                </c:pt>
                <c:pt idx="2201">
                  <c:v>43091</c:v>
                </c:pt>
                <c:pt idx="2202">
                  <c:v>43090</c:v>
                </c:pt>
                <c:pt idx="2203">
                  <c:v>43089</c:v>
                </c:pt>
                <c:pt idx="2204">
                  <c:v>43088</c:v>
                </c:pt>
                <c:pt idx="2205">
                  <c:v>43087</c:v>
                </c:pt>
                <c:pt idx="2206">
                  <c:v>43084</c:v>
                </c:pt>
                <c:pt idx="2207">
                  <c:v>43083</c:v>
                </c:pt>
                <c:pt idx="2208">
                  <c:v>43082</c:v>
                </c:pt>
                <c:pt idx="2209">
                  <c:v>43081</c:v>
                </c:pt>
                <c:pt idx="2210">
                  <c:v>43080</c:v>
                </c:pt>
                <c:pt idx="2211">
                  <c:v>43077</c:v>
                </c:pt>
                <c:pt idx="2212">
                  <c:v>43076</c:v>
                </c:pt>
                <c:pt idx="2213">
                  <c:v>43075</c:v>
                </c:pt>
                <c:pt idx="2214">
                  <c:v>43074</c:v>
                </c:pt>
                <c:pt idx="2215">
                  <c:v>43073</c:v>
                </c:pt>
                <c:pt idx="2216">
                  <c:v>43070</c:v>
                </c:pt>
                <c:pt idx="2217">
                  <c:v>43069</c:v>
                </c:pt>
                <c:pt idx="2218">
                  <c:v>43068</c:v>
                </c:pt>
                <c:pt idx="2219">
                  <c:v>43067</c:v>
                </c:pt>
                <c:pt idx="2220">
                  <c:v>43066</c:v>
                </c:pt>
                <c:pt idx="2221">
                  <c:v>43063</c:v>
                </c:pt>
                <c:pt idx="2222">
                  <c:v>43061</c:v>
                </c:pt>
                <c:pt idx="2223">
                  <c:v>43060</c:v>
                </c:pt>
                <c:pt idx="2224">
                  <c:v>43059</c:v>
                </c:pt>
                <c:pt idx="2225">
                  <c:v>43056</c:v>
                </c:pt>
                <c:pt idx="2226">
                  <c:v>43055</c:v>
                </c:pt>
                <c:pt idx="2227">
                  <c:v>43054</c:v>
                </c:pt>
                <c:pt idx="2228">
                  <c:v>43053</c:v>
                </c:pt>
                <c:pt idx="2229">
                  <c:v>43052</c:v>
                </c:pt>
                <c:pt idx="2230">
                  <c:v>43049</c:v>
                </c:pt>
                <c:pt idx="2231">
                  <c:v>43048</c:v>
                </c:pt>
                <c:pt idx="2232">
                  <c:v>43047</c:v>
                </c:pt>
                <c:pt idx="2233">
                  <c:v>43046</c:v>
                </c:pt>
                <c:pt idx="2234">
                  <c:v>43045</c:v>
                </c:pt>
                <c:pt idx="2235">
                  <c:v>43042</c:v>
                </c:pt>
                <c:pt idx="2236">
                  <c:v>43041</c:v>
                </c:pt>
                <c:pt idx="2237">
                  <c:v>43040</c:v>
                </c:pt>
                <c:pt idx="2238">
                  <c:v>43039</c:v>
                </c:pt>
                <c:pt idx="2239">
                  <c:v>43038</c:v>
                </c:pt>
                <c:pt idx="2240">
                  <c:v>43035</c:v>
                </c:pt>
                <c:pt idx="2241">
                  <c:v>43034</c:v>
                </c:pt>
                <c:pt idx="2242">
                  <c:v>43033</c:v>
                </c:pt>
                <c:pt idx="2243">
                  <c:v>43032</c:v>
                </c:pt>
                <c:pt idx="2244">
                  <c:v>43031</c:v>
                </c:pt>
                <c:pt idx="2245">
                  <c:v>43028</c:v>
                </c:pt>
                <c:pt idx="2246">
                  <c:v>43027</c:v>
                </c:pt>
                <c:pt idx="2247">
                  <c:v>43026</c:v>
                </c:pt>
                <c:pt idx="2248">
                  <c:v>43025</c:v>
                </c:pt>
                <c:pt idx="2249">
                  <c:v>43024</c:v>
                </c:pt>
                <c:pt idx="2250">
                  <c:v>43021</c:v>
                </c:pt>
                <c:pt idx="2251">
                  <c:v>43020</c:v>
                </c:pt>
                <c:pt idx="2252">
                  <c:v>43019</c:v>
                </c:pt>
                <c:pt idx="2253">
                  <c:v>43018</c:v>
                </c:pt>
                <c:pt idx="2254">
                  <c:v>43017</c:v>
                </c:pt>
                <c:pt idx="2255">
                  <c:v>43014</c:v>
                </c:pt>
                <c:pt idx="2256">
                  <c:v>43013</c:v>
                </c:pt>
                <c:pt idx="2257">
                  <c:v>43012</c:v>
                </c:pt>
                <c:pt idx="2258">
                  <c:v>43011</c:v>
                </c:pt>
                <c:pt idx="2259">
                  <c:v>43010</c:v>
                </c:pt>
                <c:pt idx="2260">
                  <c:v>43007</c:v>
                </c:pt>
                <c:pt idx="2261">
                  <c:v>43006</c:v>
                </c:pt>
                <c:pt idx="2262">
                  <c:v>43005</c:v>
                </c:pt>
                <c:pt idx="2263">
                  <c:v>43004</c:v>
                </c:pt>
                <c:pt idx="2264">
                  <c:v>43003</c:v>
                </c:pt>
                <c:pt idx="2265">
                  <c:v>43000</c:v>
                </c:pt>
                <c:pt idx="2266">
                  <c:v>42999</c:v>
                </c:pt>
                <c:pt idx="2267">
                  <c:v>42998</c:v>
                </c:pt>
                <c:pt idx="2268">
                  <c:v>42997</c:v>
                </c:pt>
                <c:pt idx="2269">
                  <c:v>42996</c:v>
                </c:pt>
                <c:pt idx="2270">
                  <c:v>42993</c:v>
                </c:pt>
                <c:pt idx="2271">
                  <c:v>42992</c:v>
                </c:pt>
                <c:pt idx="2272">
                  <c:v>42991</c:v>
                </c:pt>
                <c:pt idx="2273">
                  <c:v>42990</c:v>
                </c:pt>
                <c:pt idx="2274">
                  <c:v>42989</c:v>
                </c:pt>
                <c:pt idx="2275">
                  <c:v>42986</c:v>
                </c:pt>
                <c:pt idx="2276">
                  <c:v>42985</c:v>
                </c:pt>
                <c:pt idx="2277">
                  <c:v>42984</c:v>
                </c:pt>
                <c:pt idx="2278">
                  <c:v>42983</c:v>
                </c:pt>
                <c:pt idx="2279">
                  <c:v>42979</c:v>
                </c:pt>
                <c:pt idx="2280">
                  <c:v>42978</c:v>
                </c:pt>
                <c:pt idx="2281">
                  <c:v>42977</c:v>
                </c:pt>
                <c:pt idx="2282">
                  <c:v>42976</c:v>
                </c:pt>
                <c:pt idx="2283">
                  <c:v>42975</c:v>
                </c:pt>
                <c:pt idx="2284">
                  <c:v>42972</c:v>
                </c:pt>
                <c:pt idx="2285">
                  <c:v>42971</c:v>
                </c:pt>
                <c:pt idx="2286">
                  <c:v>42970</c:v>
                </c:pt>
                <c:pt idx="2287">
                  <c:v>42969</c:v>
                </c:pt>
                <c:pt idx="2288">
                  <c:v>42968</c:v>
                </c:pt>
                <c:pt idx="2289">
                  <c:v>42965</c:v>
                </c:pt>
                <c:pt idx="2290">
                  <c:v>42964</c:v>
                </c:pt>
                <c:pt idx="2291">
                  <c:v>42963</c:v>
                </c:pt>
                <c:pt idx="2292">
                  <c:v>42962</c:v>
                </c:pt>
                <c:pt idx="2293">
                  <c:v>42961</c:v>
                </c:pt>
                <c:pt idx="2294">
                  <c:v>42958</c:v>
                </c:pt>
                <c:pt idx="2295">
                  <c:v>42957</c:v>
                </c:pt>
                <c:pt idx="2296">
                  <c:v>42956</c:v>
                </c:pt>
                <c:pt idx="2297">
                  <c:v>42955</c:v>
                </c:pt>
                <c:pt idx="2298">
                  <c:v>42954</c:v>
                </c:pt>
                <c:pt idx="2299">
                  <c:v>42951</c:v>
                </c:pt>
                <c:pt idx="2300">
                  <c:v>42950</c:v>
                </c:pt>
                <c:pt idx="2301">
                  <c:v>42949</c:v>
                </c:pt>
                <c:pt idx="2302">
                  <c:v>42948</c:v>
                </c:pt>
                <c:pt idx="2303">
                  <c:v>42947</c:v>
                </c:pt>
                <c:pt idx="2304">
                  <c:v>42944</c:v>
                </c:pt>
                <c:pt idx="2305">
                  <c:v>42943</c:v>
                </c:pt>
                <c:pt idx="2306">
                  <c:v>42942</c:v>
                </c:pt>
                <c:pt idx="2307">
                  <c:v>42941</c:v>
                </c:pt>
                <c:pt idx="2308">
                  <c:v>42940</c:v>
                </c:pt>
                <c:pt idx="2309">
                  <c:v>42937</c:v>
                </c:pt>
                <c:pt idx="2310">
                  <c:v>42936</c:v>
                </c:pt>
                <c:pt idx="2311">
                  <c:v>42935</c:v>
                </c:pt>
                <c:pt idx="2312">
                  <c:v>42934</c:v>
                </c:pt>
                <c:pt idx="2313">
                  <c:v>42933</c:v>
                </c:pt>
                <c:pt idx="2314">
                  <c:v>42930</c:v>
                </c:pt>
                <c:pt idx="2315">
                  <c:v>42929</c:v>
                </c:pt>
                <c:pt idx="2316">
                  <c:v>42928</c:v>
                </c:pt>
                <c:pt idx="2317">
                  <c:v>42927</c:v>
                </c:pt>
                <c:pt idx="2318">
                  <c:v>42926</c:v>
                </c:pt>
                <c:pt idx="2319">
                  <c:v>42923</c:v>
                </c:pt>
                <c:pt idx="2320">
                  <c:v>42922</c:v>
                </c:pt>
                <c:pt idx="2321">
                  <c:v>42921</c:v>
                </c:pt>
                <c:pt idx="2322">
                  <c:v>42919</c:v>
                </c:pt>
                <c:pt idx="2323">
                  <c:v>42916</c:v>
                </c:pt>
                <c:pt idx="2324">
                  <c:v>42915</c:v>
                </c:pt>
                <c:pt idx="2325">
                  <c:v>42914</c:v>
                </c:pt>
                <c:pt idx="2326">
                  <c:v>42913</c:v>
                </c:pt>
                <c:pt idx="2327">
                  <c:v>42912</c:v>
                </c:pt>
                <c:pt idx="2328">
                  <c:v>42909</c:v>
                </c:pt>
                <c:pt idx="2329">
                  <c:v>42908</c:v>
                </c:pt>
                <c:pt idx="2330">
                  <c:v>42907</c:v>
                </c:pt>
                <c:pt idx="2331">
                  <c:v>42906</c:v>
                </c:pt>
                <c:pt idx="2332">
                  <c:v>42905</c:v>
                </c:pt>
                <c:pt idx="2333">
                  <c:v>42902</c:v>
                </c:pt>
                <c:pt idx="2334">
                  <c:v>42901</c:v>
                </c:pt>
                <c:pt idx="2335">
                  <c:v>42900</c:v>
                </c:pt>
                <c:pt idx="2336">
                  <c:v>42899</c:v>
                </c:pt>
                <c:pt idx="2337">
                  <c:v>42898</c:v>
                </c:pt>
                <c:pt idx="2338">
                  <c:v>42895</c:v>
                </c:pt>
                <c:pt idx="2339">
                  <c:v>42894</c:v>
                </c:pt>
                <c:pt idx="2340">
                  <c:v>42893</c:v>
                </c:pt>
                <c:pt idx="2341">
                  <c:v>42892</c:v>
                </c:pt>
                <c:pt idx="2342">
                  <c:v>42891</c:v>
                </c:pt>
                <c:pt idx="2343">
                  <c:v>42888</c:v>
                </c:pt>
                <c:pt idx="2344">
                  <c:v>42887</c:v>
                </c:pt>
                <c:pt idx="2345">
                  <c:v>42886</c:v>
                </c:pt>
                <c:pt idx="2346">
                  <c:v>42885</c:v>
                </c:pt>
                <c:pt idx="2347">
                  <c:v>42881</c:v>
                </c:pt>
                <c:pt idx="2348">
                  <c:v>42880</c:v>
                </c:pt>
                <c:pt idx="2349">
                  <c:v>42879</c:v>
                </c:pt>
                <c:pt idx="2350">
                  <c:v>42878</c:v>
                </c:pt>
                <c:pt idx="2351">
                  <c:v>42877</c:v>
                </c:pt>
                <c:pt idx="2352">
                  <c:v>42874</c:v>
                </c:pt>
                <c:pt idx="2353">
                  <c:v>42873</c:v>
                </c:pt>
                <c:pt idx="2354">
                  <c:v>42872</c:v>
                </c:pt>
                <c:pt idx="2355">
                  <c:v>42871</c:v>
                </c:pt>
                <c:pt idx="2356">
                  <c:v>42870</c:v>
                </c:pt>
                <c:pt idx="2357">
                  <c:v>42867</c:v>
                </c:pt>
                <c:pt idx="2358">
                  <c:v>42866</c:v>
                </c:pt>
                <c:pt idx="2359">
                  <c:v>42865</c:v>
                </c:pt>
                <c:pt idx="2360">
                  <c:v>42864</c:v>
                </c:pt>
                <c:pt idx="2361">
                  <c:v>42863</c:v>
                </c:pt>
                <c:pt idx="2362">
                  <c:v>42860</c:v>
                </c:pt>
                <c:pt idx="2363">
                  <c:v>42859</c:v>
                </c:pt>
                <c:pt idx="2364">
                  <c:v>42858</c:v>
                </c:pt>
                <c:pt idx="2365">
                  <c:v>42857</c:v>
                </c:pt>
                <c:pt idx="2366">
                  <c:v>42856</c:v>
                </c:pt>
                <c:pt idx="2367">
                  <c:v>42853</c:v>
                </c:pt>
                <c:pt idx="2368">
                  <c:v>42852</c:v>
                </c:pt>
                <c:pt idx="2369">
                  <c:v>42851</c:v>
                </c:pt>
                <c:pt idx="2370">
                  <c:v>42850</c:v>
                </c:pt>
                <c:pt idx="2371">
                  <c:v>42849</c:v>
                </c:pt>
                <c:pt idx="2372">
                  <c:v>42846</c:v>
                </c:pt>
                <c:pt idx="2373">
                  <c:v>42845</c:v>
                </c:pt>
                <c:pt idx="2374">
                  <c:v>42844</c:v>
                </c:pt>
                <c:pt idx="2375">
                  <c:v>42843</c:v>
                </c:pt>
                <c:pt idx="2376">
                  <c:v>42842</c:v>
                </c:pt>
                <c:pt idx="2377">
                  <c:v>42838</c:v>
                </c:pt>
                <c:pt idx="2378">
                  <c:v>42837</c:v>
                </c:pt>
                <c:pt idx="2379">
                  <c:v>42836</c:v>
                </c:pt>
                <c:pt idx="2380">
                  <c:v>42835</c:v>
                </c:pt>
                <c:pt idx="2381">
                  <c:v>42832</c:v>
                </c:pt>
                <c:pt idx="2382">
                  <c:v>42831</c:v>
                </c:pt>
                <c:pt idx="2383">
                  <c:v>42830</c:v>
                </c:pt>
                <c:pt idx="2384">
                  <c:v>42829</c:v>
                </c:pt>
                <c:pt idx="2385">
                  <c:v>42828</c:v>
                </c:pt>
                <c:pt idx="2386">
                  <c:v>42825</c:v>
                </c:pt>
                <c:pt idx="2387">
                  <c:v>42824</c:v>
                </c:pt>
                <c:pt idx="2388">
                  <c:v>42823</c:v>
                </c:pt>
                <c:pt idx="2389">
                  <c:v>42822</c:v>
                </c:pt>
                <c:pt idx="2390">
                  <c:v>42821</c:v>
                </c:pt>
                <c:pt idx="2391">
                  <c:v>42818</c:v>
                </c:pt>
                <c:pt idx="2392">
                  <c:v>42817</c:v>
                </c:pt>
                <c:pt idx="2393">
                  <c:v>42816</c:v>
                </c:pt>
                <c:pt idx="2394">
                  <c:v>42815</c:v>
                </c:pt>
                <c:pt idx="2395">
                  <c:v>42814</c:v>
                </c:pt>
                <c:pt idx="2396">
                  <c:v>42811</c:v>
                </c:pt>
                <c:pt idx="2397">
                  <c:v>42810</c:v>
                </c:pt>
                <c:pt idx="2398">
                  <c:v>42809</c:v>
                </c:pt>
                <c:pt idx="2399">
                  <c:v>42808</c:v>
                </c:pt>
                <c:pt idx="2400">
                  <c:v>42807</c:v>
                </c:pt>
                <c:pt idx="2401">
                  <c:v>42804</c:v>
                </c:pt>
                <c:pt idx="2402">
                  <c:v>42803</c:v>
                </c:pt>
                <c:pt idx="2403">
                  <c:v>42802</c:v>
                </c:pt>
                <c:pt idx="2404">
                  <c:v>42801</c:v>
                </c:pt>
                <c:pt idx="2405">
                  <c:v>42800</c:v>
                </c:pt>
                <c:pt idx="2406">
                  <c:v>42797</c:v>
                </c:pt>
                <c:pt idx="2407">
                  <c:v>42796</c:v>
                </c:pt>
                <c:pt idx="2408">
                  <c:v>42795</c:v>
                </c:pt>
                <c:pt idx="2409">
                  <c:v>42794</c:v>
                </c:pt>
                <c:pt idx="2410">
                  <c:v>42793</c:v>
                </c:pt>
                <c:pt idx="2411">
                  <c:v>42790</c:v>
                </c:pt>
                <c:pt idx="2412">
                  <c:v>42789</c:v>
                </c:pt>
                <c:pt idx="2413">
                  <c:v>42788</c:v>
                </c:pt>
                <c:pt idx="2414">
                  <c:v>42787</c:v>
                </c:pt>
                <c:pt idx="2415">
                  <c:v>42783</c:v>
                </c:pt>
                <c:pt idx="2416">
                  <c:v>42782</c:v>
                </c:pt>
                <c:pt idx="2417">
                  <c:v>42781</c:v>
                </c:pt>
                <c:pt idx="2418">
                  <c:v>42780</c:v>
                </c:pt>
                <c:pt idx="2419">
                  <c:v>42779</c:v>
                </c:pt>
                <c:pt idx="2420">
                  <c:v>42776</c:v>
                </c:pt>
                <c:pt idx="2421">
                  <c:v>42775</c:v>
                </c:pt>
                <c:pt idx="2422">
                  <c:v>42774</c:v>
                </c:pt>
                <c:pt idx="2423">
                  <c:v>42773</c:v>
                </c:pt>
                <c:pt idx="2424">
                  <c:v>42772</c:v>
                </c:pt>
                <c:pt idx="2425">
                  <c:v>42769</c:v>
                </c:pt>
                <c:pt idx="2426">
                  <c:v>42768</c:v>
                </c:pt>
                <c:pt idx="2427">
                  <c:v>42767</c:v>
                </c:pt>
                <c:pt idx="2428">
                  <c:v>42766</c:v>
                </c:pt>
                <c:pt idx="2429">
                  <c:v>42765</c:v>
                </c:pt>
                <c:pt idx="2430">
                  <c:v>42762</c:v>
                </c:pt>
                <c:pt idx="2431">
                  <c:v>42761</c:v>
                </c:pt>
                <c:pt idx="2432">
                  <c:v>42760</c:v>
                </c:pt>
                <c:pt idx="2433">
                  <c:v>42759</c:v>
                </c:pt>
                <c:pt idx="2434">
                  <c:v>42758</c:v>
                </c:pt>
                <c:pt idx="2435">
                  <c:v>42755</c:v>
                </c:pt>
                <c:pt idx="2436">
                  <c:v>42754</c:v>
                </c:pt>
                <c:pt idx="2437">
                  <c:v>42753</c:v>
                </c:pt>
                <c:pt idx="2438">
                  <c:v>42752</c:v>
                </c:pt>
                <c:pt idx="2439">
                  <c:v>42748</c:v>
                </c:pt>
                <c:pt idx="2440">
                  <c:v>42747</c:v>
                </c:pt>
                <c:pt idx="2441">
                  <c:v>42746</c:v>
                </c:pt>
                <c:pt idx="2442">
                  <c:v>42745</c:v>
                </c:pt>
                <c:pt idx="2443">
                  <c:v>42744</c:v>
                </c:pt>
                <c:pt idx="2444">
                  <c:v>42741</c:v>
                </c:pt>
                <c:pt idx="2445">
                  <c:v>42740</c:v>
                </c:pt>
                <c:pt idx="2446">
                  <c:v>42739</c:v>
                </c:pt>
                <c:pt idx="2447">
                  <c:v>42738</c:v>
                </c:pt>
                <c:pt idx="2448">
                  <c:v>42734</c:v>
                </c:pt>
                <c:pt idx="2449">
                  <c:v>42733</c:v>
                </c:pt>
                <c:pt idx="2450">
                  <c:v>42732</c:v>
                </c:pt>
                <c:pt idx="2451">
                  <c:v>42731</c:v>
                </c:pt>
                <c:pt idx="2452">
                  <c:v>42727</c:v>
                </c:pt>
                <c:pt idx="2453">
                  <c:v>42726</c:v>
                </c:pt>
                <c:pt idx="2454">
                  <c:v>42725</c:v>
                </c:pt>
                <c:pt idx="2455">
                  <c:v>42724</c:v>
                </c:pt>
                <c:pt idx="2456">
                  <c:v>42723</c:v>
                </c:pt>
                <c:pt idx="2457">
                  <c:v>42720</c:v>
                </c:pt>
                <c:pt idx="2458">
                  <c:v>42719</c:v>
                </c:pt>
                <c:pt idx="2459">
                  <c:v>42718</c:v>
                </c:pt>
                <c:pt idx="2460">
                  <c:v>42717</c:v>
                </c:pt>
                <c:pt idx="2461">
                  <c:v>42716</c:v>
                </c:pt>
                <c:pt idx="2462">
                  <c:v>42713</c:v>
                </c:pt>
                <c:pt idx="2463">
                  <c:v>42712</c:v>
                </c:pt>
                <c:pt idx="2464">
                  <c:v>42711</c:v>
                </c:pt>
                <c:pt idx="2465">
                  <c:v>42710</c:v>
                </c:pt>
                <c:pt idx="2466">
                  <c:v>42709</c:v>
                </c:pt>
                <c:pt idx="2467">
                  <c:v>42706</c:v>
                </c:pt>
                <c:pt idx="2468">
                  <c:v>42705</c:v>
                </c:pt>
                <c:pt idx="2469">
                  <c:v>42704</c:v>
                </c:pt>
                <c:pt idx="2470">
                  <c:v>42703</c:v>
                </c:pt>
                <c:pt idx="2471">
                  <c:v>42702</c:v>
                </c:pt>
                <c:pt idx="2472">
                  <c:v>42699</c:v>
                </c:pt>
                <c:pt idx="2473">
                  <c:v>42697</c:v>
                </c:pt>
                <c:pt idx="2474">
                  <c:v>42696</c:v>
                </c:pt>
                <c:pt idx="2475">
                  <c:v>42695</c:v>
                </c:pt>
                <c:pt idx="2476">
                  <c:v>42692</c:v>
                </c:pt>
                <c:pt idx="2477">
                  <c:v>42691</c:v>
                </c:pt>
                <c:pt idx="2478">
                  <c:v>42690</c:v>
                </c:pt>
                <c:pt idx="2479">
                  <c:v>42689</c:v>
                </c:pt>
                <c:pt idx="2480">
                  <c:v>42688</c:v>
                </c:pt>
                <c:pt idx="2481">
                  <c:v>42685</c:v>
                </c:pt>
                <c:pt idx="2482">
                  <c:v>42684</c:v>
                </c:pt>
                <c:pt idx="2483">
                  <c:v>42683</c:v>
                </c:pt>
                <c:pt idx="2484">
                  <c:v>42682</c:v>
                </c:pt>
                <c:pt idx="2485">
                  <c:v>42681</c:v>
                </c:pt>
                <c:pt idx="2486">
                  <c:v>42678</c:v>
                </c:pt>
                <c:pt idx="2487">
                  <c:v>42677</c:v>
                </c:pt>
                <c:pt idx="2488">
                  <c:v>42676</c:v>
                </c:pt>
                <c:pt idx="2489">
                  <c:v>42675</c:v>
                </c:pt>
                <c:pt idx="2490">
                  <c:v>42674</c:v>
                </c:pt>
                <c:pt idx="2491">
                  <c:v>42671</c:v>
                </c:pt>
                <c:pt idx="2492">
                  <c:v>42670</c:v>
                </c:pt>
                <c:pt idx="2493">
                  <c:v>42669</c:v>
                </c:pt>
                <c:pt idx="2494">
                  <c:v>42668</c:v>
                </c:pt>
                <c:pt idx="2495">
                  <c:v>42667</c:v>
                </c:pt>
                <c:pt idx="2496">
                  <c:v>42664</c:v>
                </c:pt>
                <c:pt idx="2497">
                  <c:v>42663</c:v>
                </c:pt>
                <c:pt idx="2498">
                  <c:v>42662</c:v>
                </c:pt>
                <c:pt idx="2499">
                  <c:v>42661</c:v>
                </c:pt>
                <c:pt idx="2500">
                  <c:v>42660</c:v>
                </c:pt>
                <c:pt idx="2501">
                  <c:v>42657</c:v>
                </c:pt>
                <c:pt idx="2502">
                  <c:v>42656</c:v>
                </c:pt>
                <c:pt idx="2503">
                  <c:v>42655</c:v>
                </c:pt>
                <c:pt idx="2504">
                  <c:v>42654</c:v>
                </c:pt>
                <c:pt idx="2505">
                  <c:v>42653</c:v>
                </c:pt>
                <c:pt idx="2506">
                  <c:v>42650</c:v>
                </c:pt>
                <c:pt idx="2507">
                  <c:v>42649</c:v>
                </c:pt>
                <c:pt idx="2508">
                  <c:v>42648</c:v>
                </c:pt>
                <c:pt idx="2509">
                  <c:v>42647</c:v>
                </c:pt>
                <c:pt idx="2510">
                  <c:v>42646</c:v>
                </c:pt>
                <c:pt idx="2511">
                  <c:v>42643</c:v>
                </c:pt>
                <c:pt idx="2512">
                  <c:v>42642</c:v>
                </c:pt>
                <c:pt idx="2513">
                  <c:v>42641</c:v>
                </c:pt>
                <c:pt idx="2514">
                  <c:v>42640</c:v>
                </c:pt>
                <c:pt idx="2515">
                  <c:v>42639</c:v>
                </c:pt>
                <c:pt idx="2516">
                  <c:v>42636</c:v>
                </c:pt>
                <c:pt idx="2517">
                  <c:v>42635</c:v>
                </c:pt>
                <c:pt idx="2518">
                  <c:v>42634</c:v>
                </c:pt>
                <c:pt idx="2519">
                  <c:v>42633</c:v>
                </c:pt>
                <c:pt idx="2520">
                  <c:v>42632</c:v>
                </c:pt>
                <c:pt idx="2521">
                  <c:v>42629</c:v>
                </c:pt>
                <c:pt idx="2522">
                  <c:v>42628</c:v>
                </c:pt>
                <c:pt idx="2523">
                  <c:v>42627</c:v>
                </c:pt>
                <c:pt idx="2524">
                  <c:v>42626</c:v>
                </c:pt>
                <c:pt idx="2525">
                  <c:v>42625</c:v>
                </c:pt>
                <c:pt idx="2526">
                  <c:v>42622</c:v>
                </c:pt>
                <c:pt idx="2527">
                  <c:v>42621</c:v>
                </c:pt>
                <c:pt idx="2528">
                  <c:v>42620</c:v>
                </c:pt>
                <c:pt idx="2529">
                  <c:v>42619</c:v>
                </c:pt>
                <c:pt idx="2530">
                  <c:v>42615</c:v>
                </c:pt>
                <c:pt idx="2531">
                  <c:v>42614</c:v>
                </c:pt>
                <c:pt idx="2532">
                  <c:v>42613</c:v>
                </c:pt>
                <c:pt idx="2533">
                  <c:v>42612</c:v>
                </c:pt>
                <c:pt idx="2534">
                  <c:v>42611</c:v>
                </c:pt>
                <c:pt idx="2535">
                  <c:v>42608</c:v>
                </c:pt>
                <c:pt idx="2536">
                  <c:v>42607</c:v>
                </c:pt>
                <c:pt idx="2537">
                  <c:v>42606</c:v>
                </c:pt>
                <c:pt idx="2538">
                  <c:v>42605</c:v>
                </c:pt>
                <c:pt idx="2539">
                  <c:v>42604</c:v>
                </c:pt>
                <c:pt idx="2540">
                  <c:v>42601</c:v>
                </c:pt>
                <c:pt idx="2541">
                  <c:v>42600</c:v>
                </c:pt>
                <c:pt idx="2542">
                  <c:v>42599</c:v>
                </c:pt>
                <c:pt idx="2543">
                  <c:v>42598</c:v>
                </c:pt>
                <c:pt idx="2544">
                  <c:v>42597</c:v>
                </c:pt>
                <c:pt idx="2545">
                  <c:v>42594</c:v>
                </c:pt>
                <c:pt idx="2546">
                  <c:v>42593</c:v>
                </c:pt>
                <c:pt idx="2547">
                  <c:v>42592</c:v>
                </c:pt>
                <c:pt idx="2548">
                  <c:v>42591</c:v>
                </c:pt>
                <c:pt idx="2549">
                  <c:v>42590</c:v>
                </c:pt>
                <c:pt idx="2550">
                  <c:v>42587</c:v>
                </c:pt>
                <c:pt idx="2551">
                  <c:v>42586</c:v>
                </c:pt>
                <c:pt idx="2552">
                  <c:v>42585</c:v>
                </c:pt>
                <c:pt idx="2553">
                  <c:v>42584</c:v>
                </c:pt>
                <c:pt idx="2554">
                  <c:v>42583</c:v>
                </c:pt>
                <c:pt idx="2555">
                  <c:v>42580</c:v>
                </c:pt>
                <c:pt idx="2556">
                  <c:v>42579</c:v>
                </c:pt>
                <c:pt idx="2557">
                  <c:v>42578</c:v>
                </c:pt>
                <c:pt idx="2558">
                  <c:v>42577</c:v>
                </c:pt>
                <c:pt idx="2559">
                  <c:v>42576</c:v>
                </c:pt>
                <c:pt idx="2560">
                  <c:v>42573</c:v>
                </c:pt>
                <c:pt idx="2561">
                  <c:v>42572</c:v>
                </c:pt>
                <c:pt idx="2562">
                  <c:v>42571</c:v>
                </c:pt>
                <c:pt idx="2563">
                  <c:v>42570</c:v>
                </c:pt>
                <c:pt idx="2564">
                  <c:v>42569</c:v>
                </c:pt>
                <c:pt idx="2565">
                  <c:v>42566</c:v>
                </c:pt>
                <c:pt idx="2566">
                  <c:v>42565</c:v>
                </c:pt>
                <c:pt idx="2567">
                  <c:v>42564</c:v>
                </c:pt>
                <c:pt idx="2568">
                  <c:v>42563</c:v>
                </c:pt>
                <c:pt idx="2569">
                  <c:v>42562</c:v>
                </c:pt>
                <c:pt idx="2570">
                  <c:v>42559</c:v>
                </c:pt>
                <c:pt idx="2571">
                  <c:v>42558</c:v>
                </c:pt>
                <c:pt idx="2572">
                  <c:v>42557</c:v>
                </c:pt>
                <c:pt idx="2573">
                  <c:v>42556</c:v>
                </c:pt>
                <c:pt idx="2574">
                  <c:v>42552</c:v>
                </c:pt>
                <c:pt idx="2575">
                  <c:v>42551</c:v>
                </c:pt>
                <c:pt idx="2576">
                  <c:v>42550</c:v>
                </c:pt>
                <c:pt idx="2577">
                  <c:v>42549</c:v>
                </c:pt>
                <c:pt idx="2578">
                  <c:v>42548</c:v>
                </c:pt>
                <c:pt idx="2579">
                  <c:v>42545</c:v>
                </c:pt>
                <c:pt idx="2580">
                  <c:v>42544</c:v>
                </c:pt>
                <c:pt idx="2581">
                  <c:v>42543</c:v>
                </c:pt>
                <c:pt idx="2582">
                  <c:v>42542</c:v>
                </c:pt>
                <c:pt idx="2583">
                  <c:v>42541</c:v>
                </c:pt>
                <c:pt idx="2584">
                  <c:v>42538</c:v>
                </c:pt>
                <c:pt idx="2585">
                  <c:v>42537</c:v>
                </c:pt>
                <c:pt idx="2586">
                  <c:v>42536</c:v>
                </c:pt>
                <c:pt idx="2587">
                  <c:v>42535</c:v>
                </c:pt>
                <c:pt idx="2588">
                  <c:v>42534</c:v>
                </c:pt>
                <c:pt idx="2589">
                  <c:v>42531</c:v>
                </c:pt>
                <c:pt idx="2590">
                  <c:v>42530</c:v>
                </c:pt>
                <c:pt idx="2591">
                  <c:v>42529</c:v>
                </c:pt>
                <c:pt idx="2592">
                  <c:v>42528</c:v>
                </c:pt>
                <c:pt idx="2593">
                  <c:v>42527</c:v>
                </c:pt>
                <c:pt idx="2594">
                  <c:v>42524</c:v>
                </c:pt>
                <c:pt idx="2595">
                  <c:v>42523</c:v>
                </c:pt>
                <c:pt idx="2596">
                  <c:v>42522</c:v>
                </c:pt>
                <c:pt idx="2597">
                  <c:v>42521</c:v>
                </c:pt>
                <c:pt idx="2598">
                  <c:v>42517</c:v>
                </c:pt>
                <c:pt idx="2599">
                  <c:v>42516</c:v>
                </c:pt>
                <c:pt idx="2600">
                  <c:v>42515</c:v>
                </c:pt>
                <c:pt idx="2601">
                  <c:v>42514</c:v>
                </c:pt>
                <c:pt idx="2602">
                  <c:v>42513</c:v>
                </c:pt>
                <c:pt idx="2603">
                  <c:v>42510</c:v>
                </c:pt>
                <c:pt idx="2604">
                  <c:v>42509</c:v>
                </c:pt>
                <c:pt idx="2605">
                  <c:v>42508</c:v>
                </c:pt>
                <c:pt idx="2606">
                  <c:v>42507</c:v>
                </c:pt>
                <c:pt idx="2607">
                  <c:v>42506</c:v>
                </c:pt>
                <c:pt idx="2608">
                  <c:v>42503</c:v>
                </c:pt>
                <c:pt idx="2609">
                  <c:v>42502</c:v>
                </c:pt>
                <c:pt idx="2610">
                  <c:v>42501</c:v>
                </c:pt>
                <c:pt idx="2611">
                  <c:v>42500</c:v>
                </c:pt>
                <c:pt idx="2612">
                  <c:v>42499</c:v>
                </c:pt>
                <c:pt idx="2613">
                  <c:v>42496</c:v>
                </c:pt>
                <c:pt idx="2614">
                  <c:v>42495</c:v>
                </c:pt>
                <c:pt idx="2615">
                  <c:v>42494</c:v>
                </c:pt>
                <c:pt idx="2616">
                  <c:v>42493</c:v>
                </c:pt>
                <c:pt idx="2617">
                  <c:v>42492</c:v>
                </c:pt>
                <c:pt idx="2618">
                  <c:v>42489</c:v>
                </c:pt>
                <c:pt idx="2619">
                  <c:v>42488</c:v>
                </c:pt>
                <c:pt idx="2620">
                  <c:v>42487</c:v>
                </c:pt>
                <c:pt idx="2621">
                  <c:v>42486</c:v>
                </c:pt>
                <c:pt idx="2622">
                  <c:v>42485</c:v>
                </c:pt>
                <c:pt idx="2623">
                  <c:v>42482</c:v>
                </c:pt>
                <c:pt idx="2624">
                  <c:v>42481</c:v>
                </c:pt>
                <c:pt idx="2625">
                  <c:v>42480</c:v>
                </c:pt>
                <c:pt idx="2626">
                  <c:v>42479</c:v>
                </c:pt>
                <c:pt idx="2627">
                  <c:v>42478</c:v>
                </c:pt>
                <c:pt idx="2628">
                  <c:v>42475</c:v>
                </c:pt>
                <c:pt idx="2629">
                  <c:v>42474</c:v>
                </c:pt>
                <c:pt idx="2630">
                  <c:v>42473</c:v>
                </c:pt>
                <c:pt idx="2631">
                  <c:v>42472</c:v>
                </c:pt>
                <c:pt idx="2632">
                  <c:v>42471</c:v>
                </c:pt>
                <c:pt idx="2633">
                  <c:v>42468</c:v>
                </c:pt>
                <c:pt idx="2634">
                  <c:v>42467</c:v>
                </c:pt>
                <c:pt idx="2635">
                  <c:v>42466</c:v>
                </c:pt>
                <c:pt idx="2636">
                  <c:v>42465</c:v>
                </c:pt>
                <c:pt idx="2637">
                  <c:v>42464</c:v>
                </c:pt>
                <c:pt idx="2638">
                  <c:v>42461</c:v>
                </c:pt>
                <c:pt idx="2639">
                  <c:v>42460</c:v>
                </c:pt>
                <c:pt idx="2640">
                  <c:v>42459</c:v>
                </c:pt>
                <c:pt idx="2641">
                  <c:v>42458</c:v>
                </c:pt>
                <c:pt idx="2642">
                  <c:v>42457</c:v>
                </c:pt>
                <c:pt idx="2643">
                  <c:v>42453</c:v>
                </c:pt>
                <c:pt idx="2644">
                  <c:v>42452</c:v>
                </c:pt>
                <c:pt idx="2645">
                  <c:v>42451</c:v>
                </c:pt>
                <c:pt idx="2646">
                  <c:v>42450</c:v>
                </c:pt>
                <c:pt idx="2647">
                  <c:v>42447</c:v>
                </c:pt>
                <c:pt idx="2648">
                  <c:v>42446</c:v>
                </c:pt>
                <c:pt idx="2649">
                  <c:v>42445</c:v>
                </c:pt>
                <c:pt idx="2650">
                  <c:v>42444</c:v>
                </c:pt>
                <c:pt idx="2651">
                  <c:v>42443</c:v>
                </c:pt>
                <c:pt idx="2652">
                  <c:v>42440</c:v>
                </c:pt>
                <c:pt idx="2653">
                  <c:v>42439</c:v>
                </c:pt>
                <c:pt idx="2654">
                  <c:v>42438</c:v>
                </c:pt>
                <c:pt idx="2655">
                  <c:v>42437</c:v>
                </c:pt>
                <c:pt idx="2656">
                  <c:v>42436</c:v>
                </c:pt>
                <c:pt idx="2657">
                  <c:v>42433</c:v>
                </c:pt>
                <c:pt idx="2658">
                  <c:v>42432</c:v>
                </c:pt>
                <c:pt idx="2659">
                  <c:v>42431</c:v>
                </c:pt>
                <c:pt idx="2660">
                  <c:v>42430</c:v>
                </c:pt>
                <c:pt idx="2661">
                  <c:v>42429</c:v>
                </c:pt>
                <c:pt idx="2662">
                  <c:v>42426</c:v>
                </c:pt>
                <c:pt idx="2663">
                  <c:v>42425</c:v>
                </c:pt>
                <c:pt idx="2664">
                  <c:v>42424</c:v>
                </c:pt>
                <c:pt idx="2665">
                  <c:v>42423</c:v>
                </c:pt>
                <c:pt idx="2666">
                  <c:v>42422</c:v>
                </c:pt>
                <c:pt idx="2667">
                  <c:v>42419</c:v>
                </c:pt>
                <c:pt idx="2668">
                  <c:v>42418</c:v>
                </c:pt>
                <c:pt idx="2669">
                  <c:v>42417</c:v>
                </c:pt>
                <c:pt idx="2670">
                  <c:v>42416</c:v>
                </c:pt>
                <c:pt idx="2671">
                  <c:v>42412</c:v>
                </c:pt>
                <c:pt idx="2672">
                  <c:v>42411</c:v>
                </c:pt>
                <c:pt idx="2673">
                  <c:v>42410</c:v>
                </c:pt>
                <c:pt idx="2674">
                  <c:v>42409</c:v>
                </c:pt>
                <c:pt idx="2675">
                  <c:v>42408</c:v>
                </c:pt>
                <c:pt idx="2676">
                  <c:v>42405</c:v>
                </c:pt>
                <c:pt idx="2677">
                  <c:v>42404</c:v>
                </c:pt>
                <c:pt idx="2678">
                  <c:v>42403</c:v>
                </c:pt>
                <c:pt idx="2679">
                  <c:v>42402</c:v>
                </c:pt>
                <c:pt idx="2680">
                  <c:v>42401</c:v>
                </c:pt>
                <c:pt idx="2681">
                  <c:v>42398</c:v>
                </c:pt>
                <c:pt idx="2682">
                  <c:v>42397</c:v>
                </c:pt>
                <c:pt idx="2683">
                  <c:v>42396</c:v>
                </c:pt>
                <c:pt idx="2684">
                  <c:v>42395</c:v>
                </c:pt>
                <c:pt idx="2685">
                  <c:v>42394</c:v>
                </c:pt>
                <c:pt idx="2686">
                  <c:v>42391</c:v>
                </c:pt>
                <c:pt idx="2687">
                  <c:v>42390</c:v>
                </c:pt>
                <c:pt idx="2688">
                  <c:v>42389</c:v>
                </c:pt>
                <c:pt idx="2689">
                  <c:v>42388</c:v>
                </c:pt>
                <c:pt idx="2690">
                  <c:v>42384</c:v>
                </c:pt>
                <c:pt idx="2691">
                  <c:v>42383</c:v>
                </c:pt>
                <c:pt idx="2692">
                  <c:v>42382</c:v>
                </c:pt>
                <c:pt idx="2693">
                  <c:v>42381</c:v>
                </c:pt>
                <c:pt idx="2694">
                  <c:v>42380</c:v>
                </c:pt>
                <c:pt idx="2695">
                  <c:v>42377</c:v>
                </c:pt>
                <c:pt idx="2696">
                  <c:v>42376</c:v>
                </c:pt>
                <c:pt idx="2697">
                  <c:v>42375</c:v>
                </c:pt>
                <c:pt idx="2698">
                  <c:v>42374</c:v>
                </c:pt>
                <c:pt idx="2699">
                  <c:v>42373</c:v>
                </c:pt>
                <c:pt idx="2700">
                  <c:v>42369</c:v>
                </c:pt>
                <c:pt idx="2701">
                  <c:v>42368</c:v>
                </c:pt>
                <c:pt idx="2702">
                  <c:v>42367</c:v>
                </c:pt>
                <c:pt idx="2703">
                  <c:v>42366</c:v>
                </c:pt>
                <c:pt idx="2704">
                  <c:v>42362</c:v>
                </c:pt>
                <c:pt idx="2705">
                  <c:v>42361</c:v>
                </c:pt>
                <c:pt idx="2706">
                  <c:v>42360</c:v>
                </c:pt>
                <c:pt idx="2707">
                  <c:v>42359</c:v>
                </c:pt>
                <c:pt idx="2708">
                  <c:v>42356</c:v>
                </c:pt>
                <c:pt idx="2709">
                  <c:v>42355</c:v>
                </c:pt>
                <c:pt idx="2710">
                  <c:v>42354</c:v>
                </c:pt>
                <c:pt idx="2711">
                  <c:v>42353</c:v>
                </c:pt>
                <c:pt idx="2712">
                  <c:v>42352</c:v>
                </c:pt>
                <c:pt idx="2713">
                  <c:v>42349</c:v>
                </c:pt>
                <c:pt idx="2714">
                  <c:v>42348</c:v>
                </c:pt>
                <c:pt idx="2715">
                  <c:v>42347</c:v>
                </c:pt>
                <c:pt idx="2716">
                  <c:v>42346</c:v>
                </c:pt>
                <c:pt idx="2717">
                  <c:v>42345</c:v>
                </c:pt>
                <c:pt idx="2718">
                  <c:v>42342</c:v>
                </c:pt>
                <c:pt idx="2719">
                  <c:v>42341</c:v>
                </c:pt>
                <c:pt idx="2720">
                  <c:v>42340</c:v>
                </c:pt>
                <c:pt idx="2721">
                  <c:v>42339</c:v>
                </c:pt>
                <c:pt idx="2722">
                  <c:v>42338</c:v>
                </c:pt>
                <c:pt idx="2723">
                  <c:v>42335</c:v>
                </c:pt>
                <c:pt idx="2724">
                  <c:v>42333</c:v>
                </c:pt>
                <c:pt idx="2725">
                  <c:v>42332</c:v>
                </c:pt>
                <c:pt idx="2726">
                  <c:v>42331</c:v>
                </c:pt>
                <c:pt idx="2727">
                  <c:v>42328</c:v>
                </c:pt>
                <c:pt idx="2728">
                  <c:v>42327</c:v>
                </c:pt>
                <c:pt idx="2729">
                  <c:v>42326</c:v>
                </c:pt>
                <c:pt idx="2730">
                  <c:v>42325</c:v>
                </c:pt>
                <c:pt idx="2731">
                  <c:v>42324</c:v>
                </c:pt>
                <c:pt idx="2732">
                  <c:v>42321</c:v>
                </c:pt>
                <c:pt idx="2733">
                  <c:v>42320</c:v>
                </c:pt>
                <c:pt idx="2734">
                  <c:v>42319</c:v>
                </c:pt>
                <c:pt idx="2735">
                  <c:v>42318</c:v>
                </c:pt>
                <c:pt idx="2736">
                  <c:v>42317</c:v>
                </c:pt>
                <c:pt idx="2737">
                  <c:v>42314</c:v>
                </c:pt>
                <c:pt idx="2738">
                  <c:v>42313</c:v>
                </c:pt>
                <c:pt idx="2739">
                  <c:v>42312</c:v>
                </c:pt>
                <c:pt idx="2740">
                  <c:v>42311</c:v>
                </c:pt>
                <c:pt idx="2741">
                  <c:v>42310</c:v>
                </c:pt>
                <c:pt idx="2742">
                  <c:v>42307</c:v>
                </c:pt>
                <c:pt idx="2743">
                  <c:v>42306</c:v>
                </c:pt>
                <c:pt idx="2744">
                  <c:v>42305</c:v>
                </c:pt>
                <c:pt idx="2745">
                  <c:v>42304</c:v>
                </c:pt>
                <c:pt idx="2746">
                  <c:v>42303</c:v>
                </c:pt>
                <c:pt idx="2747">
                  <c:v>42300</c:v>
                </c:pt>
                <c:pt idx="2748">
                  <c:v>42299</c:v>
                </c:pt>
                <c:pt idx="2749">
                  <c:v>42298</c:v>
                </c:pt>
                <c:pt idx="2750">
                  <c:v>42297</c:v>
                </c:pt>
                <c:pt idx="2751">
                  <c:v>42296</c:v>
                </c:pt>
                <c:pt idx="2752">
                  <c:v>42293</c:v>
                </c:pt>
                <c:pt idx="2753">
                  <c:v>42292</c:v>
                </c:pt>
                <c:pt idx="2754">
                  <c:v>42291</c:v>
                </c:pt>
                <c:pt idx="2755">
                  <c:v>42290</c:v>
                </c:pt>
                <c:pt idx="2756">
                  <c:v>42289</c:v>
                </c:pt>
                <c:pt idx="2757">
                  <c:v>42286</c:v>
                </c:pt>
                <c:pt idx="2758">
                  <c:v>42285</c:v>
                </c:pt>
                <c:pt idx="2759">
                  <c:v>42284</c:v>
                </c:pt>
                <c:pt idx="2760">
                  <c:v>42283</c:v>
                </c:pt>
                <c:pt idx="2761">
                  <c:v>42282</c:v>
                </c:pt>
                <c:pt idx="2762">
                  <c:v>42279</c:v>
                </c:pt>
                <c:pt idx="2763">
                  <c:v>42278</c:v>
                </c:pt>
                <c:pt idx="2764">
                  <c:v>42277</c:v>
                </c:pt>
                <c:pt idx="2765">
                  <c:v>42276</c:v>
                </c:pt>
                <c:pt idx="2766">
                  <c:v>42275</c:v>
                </c:pt>
                <c:pt idx="2767">
                  <c:v>42272</c:v>
                </c:pt>
                <c:pt idx="2768">
                  <c:v>42271</c:v>
                </c:pt>
                <c:pt idx="2769">
                  <c:v>42270</c:v>
                </c:pt>
                <c:pt idx="2770">
                  <c:v>42269</c:v>
                </c:pt>
                <c:pt idx="2771">
                  <c:v>42268</c:v>
                </c:pt>
                <c:pt idx="2772">
                  <c:v>42265</c:v>
                </c:pt>
                <c:pt idx="2773">
                  <c:v>42264</c:v>
                </c:pt>
                <c:pt idx="2774">
                  <c:v>42263</c:v>
                </c:pt>
                <c:pt idx="2775">
                  <c:v>42262</c:v>
                </c:pt>
                <c:pt idx="2776">
                  <c:v>42261</c:v>
                </c:pt>
                <c:pt idx="2777">
                  <c:v>42258</c:v>
                </c:pt>
                <c:pt idx="2778">
                  <c:v>42257</c:v>
                </c:pt>
                <c:pt idx="2779">
                  <c:v>42256</c:v>
                </c:pt>
                <c:pt idx="2780">
                  <c:v>42255</c:v>
                </c:pt>
                <c:pt idx="2781">
                  <c:v>42251</c:v>
                </c:pt>
                <c:pt idx="2782">
                  <c:v>42250</c:v>
                </c:pt>
                <c:pt idx="2783">
                  <c:v>42249</c:v>
                </c:pt>
                <c:pt idx="2784">
                  <c:v>42248</c:v>
                </c:pt>
                <c:pt idx="2785">
                  <c:v>42247</c:v>
                </c:pt>
                <c:pt idx="2786">
                  <c:v>42244</c:v>
                </c:pt>
                <c:pt idx="2787">
                  <c:v>42243</c:v>
                </c:pt>
                <c:pt idx="2788">
                  <c:v>42242</c:v>
                </c:pt>
                <c:pt idx="2789">
                  <c:v>42241</c:v>
                </c:pt>
                <c:pt idx="2790">
                  <c:v>42240</c:v>
                </c:pt>
                <c:pt idx="2791">
                  <c:v>42237</c:v>
                </c:pt>
                <c:pt idx="2792">
                  <c:v>42236</c:v>
                </c:pt>
                <c:pt idx="2793">
                  <c:v>42235</c:v>
                </c:pt>
                <c:pt idx="2794">
                  <c:v>42234</c:v>
                </c:pt>
                <c:pt idx="2795">
                  <c:v>42233</c:v>
                </c:pt>
                <c:pt idx="2796">
                  <c:v>42230</c:v>
                </c:pt>
                <c:pt idx="2797">
                  <c:v>42229</c:v>
                </c:pt>
                <c:pt idx="2798">
                  <c:v>42228</c:v>
                </c:pt>
                <c:pt idx="2799">
                  <c:v>42227</c:v>
                </c:pt>
                <c:pt idx="2800">
                  <c:v>42226</c:v>
                </c:pt>
                <c:pt idx="2801">
                  <c:v>42223</c:v>
                </c:pt>
                <c:pt idx="2802">
                  <c:v>42222</c:v>
                </c:pt>
                <c:pt idx="2803">
                  <c:v>42221</c:v>
                </c:pt>
                <c:pt idx="2804">
                  <c:v>42220</c:v>
                </c:pt>
                <c:pt idx="2805">
                  <c:v>42219</c:v>
                </c:pt>
                <c:pt idx="2806">
                  <c:v>42216</c:v>
                </c:pt>
                <c:pt idx="2807">
                  <c:v>42215</c:v>
                </c:pt>
                <c:pt idx="2808">
                  <c:v>42214</c:v>
                </c:pt>
                <c:pt idx="2809">
                  <c:v>42213</c:v>
                </c:pt>
                <c:pt idx="2810">
                  <c:v>42212</c:v>
                </c:pt>
                <c:pt idx="2811">
                  <c:v>42209</c:v>
                </c:pt>
                <c:pt idx="2812">
                  <c:v>42208</c:v>
                </c:pt>
                <c:pt idx="2813">
                  <c:v>42207</c:v>
                </c:pt>
                <c:pt idx="2814">
                  <c:v>42206</c:v>
                </c:pt>
                <c:pt idx="2815">
                  <c:v>42205</c:v>
                </c:pt>
                <c:pt idx="2816">
                  <c:v>42202</c:v>
                </c:pt>
                <c:pt idx="2817">
                  <c:v>42201</c:v>
                </c:pt>
                <c:pt idx="2818">
                  <c:v>42200</c:v>
                </c:pt>
                <c:pt idx="2819">
                  <c:v>42199</c:v>
                </c:pt>
                <c:pt idx="2820">
                  <c:v>42198</c:v>
                </c:pt>
                <c:pt idx="2821">
                  <c:v>42195</c:v>
                </c:pt>
                <c:pt idx="2822">
                  <c:v>42194</c:v>
                </c:pt>
                <c:pt idx="2823">
                  <c:v>42193</c:v>
                </c:pt>
                <c:pt idx="2824">
                  <c:v>42192</c:v>
                </c:pt>
                <c:pt idx="2825">
                  <c:v>42191</c:v>
                </c:pt>
                <c:pt idx="2826">
                  <c:v>42187</c:v>
                </c:pt>
                <c:pt idx="2827">
                  <c:v>42186</c:v>
                </c:pt>
                <c:pt idx="2828">
                  <c:v>42185</c:v>
                </c:pt>
                <c:pt idx="2829">
                  <c:v>42184</c:v>
                </c:pt>
                <c:pt idx="2830">
                  <c:v>42181</c:v>
                </c:pt>
                <c:pt idx="2831">
                  <c:v>42180</c:v>
                </c:pt>
                <c:pt idx="2832">
                  <c:v>42179</c:v>
                </c:pt>
                <c:pt idx="2833">
                  <c:v>42178</c:v>
                </c:pt>
                <c:pt idx="2834">
                  <c:v>42177</c:v>
                </c:pt>
                <c:pt idx="2835">
                  <c:v>42174</c:v>
                </c:pt>
                <c:pt idx="2836">
                  <c:v>42173</c:v>
                </c:pt>
                <c:pt idx="2837">
                  <c:v>42172</c:v>
                </c:pt>
                <c:pt idx="2838">
                  <c:v>42171</c:v>
                </c:pt>
                <c:pt idx="2839">
                  <c:v>42170</c:v>
                </c:pt>
                <c:pt idx="2840">
                  <c:v>42167</c:v>
                </c:pt>
                <c:pt idx="2841">
                  <c:v>42166</c:v>
                </c:pt>
                <c:pt idx="2842">
                  <c:v>42165</c:v>
                </c:pt>
                <c:pt idx="2843">
                  <c:v>42164</c:v>
                </c:pt>
                <c:pt idx="2844">
                  <c:v>42163</c:v>
                </c:pt>
                <c:pt idx="2845">
                  <c:v>42160</c:v>
                </c:pt>
                <c:pt idx="2846">
                  <c:v>42159</c:v>
                </c:pt>
                <c:pt idx="2847">
                  <c:v>42158</c:v>
                </c:pt>
                <c:pt idx="2848">
                  <c:v>42157</c:v>
                </c:pt>
                <c:pt idx="2849">
                  <c:v>42156</c:v>
                </c:pt>
                <c:pt idx="2850">
                  <c:v>42153</c:v>
                </c:pt>
                <c:pt idx="2851">
                  <c:v>42152</c:v>
                </c:pt>
                <c:pt idx="2852">
                  <c:v>42151</c:v>
                </c:pt>
                <c:pt idx="2853">
                  <c:v>42150</c:v>
                </c:pt>
                <c:pt idx="2854">
                  <c:v>42146</c:v>
                </c:pt>
                <c:pt idx="2855">
                  <c:v>42145</c:v>
                </c:pt>
                <c:pt idx="2856">
                  <c:v>42144</c:v>
                </c:pt>
                <c:pt idx="2857">
                  <c:v>42143</c:v>
                </c:pt>
                <c:pt idx="2858">
                  <c:v>42142</c:v>
                </c:pt>
                <c:pt idx="2859">
                  <c:v>42139</c:v>
                </c:pt>
                <c:pt idx="2860">
                  <c:v>42138</c:v>
                </c:pt>
                <c:pt idx="2861">
                  <c:v>42137</c:v>
                </c:pt>
                <c:pt idx="2862">
                  <c:v>42136</c:v>
                </c:pt>
                <c:pt idx="2863">
                  <c:v>42135</c:v>
                </c:pt>
                <c:pt idx="2864">
                  <c:v>42132</c:v>
                </c:pt>
                <c:pt idx="2865">
                  <c:v>42131</c:v>
                </c:pt>
                <c:pt idx="2866">
                  <c:v>42130</c:v>
                </c:pt>
                <c:pt idx="2867">
                  <c:v>42129</c:v>
                </c:pt>
                <c:pt idx="2868">
                  <c:v>42128</c:v>
                </c:pt>
                <c:pt idx="2869">
                  <c:v>42125</c:v>
                </c:pt>
                <c:pt idx="2870">
                  <c:v>42124</c:v>
                </c:pt>
                <c:pt idx="2871">
                  <c:v>42123</c:v>
                </c:pt>
                <c:pt idx="2872">
                  <c:v>42122</c:v>
                </c:pt>
                <c:pt idx="2873">
                  <c:v>42121</c:v>
                </c:pt>
                <c:pt idx="2874">
                  <c:v>42118</c:v>
                </c:pt>
                <c:pt idx="2875">
                  <c:v>42117</c:v>
                </c:pt>
                <c:pt idx="2876">
                  <c:v>42116</c:v>
                </c:pt>
                <c:pt idx="2877">
                  <c:v>42115</c:v>
                </c:pt>
                <c:pt idx="2878">
                  <c:v>42114</c:v>
                </c:pt>
                <c:pt idx="2879">
                  <c:v>42111</c:v>
                </c:pt>
                <c:pt idx="2880">
                  <c:v>42110</c:v>
                </c:pt>
                <c:pt idx="2881">
                  <c:v>42109</c:v>
                </c:pt>
                <c:pt idx="2882">
                  <c:v>42108</c:v>
                </c:pt>
                <c:pt idx="2883">
                  <c:v>42107</c:v>
                </c:pt>
                <c:pt idx="2884">
                  <c:v>42104</c:v>
                </c:pt>
                <c:pt idx="2885">
                  <c:v>42103</c:v>
                </c:pt>
                <c:pt idx="2886">
                  <c:v>42102</c:v>
                </c:pt>
                <c:pt idx="2887">
                  <c:v>42101</c:v>
                </c:pt>
                <c:pt idx="2888">
                  <c:v>42100</c:v>
                </c:pt>
                <c:pt idx="2889">
                  <c:v>42096</c:v>
                </c:pt>
                <c:pt idx="2890">
                  <c:v>42095</c:v>
                </c:pt>
                <c:pt idx="2891">
                  <c:v>42094</c:v>
                </c:pt>
                <c:pt idx="2892">
                  <c:v>42093</c:v>
                </c:pt>
                <c:pt idx="2893">
                  <c:v>42090</c:v>
                </c:pt>
                <c:pt idx="2894">
                  <c:v>42089</c:v>
                </c:pt>
                <c:pt idx="2895">
                  <c:v>42088</c:v>
                </c:pt>
                <c:pt idx="2896">
                  <c:v>42087</c:v>
                </c:pt>
                <c:pt idx="2897">
                  <c:v>42086</c:v>
                </c:pt>
                <c:pt idx="2898">
                  <c:v>42083</c:v>
                </c:pt>
                <c:pt idx="2899">
                  <c:v>42082</c:v>
                </c:pt>
                <c:pt idx="2900">
                  <c:v>42081</c:v>
                </c:pt>
                <c:pt idx="2901">
                  <c:v>42080</c:v>
                </c:pt>
                <c:pt idx="2902">
                  <c:v>42079</c:v>
                </c:pt>
                <c:pt idx="2903">
                  <c:v>42076</c:v>
                </c:pt>
                <c:pt idx="2904">
                  <c:v>42075</c:v>
                </c:pt>
                <c:pt idx="2905">
                  <c:v>42074</c:v>
                </c:pt>
                <c:pt idx="2906">
                  <c:v>42073</c:v>
                </c:pt>
                <c:pt idx="2907">
                  <c:v>42072</c:v>
                </c:pt>
                <c:pt idx="2908">
                  <c:v>42069</c:v>
                </c:pt>
                <c:pt idx="2909">
                  <c:v>42068</c:v>
                </c:pt>
                <c:pt idx="2910">
                  <c:v>42067</c:v>
                </c:pt>
                <c:pt idx="2911">
                  <c:v>42066</c:v>
                </c:pt>
                <c:pt idx="2912">
                  <c:v>42065</c:v>
                </c:pt>
                <c:pt idx="2913">
                  <c:v>42062</c:v>
                </c:pt>
                <c:pt idx="2914">
                  <c:v>42061</c:v>
                </c:pt>
                <c:pt idx="2915">
                  <c:v>42060</c:v>
                </c:pt>
                <c:pt idx="2916">
                  <c:v>42059</c:v>
                </c:pt>
                <c:pt idx="2917">
                  <c:v>42058</c:v>
                </c:pt>
                <c:pt idx="2918">
                  <c:v>42055</c:v>
                </c:pt>
                <c:pt idx="2919">
                  <c:v>42054</c:v>
                </c:pt>
                <c:pt idx="2920">
                  <c:v>42053</c:v>
                </c:pt>
                <c:pt idx="2921">
                  <c:v>42052</c:v>
                </c:pt>
                <c:pt idx="2922">
                  <c:v>42048</c:v>
                </c:pt>
                <c:pt idx="2923">
                  <c:v>42047</c:v>
                </c:pt>
                <c:pt idx="2924">
                  <c:v>42046</c:v>
                </c:pt>
                <c:pt idx="2925">
                  <c:v>42045</c:v>
                </c:pt>
                <c:pt idx="2926">
                  <c:v>42044</c:v>
                </c:pt>
                <c:pt idx="2927">
                  <c:v>42041</c:v>
                </c:pt>
                <c:pt idx="2928">
                  <c:v>42040</c:v>
                </c:pt>
                <c:pt idx="2929">
                  <c:v>42039</c:v>
                </c:pt>
                <c:pt idx="2930">
                  <c:v>42038</c:v>
                </c:pt>
                <c:pt idx="2931">
                  <c:v>42037</c:v>
                </c:pt>
                <c:pt idx="2932">
                  <c:v>42034</c:v>
                </c:pt>
                <c:pt idx="2933">
                  <c:v>42033</c:v>
                </c:pt>
                <c:pt idx="2934">
                  <c:v>42032</c:v>
                </c:pt>
                <c:pt idx="2935">
                  <c:v>42031</c:v>
                </c:pt>
                <c:pt idx="2936">
                  <c:v>42030</c:v>
                </c:pt>
                <c:pt idx="2937">
                  <c:v>42027</c:v>
                </c:pt>
                <c:pt idx="2938">
                  <c:v>42026</c:v>
                </c:pt>
                <c:pt idx="2939">
                  <c:v>42025</c:v>
                </c:pt>
                <c:pt idx="2940">
                  <c:v>42024</c:v>
                </c:pt>
                <c:pt idx="2941">
                  <c:v>42020</c:v>
                </c:pt>
                <c:pt idx="2942">
                  <c:v>42019</c:v>
                </c:pt>
                <c:pt idx="2943">
                  <c:v>42018</c:v>
                </c:pt>
                <c:pt idx="2944">
                  <c:v>42017</c:v>
                </c:pt>
                <c:pt idx="2945">
                  <c:v>42016</c:v>
                </c:pt>
                <c:pt idx="2946">
                  <c:v>42013</c:v>
                </c:pt>
                <c:pt idx="2947">
                  <c:v>42012</c:v>
                </c:pt>
                <c:pt idx="2948">
                  <c:v>42011</c:v>
                </c:pt>
                <c:pt idx="2949">
                  <c:v>42010</c:v>
                </c:pt>
                <c:pt idx="2950">
                  <c:v>42009</c:v>
                </c:pt>
                <c:pt idx="2951">
                  <c:v>42006</c:v>
                </c:pt>
                <c:pt idx="2952">
                  <c:v>42004</c:v>
                </c:pt>
                <c:pt idx="2953">
                  <c:v>42003</c:v>
                </c:pt>
                <c:pt idx="2954">
                  <c:v>42002</c:v>
                </c:pt>
                <c:pt idx="2955">
                  <c:v>41999</c:v>
                </c:pt>
                <c:pt idx="2956">
                  <c:v>41997</c:v>
                </c:pt>
                <c:pt idx="2957">
                  <c:v>41996</c:v>
                </c:pt>
                <c:pt idx="2958">
                  <c:v>41995</c:v>
                </c:pt>
                <c:pt idx="2959">
                  <c:v>41992</c:v>
                </c:pt>
                <c:pt idx="2960">
                  <c:v>41991</c:v>
                </c:pt>
                <c:pt idx="2961">
                  <c:v>41990</c:v>
                </c:pt>
                <c:pt idx="2962">
                  <c:v>41989</c:v>
                </c:pt>
                <c:pt idx="2963">
                  <c:v>41988</c:v>
                </c:pt>
                <c:pt idx="2964">
                  <c:v>41985</c:v>
                </c:pt>
                <c:pt idx="2965">
                  <c:v>41984</c:v>
                </c:pt>
                <c:pt idx="2966">
                  <c:v>41983</c:v>
                </c:pt>
                <c:pt idx="2967">
                  <c:v>41982</c:v>
                </c:pt>
                <c:pt idx="2968">
                  <c:v>41981</c:v>
                </c:pt>
                <c:pt idx="2969">
                  <c:v>41978</c:v>
                </c:pt>
                <c:pt idx="2970">
                  <c:v>41977</c:v>
                </c:pt>
                <c:pt idx="2971">
                  <c:v>41976</c:v>
                </c:pt>
                <c:pt idx="2972">
                  <c:v>41975</c:v>
                </c:pt>
                <c:pt idx="2973">
                  <c:v>41974</c:v>
                </c:pt>
                <c:pt idx="2974">
                  <c:v>41971</c:v>
                </c:pt>
                <c:pt idx="2975">
                  <c:v>41969</c:v>
                </c:pt>
                <c:pt idx="2976">
                  <c:v>41968</c:v>
                </c:pt>
                <c:pt idx="2977">
                  <c:v>41967</c:v>
                </c:pt>
                <c:pt idx="2978">
                  <c:v>41964</c:v>
                </c:pt>
                <c:pt idx="2979">
                  <c:v>41963</c:v>
                </c:pt>
                <c:pt idx="2980">
                  <c:v>41962</c:v>
                </c:pt>
                <c:pt idx="2981">
                  <c:v>41961</c:v>
                </c:pt>
                <c:pt idx="2982">
                  <c:v>41960</c:v>
                </c:pt>
                <c:pt idx="2983">
                  <c:v>41957</c:v>
                </c:pt>
                <c:pt idx="2984">
                  <c:v>41956</c:v>
                </c:pt>
                <c:pt idx="2985">
                  <c:v>41955</c:v>
                </c:pt>
                <c:pt idx="2986">
                  <c:v>41954</c:v>
                </c:pt>
                <c:pt idx="2987">
                  <c:v>41953</c:v>
                </c:pt>
                <c:pt idx="2988">
                  <c:v>41950</c:v>
                </c:pt>
                <c:pt idx="2989">
                  <c:v>41949</c:v>
                </c:pt>
                <c:pt idx="2990">
                  <c:v>41948</c:v>
                </c:pt>
                <c:pt idx="2991">
                  <c:v>41947</c:v>
                </c:pt>
                <c:pt idx="2992">
                  <c:v>41946</c:v>
                </c:pt>
                <c:pt idx="2993">
                  <c:v>41943</c:v>
                </c:pt>
                <c:pt idx="2994">
                  <c:v>41942</c:v>
                </c:pt>
                <c:pt idx="2995">
                  <c:v>41941</c:v>
                </c:pt>
                <c:pt idx="2996">
                  <c:v>41940</c:v>
                </c:pt>
                <c:pt idx="2997">
                  <c:v>41939</c:v>
                </c:pt>
                <c:pt idx="2998">
                  <c:v>41936</c:v>
                </c:pt>
                <c:pt idx="2999">
                  <c:v>41935</c:v>
                </c:pt>
                <c:pt idx="3000">
                  <c:v>41934</c:v>
                </c:pt>
                <c:pt idx="3001">
                  <c:v>41933</c:v>
                </c:pt>
                <c:pt idx="3002">
                  <c:v>41932</c:v>
                </c:pt>
                <c:pt idx="3003">
                  <c:v>41929</c:v>
                </c:pt>
                <c:pt idx="3004">
                  <c:v>41928</c:v>
                </c:pt>
                <c:pt idx="3005">
                  <c:v>41927</c:v>
                </c:pt>
                <c:pt idx="3006">
                  <c:v>41926</c:v>
                </c:pt>
                <c:pt idx="3007">
                  <c:v>41925</c:v>
                </c:pt>
                <c:pt idx="3008">
                  <c:v>41922</c:v>
                </c:pt>
                <c:pt idx="3009">
                  <c:v>41921</c:v>
                </c:pt>
                <c:pt idx="3010">
                  <c:v>41920</c:v>
                </c:pt>
                <c:pt idx="3011">
                  <c:v>41919</c:v>
                </c:pt>
                <c:pt idx="3012">
                  <c:v>41918</c:v>
                </c:pt>
                <c:pt idx="3013">
                  <c:v>41915</c:v>
                </c:pt>
                <c:pt idx="3014">
                  <c:v>41914</c:v>
                </c:pt>
                <c:pt idx="3015">
                  <c:v>41913</c:v>
                </c:pt>
                <c:pt idx="3016">
                  <c:v>41912</c:v>
                </c:pt>
                <c:pt idx="3017">
                  <c:v>41911</c:v>
                </c:pt>
                <c:pt idx="3018">
                  <c:v>41908</c:v>
                </c:pt>
                <c:pt idx="3019">
                  <c:v>41907</c:v>
                </c:pt>
                <c:pt idx="3020">
                  <c:v>41906</c:v>
                </c:pt>
                <c:pt idx="3021">
                  <c:v>41905</c:v>
                </c:pt>
                <c:pt idx="3022">
                  <c:v>41904</c:v>
                </c:pt>
                <c:pt idx="3023">
                  <c:v>41901</c:v>
                </c:pt>
                <c:pt idx="3024">
                  <c:v>41900</c:v>
                </c:pt>
                <c:pt idx="3025">
                  <c:v>41899</c:v>
                </c:pt>
                <c:pt idx="3026">
                  <c:v>41898</c:v>
                </c:pt>
                <c:pt idx="3027">
                  <c:v>41897</c:v>
                </c:pt>
                <c:pt idx="3028">
                  <c:v>41894</c:v>
                </c:pt>
                <c:pt idx="3029">
                  <c:v>41893</c:v>
                </c:pt>
                <c:pt idx="3030">
                  <c:v>41892</c:v>
                </c:pt>
                <c:pt idx="3031">
                  <c:v>41891</c:v>
                </c:pt>
                <c:pt idx="3032">
                  <c:v>41890</c:v>
                </c:pt>
                <c:pt idx="3033">
                  <c:v>41887</c:v>
                </c:pt>
                <c:pt idx="3034">
                  <c:v>41886</c:v>
                </c:pt>
                <c:pt idx="3035">
                  <c:v>41885</c:v>
                </c:pt>
                <c:pt idx="3036">
                  <c:v>41884</c:v>
                </c:pt>
                <c:pt idx="3037">
                  <c:v>41880</c:v>
                </c:pt>
                <c:pt idx="3038">
                  <c:v>41879</c:v>
                </c:pt>
                <c:pt idx="3039">
                  <c:v>41878</c:v>
                </c:pt>
                <c:pt idx="3040">
                  <c:v>41877</c:v>
                </c:pt>
                <c:pt idx="3041">
                  <c:v>41876</c:v>
                </c:pt>
                <c:pt idx="3042">
                  <c:v>41873</c:v>
                </c:pt>
                <c:pt idx="3043">
                  <c:v>41872</c:v>
                </c:pt>
                <c:pt idx="3044">
                  <c:v>41871</c:v>
                </c:pt>
                <c:pt idx="3045">
                  <c:v>41870</c:v>
                </c:pt>
                <c:pt idx="3046">
                  <c:v>41869</c:v>
                </c:pt>
                <c:pt idx="3047">
                  <c:v>41866</c:v>
                </c:pt>
                <c:pt idx="3048">
                  <c:v>41865</c:v>
                </c:pt>
                <c:pt idx="3049">
                  <c:v>41864</c:v>
                </c:pt>
                <c:pt idx="3050">
                  <c:v>41863</c:v>
                </c:pt>
                <c:pt idx="3051">
                  <c:v>41862</c:v>
                </c:pt>
                <c:pt idx="3052">
                  <c:v>41859</c:v>
                </c:pt>
                <c:pt idx="3053">
                  <c:v>41858</c:v>
                </c:pt>
                <c:pt idx="3054">
                  <c:v>41857</c:v>
                </c:pt>
                <c:pt idx="3055">
                  <c:v>41856</c:v>
                </c:pt>
                <c:pt idx="3056">
                  <c:v>41855</c:v>
                </c:pt>
                <c:pt idx="3057">
                  <c:v>41852</c:v>
                </c:pt>
                <c:pt idx="3058">
                  <c:v>41851</c:v>
                </c:pt>
                <c:pt idx="3059">
                  <c:v>41850</c:v>
                </c:pt>
                <c:pt idx="3060">
                  <c:v>41849</c:v>
                </c:pt>
                <c:pt idx="3061">
                  <c:v>41848</c:v>
                </c:pt>
                <c:pt idx="3062">
                  <c:v>41845</c:v>
                </c:pt>
                <c:pt idx="3063">
                  <c:v>41844</c:v>
                </c:pt>
                <c:pt idx="3064">
                  <c:v>41843</c:v>
                </c:pt>
                <c:pt idx="3065">
                  <c:v>41842</c:v>
                </c:pt>
                <c:pt idx="3066">
                  <c:v>41841</c:v>
                </c:pt>
                <c:pt idx="3067">
                  <c:v>41838</c:v>
                </c:pt>
                <c:pt idx="3068">
                  <c:v>41837</c:v>
                </c:pt>
                <c:pt idx="3069">
                  <c:v>41836</c:v>
                </c:pt>
                <c:pt idx="3070">
                  <c:v>41835</c:v>
                </c:pt>
                <c:pt idx="3071">
                  <c:v>41834</c:v>
                </c:pt>
                <c:pt idx="3072">
                  <c:v>41831</c:v>
                </c:pt>
                <c:pt idx="3073">
                  <c:v>41830</c:v>
                </c:pt>
                <c:pt idx="3074">
                  <c:v>41829</c:v>
                </c:pt>
                <c:pt idx="3075">
                  <c:v>41828</c:v>
                </c:pt>
                <c:pt idx="3076">
                  <c:v>41827</c:v>
                </c:pt>
                <c:pt idx="3077">
                  <c:v>41823</c:v>
                </c:pt>
                <c:pt idx="3078">
                  <c:v>41822</c:v>
                </c:pt>
                <c:pt idx="3079">
                  <c:v>41821</c:v>
                </c:pt>
                <c:pt idx="3080">
                  <c:v>41820</c:v>
                </c:pt>
                <c:pt idx="3081">
                  <c:v>41817</c:v>
                </c:pt>
                <c:pt idx="3082">
                  <c:v>41816</c:v>
                </c:pt>
                <c:pt idx="3083">
                  <c:v>41815</c:v>
                </c:pt>
                <c:pt idx="3084">
                  <c:v>41814</c:v>
                </c:pt>
                <c:pt idx="3085">
                  <c:v>41813</c:v>
                </c:pt>
                <c:pt idx="3086">
                  <c:v>41810</c:v>
                </c:pt>
                <c:pt idx="3087">
                  <c:v>41809</c:v>
                </c:pt>
                <c:pt idx="3088">
                  <c:v>41808</c:v>
                </c:pt>
                <c:pt idx="3089">
                  <c:v>41807</c:v>
                </c:pt>
                <c:pt idx="3090">
                  <c:v>41806</c:v>
                </c:pt>
                <c:pt idx="3091">
                  <c:v>41803</c:v>
                </c:pt>
                <c:pt idx="3092">
                  <c:v>41802</c:v>
                </c:pt>
                <c:pt idx="3093">
                  <c:v>41801</c:v>
                </c:pt>
                <c:pt idx="3094">
                  <c:v>41800</c:v>
                </c:pt>
                <c:pt idx="3095">
                  <c:v>41799</c:v>
                </c:pt>
                <c:pt idx="3096">
                  <c:v>41796</c:v>
                </c:pt>
                <c:pt idx="3097">
                  <c:v>41795</c:v>
                </c:pt>
                <c:pt idx="3098">
                  <c:v>41794</c:v>
                </c:pt>
                <c:pt idx="3099">
                  <c:v>41793</c:v>
                </c:pt>
                <c:pt idx="3100">
                  <c:v>41792</c:v>
                </c:pt>
                <c:pt idx="3101">
                  <c:v>41789</c:v>
                </c:pt>
                <c:pt idx="3102">
                  <c:v>41788</c:v>
                </c:pt>
                <c:pt idx="3103">
                  <c:v>41787</c:v>
                </c:pt>
                <c:pt idx="3104">
                  <c:v>41786</c:v>
                </c:pt>
                <c:pt idx="3105">
                  <c:v>41782</c:v>
                </c:pt>
                <c:pt idx="3106">
                  <c:v>41781</c:v>
                </c:pt>
                <c:pt idx="3107">
                  <c:v>41780</c:v>
                </c:pt>
                <c:pt idx="3108">
                  <c:v>41779</c:v>
                </c:pt>
                <c:pt idx="3109">
                  <c:v>41778</c:v>
                </c:pt>
                <c:pt idx="3110">
                  <c:v>41775</c:v>
                </c:pt>
                <c:pt idx="3111">
                  <c:v>41774</c:v>
                </c:pt>
                <c:pt idx="3112">
                  <c:v>41773</c:v>
                </c:pt>
                <c:pt idx="3113">
                  <c:v>41772</c:v>
                </c:pt>
                <c:pt idx="3114">
                  <c:v>41771</c:v>
                </c:pt>
                <c:pt idx="3115">
                  <c:v>41768</c:v>
                </c:pt>
                <c:pt idx="3116">
                  <c:v>41767</c:v>
                </c:pt>
                <c:pt idx="3117">
                  <c:v>41766</c:v>
                </c:pt>
                <c:pt idx="3118">
                  <c:v>41765</c:v>
                </c:pt>
                <c:pt idx="3119">
                  <c:v>41764</c:v>
                </c:pt>
                <c:pt idx="3120">
                  <c:v>41761</c:v>
                </c:pt>
                <c:pt idx="3121">
                  <c:v>41760</c:v>
                </c:pt>
                <c:pt idx="3122">
                  <c:v>41759</c:v>
                </c:pt>
                <c:pt idx="3123">
                  <c:v>41758</c:v>
                </c:pt>
                <c:pt idx="3124">
                  <c:v>41757</c:v>
                </c:pt>
                <c:pt idx="3125">
                  <c:v>41754</c:v>
                </c:pt>
                <c:pt idx="3126">
                  <c:v>41753</c:v>
                </c:pt>
                <c:pt idx="3127">
                  <c:v>41752</c:v>
                </c:pt>
                <c:pt idx="3128">
                  <c:v>41751</c:v>
                </c:pt>
                <c:pt idx="3129">
                  <c:v>41750</c:v>
                </c:pt>
                <c:pt idx="3130">
                  <c:v>41746</c:v>
                </c:pt>
                <c:pt idx="3131">
                  <c:v>41745</c:v>
                </c:pt>
                <c:pt idx="3132">
                  <c:v>41744</c:v>
                </c:pt>
                <c:pt idx="3133">
                  <c:v>41743</c:v>
                </c:pt>
                <c:pt idx="3134">
                  <c:v>41740</c:v>
                </c:pt>
                <c:pt idx="3135">
                  <c:v>41739</c:v>
                </c:pt>
                <c:pt idx="3136">
                  <c:v>41738</c:v>
                </c:pt>
                <c:pt idx="3137">
                  <c:v>41737</c:v>
                </c:pt>
                <c:pt idx="3138">
                  <c:v>41736</c:v>
                </c:pt>
                <c:pt idx="3139">
                  <c:v>41733</c:v>
                </c:pt>
                <c:pt idx="3140">
                  <c:v>41732</c:v>
                </c:pt>
                <c:pt idx="3141">
                  <c:v>41731</c:v>
                </c:pt>
                <c:pt idx="3142">
                  <c:v>41730</c:v>
                </c:pt>
                <c:pt idx="3143">
                  <c:v>41729</c:v>
                </c:pt>
                <c:pt idx="3144">
                  <c:v>41726</c:v>
                </c:pt>
                <c:pt idx="3145">
                  <c:v>41725</c:v>
                </c:pt>
                <c:pt idx="3146">
                  <c:v>41724</c:v>
                </c:pt>
                <c:pt idx="3147">
                  <c:v>41723</c:v>
                </c:pt>
                <c:pt idx="3148">
                  <c:v>41722</c:v>
                </c:pt>
                <c:pt idx="3149">
                  <c:v>41719</c:v>
                </c:pt>
                <c:pt idx="3150">
                  <c:v>41718</c:v>
                </c:pt>
                <c:pt idx="3151">
                  <c:v>41717</c:v>
                </c:pt>
                <c:pt idx="3152">
                  <c:v>41716</c:v>
                </c:pt>
                <c:pt idx="3153">
                  <c:v>41715</c:v>
                </c:pt>
                <c:pt idx="3154">
                  <c:v>41712</c:v>
                </c:pt>
                <c:pt idx="3155">
                  <c:v>41711</c:v>
                </c:pt>
                <c:pt idx="3156">
                  <c:v>41710</c:v>
                </c:pt>
                <c:pt idx="3157">
                  <c:v>41709</c:v>
                </c:pt>
                <c:pt idx="3158">
                  <c:v>41708</c:v>
                </c:pt>
                <c:pt idx="3159">
                  <c:v>41705</c:v>
                </c:pt>
                <c:pt idx="3160">
                  <c:v>41704</c:v>
                </c:pt>
                <c:pt idx="3161">
                  <c:v>41703</c:v>
                </c:pt>
                <c:pt idx="3162">
                  <c:v>41702</c:v>
                </c:pt>
                <c:pt idx="3163">
                  <c:v>41701</c:v>
                </c:pt>
                <c:pt idx="3164">
                  <c:v>41698</c:v>
                </c:pt>
                <c:pt idx="3165">
                  <c:v>41697</c:v>
                </c:pt>
                <c:pt idx="3166">
                  <c:v>41696</c:v>
                </c:pt>
                <c:pt idx="3167">
                  <c:v>41695</c:v>
                </c:pt>
                <c:pt idx="3168">
                  <c:v>41694</c:v>
                </c:pt>
                <c:pt idx="3169">
                  <c:v>41691</c:v>
                </c:pt>
                <c:pt idx="3170">
                  <c:v>41690</c:v>
                </c:pt>
                <c:pt idx="3171">
                  <c:v>41689</c:v>
                </c:pt>
                <c:pt idx="3172">
                  <c:v>41688</c:v>
                </c:pt>
                <c:pt idx="3173">
                  <c:v>41684</c:v>
                </c:pt>
                <c:pt idx="3174">
                  <c:v>41683</c:v>
                </c:pt>
                <c:pt idx="3175">
                  <c:v>41682</c:v>
                </c:pt>
                <c:pt idx="3176">
                  <c:v>41681</c:v>
                </c:pt>
                <c:pt idx="3177">
                  <c:v>41680</c:v>
                </c:pt>
                <c:pt idx="3178">
                  <c:v>41677</c:v>
                </c:pt>
                <c:pt idx="3179">
                  <c:v>41676</c:v>
                </c:pt>
                <c:pt idx="3180">
                  <c:v>41674</c:v>
                </c:pt>
                <c:pt idx="3181">
                  <c:v>41673</c:v>
                </c:pt>
                <c:pt idx="3182">
                  <c:v>41670</c:v>
                </c:pt>
                <c:pt idx="3183">
                  <c:v>41669</c:v>
                </c:pt>
                <c:pt idx="3184">
                  <c:v>41668</c:v>
                </c:pt>
                <c:pt idx="3185">
                  <c:v>41667</c:v>
                </c:pt>
                <c:pt idx="3186">
                  <c:v>41666</c:v>
                </c:pt>
                <c:pt idx="3187">
                  <c:v>41663</c:v>
                </c:pt>
                <c:pt idx="3188">
                  <c:v>41662</c:v>
                </c:pt>
                <c:pt idx="3189">
                  <c:v>41661</c:v>
                </c:pt>
                <c:pt idx="3190">
                  <c:v>41660</c:v>
                </c:pt>
                <c:pt idx="3191">
                  <c:v>41656</c:v>
                </c:pt>
                <c:pt idx="3192">
                  <c:v>41655</c:v>
                </c:pt>
                <c:pt idx="3193">
                  <c:v>41654</c:v>
                </c:pt>
                <c:pt idx="3194">
                  <c:v>41653</c:v>
                </c:pt>
                <c:pt idx="3195">
                  <c:v>41652</c:v>
                </c:pt>
                <c:pt idx="3196">
                  <c:v>41649</c:v>
                </c:pt>
                <c:pt idx="3197">
                  <c:v>41648</c:v>
                </c:pt>
                <c:pt idx="3198">
                  <c:v>41647</c:v>
                </c:pt>
                <c:pt idx="3199">
                  <c:v>41646</c:v>
                </c:pt>
                <c:pt idx="3200">
                  <c:v>41645</c:v>
                </c:pt>
                <c:pt idx="3201">
                  <c:v>41642</c:v>
                </c:pt>
                <c:pt idx="3202">
                  <c:v>41641</c:v>
                </c:pt>
                <c:pt idx="3203">
                  <c:v>41639</c:v>
                </c:pt>
                <c:pt idx="3204">
                  <c:v>41638</c:v>
                </c:pt>
                <c:pt idx="3205">
                  <c:v>41635</c:v>
                </c:pt>
                <c:pt idx="3206">
                  <c:v>41634</c:v>
                </c:pt>
                <c:pt idx="3207">
                  <c:v>41632</c:v>
                </c:pt>
                <c:pt idx="3208">
                  <c:v>41631</c:v>
                </c:pt>
                <c:pt idx="3209">
                  <c:v>41628</c:v>
                </c:pt>
                <c:pt idx="3210">
                  <c:v>41627</c:v>
                </c:pt>
                <c:pt idx="3211">
                  <c:v>41626</c:v>
                </c:pt>
                <c:pt idx="3212">
                  <c:v>41625</c:v>
                </c:pt>
                <c:pt idx="3213">
                  <c:v>41624</c:v>
                </c:pt>
                <c:pt idx="3214">
                  <c:v>41621</c:v>
                </c:pt>
                <c:pt idx="3215">
                  <c:v>41620</c:v>
                </c:pt>
                <c:pt idx="3216">
                  <c:v>41619</c:v>
                </c:pt>
                <c:pt idx="3217">
                  <c:v>41618</c:v>
                </c:pt>
                <c:pt idx="3218">
                  <c:v>41617</c:v>
                </c:pt>
                <c:pt idx="3219">
                  <c:v>41614</c:v>
                </c:pt>
                <c:pt idx="3220">
                  <c:v>41613</c:v>
                </c:pt>
                <c:pt idx="3221">
                  <c:v>41612</c:v>
                </c:pt>
                <c:pt idx="3222">
                  <c:v>41611</c:v>
                </c:pt>
                <c:pt idx="3223">
                  <c:v>41610</c:v>
                </c:pt>
                <c:pt idx="3224">
                  <c:v>41607</c:v>
                </c:pt>
                <c:pt idx="3225">
                  <c:v>41605</c:v>
                </c:pt>
                <c:pt idx="3226">
                  <c:v>41604</c:v>
                </c:pt>
                <c:pt idx="3227">
                  <c:v>41603</c:v>
                </c:pt>
                <c:pt idx="3228">
                  <c:v>41600</c:v>
                </c:pt>
                <c:pt idx="3229">
                  <c:v>41599</c:v>
                </c:pt>
                <c:pt idx="3230">
                  <c:v>41598</c:v>
                </c:pt>
                <c:pt idx="3231">
                  <c:v>41597</c:v>
                </c:pt>
                <c:pt idx="3232">
                  <c:v>41596</c:v>
                </c:pt>
                <c:pt idx="3233">
                  <c:v>41593</c:v>
                </c:pt>
                <c:pt idx="3234">
                  <c:v>41592</c:v>
                </c:pt>
                <c:pt idx="3235">
                  <c:v>41591</c:v>
                </c:pt>
                <c:pt idx="3236">
                  <c:v>41590</c:v>
                </c:pt>
                <c:pt idx="3237">
                  <c:v>41589</c:v>
                </c:pt>
                <c:pt idx="3238">
                  <c:v>41586</c:v>
                </c:pt>
                <c:pt idx="3239">
                  <c:v>41585</c:v>
                </c:pt>
                <c:pt idx="3240">
                  <c:v>41584</c:v>
                </c:pt>
                <c:pt idx="3241">
                  <c:v>41583</c:v>
                </c:pt>
                <c:pt idx="3242">
                  <c:v>41582</c:v>
                </c:pt>
                <c:pt idx="3243">
                  <c:v>41579</c:v>
                </c:pt>
                <c:pt idx="3244">
                  <c:v>41578</c:v>
                </c:pt>
                <c:pt idx="3245">
                  <c:v>41577</c:v>
                </c:pt>
                <c:pt idx="3246">
                  <c:v>41576</c:v>
                </c:pt>
                <c:pt idx="3247">
                  <c:v>41575</c:v>
                </c:pt>
                <c:pt idx="3248">
                  <c:v>41572</c:v>
                </c:pt>
                <c:pt idx="3249">
                  <c:v>41571</c:v>
                </c:pt>
                <c:pt idx="3250">
                  <c:v>41570</c:v>
                </c:pt>
                <c:pt idx="3251">
                  <c:v>41569</c:v>
                </c:pt>
                <c:pt idx="3252">
                  <c:v>41568</c:v>
                </c:pt>
                <c:pt idx="3253">
                  <c:v>41565</c:v>
                </c:pt>
                <c:pt idx="3254">
                  <c:v>41564</c:v>
                </c:pt>
                <c:pt idx="3255">
                  <c:v>41563</c:v>
                </c:pt>
                <c:pt idx="3256">
                  <c:v>41562</c:v>
                </c:pt>
                <c:pt idx="3257">
                  <c:v>41561</c:v>
                </c:pt>
                <c:pt idx="3258">
                  <c:v>41558</c:v>
                </c:pt>
                <c:pt idx="3259">
                  <c:v>41557</c:v>
                </c:pt>
                <c:pt idx="3260">
                  <c:v>41556</c:v>
                </c:pt>
                <c:pt idx="3261">
                  <c:v>41555</c:v>
                </c:pt>
                <c:pt idx="3262">
                  <c:v>41554</c:v>
                </c:pt>
                <c:pt idx="3263">
                  <c:v>41551</c:v>
                </c:pt>
                <c:pt idx="3264">
                  <c:v>41550</c:v>
                </c:pt>
                <c:pt idx="3265">
                  <c:v>41549</c:v>
                </c:pt>
                <c:pt idx="3266">
                  <c:v>41548</c:v>
                </c:pt>
                <c:pt idx="3267">
                  <c:v>41547</c:v>
                </c:pt>
                <c:pt idx="3268">
                  <c:v>41544</c:v>
                </c:pt>
                <c:pt idx="3269">
                  <c:v>41543</c:v>
                </c:pt>
                <c:pt idx="3270">
                  <c:v>41542</c:v>
                </c:pt>
                <c:pt idx="3271">
                  <c:v>41541</c:v>
                </c:pt>
                <c:pt idx="3272">
                  <c:v>41540</c:v>
                </c:pt>
                <c:pt idx="3273">
                  <c:v>41537</c:v>
                </c:pt>
                <c:pt idx="3274">
                  <c:v>41536</c:v>
                </c:pt>
                <c:pt idx="3275">
                  <c:v>41535</c:v>
                </c:pt>
                <c:pt idx="3276">
                  <c:v>41534</c:v>
                </c:pt>
                <c:pt idx="3277">
                  <c:v>41533</c:v>
                </c:pt>
                <c:pt idx="3278">
                  <c:v>41530</c:v>
                </c:pt>
                <c:pt idx="3279">
                  <c:v>41529</c:v>
                </c:pt>
                <c:pt idx="3280">
                  <c:v>41528</c:v>
                </c:pt>
                <c:pt idx="3281">
                  <c:v>41527</c:v>
                </c:pt>
                <c:pt idx="3282">
                  <c:v>41526</c:v>
                </c:pt>
                <c:pt idx="3283">
                  <c:v>41523</c:v>
                </c:pt>
                <c:pt idx="3284">
                  <c:v>41522</c:v>
                </c:pt>
                <c:pt idx="3285">
                  <c:v>41521</c:v>
                </c:pt>
                <c:pt idx="3286">
                  <c:v>41520</c:v>
                </c:pt>
                <c:pt idx="3287">
                  <c:v>41516</c:v>
                </c:pt>
                <c:pt idx="3288">
                  <c:v>41515</c:v>
                </c:pt>
                <c:pt idx="3289">
                  <c:v>41514</c:v>
                </c:pt>
                <c:pt idx="3290">
                  <c:v>41513</c:v>
                </c:pt>
                <c:pt idx="3291">
                  <c:v>41512</c:v>
                </c:pt>
                <c:pt idx="3292">
                  <c:v>41509</c:v>
                </c:pt>
                <c:pt idx="3293">
                  <c:v>41508</c:v>
                </c:pt>
                <c:pt idx="3294">
                  <c:v>41507</c:v>
                </c:pt>
                <c:pt idx="3295">
                  <c:v>41506</c:v>
                </c:pt>
                <c:pt idx="3296">
                  <c:v>41505</c:v>
                </c:pt>
                <c:pt idx="3297">
                  <c:v>41502</c:v>
                </c:pt>
                <c:pt idx="3298">
                  <c:v>41501</c:v>
                </c:pt>
                <c:pt idx="3299">
                  <c:v>41500</c:v>
                </c:pt>
                <c:pt idx="3300">
                  <c:v>41499</c:v>
                </c:pt>
                <c:pt idx="3301">
                  <c:v>41498</c:v>
                </c:pt>
                <c:pt idx="3302">
                  <c:v>41495</c:v>
                </c:pt>
                <c:pt idx="3303">
                  <c:v>41494</c:v>
                </c:pt>
                <c:pt idx="3304">
                  <c:v>41493</c:v>
                </c:pt>
                <c:pt idx="3305">
                  <c:v>41492</c:v>
                </c:pt>
                <c:pt idx="3306">
                  <c:v>41491</c:v>
                </c:pt>
                <c:pt idx="3307">
                  <c:v>41488</c:v>
                </c:pt>
                <c:pt idx="3308">
                  <c:v>41487</c:v>
                </c:pt>
                <c:pt idx="3309">
                  <c:v>41486</c:v>
                </c:pt>
                <c:pt idx="3310">
                  <c:v>41485</c:v>
                </c:pt>
                <c:pt idx="3311">
                  <c:v>41484</c:v>
                </c:pt>
                <c:pt idx="3312">
                  <c:v>41481</c:v>
                </c:pt>
                <c:pt idx="3313">
                  <c:v>41480</c:v>
                </c:pt>
                <c:pt idx="3314">
                  <c:v>41479</c:v>
                </c:pt>
                <c:pt idx="3315">
                  <c:v>41478</c:v>
                </c:pt>
                <c:pt idx="3316">
                  <c:v>41477</c:v>
                </c:pt>
                <c:pt idx="3317">
                  <c:v>41474</c:v>
                </c:pt>
                <c:pt idx="3318">
                  <c:v>41473</c:v>
                </c:pt>
                <c:pt idx="3319">
                  <c:v>41472</c:v>
                </c:pt>
                <c:pt idx="3320">
                  <c:v>41471</c:v>
                </c:pt>
                <c:pt idx="3321">
                  <c:v>41470</c:v>
                </c:pt>
                <c:pt idx="3322">
                  <c:v>41467</c:v>
                </c:pt>
                <c:pt idx="3323">
                  <c:v>41466</c:v>
                </c:pt>
                <c:pt idx="3324">
                  <c:v>41465</c:v>
                </c:pt>
                <c:pt idx="3325">
                  <c:v>41464</c:v>
                </c:pt>
                <c:pt idx="3326">
                  <c:v>41463</c:v>
                </c:pt>
                <c:pt idx="3327">
                  <c:v>41460</c:v>
                </c:pt>
                <c:pt idx="3328">
                  <c:v>41458</c:v>
                </c:pt>
                <c:pt idx="3329">
                  <c:v>41457</c:v>
                </c:pt>
                <c:pt idx="3330">
                  <c:v>41456</c:v>
                </c:pt>
                <c:pt idx="3331">
                  <c:v>41453</c:v>
                </c:pt>
                <c:pt idx="3332">
                  <c:v>41452</c:v>
                </c:pt>
                <c:pt idx="3333">
                  <c:v>41451</c:v>
                </c:pt>
                <c:pt idx="3334">
                  <c:v>41450</c:v>
                </c:pt>
                <c:pt idx="3335">
                  <c:v>41449</c:v>
                </c:pt>
                <c:pt idx="3336">
                  <c:v>41446</c:v>
                </c:pt>
                <c:pt idx="3337">
                  <c:v>41445</c:v>
                </c:pt>
                <c:pt idx="3338">
                  <c:v>41444</c:v>
                </c:pt>
                <c:pt idx="3339">
                  <c:v>41443</c:v>
                </c:pt>
                <c:pt idx="3340">
                  <c:v>41442</c:v>
                </c:pt>
                <c:pt idx="3341">
                  <c:v>41439</c:v>
                </c:pt>
                <c:pt idx="3342">
                  <c:v>41438</c:v>
                </c:pt>
                <c:pt idx="3343">
                  <c:v>41437</c:v>
                </c:pt>
                <c:pt idx="3344">
                  <c:v>41436</c:v>
                </c:pt>
                <c:pt idx="3345">
                  <c:v>41435</c:v>
                </c:pt>
                <c:pt idx="3346">
                  <c:v>41432</c:v>
                </c:pt>
                <c:pt idx="3347">
                  <c:v>41431</c:v>
                </c:pt>
                <c:pt idx="3348">
                  <c:v>41430</c:v>
                </c:pt>
                <c:pt idx="3349">
                  <c:v>41429</c:v>
                </c:pt>
                <c:pt idx="3350">
                  <c:v>41428</c:v>
                </c:pt>
                <c:pt idx="3351">
                  <c:v>41425</c:v>
                </c:pt>
                <c:pt idx="3352">
                  <c:v>41424</c:v>
                </c:pt>
                <c:pt idx="3353">
                  <c:v>41423</c:v>
                </c:pt>
                <c:pt idx="3354">
                  <c:v>41422</c:v>
                </c:pt>
                <c:pt idx="3355">
                  <c:v>41418</c:v>
                </c:pt>
                <c:pt idx="3356">
                  <c:v>41417</c:v>
                </c:pt>
                <c:pt idx="3357">
                  <c:v>41416</c:v>
                </c:pt>
                <c:pt idx="3358">
                  <c:v>41415</c:v>
                </c:pt>
                <c:pt idx="3359">
                  <c:v>41414</c:v>
                </c:pt>
                <c:pt idx="3360">
                  <c:v>41411</c:v>
                </c:pt>
                <c:pt idx="3361">
                  <c:v>41410</c:v>
                </c:pt>
                <c:pt idx="3362">
                  <c:v>41409</c:v>
                </c:pt>
                <c:pt idx="3363">
                  <c:v>41408</c:v>
                </c:pt>
                <c:pt idx="3364">
                  <c:v>41407</c:v>
                </c:pt>
                <c:pt idx="3365">
                  <c:v>41404</c:v>
                </c:pt>
                <c:pt idx="3366">
                  <c:v>41403</c:v>
                </c:pt>
                <c:pt idx="3367">
                  <c:v>41402</c:v>
                </c:pt>
                <c:pt idx="3368">
                  <c:v>41401</c:v>
                </c:pt>
                <c:pt idx="3369">
                  <c:v>41400</c:v>
                </c:pt>
                <c:pt idx="3370">
                  <c:v>41397</c:v>
                </c:pt>
                <c:pt idx="3371">
                  <c:v>41396</c:v>
                </c:pt>
                <c:pt idx="3372">
                  <c:v>41395</c:v>
                </c:pt>
                <c:pt idx="3373">
                  <c:v>41394</c:v>
                </c:pt>
                <c:pt idx="3374">
                  <c:v>41393</c:v>
                </c:pt>
                <c:pt idx="3375">
                  <c:v>41390</c:v>
                </c:pt>
                <c:pt idx="3376">
                  <c:v>41389</c:v>
                </c:pt>
                <c:pt idx="3377">
                  <c:v>41388</c:v>
                </c:pt>
                <c:pt idx="3378">
                  <c:v>41387</c:v>
                </c:pt>
                <c:pt idx="3379">
                  <c:v>41386</c:v>
                </c:pt>
                <c:pt idx="3380">
                  <c:v>41383</c:v>
                </c:pt>
                <c:pt idx="3381">
                  <c:v>41382</c:v>
                </c:pt>
                <c:pt idx="3382">
                  <c:v>41381</c:v>
                </c:pt>
                <c:pt idx="3383">
                  <c:v>41380</c:v>
                </c:pt>
                <c:pt idx="3384">
                  <c:v>41379</c:v>
                </c:pt>
                <c:pt idx="3385">
                  <c:v>41376</c:v>
                </c:pt>
                <c:pt idx="3386">
                  <c:v>41375</c:v>
                </c:pt>
                <c:pt idx="3387">
                  <c:v>41374</c:v>
                </c:pt>
                <c:pt idx="3388">
                  <c:v>41373</c:v>
                </c:pt>
                <c:pt idx="3389">
                  <c:v>41372</c:v>
                </c:pt>
                <c:pt idx="3390">
                  <c:v>41369</c:v>
                </c:pt>
                <c:pt idx="3391">
                  <c:v>41368</c:v>
                </c:pt>
                <c:pt idx="3392">
                  <c:v>41367</c:v>
                </c:pt>
                <c:pt idx="3393">
                  <c:v>41366</c:v>
                </c:pt>
                <c:pt idx="3394">
                  <c:v>41365</c:v>
                </c:pt>
                <c:pt idx="3395">
                  <c:v>41361</c:v>
                </c:pt>
                <c:pt idx="3396">
                  <c:v>41360</c:v>
                </c:pt>
                <c:pt idx="3397">
                  <c:v>41359</c:v>
                </c:pt>
                <c:pt idx="3398">
                  <c:v>41358</c:v>
                </c:pt>
                <c:pt idx="3399">
                  <c:v>41355</c:v>
                </c:pt>
                <c:pt idx="3400">
                  <c:v>41354</c:v>
                </c:pt>
                <c:pt idx="3401">
                  <c:v>41353</c:v>
                </c:pt>
                <c:pt idx="3402">
                  <c:v>41352</c:v>
                </c:pt>
                <c:pt idx="3403">
                  <c:v>41351</c:v>
                </c:pt>
                <c:pt idx="3404">
                  <c:v>41348</c:v>
                </c:pt>
                <c:pt idx="3405">
                  <c:v>41347</c:v>
                </c:pt>
                <c:pt idx="3406">
                  <c:v>41346</c:v>
                </c:pt>
                <c:pt idx="3407">
                  <c:v>41345</c:v>
                </c:pt>
                <c:pt idx="3408">
                  <c:v>41344</c:v>
                </c:pt>
                <c:pt idx="3409">
                  <c:v>41341</c:v>
                </c:pt>
                <c:pt idx="3410">
                  <c:v>41340</c:v>
                </c:pt>
                <c:pt idx="3411">
                  <c:v>41339</c:v>
                </c:pt>
                <c:pt idx="3412">
                  <c:v>41338</c:v>
                </c:pt>
                <c:pt idx="3413">
                  <c:v>41337</c:v>
                </c:pt>
                <c:pt idx="3414">
                  <c:v>41334</c:v>
                </c:pt>
                <c:pt idx="3415">
                  <c:v>41333</c:v>
                </c:pt>
                <c:pt idx="3416">
                  <c:v>41332</c:v>
                </c:pt>
                <c:pt idx="3417">
                  <c:v>41331</c:v>
                </c:pt>
                <c:pt idx="3418">
                  <c:v>41330</c:v>
                </c:pt>
                <c:pt idx="3419">
                  <c:v>41327</c:v>
                </c:pt>
                <c:pt idx="3420">
                  <c:v>41326</c:v>
                </c:pt>
                <c:pt idx="3421">
                  <c:v>41325</c:v>
                </c:pt>
                <c:pt idx="3422">
                  <c:v>41324</c:v>
                </c:pt>
                <c:pt idx="3423">
                  <c:v>41320</c:v>
                </c:pt>
                <c:pt idx="3424">
                  <c:v>41319</c:v>
                </c:pt>
                <c:pt idx="3425">
                  <c:v>41318</c:v>
                </c:pt>
                <c:pt idx="3426">
                  <c:v>41317</c:v>
                </c:pt>
                <c:pt idx="3427">
                  <c:v>41316</c:v>
                </c:pt>
                <c:pt idx="3428">
                  <c:v>41313</c:v>
                </c:pt>
                <c:pt idx="3429">
                  <c:v>41312</c:v>
                </c:pt>
                <c:pt idx="3430">
                  <c:v>41311</c:v>
                </c:pt>
                <c:pt idx="3431">
                  <c:v>41310</c:v>
                </c:pt>
                <c:pt idx="3432">
                  <c:v>41309</c:v>
                </c:pt>
                <c:pt idx="3433">
                  <c:v>41306</c:v>
                </c:pt>
                <c:pt idx="3434">
                  <c:v>41305</c:v>
                </c:pt>
                <c:pt idx="3435">
                  <c:v>41304</c:v>
                </c:pt>
                <c:pt idx="3436">
                  <c:v>41303</c:v>
                </c:pt>
                <c:pt idx="3437">
                  <c:v>41302</c:v>
                </c:pt>
                <c:pt idx="3438">
                  <c:v>41299</c:v>
                </c:pt>
                <c:pt idx="3439">
                  <c:v>41298</c:v>
                </c:pt>
                <c:pt idx="3440">
                  <c:v>41297</c:v>
                </c:pt>
                <c:pt idx="3441">
                  <c:v>41296</c:v>
                </c:pt>
                <c:pt idx="3442">
                  <c:v>41292</c:v>
                </c:pt>
                <c:pt idx="3443">
                  <c:v>41291</c:v>
                </c:pt>
                <c:pt idx="3444">
                  <c:v>41290</c:v>
                </c:pt>
                <c:pt idx="3445">
                  <c:v>41289</c:v>
                </c:pt>
                <c:pt idx="3446">
                  <c:v>41288</c:v>
                </c:pt>
                <c:pt idx="3447">
                  <c:v>41285</c:v>
                </c:pt>
                <c:pt idx="3448">
                  <c:v>41284</c:v>
                </c:pt>
                <c:pt idx="3449">
                  <c:v>41283</c:v>
                </c:pt>
                <c:pt idx="3450">
                  <c:v>41282</c:v>
                </c:pt>
                <c:pt idx="3451">
                  <c:v>41281</c:v>
                </c:pt>
                <c:pt idx="3452">
                  <c:v>41278</c:v>
                </c:pt>
                <c:pt idx="3453">
                  <c:v>41277</c:v>
                </c:pt>
                <c:pt idx="3454">
                  <c:v>41276</c:v>
                </c:pt>
                <c:pt idx="3455">
                  <c:v>41274</c:v>
                </c:pt>
                <c:pt idx="3456">
                  <c:v>41271</c:v>
                </c:pt>
                <c:pt idx="3457">
                  <c:v>41270</c:v>
                </c:pt>
                <c:pt idx="3458">
                  <c:v>41269</c:v>
                </c:pt>
                <c:pt idx="3459">
                  <c:v>41267</c:v>
                </c:pt>
                <c:pt idx="3460">
                  <c:v>41264</c:v>
                </c:pt>
                <c:pt idx="3461">
                  <c:v>41263</c:v>
                </c:pt>
                <c:pt idx="3462">
                  <c:v>41262</c:v>
                </c:pt>
                <c:pt idx="3463">
                  <c:v>41261</c:v>
                </c:pt>
                <c:pt idx="3464">
                  <c:v>41260</c:v>
                </c:pt>
                <c:pt idx="3465">
                  <c:v>41257</c:v>
                </c:pt>
                <c:pt idx="3466">
                  <c:v>41256</c:v>
                </c:pt>
                <c:pt idx="3467">
                  <c:v>41255</c:v>
                </c:pt>
                <c:pt idx="3468">
                  <c:v>41254</c:v>
                </c:pt>
                <c:pt idx="3469">
                  <c:v>41253</c:v>
                </c:pt>
                <c:pt idx="3470">
                  <c:v>41250</c:v>
                </c:pt>
                <c:pt idx="3471">
                  <c:v>41249</c:v>
                </c:pt>
                <c:pt idx="3472">
                  <c:v>41248</c:v>
                </c:pt>
                <c:pt idx="3473">
                  <c:v>41247</c:v>
                </c:pt>
                <c:pt idx="3474">
                  <c:v>41246</c:v>
                </c:pt>
                <c:pt idx="3475">
                  <c:v>41243</c:v>
                </c:pt>
                <c:pt idx="3476">
                  <c:v>41242</c:v>
                </c:pt>
                <c:pt idx="3477">
                  <c:v>41241</c:v>
                </c:pt>
                <c:pt idx="3478">
                  <c:v>41240</c:v>
                </c:pt>
                <c:pt idx="3479">
                  <c:v>41239</c:v>
                </c:pt>
                <c:pt idx="3480">
                  <c:v>41236</c:v>
                </c:pt>
                <c:pt idx="3481">
                  <c:v>41234</c:v>
                </c:pt>
                <c:pt idx="3482">
                  <c:v>41233</c:v>
                </c:pt>
                <c:pt idx="3483">
                  <c:v>41232</c:v>
                </c:pt>
                <c:pt idx="3484">
                  <c:v>41229</c:v>
                </c:pt>
                <c:pt idx="3485">
                  <c:v>41228</c:v>
                </c:pt>
                <c:pt idx="3486">
                  <c:v>41227</c:v>
                </c:pt>
                <c:pt idx="3487">
                  <c:v>41226</c:v>
                </c:pt>
                <c:pt idx="3488">
                  <c:v>41225</c:v>
                </c:pt>
                <c:pt idx="3489">
                  <c:v>41222</c:v>
                </c:pt>
                <c:pt idx="3490">
                  <c:v>41221</c:v>
                </c:pt>
                <c:pt idx="3491">
                  <c:v>41220</c:v>
                </c:pt>
                <c:pt idx="3492">
                  <c:v>41219</c:v>
                </c:pt>
                <c:pt idx="3493">
                  <c:v>41218</c:v>
                </c:pt>
                <c:pt idx="3494">
                  <c:v>41215</c:v>
                </c:pt>
                <c:pt idx="3495">
                  <c:v>41214</c:v>
                </c:pt>
                <c:pt idx="3496">
                  <c:v>41213</c:v>
                </c:pt>
                <c:pt idx="3497">
                  <c:v>41208</c:v>
                </c:pt>
                <c:pt idx="3498">
                  <c:v>41207</c:v>
                </c:pt>
                <c:pt idx="3499">
                  <c:v>41206</c:v>
                </c:pt>
                <c:pt idx="3500">
                  <c:v>41205</c:v>
                </c:pt>
                <c:pt idx="3501">
                  <c:v>41204</c:v>
                </c:pt>
                <c:pt idx="3502">
                  <c:v>41201</c:v>
                </c:pt>
                <c:pt idx="3503">
                  <c:v>41200</c:v>
                </c:pt>
                <c:pt idx="3504">
                  <c:v>41199</c:v>
                </c:pt>
                <c:pt idx="3505">
                  <c:v>41198</c:v>
                </c:pt>
                <c:pt idx="3506">
                  <c:v>41197</c:v>
                </c:pt>
                <c:pt idx="3507">
                  <c:v>41194</c:v>
                </c:pt>
                <c:pt idx="3508">
                  <c:v>41193</c:v>
                </c:pt>
                <c:pt idx="3509">
                  <c:v>41192</c:v>
                </c:pt>
                <c:pt idx="3510">
                  <c:v>41191</c:v>
                </c:pt>
                <c:pt idx="3511">
                  <c:v>41190</c:v>
                </c:pt>
                <c:pt idx="3512">
                  <c:v>41187</c:v>
                </c:pt>
                <c:pt idx="3513">
                  <c:v>41186</c:v>
                </c:pt>
                <c:pt idx="3514">
                  <c:v>41185</c:v>
                </c:pt>
                <c:pt idx="3515">
                  <c:v>41184</c:v>
                </c:pt>
                <c:pt idx="3516">
                  <c:v>41183</c:v>
                </c:pt>
                <c:pt idx="3517">
                  <c:v>41180</c:v>
                </c:pt>
                <c:pt idx="3518">
                  <c:v>41179</c:v>
                </c:pt>
                <c:pt idx="3519">
                  <c:v>41178</c:v>
                </c:pt>
                <c:pt idx="3520">
                  <c:v>41177</c:v>
                </c:pt>
                <c:pt idx="3521">
                  <c:v>41176</c:v>
                </c:pt>
                <c:pt idx="3522">
                  <c:v>41173</c:v>
                </c:pt>
                <c:pt idx="3523">
                  <c:v>41172</c:v>
                </c:pt>
                <c:pt idx="3524">
                  <c:v>41171</c:v>
                </c:pt>
                <c:pt idx="3525">
                  <c:v>41170</c:v>
                </c:pt>
                <c:pt idx="3526">
                  <c:v>41169</c:v>
                </c:pt>
                <c:pt idx="3527">
                  <c:v>41166</c:v>
                </c:pt>
                <c:pt idx="3528">
                  <c:v>41165</c:v>
                </c:pt>
                <c:pt idx="3529">
                  <c:v>41164</c:v>
                </c:pt>
                <c:pt idx="3530">
                  <c:v>41163</c:v>
                </c:pt>
                <c:pt idx="3531">
                  <c:v>41162</c:v>
                </c:pt>
                <c:pt idx="3532">
                  <c:v>41159</c:v>
                </c:pt>
                <c:pt idx="3533">
                  <c:v>41158</c:v>
                </c:pt>
                <c:pt idx="3534">
                  <c:v>41157</c:v>
                </c:pt>
                <c:pt idx="3535">
                  <c:v>41156</c:v>
                </c:pt>
                <c:pt idx="3536">
                  <c:v>41152</c:v>
                </c:pt>
                <c:pt idx="3537">
                  <c:v>41151</c:v>
                </c:pt>
                <c:pt idx="3538">
                  <c:v>41150</c:v>
                </c:pt>
                <c:pt idx="3539">
                  <c:v>41149</c:v>
                </c:pt>
                <c:pt idx="3540">
                  <c:v>41148</c:v>
                </c:pt>
                <c:pt idx="3541">
                  <c:v>41145</c:v>
                </c:pt>
                <c:pt idx="3542">
                  <c:v>41144</c:v>
                </c:pt>
                <c:pt idx="3543">
                  <c:v>41143</c:v>
                </c:pt>
                <c:pt idx="3544">
                  <c:v>41142</c:v>
                </c:pt>
                <c:pt idx="3545">
                  <c:v>41141</c:v>
                </c:pt>
                <c:pt idx="3546">
                  <c:v>41138</c:v>
                </c:pt>
                <c:pt idx="3547">
                  <c:v>41137</c:v>
                </c:pt>
                <c:pt idx="3548">
                  <c:v>41136</c:v>
                </c:pt>
                <c:pt idx="3549">
                  <c:v>41135</c:v>
                </c:pt>
                <c:pt idx="3550">
                  <c:v>41134</c:v>
                </c:pt>
                <c:pt idx="3551">
                  <c:v>41131</c:v>
                </c:pt>
                <c:pt idx="3552">
                  <c:v>41130</c:v>
                </c:pt>
                <c:pt idx="3553">
                  <c:v>41129</c:v>
                </c:pt>
                <c:pt idx="3554">
                  <c:v>41128</c:v>
                </c:pt>
                <c:pt idx="3555">
                  <c:v>41127</c:v>
                </c:pt>
                <c:pt idx="3556">
                  <c:v>41124</c:v>
                </c:pt>
                <c:pt idx="3557">
                  <c:v>41123</c:v>
                </c:pt>
                <c:pt idx="3558">
                  <c:v>41122</c:v>
                </c:pt>
                <c:pt idx="3559">
                  <c:v>41121</c:v>
                </c:pt>
                <c:pt idx="3560">
                  <c:v>41120</c:v>
                </c:pt>
                <c:pt idx="3561">
                  <c:v>41117</c:v>
                </c:pt>
                <c:pt idx="3562">
                  <c:v>41116</c:v>
                </c:pt>
                <c:pt idx="3563">
                  <c:v>41115</c:v>
                </c:pt>
                <c:pt idx="3564">
                  <c:v>41114</c:v>
                </c:pt>
                <c:pt idx="3565">
                  <c:v>41113</c:v>
                </c:pt>
                <c:pt idx="3566">
                  <c:v>41110</c:v>
                </c:pt>
                <c:pt idx="3567">
                  <c:v>41109</c:v>
                </c:pt>
                <c:pt idx="3568">
                  <c:v>41108</c:v>
                </c:pt>
                <c:pt idx="3569">
                  <c:v>41107</c:v>
                </c:pt>
                <c:pt idx="3570">
                  <c:v>41106</c:v>
                </c:pt>
                <c:pt idx="3571">
                  <c:v>41103</c:v>
                </c:pt>
                <c:pt idx="3572">
                  <c:v>41102</c:v>
                </c:pt>
                <c:pt idx="3573">
                  <c:v>41101</c:v>
                </c:pt>
                <c:pt idx="3574">
                  <c:v>41100</c:v>
                </c:pt>
                <c:pt idx="3575">
                  <c:v>41099</c:v>
                </c:pt>
                <c:pt idx="3576">
                  <c:v>41096</c:v>
                </c:pt>
                <c:pt idx="3577">
                  <c:v>41095</c:v>
                </c:pt>
                <c:pt idx="3578">
                  <c:v>41093</c:v>
                </c:pt>
                <c:pt idx="3579">
                  <c:v>41092</c:v>
                </c:pt>
                <c:pt idx="3580">
                  <c:v>41089</c:v>
                </c:pt>
                <c:pt idx="3581">
                  <c:v>41088</c:v>
                </c:pt>
                <c:pt idx="3582">
                  <c:v>41087</c:v>
                </c:pt>
                <c:pt idx="3583">
                  <c:v>41086</c:v>
                </c:pt>
                <c:pt idx="3584">
                  <c:v>41085</c:v>
                </c:pt>
                <c:pt idx="3585">
                  <c:v>41082</c:v>
                </c:pt>
                <c:pt idx="3586">
                  <c:v>41081</c:v>
                </c:pt>
                <c:pt idx="3587">
                  <c:v>41080</c:v>
                </c:pt>
                <c:pt idx="3588">
                  <c:v>41079</c:v>
                </c:pt>
                <c:pt idx="3589">
                  <c:v>41078</c:v>
                </c:pt>
                <c:pt idx="3590">
                  <c:v>41075</c:v>
                </c:pt>
                <c:pt idx="3591">
                  <c:v>41074</c:v>
                </c:pt>
                <c:pt idx="3592">
                  <c:v>41073</c:v>
                </c:pt>
                <c:pt idx="3593">
                  <c:v>41072</c:v>
                </c:pt>
                <c:pt idx="3594">
                  <c:v>41071</c:v>
                </c:pt>
                <c:pt idx="3595">
                  <c:v>41068</c:v>
                </c:pt>
                <c:pt idx="3596">
                  <c:v>41067</c:v>
                </c:pt>
                <c:pt idx="3597">
                  <c:v>41066</c:v>
                </c:pt>
                <c:pt idx="3598">
                  <c:v>41065</c:v>
                </c:pt>
                <c:pt idx="3599">
                  <c:v>41064</c:v>
                </c:pt>
                <c:pt idx="3600">
                  <c:v>41061</c:v>
                </c:pt>
                <c:pt idx="3601">
                  <c:v>41060</c:v>
                </c:pt>
                <c:pt idx="3602">
                  <c:v>41059</c:v>
                </c:pt>
                <c:pt idx="3603">
                  <c:v>41058</c:v>
                </c:pt>
                <c:pt idx="3604">
                  <c:v>41054</c:v>
                </c:pt>
                <c:pt idx="3605">
                  <c:v>41053</c:v>
                </c:pt>
                <c:pt idx="3606">
                  <c:v>41052</c:v>
                </c:pt>
                <c:pt idx="3607">
                  <c:v>41051</c:v>
                </c:pt>
                <c:pt idx="3608">
                  <c:v>41050</c:v>
                </c:pt>
                <c:pt idx="3609">
                  <c:v>41047</c:v>
                </c:pt>
                <c:pt idx="3610">
                  <c:v>41046</c:v>
                </c:pt>
                <c:pt idx="3611">
                  <c:v>41045</c:v>
                </c:pt>
                <c:pt idx="3612">
                  <c:v>41044</c:v>
                </c:pt>
                <c:pt idx="3613">
                  <c:v>41043</c:v>
                </c:pt>
                <c:pt idx="3614">
                  <c:v>41040</c:v>
                </c:pt>
                <c:pt idx="3615">
                  <c:v>41039</c:v>
                </c:pt>
                <c:pt idx="3616">
                  <c:v>41038</c:v>
                </c:pt>
                <c:pt idx="3617">
                  <c:v>41037</c:v>
                </c:pt>
                <c:pt idx="3618">
                  <c:v>41036</c:v>
                </c:pt>
                <c:pt idx="3619">
                  <c:v>41033</c:v>
                </c:pt>
                <c:pt idx="3620">
                  <c:v>41032</c:v>
                </c:pt>
                <c:pt idx="3621">
                  <c:v>41031</c:v>
                </c:pt>
                <c:pt idx="3622">
                  <c:v>41030</c:v>
                </c:pt>
                <c:pt idx="3623">
                  <c:v>41029</c:v>
                </c:pt>
                <c:pt idx="3624">
                  <c:v>41026</c:v>
                </c:pt>
                <c:pt idx="3625">
                  <c:v>41025</c:v>
                </c:pt>
                <c:pt idx="3626">
                  <c:v>41024</c:v>
                </c:pt>
                <c:pt idx="3627">
                  <c:v>41023</c:v>
                </c:pt>
                <c:pt idx="3628">
                  <c:v>41022</c:v>
                </c:pt>
                <c:pt idx="3629">
                  <c:v>41019</c:v>
                </c:pt>
                <c:pt idx="3630">
                  <c:v>41018</c:v>
                </c:pt>
                <c:pt idx="3631">
                  <c:v>41017</c:v>
                </c:pt>
                <c:pt idx="3632">
                  <c:v>41016</c:v>
                </c:pt>
                <c:pt idx="3633">
                  <c:v>41015</c:v>
                </c:pt>
                <c:pt idx="3634">
                  <c:v>41012</c:v>
                </c:pt>
                <c:pt idx="3635">
                  <c:v>41011</c:v>
                </c:pt>
                <c:pt idx="3636">
                  <c:v>41010</c:v>
                </c:pt>
                <c:pt idx="3637">
                  <c:v>41009</c:v>
                </c:pt>
                <c:pt idx="3638">
                  <c:v>41008</c:v>
                </c:pt>
                <c:pt idx="3639">
                  <c:v>41004</c:v>
                </c:pt>
                <c:pt idx="3640">
                  <c:v>41003</c:v>
                </c:pt>
                <c:pt idx="3641">
                  <c:v>41002</c:v>
                </c:pt>
                <c:pt idx="3642">
                  <c:v>41001</c:v>
                </c:pt>
                <c:pt idx="3643">
                  <c:v>40998</c:v>
                </c:pt>
                <c:pt idx="3644">
                  <c:v>40997</c:v>
                </c:pt>
                <c:pt idx="3645">
                  <c:v>40996</c:v>
                </c:pt>
                <c:pt idx="3646">
                  <c:v>40995</c:v>
                </c:pt>
                <c:pt idx="3647">
                  <c:v>40994</c:v>
                </c:pt>
                <c:pt idx="3648">
                  <c:v>40991</c:v>
                </c:pt>
                <c:pt idx="3649">
                  <c:v>40990</c:v>
                </c:pt>
                <c:pt idx="3650">
                  <c:v>40989</c:v>
                </c:pt>
                <c:pt idx="3651">
                  <c:v>40988</c:v>
                </c:pt>
                <c:pt idx="3652">
                  <c:v>40987</c:v>
                </c:pt>
                <c:pt idx="3653">
                  <c:v>40984</c:v>
                </c:pt>
                <c:pt idx="3654">
                  <c:v>40983</c:v>
                </c:pt>
                <c:pt idx="3655">
                  <c:v>40982</c:v>
                </c:pt>
                <c:pt idx="3656">
                  <c:v>40981</c:v>
                </c:pt>
                <c:pt idx="3657">
                  <c:v>40980</c:v>
                </c:pt>
                <c:pt idx="3658">
                  <c:v>40977</c:v>
                </c:pt>
                <c:pt idx="3659">
                  <c:v>40976</c:v>
                </c:pt>
                <c:pt idx="3660">
                  <c:v>40975</c:v>
                </c:pt>
                <c:pt idx="3661">
                  <c:v>40974</c:v>
                </c:pt>
                <c:pt idx="3662">
                  <c:v>40973</c:v>
                </c:pt>
                <c:pt idx="3663">
                  <c:v>40970</c:v>
                </c:pt>
                <c:pt idx="3664">
                  <c:v>40969</c:v>
                </c:pt>
                <c:pt idx="3665">
                  <c:v>40968</c:v>
                </c:pt>
                <c:pt idx="3666">
                  <c:v>40967</c:v>
                </c:pt>
                <c:pt idx="3667">
                  <c:v>40966</c:v>
                </c:pt>
                <c:pt idx="3668">
                  <c:v>40963</c:v>
                </c:pt>
                <c:pt idx="3669">
                  <c:v>40962</c:v>
                </c:pt>
                <c:pt idx="3670">
                  <c:v>40961</c:v>
                </c:pt>
                <c:pt idx="3671">
                  <c:v>40960</c:v>
                </c:pt>
                <c:pt idx="3672">
                  <c:v>40956</c:v>
                </c:pt>
                <c:pt idx="3673">
                  <c:v>40955</c:v>
                </c:pt>
                <c:pt idx="3674">
                  <c:v>40954</c:v>
                </c:pt>
                <c:pt idx="3675">
                  <c:v>40953</c:v>
                </c:pt>
                <c:pt idx="3676">
                  <c:v>40952</c:v>
                </c:pt>
                <c:pt idx="3677">
                  <c:v>40949</c:v>
                </c:pt>
                <c:pt idx="3678">
                  <c:v>40948</c:v>
                </c:pt>
                <c:pt idx="3679">
                  <c:v>40947</c:v>
                </c:pt>
                <c:pt idx="3680">
                  <c:v>40946</c:v>
                </c:pt>
                <c:pt idx="3681">
                  <c:v>40945</c:v>
                </c:pt>
                <c:pt idx="3682">
                  <c:v>40942</c:v>
                </c:pt>
                <c:pt idx="3683">
                  <c:v>40941</c:v>
                </c:pt>
                <c:pt idx="3684">
                  <c:v>40940</c:v>
                </c:pt>
                <c:pt idx="3685">
                  <c:v>40939</c:v>
                </c:pt>
                <c:pt idx="3686">
                  <c:v>40938</c:v>
                </c:pt>
                <c:pt idx="3687">
                  <c:v>40935</c:v>
                </c:pt>
                <c:pt idx="3688">
                  <c:v>40934</c:v>
                </c:pt>
                <c:pt idx="3689">
                  <c:v>40933</c:v>
                </c:pt>
                <c:pt idx="3690">
                  <c:v>40932</c:v>
                </c:pt>
                <c:pt idx="3691">
                  <c:v>40931</c:v>
                </c:pt>
                <c:pt idx="3692">
                  <c:v>40928</c:v>
                </c:pt>
                <c:pt idx="3693">
                  <c:v>40927</c:v>
                </c:pt>
                <c:pt idx="3694">
                  <c:v>40926</c:v>
                </c:pt>
                <c:pt idx="3695">
                  <c:v>40925</c:v>
                </c:pt>
                <c:pt idx="3696">
                  <c:v>40921</c:v>
                </c:pt>
                <c:pt idx="3697">
                  <c:v>40920</c:v>
                </c:pt>
                <c:pt idx="3698">
                  <c:v>40919</c:v>
                </c:pt>
                <c:pt idx="3699">
                  <c:v>40918</c:v>
                </c:pt>
                <c:pt idx="3700">
                  <c:v>40917</c:v>
                </c:pt>
                <c:pt idx="3701">
                  <c:v>40914</c:v>
                </c:pt>
                <c:pt idx="3702">
                  <c:v>40913</c:v>
                </c:pt>
                <c:pt idx="3703">
                  <c:v>40912</c:v>
                </c:pt>
                <c:pt idx="3704">
                  <c:v>40911</c:v>
                </c:pt>
                <c:pt idx="3705">
                  <c:v>40907</c:v>
                </c:pt>
                <c:pt idx="3706">
                  <c:v>40906</c:v>
                </c:pt>
                <c:pt idx="3707">
                  <c:v>40905</c:v>
                </c:pt>
                <c:pt idx="3708">
                  <c:v>40904</c:v>
                </c:pt>
                <c:pt idx="3709">
                  <c:v>40900</c:v>
                </c:pt>
                <c:pt idx="3710">
                  <c:v>40899</c:v>
                </c:pt>
                <c:pt idx="3711">
                  <c:v>40898</c:v>
                </c:pt>
                <c:pt idx="3712">
                  <c:v>40897</c:v>
                </c:pt>
                <c:pt idx="3713">
                  <c:v>40896</c:v>
                </c:pt>
                <c:pt idx="3714">
                  <c:v>40893</c:v>
                </c:pt>
                <c:pt idx="3715">
                  <c:v>40892</c:v>
                </c:pt>
                <c:pt idx="3716">
                  <c:v>40891</c:v>
                </c:pt>
                <c:pt idx="3717">
                  <c:v>40890</c:v>
                </c:pt>
                <c:pt idx="3718">
                  <c:v>40889</c:v>
                </c:pt>
                <c:pt idx="3719">
                  <c:v>40886</c:v>
                </c:pt>
                <c:pt idx="3720">
                  <c:v>40885</c:v>
                </c:pt>
                <c:pt idx="3721">
                  <c:v>40884</c:v>
                </c:pt>
                <c:pt idx="3722">
                  <c:v>40883</c:v>
                </c:pt>
                <c:pt idx="3723">
                  <c:v>40882</c:v>
                </c:pt>
                <c:pt idx="3724">
                  <c:v>40879</c:v>
                </c:pt>
                <c:pt idx="3725">
                  <c:v>40878</c:v>
                </c:pt>
                <c:pt idx="3726">
                  <c:v>40877</c:v>
                </c:pt>
                <c:pt idx="3727">
                  <c:v>40876</c:v>
                </c:pt>
                <c:pt idx="3728">
                  <c:v>40875</c:v>
                </c:pt>
                <c:pt idx="3729">
                  <c:v>40872</c:v>
                </c:pt>
                <c:pt idx="3730">
                  <c:v>40870</c:v>
                </c:pt>
                <c:pt idx="3731">
                  <c:v>40869</c:v>
                </c:pt>
                <c:pt idx="3732">
                  <c:v>40868</c:v>
                </c:pt>
                <c:pt idx="3733">
                  <c:v>40865</c:v>
                </c:pt>
                <c:pt idx="3734">
                  <c:v>40864</c:v>
                </c:pt>
                <c:pt idx="3735">
                  <c:v>40863</c:v>
                </c:pt>
                <c:pt idx="3736">
                  <c:v>40862</c:v>
                </c:pt>
                <c:pt idx="3737">
                  <c:v>40861</c:v>
                </c:pt>
                <c:pt idx="3738">
                  <c:v>40858</c:v>
                </c:pt>
                <c:pt idx="3739">
                  <c:v>40857</c:v>
                </c:pt>
                <c:pt idx="3740">
                  <c:v>40856</c:v>
                </c:pt>
                <c:pt idx="3741">
                  <c:v>40855</c:v>
                </c:pt>
                <c:pt idx="3742">
                  <c:v>40854</c:v>
                </c:pt>
                <c:pt idx="3743">
                  <c:v>40851</c:v>
                </c:pt>
                <c:pt idx="3744">
                  <c:v>40850</c:v>
                </c:pt>
                <c:pt idx="3745">
                  <c:v>40849</c:v>
                </c:pt>
                <c:pt idx="3746">
                  <c:v>40848</c:v>
                </c:pt>
                <c:pt idx="3747">
                  <c:v>40847</c:v>
                </c:pt>
                <c:pt idx="3748">
                  <c:v>40844</c:v>
                </c:pt>
                <c:pt idx="3749">
                  <c:v>40843</c:v>
                </c:pt>
                <c:pt idx="3750">
                  <c:v>40842</c:v>
                </c:pt>
                <c:pt idx="3751">
                  <c:v>40841</c:v>
                </c:pt>
                <c:pt idx="3752">
                  <c:v>40840</c:v>
                </c:pt>
                <c:pt idx="3753">
                  <c:v>40837</c:v>
                </c:pt>
                <c:pt idx="3754">
                  <c:v>40836</c:v>
                </c:pt>
                <c:pt idx="3755">
                  <c:v>40835</c:v>
                </c:pt>
                <c:pt idx="3756">
                  <c:v>40834</c:v>
                </c:pt>
                <c:pt idx="3757">
                  <c:v>40833</c:v>
                </c:pt>
                <c:pt idx="3758">
                  <c:v>40830</c:v>
                </c:pt>
                <c:pt idx="3759">
                  <c:v>40829</c:v>
                </c:pt>
                <c:pt idx="3760">
                  <c:v>40828</c:v>
                </c:pt>
                <c:pt idx="3761">
                  <c:v>40827</c:v>
                </c:pt>
                <c:pt idx="3762">
                  <c:v>40826</c:v>
                </c:pt>
                <c:pt idx="3763">
                  <c:v>40823</c:v>
                </c:pt>
                <c:pt idx="3764">
                  <c:v>40822</c:v>
                </c:pt>
                <c:pt idx="3765">
                  <c:v>40821</c:v>
                </c:pt>
                <c:pt idx="3766">
                  <c:v>40820</c:v>
                </c:pt>
                <c:pt idx="3767">
                  <c:v>40819</c:v>
                </c:pt>
                <c:pt idx="3768">
                  <c:v>40816</c:v>
                </c:pt>
                <c:pt idx="3769">
                  <c:v>40815</c:v>
                </c:pt>
                <c:pt idx="3770">
                  <c:v>40814</c:v>
                </c:pt>
                <c:pt idx="3771">
                  <c:v>40813</c:v>
                </c:pt>
                <c:pt idx="3772">
                  <c:v>40812</c:v>
                </c:pt>
                <c:pt idx="3773">
                  <c:v>40809</c:v>
                </c:pt>
                <c:pt idx="3774">
                  <c:v>40808</c:v>
                </c:pt>
                <c:pt idx="3775">
                  <c:v>40807</c:v>
                </c:pt>
                <c:pt idx="3776">
                  <c:v>40806</c:v>
                </c:pt>
                <c:pt idx="3777">
                  <c:v>40805</c:v>
                </c:pt>
                <c:pt idx="3778">
                  <c:v>40802</c:v>
                </c:pt>
                <c:pt idx="3779">
                  <c:v>40801</c:v>
                </c:pt>
                <c:pt idx="3780">
                  <c:v>40800</c:v>
                </c:pt>
                <c:pt idx="3781">
                  <c:v>40799</c:v>
                </c:pt>
                <c:pt idx="3782">
                  <c:v>40798</c:v>
                </c:pt>
                <c:pt idx="3783">
                  <c:v>40795</c:v>
                </c:pt>
                <c:pt idx="3784">
                  <c:v>40794</c:v>
                </c:pt>
                <c:pt idx="3785">
                  <c:v>40793</c:v>
                </c:pt>
                <c:pt idx="3786">
                  <c:v>40792</c:v>
                </c:pt>
                <c:pt idx="3787">
                  <c:v>40788</c:v>
                </c:pt>
                <c:pt idx="3788">
                  <c:v>40787</c:v>
                </c:pt>
                <c:pt idx="3789">
                  <c:v>40786</c:v>
                </c:pt>
                <c:pt idx="3790">
                  <c:v>40785</c:v>
                </c:pt>
                <c:pt idx="3791">
                  <c:v>40784</c:v>
                </c:pt>
                <c:pt idx="3792">
                  <c:v>40781</c:v>
                </c:pt>
                <c:pt idx="3793">
                  <c:v>40780</c:v>
                </c:pt>
                <c:pt idx="3794">
                  <c:v>40779</c:v>
                </c:pt>
                <c:pt idx="3795">
                  <c:v>40778</c:v>
                </c:pt>
                <c:pt idx="3796">
                  <c:v>40777</c:v>
                </c:pt>
                <c:pt idx="3797">
                  <c:v>40774</c:v>
                </c:pt>
                <c:pt idx="3798">
                  <c:v>40773</c:v>
                </c:pt>
                <c:pt idx="3799">
                  <c:v>40772</c:v>
                </c:pt>
                <c:pt idx="3800">
                  <c:v>40771</c:v>
                </c:pt>
                <c:pt idx="3801">
                  <c:v>40770</c:v>
                </c:pt>
                <c:pt idx="3802">
                  <c:v>40767</c:v>
                </c:pt>
                <c:pt idx="3803">
                  <c:v>40766</c:v>
                </c:pt>
                <c:pt idx="3804">
                  <c:v>40765</c:v>
                </c:pt>
                <c:pt idx="3805">
                  <c:v>40764</c:v>
                </c:pt>
                <c:pt idx="3806">
                  <c:v>40763</c:v>
                </c:pt>
                <c:pt idx="3807">
                  <c:v>40760</c:v>
                </c:pt>
                <c:pt idx="3808">
                  <c:v>40759</c:v>
                </c:pt>
                <c:pt idx="3809">
                  <c:v>40758</c:v>
                </c:pt>
                <c:pt idx="3810">
                  <c:v>40757</c:v>
                </c:pt>
                <c:pt idx="3811">
                  <c:v>40756</c:v>
                </c:pt>
                <c:pt idx="3812">
                  <c:v>40753</c:v>
                </c:pt>
                <c:pt idx="3813">
                  <c:v>40752</c:v>
                </c:pt>
                <c:pt idx="3814">
                  <c:v>40751</c:v>
                </c:pt>
                <c:pt idx="3815">
                  <c:v>40750</c:v>
                </c:pt>
                <c:pt idx="3816">
                  <c:v>40749</c:v>
                </c:pt>
                <c:pt idx="3817">
                  <c:v>40746</c:v>
                </c:pt>
                <c:pt idx="3818">
                  <c:v>40745</c:v>
                </c:pt>
                <c:pt idx="3819">
                  <c:v>40744</c:v>
                </c:pt>
                <c:pt idx="3820">
                  <c:v>40743</c:v>
                </c:pt>
                <c:pt idx="3821">
                  <c:v>40742</c:v>
                </c:pt>
                <c:pt idx="3822">
                  <c:v>40739</c:v>
                </c:pt>
                <c:pt idx="3823">
                  <c:v>40738</c:v>
                </c:pt>
                <c:pt idx="3824">
                  <c:v>40737</c:v>
                </c:pt>
                <c:pt idx="3825">
                  <c:v>40736</c:v>
                </c:pt>
                <c:pt idx="3826">
                  <c:v>40735</c:v>
                </c:pt>
                <c:pt idx="3827">
                  <c:v>40732</c:v>
                </c:pt>
                <c:pt idx="3828">
                  <c:v>40731</c:v>
                </c:pt>
                <c:pt idx="3829">
                  <c:v>40730</c:v>
                </c:pt>
                <c:pt idx="3830">
                  <c:v>40729</c:v>
                </c:pt>
                <c:pt idx="3831">
                  <c:v>40725</c:v>
                </c:pt>
                <c:pt idx="3832">
                  <c:v>40724</c:v>
                </c:pt>
                <c:pt idx="3833">
                  <c:v>40723</c:v>
                </c:pt>
                <c:pt idx="3834">
                  <c:v>40722</c:v>
                </c:pt>
                <c:pt idx="3835">
                  <c:v>40721</c:v>
                </c:pt>
                <c:pt idx="3836">
                  <c:v>40718</c:v>
                </c:pt>
                <c:pt idx="3837">
                  <c:v>40717</c:v>
                </c:pt>
                <c:pt idx="3838">
                  <c:v>40716</c:v>
                </c:pt>
                <c:pt idx="3839">
                  <c:v>40715</c:v>
                </c:pt>
                <c:pt idx="3840">
                  <c:v>40714</c:v>
                </c:pt>
                <c:pt idx="3841">
                  <c:v>40711</c:v>
                </c:pt>
                <c:pt idx="3842">
                  <c:v>40710</c:v>
                </c:pt>
                <c:pt idx="3843">
                  <c:v>40709</c:v>
                </c:pt>
                <c:pt idx="3844">
                  <c:v>40708</c:v>
                </c:pt>
                <c:pt idx="3845">
                  <c:v>40707</c:v>
                </c:pt>
                <c:pt idx="3846">
                  <c:v>40704</c:v>
                </c:pt>
                <c:pt idx="3847">
                  <c:v>40703</c:v>
                </c:pt>
                <c:pt idx="3848">
                  <c:v>40702</c:v>
                </c:pt>
                <c:pt idx="3849">
                  <c:v>40701</c:v>
                </c:pt>
                <c:pt idx="3850">
                  <c:v>40700</c:v>
                </c:pt>
                <c:pt idx="3851">
                  <c:v>40697</c:v>
                </c:pt>
                <c:pt idx="3852">
                  <c:v>40696</c:v>
                </c:pt>
                <c:pt idx="3853">
                  <c:v>40695</c:v>
                </c:pt>
                <c:pt idx="3854">
                  <c:v>40694</c:v>
                </c:pt>
                <c:pt idx="3855">
                  <c:v>40690</c:v>
                </c:pt>
                <c:pt idx="3856">
                  <c:v>40689</c:v>
                </c:pt>
                <c:pt idx="3857">
                  <c:v>40688</c:v>
                </c:pt>
                <c:pt idx="3858">
                  <c:v>40687</c:v>
                </c:pt>
                <c:pt idx="3859">
                  <c:v>40686</c:v>
                </c:pt>
                <c:pt idx="3860">
                  <c:v>40683</c:v>
                </c:pt>
                <c:pt idx="3861">
                  <c:v>40682</c:v>
                </c:pt>
                <c:pt idx="3862">
                  <c:v>40681</c:v>
                </c:pt>
                <c:pt idx="3863">
                  <c:v>40680</c:v>
                </c:pt>
                <c:pt idx="3864">
                  <c:v>40679</c:v>
                </c:pt>
                <c:pt idx="3865">
                  <c:v>40676</c:v>
                </c:pt>
                <c:pt idx="3866">
                  <c:v>40675</c:v>
                </c:pt>
                <c:pt idx="3867">
                  <c:v>40674</c:v>
                </c:pt>
                <c:pt idx="3868">
                  <c:v>40673</c:v>
                </c:pt>
                <c:pt idx="3869">
                  <c:v>40672</c:v>
                </c:pt>
                <c:pt idx="3870">
                  <c:v>40669</c:v>
                </c:pt>
                <c:pt idx="3871">
                  <c:v>40668</c:v>
                </c:pt>
                <c:pt idx="3872">
                  <c:v>40667</c:v>
                </c:pt>
                <c:pt idx="3873">
                  <c:v>40666</c:v>
                </c:pt>
                <c:pt idx="3874">
                  <c:v>40665</c:v>
                </c:pt>
                <c:pt idx="3875">
                  <c:v>40662</c:v>
                </c:pt>
                <c:pt idx="3876">
                  <c:v>40661</c:v>
                </c:pt>
                <c:pt idx="3877">
                  <c:v>40660</c:v>
                </c:pt>
                <c:pt idx="3878">
                  <c:v>40659</c:v>
                </c:pt>
                <c:pt idx="3879">
                  <c:v>40658</c:v>
                </c:pt>
                <c:pt idx="3880">
                  <c:v>40654</c:v>
                </c:pt>
                <c:pt idx="3881">
                  <c:v>40653</c:v>
                </c:pt>
                <c:pt idx="3882">
                  <c:v>40652</c:v>
                </c:pt>
                <c:pt idx="3883">
                  <c:v>40651</c:v>
                </c:pt>
                <c:pt idx="3884">
                  <c:v>40648</c:v>
                </c:pt>
                <c:pt idx="3885">
                  <c:v>40647</c:v>
                </c:pt>
                <c:pt idx="3886">
                  <c:v>40646</c:v>
                </c:pt>
                <c:pt idx="3887">
                  <c:v>40645</c:v>
                </c:pt>
                <c:pt idx="3888">
                  <c:v>40644</c:v>
                </c:pt>
                <c:pt idx="3889">
                  <c:v>40641</c:v>
                </c:pt>
                <c:pt idx="3890">
                  <c:v>40640</c:v>
                </c:pt>
                <c:pt idx="3891">
                  <c:v>40639</c:v>
                </c:pt>
                <c:pt idx="3892">
                  <c:v>40638</c:v>
                </c:pt>
                <c:pt idx="3893">
                  <c:v>40637</c:v>
                </c:pt>
                <c:pt idx="3894">
                  <c:v>40634</c:v>
                </c:pt>
                <c:pt idx="3895">
                  <c:v>40633</c:v>
                </c:pt>
                <c:pt idx="3896">
                  <c:v>40632</c:v>
                </c:pt>
                <c:pt idx="3897">
                  <c:v>40631</c:v>
                </c:pt>
                <c:pt idx="3898">
                  <c:v>40630</c:v>
                </c:pt>
                <c:pt idx="3899">
                  <c:v>40627</c:v>
                </c:pt>
                <c:pt idx="3900">
                  <c:v>40626</c:v>
                </c:pt>
                <c:pt idx="3901">
                  <c:v>40625</c:v>
                </c:pt>
                <c:pt idx="3902">
                  <c:v>40624</c:v>
                </c:pt>
                <c:pt idx="3903">
                  <c:v>40623</c:v>
                </c:pt>
                <c:pt idx="3904">
                  <c:v>40620</c:v>
                </c:pt>
                <c:pt idx="3905">
                  <c:v>40619</c:v>
                </c:pt>
                <c:pt idx="3906">
                  <c:v>40618</c:v>
                </c:pt>
                <c:pt idx="3907">
                  <c:v>40617</c:v>
                </c:pt>
                <c:pt idx="3908">
                  <c:v>40616</c:v>
                </c:pt>
                <c:pt idx="3909">
                  <c:v>40613</c:v>
                </c:pt>
                <c:pt idx="3910">
                  <c:v>40612</c:v>
                </c:pt>
                <c:pt idx="3911">
                  <c:v>40611</c:v>
                </c:pt>
                <c:pt idx="3912">
                  <c:v>40610</c:v>
                </c:pt>
                <c:pt idx="3913">
                  <c:v>40609</c:v>
                </c:pt>
                <c:pt idx="3914">
                  <c:v>40606</c:v>
                </c:pt>
                <c:pt idx="3915">
                  <c:v>40605</c:v>
                </c:pt>
                <c:pt idx="3916">
                  <c:v>40604</c:v>
                </c:pt>
                <c:pt idx="3917">
                  <c:v>40603</c:v>
                </c:pt>
                <c:pt idx="3918">
                  <c:v>40602</c:v>
                </c:pt>
                <c:pt idx="3919">
                  <c:v>40599</c:v>
                </c:pt>
                <c:pt idx="3920">
                  <c:v>40598</c:v>
                </c:pt>
                <c:pt idx="3921">
                  <c:v>40597</c:v>
                </c:pt>
                <c:pt idx="3922">
                  <c:v>40596</c:v>
                </c:pt>
                <c:pt idx="3923">
                  <c:v>40592</c:v>
                </c:pt>
                <c:pt idx="3924">
                  <c:v>40591</c:v>
                </c:pt>
                <c:pt idx="3925">
                  <c:v>40590</c:v>
                </c:pt>
                <c:pt idx="3926">
                  <c:v>40589</c:v>
                </c:pt>
                <c:pt idx="3927">
                  <c:v>40588</c:v>
                </c:pt>
                <c:pt idx="3928">
                  <c:v>40585</c:v>
                </c:pt>
                <c:pt idx="3929">
                  <c:v>40584</c:v>
                </c:pt>
                <c:pt idx="3930">
                  <c:v>40583</c:v>
                </c:pt>
                <c:pt idx="3931">
                  <c:v>40582</c:v>
                </c:pt>
                <c:pt idx="3932">
                  <c:v>40581</c:v>
                </c:pt>
                <c:pt idx="3933">
                  <c:v>40578</c:v>
                </c:pt>
                <c:pt idx="3934">
                  <c:v>40577</c:v>
                </c:pt>
                <c:pt idx="3935">
                  <c:v>40576</c:v>
                </c:pt>
                <c:pt idx="3936">
                  <c:v>40575</c:v>
                </c:pt>
                <c:pt idx="3937">
                  <c:v>40574</c:v>
                </c:pt>
                <c:pt idx="3938">
                  <c:v>40571</c:v>
                </c:pt>
                <c:pt idx="3939">
                  <c:v>40570</c:v>
                </c:pt>
                <c:pt idx="3940">
                  <c:v>40569</c:v>
                </c:pt>
                <c:pt idx="3941">
                  <c:v>40568</c:v>
                </c:pt>
                <c:pt idx="3942">
                  <c:v>40567</c:v>
                </c:pt>
                <c:pt idx="3943">
                  <c:v>40564</c:v>
                </c:pt>
                <c:pt idx="3944">
                  <c:v>40563</c:v>
                </c:pt>
                <c:pt idx="3945">
                  <c:v>40562</c:v>
                </c:pt>
                <c:pt idx="3946">
                  <c:v>40561</c:v>
                </c:pt>
                <c:pt idx="3947">
                  <c:v>40557</c:v>
                </c:pt>
                <c:pt idx="3948">
                  <c:v>40556</c:v>
                </c:pt>
                <c:pt idx="3949">
                  <c:v>40555</c:v>
                </c:pt>
                <c:pt idx="3950">
                  <c:v>40554</c:v>
                </c:pt>
                <c:pt idx="3951">
                  <c:v>40553</c:v>
                </c:pt>
                <c:pt idx="3952">
                  <c:v>40550</c:v>
                </c:pt>
                <c:pt idx="3953">
                  <c:v>40549</c:v>
                </c:pt>
                <c:pt idx="3954">
                  <c:v>40548</c:v>
                </c:pt>
                <c:pt idx="3955">
                  <c:v>40547</c:v>
                </c:pt>
                <c:pt idx="3956">
                  <c:v>40546</c:v>
                </c:pt>
                <c:pt idx="3957">
                  <c:v>40543</c:v>
                </c:pt>
                <c:pt idx="3958">
                  <c:v>40542</c:v>
                </c:pt>
                <c:pt idx="3959">
                  <c:v>40541</c:v>
                </c:pt>
                <c:pt idx="3960">
                  <c:v>40540</c:v>
                </c:pt>
                <c:pt idx="3961">
                  <c:v>40539</c:v>
                </c:pt>
                <c:pt idx="3962">
                  <c:v>40535</c:v>
                </c:pt>
                <c:pt idx="3963">
                  <c:v>40534</c:v>
                </c:pt>
                <c:pt idx="3964">
                  <c:v>40533</c:v>
                </c:pt>
                <c:pt idx="3965">
                  <c:v>40532</c:v>
                </c:pt>
                <c:pt idx="3966">
                  <c:v>40529</c:v>
                </c:pt>
                <c:pt idx="3967">
                  <c:v>40528</c:v>
                </c:pt>
                <c:pt idx="3968">
                  <c:v>40527</c:v>
                </c:pt>
                <c:pt idx="3969">
                  <c:v>40526</c:v>
                </c:pt>
                <c:pt idx="3970">
                  <c:v>40525</c:v>
                </c:pt>
                <c:pt idx="3971">
                  <c:v>40522</c:v>
                </c:pt>
                <c:pt idx="3972">
                  <c:v>40521</c:v>
                </c:pt>
                <c:pt idx="3973">
                  <c:v>40520</c:v>
                </c:pt>
                <c:pt idx="3974">
                  <c:v>40519</c:v>
                </c:pt>
                <c:pt idx="3975">
                  <c:v>40518</c:v>
                </c:pt>
                <c:pt idx="3976">
                  <c:v>40515</c:v>
                </c:pt>
                <c:pt idx="3977">
                  <c:v>40514</c:v>
                </c:pt>
                <c:pt idx="3978">
                  <c:v>40513</c:v>
                </c:pt>
                <c:pt idx="3979">
                  <c:v>40512</c:v>
                </c:pt>
                <c:pt idx="3980">
                  <c:v>40511</c:v>
                </c:pt>
                <c:pt idx="3981">
                  <c:v>40508</c:v>
                </c:pt>
                <c:pt idx="3982">
                  <c:v>40506</c:v>
                </c:pt>
                <c:pt idx="3983">
                  <c:v>40505</c:v>
                </c:pt>
                <c:pt idx="3984">
                  <c:v>40504</c:v>
                </c:pt>
                <c:pt idx="3985">
                  <c:v>40501</c:v>
                </c:pt>
                <c:pt idx="3986">
                  <c:v>40500</c:v>
                </c:pt>
                <c:pt idx="3987">
                  <c:v>40499</c:v>
                </c:pt>
                <c:pt idx="3988">
                  <c:v>40498</c:v>
                </c:pt>
                <c:pt idx="3989">
                  <c:v>40497</c:v>
                </c:pt>
                <c:pt idx="3990">
                  <c:v>40494</c:v>
                </c:pt>
                <c:pt idx="3991">
                  <c:v>40493</c:v>
                </c:pt>
                <c:pt idx="3992">
                  <c:v>40492</c:v>
                </c:pt>
                <c:pt idx="3993">
                  <c:v>40491</c:v>
                </c:pt>
                <c:pt idx="3994">
                  <c:v>40490</c:v>
                </c:pt>
                <c:pt idx="3995">
                  <c:v>40487</c:v>
                </c:pt>
                <c:pt idx="3996">
                  <c:v>40486</c:v>
                </c:pt>
                <c:pt idx="3997">
                  <c:v>40485</c:v>
                </c:pt>
                <c:pt idx="3998">
                  <c:v>40484</c:v>
                </c:pt>
                <c:pt idx="3999">
                  <c:v>40483</c:v>
                </c:pt>
                <c:pt idx="4000">
                  <c:v>40480</c:v>
                </c:pt>
                <c:pt idx="4001">
                  <c:v>40479</c:v>
                </c:pt>
                <c:pt idx="4002">
                  <c:v>40478</c:v>
                </c:pt>
                <c:pt idx="4003">
                  <c:v>40477</c:v>
                </c:pt>
                <c:pt idx="4004">
                  <c:v>40476</c:v>
                </c:pt>
                <c:pt idx="4005">
                  <c:v>40473</c:v>
                </c:pt>
                <c:pt idx="4006">
                  <c:v>40472</c:v>
                </c:pt>
                <c:pt idx="4007">
                  <c:v>40471</c:v>
                </c:pt>
                <c:pt idx="4008">
                  <c:v>40470</c:v>
                </c:pt>
                <c:pt idx="4009">
                  <c:v>40469</c:v>
                </c:pt>
                <c:pt idx="4010">
                  <c:v>40466</c:v>
                </c:pt>
                <c:pt idx="4011">
                  <c:v>40465</c:v>
                </c:pt>
                <c:pt idx="4012">
                  <c:v>40464</c:v>
                </c:pt>
                <c:pt idx="4013">
                  <c:v>40463</c:v>
                </c:pt>
                <c:pt idx="4014">
                  <c:v>40462</c:v>
                </c:pt>
                <c:pt idx="4015">
                  <c:v>40459</c:v>
                </c:pt>
                <c:pt idx="4016">
                  <c:v>40458</c:v>
                </c:pt>
                <c:pt idx="4017">
                  <c:v>40457</c:v>
                </c:pt>
                <c:pt idx="4018">
                  <c:v>40456</c:v>
                </c:pt>
                <c:pt idx="4019">
                  <c:v>40455</c:v>
                </c:pt>
                <c:pt idx="4020">
                  <c:v>40452</c:v>
                </c:pt>
                <c:pt idx="4021">
                  <c:v>40451</c:v>
                </c:pt>
                <c:pt idx="4022">
                  <c:v>40450</c:v>
                </c:pt>
                <c:pt idx="4023">
                  <c:v>40449</c:v>
                </c:pt>
                <c:pt idx="4024">
                  <c:v>40448</c:v>
                </c:pt>
                <c:pt idx="4025">
                  <c:v>40445</c:v>
                </c:pt>
                <c:pt idx="4026">
                  <c:v>40444</c:v>
                </c:pt>
                <c:pt idx="4027">
                  <c:v>40443</c:v>
                </c:pt>
                <c:pt idx="4028">
                  <c:v>40442</c:v>
                </c:pt>
                <c:pt idx="4029">
                  <c:v>40441</c:v>
                </c:pt>
                <c:pt idx="4030">
                  <c:v>40438</c:v>
                </c:pt>
                <c:pt idx="4031">
                  <c:v>40437</c:v>
                </c:pt>
                <c:pt idx="4032">
                  <c:v>40436</c:v>
                </c:pt>
                <c:pt idx="4033">
                  <c:v>40435</c:v>
                </c:pt>
                <c:pt idx="4034">
                  <c:v>40434</c:v>
                </c:pt>
                <c:pt idx="4035">
                  <c:v>40431</c:v>
                </c:pt>
                <c:pt idx="4036">
                  <c:v>40430</c:v>
                </c:pt>
                <c:pt idx="4037">
                  <c:v>40429</c:v>
                </c:pt>
                <c:pt idx="4038">
                  <c:v>40428</c:v>
                </c:pt>
                <c:pt idx="4039">
                  <c:v>40424</c:v>
                </c:pt>
                <c:pt idx="4040">
                  <c:v>40423</c:v>
                </c:pt>
                <c:pt idx="4041">
                  <c:v>40422</c:v>
                </c:pt>
                <c:pt idx="4042">
                  <c:v>40421</c:v>
                </c:pt>
                <c:pt idx="4043">
                  <c:v>40420</c:v>
                </c:pt>
                <c:pt idx="4044">
                  <c:v>40417</c:v>
                </c:pt>
                <c:pt idx="4045">
                  <c:v>40416</c:v>
                </c:pt>
                <c:pt idx="4046">
                  <c:v>40415</c:v>
                </c:pt>
                <c:pt idx="4047">
                  <c:v>40414</c:v>
                </c:pt>
                <c:pt idx="4048">
                  <c:v>40413</c:v>
                </c:pt>
                <c:pt idx="4049">
                  <c:v>40410</c:v>
                </c:pt>
                <c:pt idx="4050">
                  <c:v>40409</c:v>
                </c:pt>
                <c:pt idx="4051">
                  <c:v>40408</c:v>
                </c:pt>
                <c:pt idx="4052">
                  <c:v>40407</c:v>
                </c:pt>
                <c:pt idx="4053">
                  <c:v>40406</c:v>
                </c:pt>
                <c:pt idx="4054">
                  <c:v>40403</c:v>
                </c:pt>
                <c:pt idx="4055">
                  <c:v>40402</c:v>
                </c:pt>
                <c:pt idx="4056">
                  <c:v>40401</c:v>
                </c:pt>
                <c:pt idx="4057">
                  <c:v>40400</c:v>
                </c:pt>
                <c:pt idx="4058">
                  <c:v>40399</c:v>
                </c:pt>
                <c:pt idx="4059">
                  <c:v>40396</c:v>
                </c:pt>
                <c:pt idx="4060">
                  <c:v>40395</c:v>
                </c:pt>
                <c:pt idx="4061">
                  <c:v>40394</c:v>
                </c:pt>
                <c:pt idx="4062">
                  <c:v>40393</c:v>
                </c:pt>
                <c:pt idx="4063">
                  <c:v>40392</c:v>
                </c:pt>
                <c:pt idx="4064">
                  <c:v>40389</c:v>
                </c:pt>
                <c:pt idx="4065">
                  <c:v>40388</c:v>
                </c:pt>
                <c:pt idx="4066">
                  <c:v>40387</c:v>
                </c:pt>
                <c:pt idx="4067">
                  <c:v>40386</c:v>
                </c:pt>
                <c:pt idx="4068">
                  <c:v>40385</c:v>
                </c:pt>
                <c:pt idx="4069">
                  <c:v>40382</c:v>
                </c:pt>
                <c:pt idx="4070">
                  <c:v>40381</c:v>
                </c:pt>
                <c:pt idx="4071">
                  <c:v>40380</c:v>
                </c:pt>
                <c:pt idx="4072">
                  <c:v>40379</c:v>
                </c:pt>
                <c:pt idx="4073">
                  <c:v>40378</c:v>
                </c:pt>
                <c:pt idx="4074">
                  <c:v>40375</c:v>
                </c:pt>
                <c:pt idx="4075">
                  <c:v>40374</c:v>
                </c:pt>
                <c:pt idx="4076">
                  <c:v>40373</c:v>
                </c:pt>
                <c:pt idx="4077">
                  <c:v>40372</c:v>
                </c:pt>
                <c:pt idx="4078">
                  <c:v>40371</c:v>
                </c:pt>
                <c:pt idx="4079">
                  <c:v>40368</c:v>
                </c:pt>
                <c:pt idx="4080">
                  <c:v>40367</c:v>
                </c:pt>
                <c:pt idx="4081">
                  <c:v>40366</c:v>
                </c:pt>
                <c:pt idx="4082">
                  <c:v>40365</c:v>
                </c:pt>
                <c:pt idx="4083">
                  <c:v>40361</c:v>
                </c:pt>
                <c:pt idx="4084">
                  <c:v>40360</c:v>
                </c:pt>
                <c:pt idx="4085">
                  <c:v>40359</c:v>
                </c:pt>
                <c:pt idx="4086">
                  <c:v>40358</c:v>
                </c:pt>
                <c:pt idx="4087">
                  <c:v>40357</c:v>
                </c:pt>
                <c:pt idx="4088">
                  <c:v>40354</c:v>
                </c:pt>
                <c:pt idx="4089">
                  <c:v>40353</c:v>
                </c:pt>
                <c:pt idx="4090">
                  <c:v>40352</c:v>
                </c:pt>
                <c:pt idx="4091">
                  <c:v>40351</c:v>
                </c:pt>
                <c:pt idx="4092">
                  <c:v>40350</c:v>
                </c:pt>
                <c:pt idx="4093">
                  <c:v>40347</c:v>
                </c:pt>
                <c:pt idx="4094">
                  <c:v>40346</c:v>
                </c:pt>
                <c:pt idx="4095">
                  <c:v>40345</c:v>
                </c:pt>
                <c:pt idx="4096">
                  <c:v>40344</c:v>
                </c:pt>
                <c:pt idx="4097">
                  <c:v>40343</c:v>
                </c:pt>
                <c:pt idx="4098">
                  <c:v>40340</c:v>
                </c:pt>
                <c:pt idx="4099">
                  <c:v>40339</c:v>
                </c:pt>
                <c:pt idx="4100">
                  <c:v>40338</c:v>
                </c:pt>
                <c:pt idx="4101">
                  <c:v>40337</c:v>
                </c:pt>
                <c:pt idx="4102">
                  <c:v>40336</c:v>
                </c:pt>
                <c:pt idx="4103">
                  <c:v>40333</c:v>
                </c:pt>
                <c:pt idx="4104">
                  <c:v>40332</c:v>
                </c:pt>
                <c:pt idx="4105">
                  <c:v>40331</c:v>
                </c:pt>
                <c:pt idx="4106">
                  <c:v>40330</c:v>
                </c:pt>
                <c:pt idx="4107">
                  <c:v>40326</c:v>
                </c:pt>
                <c:pt idx="4108">
                  <c:v>40325</c:v>
                </c:pt>
                <c:pt idx="4109">
                  <c:v>40324</c:v>
                </c:pt>
                <c:pt idx="4110">
                  <c:v>40323</c:v>
                </c:pt>
                <c:pt idx="4111">
                  <c:v>40322</c:v>
                </c:pt>
                <c:pt idx="4112">
                  <c:v>40319</c:v>
                </c:pt>
                <c:pt idx="4113">
                  <c:v>40318</c:v>
                </c:pt>
                <c:pt idx="4114">
                  <c:v>40317</c:v>
                </c:pt>
                <c:pt idx="4115">
                  <c:v>40316</c:v>
                </c:pt>
                <c:pt idx="4116">
                  <c:v>40315</c:v>
                </c:pt>
                <c:pt idx="4117">
                  <c:v>40312</c:v>
                </c:pt>
                <c:pt idx="4118">
                  <c:v>40311</c:v>
                </c:pt>
                <c:pt idx="4119">
                  <c:v>40310</c:v>
                </c:pt>
                <c:pt idx="4120">
                  <c:v>40309</c:v>
                </c:pt>
                <c:pt idx="4121">
                  <c:v>40308</c:v>
                </c:pt>
                <c:pt idx="4122">
                  <c:v>40305</c:v>
                </c:pt>
                <c:pt idx="4123">
                  <c:v>40304</c:v>
                </c:pt>
                <c:pt idx="4124">
                  <c:v>40303</c:v>
                </c:pt>
                <c:pt idx="4125">
                  <c:v>40302</c:v>
                </c:pt>
                <c:pt idx="4126">
                  <c:v>40301</c:v>
                </c:pt>
                <c:pt idx="4127">
                  <c:v>40298</c:v>
                </c:pt>
                <c:pt idx="4128">
                  <c:v>40297</c:v>
                </c:pt>
                <c:pt idx="4129">
                  <c:v>40296</c:v>
                </c:pt>
                <c:pt idx="4130">
                  <c:v>40295</c:v>
                </c:pt>
                <c:pt idx="4131">
                  <c:v>40294</c:v>
                </c:pt>
                <c:pt idx="4132">
                  <c:v>40291</c:v>
                </c:pt>
                <c:pt idx="4133">
                  <c:v>40290</c:v>
                </c:pt>
                <c:pt idx="4134">
                  <c:v>40289</c:v>
                </c:pt>
                <c:pt idx="4135">
                  <c:v>40288</c:v>
                </c:pt>
                <c:pt idx="4136">
                  <c:v>40287</c:v>
                </c:pt>
                <c:pt idx="4137">
                  <c:v>40284</c:v>
                </c:pt>
                <c:pt idx="4138">
                  <c:v>40283</c:v>
                </c:pt>
                <c:pt idx="4139">
                  <c:v>40282</c:v>
                </c:pt>
                <c:pt idx="4140">
                  <c:v>40281</c:v>
                </c:pt>
                <c:pt idx="4141">
                  <c:v>40280</c:v>
                </c:pt>
                <c:pt idx="4142">
                  <c:v>40277</c:v>
                </c:pt>
                <c:pt idx="4143">
                  <c:v>40276</c:v>
                </c:pt>
                <c:pt idx="4144">
                  <c:v>40275</c:v>
                </c:pt>
                <c:pt idx="4145">
                  <c:v>40274</c:v>
                </c:pt>
                <c:pt idx="4146">
                  <c:v>40273</c:v>
                </c:pt>
                <c:pt idx="4147">
                  <c:v>40269</c:v>
                </c:pt>
                <c:pt idx="4148">
                  <c:v>40268</c:v>
                </c:pt>
                <c:pt idx="4149">
                  <c:v>40267</c:v>
                </c:pt>
                <c:pt idx="4150">
                  <c:v>40266</c:v>
                </c:pt>
                <c:pt idx="4151">
                  <c:v>40263</c:v>
                </c:pt>
                <c:pt idx="4152">
                  <c:v>40262</c:v>
                </c:pt>
                <c:pt idx="4153">
                  <c:v>40261</c:v>
                </c:pt>
                <c:pt idx="4154">
                  <c:v>40260</c:v>
                </c:pt>
                <c:pt idx="4155">
                  <c:v>40259</c:v>
                </c:pt>
                <c:pt idx="4156">
                  <c:v>40256</c:v>
                </c:pt>
                <c:pt idx="4157">
                  <c:v>40255</c:v>
                </c:pt>
                <c:pt idx="4158">
                  <c:v>40254</c:v>
                </c:pt>
                <c:pt idx="4159">
                  <c:v>40253</c:v>
                </c:pt>
                <c:pt idx="4160">
                  <c:v>40252</c:v>
                </c:pt>
                <c:pt idx="4161">
                  <c:v>40249</c:v>
                </c:pt>
                <c:pt idx="4162">
                  <c:v>40248</c:v>
                </c:pt>
                <c:pt idx="4163">
                  <c:v>40247</c:v>
                </c:pt>
                <c:pt idx="4164">
                  <c:v>40246</c:v>
                </c:pt>
                <c:pt idx="4165">
                  <c:v>40245</c:v>
                </c:pt>
                <c:pt idx="4166">
                  <c:v>40242</c:v>
                </c:pt>
                <c:pt idx="4167">
                  <c:v>40241</c:v>
                </c:pt>
                <c:pt idx="4168">
                  <c:v>40240</c:v>
                </c:pt>
                <c:pt idx="4169">
                  <c:v>40239</c:v>
                </c:pt>
                <c:pt idx="4170">
                  <c:v>40238</c:v>
                </c:pt>
                <c:pt idx="4171">
                  <c:v>40235</c:v>
                </c:pt>
                <c:pt idx="4172">
                  <c:v>40234</c:v>
                </c:pt>
                <c:pt idx="4173">
                  <c:v>40233</c:v>
                </c:pt>
                <c:pt idx="4174">
                  <c:v>40232</c:v>
                </c:pt>
                <c:pt idx="4175">
                  <c:v>40231</c:v>
                </c:pt>
                <c:pt idx="4176">
                  <c:v>40228</c:v>
                </c:pt>
                <c:pt idx="4177">
                  <c:v>40227</c:v>
                </c:pt>
                <c:pt idx="4178">
                  <c:v>40226</c:v>
                </c:pt>
                <c:pt idx="4179">
                  <c:v>40225</c:v>
                </c:pt>
                <c:pt idx="4180">
                  <c:v>40221</c:v>
                </c:pt>
                <c:pt idx="4181">
                  <c:v>40220</c:v>
                </c:pt>
                <c:pt idx="4182">
                  <c:v>40219</c:v>
                </c:pt>
                <c:pt idx="4183">
                  <c:v>40218</c:v>
                </c:pt>
                <c:pt idx="4184">
                  <c:v>40217</c:v>
                </c:pt>
                <c:pt idx="4185">
                  <c:v>40214</c:v>
                </c:pt>
                <c:pt idx="4186">
                  <c:v>40213</c:v>
                </c:pt>
                <c:pt idx="4187">
                  <c:v>40212</c:v>
                </c:pt>
                <c:pt idx="4188">
                  <c:v>40211</c:v>
                </c:pt>
                <c:pt idx="4189">
                  <c:v>40210</c:v>
                </c:pt>
                <c:pt idx="4190">
                  <c:v>40207</c:v>
                </c:pt>
                <c:pt idx="4191">
                  <c:v>40206</c:v>
                </c:pt>
                <c:pt idx="4192">
                  <c:v>40205</c:v>
                </c:pt>
                <c:pt idx="4193">
                  <c:v>40204</c:v>
                </c:pt>
                <c:pt idx="4194">
                  <c:v>40203</c:v>
                </c:pt>
                <c:pt idx="4195">
                  <c:v>40200</c:v>
                </c:pt>
                <c:pt idx="4196">
                  <c:v>40199</c:v>
                </c:pt>
                <c:pt idx="4197">
                  <c:v>40198</c:v>
                </c:pt>
                <c:pt idx="4198">
                  <c:v>40197</c:v>
                </c:pt>
                <c:pt idx="4199">
                  <c:v>40193</c:v>
                </c:pt>
                <c:pt idx="4200">
                  <c:v>40192</c:v>
                </c:pt>
                <c:pt idx="4201">
                  <c:v>40191</c:v>
                </c:pt>
                <c:pt idx="4202">
                  <c:v>40190</c:v>
                </c:pt>
                <c:pt idx="4203">
                  <c:v>40189</c:v>
                </c:pt>
                <c:pt idx="4204">
                  <c:v>40186</c:v>
                </c:pt>
                <c:pt idx="4205">
                  <c:v>40185</c:v>
                </c:pt>
                <c:pt idx="4206">
                  <c:v>40184</c:v>
                </c:pt>
                <c:pt idx="4207">
                  <c:v>40183</c:v>
                </c:pt>
                <c:pt idx="4208">
                  <c:v>40182</c:v>
                </c:pt>
                <c:pt idx="4209">
                  <c:v>40178</c:v>
                </c:pt>
                <c:pt idx="4210">
                  <c:v>40177</c:v>
                </c:pt>
                <c:pt idx="4211">
                  <c:v>40176</c:v>
                </c:pt>
                <c:pt idx="4212">
                  <c:v>40175</c:v>
                </c:pt>
                <c:pt idx="4213">
                  <c:v>40171</c:v>
                </c:pt>
                <c:pt idx="4214">
                  <c:v>40170</c:v>
                </c:pt>
                <c:pt idx="4215">
                  <c:v>40169</c:v>
                </c:pt>
                <c:pt idx="4216">
                  <c:v>40168</c:v>
                </c:pt>
                <c:pt idx="4217">
                  <c:v>40165</c:v>
                </c:pt>
                <c:pt idx="4218">
                  <c:v>40164</c:v>
                </c:pt>
                <c:pt idx="4219">
                  <c:v>40163</c:v>
                </c:pt>
                <c:pt idx="4220">
                  <c:v>40162</c:v>
                </c:pt>
                <c:pt idx="4221">
                  <c:v>40161</c:v>
                </c:pt>
                <c:pt idx="4222">
                  <c:v>40158</c:v>
                </c:pt>
                <c:pt idx="4223">
                  <c:v>40157</c:v>
                </c:pt>
                <c:pt idx="4224">
                  <c:v>40156</c:v>
                </c:pt>
                <c:pt idx="4225">
                  <c:v>40155</c:v>
                </c:pt>
                <c:pt idx="4226">
                  <c:v>40154</c:v>
                </c:pt>
                <c:pt idx="4227">
                  <c:v>40151</c:v>
                </c:pt>
                <c:pt idx="4228">
                  <c:v>40150</c:v>
                </c:pt>
                <c:pt idx="4229">
                  <c:v>40149</c:v>
                </c:pt>
                <c:pt idx="4230">
                  <c:v>40148</c:v>
                </c:pt>
                <c:pt idx="4231">
                  <c:v>40147</c:v>
                </c:pt>
                <c:pt idx="4232">
                  <c:v>40144</c:v>
                </c:pt>
                <c:pt idx="4233">
                  <c:v>40142</c:v>
                </c:pt>
                <c:pt idx="4234">
                  <c:v>40141</c:v>
                </c:pt>
                <c:pt idx="4235">
                  <c:v>40140</c:v>
                </c:pt>
                <c:pt idx="4236">
                  <c:v>40137</c:v>
                </c:pt>
                <c:pt idx="4237">
                  <c:v>40136</c:v>
                </c:pt>
                <c:pt idx="4238">
                  <c:v>40135</c:v>
                </c:pt>
                <c:pt idx="4239">
                  <c:v>40134</c:v>
                </c:pt>
                <c:pt idx="4240">
                  <c:v>40133</c:v>
                </c:pt>
                <c:pt idx="4241">
                  <c:v>40130</c:v>
                </c:pt>
                <c:pt idx="4242">
                  <c:v>40129</c:v>
                </c:pt>
                <c:pt idx="4243">
                  <c:v>40128</c:v>
                </c:pt>
                <c:pt idx="4244">
                  <c:v>40127</c:v>
                </c:pt>
                <c:pt idx="4245">
                  <c:v>40126</c:v>
                </c:pt>
                <c:pt idx="4246">
                  <c:v>40123</c:v>
                </c:pt>
                <c:pt idx="4247">
                  <c:v>40122</c:v>
                </c:pt>
                <c:pt idx="4248">
                  <c:v>40121</c:v>
                </c:pt>
                <c:pt idx="4249">
                  <c:v>40120</c:v>
                </c:pt>
                <c:pt idx="4250">
                  <c:v>40119</c:v>
                </c:pt>
                <c:pt idx="4251">
                  <c:v>40116</c:v>
                </c:pt>
                <c:pt idx="4252">
                  <c:v>40115</c:v>
                </c:pt>
                <c:pt idx="4253">
                  <c:v>40114</c:v>
                </c:pt>
                <c:pt idx="4254">
                  <c:v>40113</c:v>
                </c:pt>
                <c:pt idx="4255">
                  <c:v>40112</c:v>
                </c:pt>
                <c:pt idx="4256">
                  <c:v>40109</c:v>
                </c:pt>
                <c:pt idx="4257">
                  <c:v>40108</c:v>
                </c:pt>
                <c:pt idx="4258">
                  <c:v>40107</c:v>
                </c:pt>
                <c:pt idx="4259">
                  <c:v>40106</c:v>
                </c:pt>
                <c:pt idx="4260">
                  <c:v>40105</c:v>
                </c:pt>
                <c:pt idx="4261">
                  <c:v>40102</c:v>
                </c:pt>
                <c:pt idx="4262">
                  <c:v>40101</c:v>
                </c:pt>
                <c:pt idx="4263">
                  <c:v>40100</c:v>
                </c:pt>
                <c:pt idx="4264">
                  <c:v>40099</c:v>
                </c:pt>
                <c:pt idx="4265">
                  <c:v>40098</c:v>
                </c:pt>
                <c:pt idx="4266">
                  <c:v>40095</c:v>
                </c:pt>
                <c:pt idx="4267">
                  <c:v>40094</c:v>
                </c:pt>
                <c:pt idx="4268">
                  <c:v>40093</c:v>
                </c:pt>
                <c:pt idx="4269">
                  <c:v>40092</c:v>
                </c:pt>
                <c:pt idx="4270">
                  <c:v>40091</c:v>
                </c:pt>
                <c:pt idx="4271">
                  <c:v>40088</c:v>
                </c:pt>
                <c:pt idx="4272">
                  <c:v>40087</c:v>
                </c:pt>
                <c:pt idx="4273">
                  <c:v>40086</c:v>
                </c:pt>
                <c:pt idx="4274">
                  <c:v>40085</c:v>
                </c:pt>
                <c:pt idx="4275">
                  <c:v>40084</c:v>
                </c:pt>
                <c:pt idx="4276">
                  <c:v>40081</c:v>
                </c:pt>
                <c:pt idx="4277">
                  <c:v>40080</c:v>
                </c:pt>
                <c:pt idx="4278">
                  <c:v>40079</c:v>
                </c:pt>
                <c:pt idx="4279">
                  <c:v>40078</c:v>
                </c:pt>
                <c:pt idx="4280">
                  <c:v>40077</c:v>
                </c:pt>
                <c:pt idx="4281">
                  <c:v>40074</c:v>
                </c:pt>
                <c:pt idx="4282">
                  <c:v>40073</c:v>
                </c:pt>
                <c:pt idx="4283">
                  <c:v>40072</c:v>
                </c:pt>
                <c:pt idx="4284">
                  <c:v>40071</c:v>
                </c:pt>
                <c:pt idx="4285">
                  <c:v>40070</c:v>
                </c:pt>
                <c:pt idx="4286">
                  <c:v>40067</c:v>
                </c:pt>
                <c:pt idx="4287">
                  <c:v>40066</c:v>
                </c:pt>
                <c:pt idx="4288">
                  <c:v>40065</c:v>
                </c:pt>
                <c:pt idx="4289">
                  <c:v>40064</c:v>
                </c:pt>
                <c:pt idx="4290">
                  <c:v>40060</c:v>
                </c:pt>
                <c:pt idx="4291">
                  <c:v>40059</c:v>
                </c:pt>
                <c:pt idx="4292">
                  <c:v>40058</c:v>
                </c:pt>
                <c:pt idx="4293">
                  <c:v>40057</c:v>
                </c:pt>
                <c:pt idx="4294">
                  <c:v>40056</c:v>
                </c:pt>
                <c:pt idx="4295">
                  <c:v>40053</c:v>
                </c:pt>
                <c:pt idx="4296">
                  <c:v>40052</c:v>
                </c:pt>
                <c:pt idx="4297">
                  <c:v>40051</c:v>
                </c:pt>
                <c:pt idx="4298">
                  <c:v>40050</c:v>
                </c:pt>
                <c:pt idx="4299">
                  <c:v>40049</c:v>
                </c:pt>
                <c:pt idx="4300">
                  <c:v>40046</c:v>
                </c:pt>
                <c:pt idx="4301">
                  <c:v>40045</c:v>
                </c:pt>
                <c:pt idx="4302">
                  <c:v>40044</c:v>
                </c:pt>
                <c:pt idx="4303">
                  <c:v>40043</c:v>
                </c:pt>
                <c:pt idx="4304">
                  <c:v>40042</c:v>
                </c:pt>
                <c:pt idx="4305">
                  <c:v>40039</c:v>
                </c:pt>
                <c:pt idx="4306">
                  <c:v>40038</c:v>
                </c:pt>
                <c:pt idx="4307">
                  <c:v>40037</c:v>
                </c:pt>
                <c:pt idx="4308">
                  <c:v>40036</c:v>
                </c:pt>
                <c:pt idx="4309">
                  <c:v>40035</c:v>
                </c:pt>
                <c:pt idx="4310">
                  <c:v>40032</c:v>
                </c:pt>
                <c:pt idx="4311">
                  <c:v>40031</c:v>
                </c:pt>
                <c:pt idx="4312">
                  <c:v>40030</c:v>
                </c:pt>
                <c:pt idx="4313">
                  <c:v>40029</c:v>
                </c:pt>
                <c:pt idx="4314">
                  <c:v>40028</c:v>
                </c:pt>
                <c:pt idx="4315">
                  <c:v>40025</c:v>
                </c:pt>
                <c:pt idx="4316">
                  <c:v>40024</c:v>
                </c:pt>
                <c:pt idx="4317">
                  <c:v>40023</c:v>
                </c:pt>
                <c:pt idx="4318">
                  <c:v>40022</c:v>
                </c:pt>
                <c:pt idx="4319">
                  <c:v>40021</c:v>
                </c:pt>
                <c:pt idx="4320">
                  <c:v>40018</c:v>
                </c:pt>
                <c:pt idx="4321">
                  <c:v>40017</c:v>
                </c:pt>
                <c:pt idx="4322">
                  <c:v>40016</c:v>
                </c:pt>
                <c:pt idx="4323">
                  <c:v>40015</c:v>
                </c:pt>
                <c:pt idx="4324">
                  <c:v>40014</c:v>
                </c:pt>
                <c:pt idx="4325">
                  <c:v>40011</c:v>
                </c:pt>
                <c:pt idx="4326">
                  <c:v>40010</c:v>
                </c:pt>
                <c:pt idx="4327">
                  <c:v>40009</c:v>
                </c:pt>
                <c:pt idx="4328">
                  <c:v>40008</c:v>
                </c:pt>
                <c:pt idx="4329">
                  <c:v>40007</c:v>
                </c:pt>
                <c:pt idx="4330">
                  <c:v>40004</c:v>
                </c:pt>
                <c:pt idx="4331">
                  <c:v>40003</c:v>
                </c:pt>
                <c:pt idx="4332">
                  <c:v>40002</c:v>
                </c:pt>
                <c:pt idx="4333">
                  <c:v>40001</c:v>
                </c:pt>
                <c:pt idx="4334">
                  <c:v>40000</c:v>
                </c:pt>
                <c:pt idx="4335">
                  <c:v>39996</c:v>
                </c:pt>
                <c:pt idx="4336">
                  <c:v>39995</c:v>
                </c:pt>
                <c:pt idx="4337">
                  <c:v>39994</c:v>
                </c:pt>
                <c:pt idx="4338">
                  <c:v>39993</c:v>
                </c:pt>
                <c:pt idx="4339">
                  <c:v>39990</c:v>
                </c:pt>
                <c:pt idx="4340">
                  <c:v>39989</c:v>
                </c:pt>
                <c:pt idx="4341">
                  <c:v>39988</c:v>
                </c:pt>
                <c:pt idx="4342">
                  <c:v>39987</c:v>
                </c:pt>
                <c:pt idx="4343">
                  <c:v>39986</c:v>
                </c:pt>
                <c:pt idx="4344">
                  <c:v>39983</c:v>
                </c:pt>
                <c:pt idx="4345">
                  <c:v>39982</c:v>
                </c:pt>
                <c:pt idx="4346">
                  <c:v>39981</c:v>
                </c:pt>
                <c:pt idx="4347">
                  <c:v>39980</c:v>
                </c:pt>
                <c:pt idx="4348">
                  <c:v>39979</c:v>
                </c:pt>
                <c:pt idx="4349">
                  <c:v>39976</c:v>
                </c:pt>
                <c:pt idx="4350">
                  <c:v>39975</c:v>
                </c:pt>
                <c:pt idx="4351">
                  <c:v>39974</c:v>
                </c:pt>
                <c:pt idx="4352">
                  <c:v>39973</c:v>
                </c:pt>
                <c:pt idx="4353">
                  <c:v>39972</c:v>
                </c:pt>
                <c:pt idx="4354">
                  <c:v>39969</c:v>
                </c:pt>
                <c:pt idx="4355">
                  <c:v>39968</c:v>
                </c:pt>
                <c:pt idx="4356">
                  <c:v>39967</c:v>
                </c:pt>
                <c:pt idx="4357">
                  <c:v>39966</c:v>
                </c:pt>
                <c:pt idx="4358">
                  <c:v>39965</c:v>
                </c:pt>
                <c:pt idx="4359">
                  <c:v>39962</c:v>
                </c:pt>
                <c:pt idx="4360">
                  <c:v>39961</c:v>
                </c:pt>
                <c:pt idx="4361">
                  <c:v>39960</c:v>
                </c:pt>
                <c:pt idx="4362">
                  <c:v>39959</c:v>
                </c:pt>
                <c:pt idx="4363">
                  <c:v>39955</c:v>
                </c:pt>
                <c:pt idx="4364">
                  <c:v>39954</c:v>
                </c:pt>
                <c:pt idx="4365">
                  <c:v>39953</c:v>
                </c:pt>
                <c:pt idx="4366">
                  <c:v>39952</c:v>
                </c:pt>
                <c:pt idx="4367">
                  <c:v>39951</c:v>
                </c:pt>
                <c:pt idx="4368">
                  <c:v>39948</c:v>
                </c:pt>
                <c:pt idx="4369">
                  <c:v>39947</c:v>
                </c:pt>
                <c:pt idx="4370">
                  <c:v>39946</c:v>
                </c:pt>
                <c:pt idx="4371">
                  <c:v>39945</c:v>
                </c:pt>
                <c:pt idx="4372">
                  <c:v>39944</c:v>
                </c:pt>
                <c:pt idx="4373">
                  <c:v>39941</c:v>
                </c:pt>
                <c:pt idx="4374">
                  <c:v>39940</c:v>
                </c:pt>
                <c:pt idx="4375">
                  <c:v>39939</c:v>
                </c:pt>
                <c:pt idx="4376">
                  <c:v>39938</c:v>
                </c:pt>
                <c:pt idx="4377">
                  <c:v>39937</c:v>
                </c:pt>
                <c:pt idx="4378">
                  <c:v>39934</c:v>
                </c:pt>
                <c:pt idx="4379">
                  <c:v>39933</c:v>
                </c:pt>
                <c:pt idx="4380">
                  <c:v>39932</c:v>
                </c:pt>
                <c:pt idx="4381">
                  <c:v>39931</c:v>
                </c:pt>
                <c:pt idx="4382">
                  <c:v>39930</c:v>
                </c:pt>
                <c:pt idx="4383">
                  <c:v>39927</c:v>
                </c:pt>
                <c:pt idx="4384">
                  <c:v>39926</c:v>
                </c:pt>
                <c:pt idx="4385">
                  <c:v>39925</c:v>
                </c:pt>
                <c:pt idx="4386">
                  <c:v>39924</c:v>
                </c:pt>
                <c:pt idx="4387">
                  <c:v>39923</c:v>
                </c:pt>
                <c:pt idx="4388">
                  <c:v>39920</c:v>
                </c:pt>
                <c:pt idx="4389">
                  <c:v>39919</c:v>
                </c:pt>
                <c:pt idx="4390">
                  <c:v>39918</c:v>
                </c:pt>
                <c:pt idx="4391">
                  <c:v>39917</c:v>
                </c:pt>
                <c:pt idx="4392">
                  <c:v>39916</c:v>
                </c:pt>
                <c:pt idx="4393">
                  <c:v>39912</c:v>
                </c:pt>
                <c:pt idx="4394">
                  <c:v>39911</c:v>
                </c:pt>
                <c:pt idx="4395">
                  <c:v>39910</c:v>
                </c:pt>
                <c:pt idx="4396">
                  <c:v>39909</c:v>
                </c:pt>
                <c:pt idx="4397">
                  <c:v>39906</c:v>
                </c:pt>
                <c:pt idx="4398">
                  <c:v>39905</c:v>
                </c:pt>
                <c:pt idx="4399">
                  <c:v>39904</c:v>
                </c:pt>
                <c:pt idx="4400">
                  <c:v>39903</c:v>
                </c:pt>
                <c:pt idx="4401">
                  <c:v>39902</c:v>
                </c:pt>
                <c:pt idx="4402">
                  <c:v>39899</c:v>
                </c:pt>
                <c:pt idx="4403">
                  <c:v>39898</c:v>
                </c:pt>
                <c:pt idx="4404">
                  <c:v>39897</c:v>
                </c:pt>
                <c:pt idx="4405">
                  <c:v>39896</c:v>
                </c:pt>
                <c:pt idx="4406">
                  <c:v>39895</c:v>
                </c:pt>
                <c:pt idx="4407">
                  <c:v>39892</c:v>
                </c:pt>
                <c:pt idx="4408">
                  <c:v>39891</c:v>
                </c:pt>
                <c:pt idx="4409">
                  <c:v>39890</c:v>
                </c:pt>
                <c:pt idx="4410">
                  <c:v>39889</c:v>
                </c:pt>
                <c:pt idx="4411">
                  <c:v>39888</c:v>
                </c:pt>
                <c:pt idx="4412">
                  <c:v>39885</c:v>
                </c:pt>
                <c:pt idx="4413">
                  <c:v>39884</c:v>
                </c:pt>
                <c:pt idx="4414">
                  <c:v>39883</c:v>
                </c:pt>
                <c:pt idx="4415">
                  <c:v>39882</c:v>
                </c:pt>
                <c:pt idx="4416">
                  <c:v>39881</c:v>
                </c:pt>
                <c:pt idx="4417">
                  <c:v>39878</c:v>
                </c:pt>
                <c:pt idx="4418">
                  <c:v>39877</c:v>
                </c:pt>
                <c:pt idx="4419">
                  <c:v>39876</c:v>
                </c:pt>
                <c:pt idx="4420">
                  <c:v>39875</c:v>
                </c:pt>
                <c:pt idx="4421">
                  <c:v>39874</c:v>
                </c:pt>
                <c:pt idx="4422">
                  <c:v>39871</c:v>
                </c:pt>
                <c:pt idx="4423">
                  <c:v>39870</c:v>
                </c:pt>
                <c:pt idx="4424">
                  <c:v>39869</c:v>
                </c:pt>
                <c:pt idx="4425">
                  <c:v>39868</c:v>
                </c:pt>
                <c:pt idx="4426">
                  <c:v>39867</c:v>
                </c:pt>
                <c:pt idx="4427">
                  <c:v>39864</c:v>
                </c:pt>
                <c:pt idx="4428">
                  <c:v>39863</c:v>
                </c:pt>
                <c:pt idx="4429">
                  <c:v>39862</c:v>
                </c:pt>
                <c:pt idx="4430">
                  <c:v>39861</c:v>
                </c:pt>
                <c:pt idx="4431">
                  <c:v>39857</c:v>
                </c:pt>
                <c:pt idx="4432">
                  <c:v>39856</c:v>
                </c:pt>
                <c:pt idx="4433">
                  <c:v>39855</c:v>
                </c:pt>
                <c:pt idx="4434">
                  <c:v>39854</c:v>
                </c:pt>
                <c:pt idx="4435">
                  <c:v>39853</c:v>
                </c:pt>
                <c:pt idx="4436">
                  <c:v>39850</c:v>
                </c:pt>
                <c:pt idx="4437">
                  <c:v>39849</c:v>
                </c:pt>
                <c:pt idx="4438">
                  <c:v>39848</c:v>
                </c:pt>
                <c:pt idx="4439">
                  <c:v>39847</c:v>
                </c:pt>
                <c:pt idx="4440">
                  <c:v>39846</c:v>
                </c:pt>
                <c:pt idx="4441">
                  <c:v>39843</c:v>
                </c:pt>
                <c:pt idx="4442">
                  <c:v>39842</c:v>
                </c:pt>
                <c:pt idx="4443">
                  <c:v>39841</c:v>
                </c:pt>
                <c:pt idx="4444">
                  <c:v>39840</c:v>
                </c:pt>
                <c:pt idx="4445">
                  <c:v>39839</c:v>
                </c:pt>
                <c:pt idx="4446">
                  <c:v>39836</c:v>
                </c:pt>
                <c:pt idx="4447">
                  <c:v>39835</c:v>
                </c:pt>
                <c:pt idx="4448">
                  <c:v>39834</c:v>
                </c:pt>
                <c:pt idx="4449">
                  <c:v>39833</c:v>
                </c:pt>
                <c:pt idx="4450">
                  <c:v>39829</c:v>
                </c:pt>
                <c:pt idx="4451">
                  <c:v>39828</c:v>
                </c:pt>
                <c:pt idx="4452">
                  <c:v>39827</c:v>
                </c:pt>
                <c:pt idx="4453">
                  <c:v>39826</c:v>
                </c:pt>
                <c:pt idx="4454">
                  <c:v>39825</c:v>
                </c:pt>
                <c:pt idx="4455">
                  <c:v>39822</c:v>
                </c:pt>
                <c:pt idx="4456">
                  <c:v>39821</c:v>
                </c:pt>
                <c:pt idx="4457">
                  <c:v>39820</c:v>
                </c:pt>
                <c:pt idx="4458">
                  <c:v>39819</c:v>
                </c:pt>
                <c:pt idx="4459">
                  <c:v>39818</c:v>
                </c:pt>
                <c:pt idx="4460">
                  <c:v>39815</c:v>
                </c:pt>
                <c:pt idx="4461">
                  <c:v>39813</c:v>
                </c:pt>
                <c:pt idx="4462">
                  <c:v>39812</c:v>
                </c:pt>
                <c:pt idx="4463">
                  <c:v>39811</c:v>
                </c:pt>
                <c:pt idx="4464">
                  <c:v>39808</c:v>
                </c:pt>
                <c:pt idx="4465">
                  <c:v>39806</c:v>
                </c:pt>
                <c:pt idx="4466">
                  <c:v>39805</c:v>
                </c:pt>
                <c:pt idx="4467">
                  <c:v>39804</c:v>
                </c:pt>
                <c:pt idx="4468">
                  <c:v>39801</c:v>
                </c:pt>
                <c:pt idx="4469">
                  <c:v>39800</c:v>
                </c:pt>
                <c:pt idx="4470">
                  <c:v>39799</c:v>
                </c:pt>
                <c:pt idx="4471">
                  <c:v>39798</c:v>
                </c:pt>
                <c:pt idx="4472">
                  <c:v>39797</c:v>
                </c:pt>
                <c:pt idx="4473">
                  <c:v>39794</c:v>
                </c:pt>
                <c:pt idx="4474">
                  <c:v>39793</c:v>
                </c:pt>
                <c:pt idx="4475">
                  <c:v>39792</c:v>
                </c:pt>
                <c:pt idx="4476">
                  <c:v>39791</c:v>
                </c:pt>
                <c:pt idx="4477">
                  <c:v>39790</c:v>
                </c:pt>
                <c:pt idx="4478">
                  <c:v>39787</c:v>
                </c:pt>
                <c:pt idx="4479">
                  <c:v>39786</c:v>
                </c:pt>
                <c:pt idx="4480">
                  <c:v>39785</c:v>
                </c:pt>
                <c:pt idx="4481">
                  <c:v>39784</c:v>
                </c:pt>
                <c:pt idx="4482">
                  <c:v>39783</c:v>
                </c:pt>
                <c:pt idx="4483">
                  <c:v>39780</c:v>
                </c:pt>
                <c:pt idx="4484">
                  <c:v>39778</c:v>
                </c:pt>
                <c:pt idx="4485">
                  <c:v>39777</c:v>
                </c:pt>
                <c:pt idx="4486">
                  <c:v>39776</c:v>
                </c:pt>
                <c:pt idx="4487">
                  <c:v>39773</c:v>
                </c:pt>
                <c:pt idx="4488">
                  <c:v>39772</c:v>
                </c:pt>
                <c:pt idx="4489">
                  <c:v>39771</c:v>
                </c:pt>
                <c:pt idx="4490">
                  <c:v>39770</c:v>
                </c:pt>
                <c:pt idx="4491">
                  <c:v>39769</c:v>
                </c:pt>
                <c:pt idx="4492">
                  <c:v>39766</c:v>
                </c:pt>
                <c:pt idx="4493">
                  <c:v>39765</c:v>
                </c:pt>
                <c:pt idx="4494">
                  <c:v>39764</c:v>
                </c:pt>
                <c:pt idx="4495">
                  <c:v>39763</c:v>
                </c:pt>
                <c:pt idx="4496">
                  <c:v>39762</c:v>
                </c:pt>
                <c:pt idx="4497">
                  <c:v>39759</c:v>
                </c:pt>
                <c:pt idx="4498">
                  <c:v>39758</c:v>
                </c:pt>
                <c:pt idx="4499">
                  <c:v>39757</c:v>
                </c:pt>
                <c:pt idx="4500">
                  <c:v>39756</c:v>
                </c:pt>
                <c:pt idx="4501">
                  <c:v>39755</c:v>
                </c:pt>
                <c:pt idx="4502">
                  <c:v>39752</c:v>
                </c:pt>
                <c:pt idx="4503">
                  <c:v>39751</c:v>
                </c:pt>
                <c:pt idx="4504">
                  <c:v>39750</c:v>
                </c:pt>
                <c:pt idx="4505">
                  <c:v>39749</c:v>
                </c:pt>
                <c:pt idx="4506">
                  <c:v>39748</c:v>
                </c:pt>
                <c:pt idx="4507">
                  <c:v>39745</c:v>
                </c:pt>
                <c:pt idx="4508">
                  <c:v>39744</c:v>
                </c:pt>
                <c:pt idx="4509">
                  <c:v>39743</c:v>
                </c:pt>
                <c:pt idx="4510">
                  <c:v>39742</c:v>
                </c:pt>
                <c:pt idx="4511">
                  <c:v>39741</c:v>
                </c:pt>
                <c:pt idx="4512">
                  <c:v>39738</c:v>
                </c:pt>
                <c:pt idx="4513">
                  <c:v>39737</c:v>
                </c:pt>
                <c:pt idx="4514">
                  <c:v>39736</c:v>
                </c:pt>
                <c:pt idx="4515">
                  <c:v>39735</c:v>
                </c:pt>
                <c:pt idx="4516">
                  <c:v>39734</c:v>
                </c:pt>
                <c:pt idx="4517">
                  <c:v>39731</c:v>
                </c:pt>
                <c:pt idx="4518">
                  <c:v>39730</c:v>
                </c:pt>
                <c:pt idx="4519">
                  <c:v>39729</c:v>
                </c:pt>
                <c:pt idx="4520">
                  <c:v>39728</c:v>
                </c:pt>
                <c:pt idx="4521">
                  <c:v>39727</c:v>
                </c:pt>
                <c:pt idx="4522">
                  <c:v>39724</c:v>
                </c:pt>
                <c:pt idx="4523">
                  <c:v>39723</c:v>
                </c:pt>
                <c:pt idx="4524">
                  <c:v>39722</c:v>
                </c:pt>
                <c:pt idx="4525">
                  <c:v>39721</c:v>
                </c:pt>
                <c:pt idx="4526">
                  <c:v>39720</c:v>
                </c:pt>
                <c:pt idx="4527">
                  <c:v>39717</c:v>
                </c:pt>
                <c:pt idx="4528">
                  <c:v>39716</c:v>
                </c:pt>
                <c:pt idx="4529">
                  <c:v>39715</c:v>
                </c:pt>
                <c:pt idx="4530">
                  <c:v>39714</c:v>
                </c:pt>
                <c:pt idx="4531">
                  <c:v>39713</c:v>
                </c:pt>
                <c:pt idx="4532">
                  <c:v>39710</c:v>
                </c:pt>
                <c:pt idx="4533">
                  <c:v>39709</c:v>
                </c:pt>
                <c:pt idx="4534">
                  <c:v>39708</c:v>
                </c:pt>
                <c:pt idx="4535">
                  <c:v>39707</c:v>
                </c:pt>
                <c:pt idx="4536">
                  <c:v>39706</c:v>
                </c:pt>
                <c:pt idx="4537">
                  <c:v>39703</c:v>
                </c:pt>
                <c:pt idx="4538">
                  <c:v>39702</c:v>
                </c:pt>
                <c:pt idx="4539">
                  <c:v>39701</c:v>
                </c:pt>
                <c:pt idx="4540">
                  <c:v>39700</c:v>
                </c:pt>
                <c:pt idx="4541">
                  <c:v>39699</c:v>
                </c:pt>
                <c:pt idx="4542">
                  <c:v>39696</c:v>
                </c:pt>
                <c:pt idx="4543">
                  <c:v>39695</c:v>
                </c:pt>
                <c:pt idx="4544">
                  <c:v>39694</c:v>
                </c:pt>
                <c:pt idx="4545">
                  <c:v>39693</c:v>
                </c:pt>
                <c:pt idx="4546">
                  <c:v>39689</c:v>
                </c:pt>
                <c:pt idx="4547">
                  <c:v>39688</c:v>
                </c:pt>
                <c:pt idx="4548">
                  <c:v>39687</c:v>
                </c:pt>
                <c:pt idx="4549">
                  <c:v>39686</c:v>
                </c:pt>
                <c:pt idx="4550">
                  <c:v>39685</c:v>
                </c:pt>
                <c:pt idx="4551">
                  <c:v>39682</c:v>
                </c:pt>
                <c:pt idx="4552">
                  <c:v>39681</c:v>
                </c:pt>
                <c:pt idx="4553">
                  <c:v>39680</c:v>
                </c:pt>
                <c:pt idx="4554">
                  <c:v>39679</c:v>
                </c:pt>
                <c:pt idx="4555">
                  <c:v>39678</c:v>
                </c:pt>
                <c:pt idx="4556">
                  <c:v>39675</c:v>
                </c:pt>
                <c:pt idx="4557">
                  <c:v>39674</c:v>
                </c:pt>
                <c:pt idx="4558">
                  <c:v>39673</c:v>
                </c:pt>
                <c:pt idx="4559">
                  <c:v>39672</c:v>
                </c:pt>
                <c:pt idx="4560">
                  <c:v>39671</c:v>
                </c:pt>
                <c:pt idx="4561">
                  <c:v>39668</c:v>
                </c:pt>
                <c:pt idx="4562">
                  <c:v>39667</c:v>
                </c:pt>
                <c:pt idx="4563">
                  <c:v>39666</c:v>
                </c:pt>
                <c:pt idx="4564">
                  <c:v>39665</c:v>
                </c:pt>
                <c:pt idx="4565">
                  <c:v>39664</c:v>
                </c:pt>
                <c:pt idx="4566">
                  <c:v>39661</c:v>
                </c:pt>
                <c:pt idx="4567">
                  <c:v>39660</c:v>
                </c:pt>
                <c:pt idx="4568">
                  <c:v>39659</c:v>
                </c:pt>
                <c:pt idx="4569">
                  <c:v>39658</c:v>
                </c:pt>
                <c:pt idx="4570">
                  <c:v>39657</c:v>
                </c:pt>
                <c:pt idx="4571">
                  <c:v>39654</c:v>
                </c:pt>
                <c:pt idx="4572">
                  <c:v>39653</c:v>
                </c:pt>
                <c:pt idx="4573">
                  <c:v>39652</c:v>
                </c:pt>
                <c:pt idx="4574">
                  <c:v>39651</c:v>
                </c:pt>
                <c:pt idx="4575">
                  <c:v>39650</c:v>
                </c:pt>
                <c:pt idx="4576">
                  <c:v>39647</c:v>
                </c:pt>
                <c:pt idx="4577">
                  <c:v>39646</c:v>
                </c:pt>
                <c:pt idx="4578">
                  <c:v>39645</c:v>
                </c:pt>
                <c:pt idx="4579">
                  <c:v>39644</c:v>
                </c:pt>
                <c:pt idx="4580">
                  <c:v>39643</c:v>
                </c:pt>
                <c:pt idx="4581">
                  <c:v>39640</c:v>
                </c:pt>
                <c:pt idx="4582">
                  <c:v>39639</c:v>
                </c:pt>
                <c:pt idx="4583">
                  <c:v>39638</c:v>
                </c:pt>
                <c:pt idx="4584">
                  <c:v>39637</c:v>
                </c:pt>
                <c:pt idx="4585">
                  <c:v>39636</c:v>
                </c:pt>
                <c:pt idx="4586">
                  <c:v>39632</c:v>
                </c:pt>
                <c:pt idx="4587">
                  <c:v>39631</c:v>
                </c:pt>
                <c:pt idx="4588">
                  <c:v>39630</c:v>
                </c:pt>
                <c:pt idx="4589">
                  <c:v>39629</c:v>
                </c:pt>
                <c:pt idx="4590">
                  <c:v>39626</c:v>
                </c:pt>
                <c:pt idx="4591">
                  <c:v>39625</c:v>
                </c:pt>
                <c:pt idx="4592">
                  <c:v>39624</c:v>
                </c:pt>
                <c:pt idx="4593">
                  <c:v>39623</c:v>
                </c:pt>
                <c:pt idx="4594">
                  <c:v>39622</c:v>
                </c:pt>
                <c:pt idx="4595">
                  <c:v>39619</c:v>
                </c:pt>
                <c:pt idx="4596">
                  <c:v>39618</c:v>
                </c:pt>
                <c:pt idx="4597">
                  <c:v>39617</c:v>
                </c:pt>
                <c:pt idx="4598">
                  <c:v>39616</c:v>
                </c:pt>
                <c:pt idx="4599">
                  <c:v>39615</c:v>
                </c:pt>
                <c:pt idx="4600">
                  <c:v>39612</c:v>
                </c:pt>
                <c:pt idx="4601">
                  <c:v>39611</c:v>
                </c:pt>
                <c:pt idx="4602">
                  <c:v>39610</c:v>
                </c:pt>
                <c:pt idx="4603">
                  <c:v>39609</c:v>
                </c:pt>
                <c:pt idx="4604">
                  <c:v>39608</c:v>
                </c:pt>
                <c:pt idx="4605">
                  <c:v>39605</c:v>
                </c:pt>
                <c:pt idx="4606">
                  <c:v>39604</c:v>
                </c:pt>
                <c:pt idx="4607">
                  <c:v>39603</c:v>
                </c:pt>
                <c:pt idx="4608">
                  <c:v>39602</c:v>
                </c:pt>
                <c:pt idx="4609">
                  <c:v>39601</c:v>
                </c:pt>
                <c:pt idx="4610">
                  <c:v>39598</c:v>
                </c:pt>
                <c:pt idx="4611">
                  <c:v>39597</c:v>
                </c:pt>
                <c:pt idx="4612">
                  <c:v>39596</c:v>
                </c:pt>
                <c:pt idx="4613">
                  <c:v>39595</c:v>
                </c:pt>
                <c:pt idx="4614">
                  <c:v>39591</c:v>
                </c:pt>
                <c:pt idx="4615">
                  <c:v>39590</c:v>
                </c:pt>
                <c:pt idx="4616">
                  <c:v>39589</c:v>
                </c:pt>
                <c:pt idx="4617">
                  <c:v>39588</c:v>
                </c:pt>
                <c:pt idx="4618">
                  <c:v>39587</c:v>
                </c:pt>
                <c:pt idx="4619">
                  <c:v>39584</c:v>
                </c:pt>
                <c:pt idx="4620">
                  <c:v>39583</c:v>
                </c:pt>
                <c:pt idx="4621">
                  <c:v>39582</c:v>
                </c:pt>
                <c:pt idx="4622">
                  <c:v>39581</c:v>
                </c:pt>
                <c:pt idx="4623">
                  <c:v>39580</c:v>
                </c:pt>
                <c:pt idx="4624">
                  <c:v>39577</c:v>
                </c:pt>
                <c:pt idx="4625">
                  <c:v>39576</c:v>
                </c:pt>
                <c:pt idx="4626">
                  <c:v>39575</c:v>
                </c:pt>
                <c:pt idx="4627">
                  <c:v>39574</c:v>
                </c:pt>
                <c:pt idx="4628">
                  <c:v>39573</c:v>
                </c:pt>
                <c:pt idx="4629">
                  <c:v>39570</c:v>
                </c:pt>
                <c:pt idx="4630">
                  <c:v>39569</c:v>
                </c:pt>
                <c:pt idx="4631">
                  <c:v>39568</c:v>
                </c:pt>
                <c:pt idx="4632">
                  <c:v>39567</c:v>
                </c:pt>
                <c:pt idx="4633">
                  <c:v>39566</c:v>
                </c:pt>
                <c:pt idx="4634">
                  <c:v>39563</c:v>
                </c:pt>
                <c:pt idx="4635">
                  <c:v>39562</c:v>
                </c:pt>
                <c:pt idx="4636">
                  <c:v>39561</c:v>
                </c:pt>
                <c:pt idx="4637">
                  <c:v>39560</c:v>
                </c:pt>
                <c:pt idx="4638">
                  <c:v>39559</c:v>
                </c:pt>
                <c:pt idx="4639">
                  <c:v>39556</c:v>
                </c:pt>
                <c:pt idx="4640">
                  <c:v>39555</c:v>
                </c:pt>
                <c:pt idx="4641">
                  <c:v>39554</c:v>
                </c:pt>
                <c:pt idx="4642">
                  <c:v>39553</c:v>
                </c:pt>
                <c:pt idx="4643">
                  <c:v>39552</c:v>
                </c:pt>
                <c:pt idx="4644">
                  <c:v>39549</c:v>
                </c:pt>
                <c:pt idx="4645">
                  <c:v>39548</c:v>
                </c:pt>
                <c:pt idx="4646">
                  <c:v>39547</c:v>
                </c:pt>
                <c:pt idx="4647">
                  <c:v>39546</c:v>
                </c:pt>
                <c:pt idx="4648">
                  <c:v>39545</c:v>
                </c:pt>
                <c:pt idx="4649">
                  <c:v>39542</c:v>
                </c:pt>
                <c:pt idx="4650">
                  <c:v>39541</c:v>
                </c:pt>
                <c:pt idx="4651">
                  <c:v>39540</c:v>
                </c:pt>
                <c:pt idx="4652">
                  <c:v>39539</c:v>
                </c:pt>
                <c:pt idx="4653">
                  <c:v>39538</c:v>
                </c:pt>
                <c:pt idx="4654">
                  <c:v>39535</c:v>
                </c:pt>
                <c:pt idx="4655">
                  <c:v>39534</c:v>
                </c:pt>
                <c:pt idx="4656">
                  <c:v>39533</c:v>
                </c:pt>
                <c:pt idx="4657">
                  <c:v>39532</c:v>
                </c:pt>
                <c:pt idx="4658">
                  <c:v>39531</c:v>
                </c:pt>
                <c:pt idx="4659">
                  <c:v>39527</c:v>
                </c:pt>
                <c:pt idx="4660">
                  <c:v>39526</c:v>
                </c:pt>
                <c:pt idx="4661">
                  <c:v>39525</c:v>
                </c:pt>
                <c:pt idx="4662">
                  <c:v>39524</c:v>
                </c:pt>
                <c:pt idx="4663">
                  <c:v>39521</c:v>
                </c:pt>
                <c:pt idx="4664">
                  <c:v>39520</c:v>
                </c:pt>
                <c:pt idx="4665">
                  <c:v>39519</c:v>
                </c:pt>
                <c:pt idx="4666">
                  <c:v>39518</c:v>
                </c:pt>
                <c:pt idx="4667">
                  <c:v>39517</c:v>
                </c:pt>
                <c:pt idx="4668">
                  <c:v>39514</c:v>
                </c:pt>
                <c:pt idx="4669">
                  <c:v>39513</c:v>
                </c:pt>
                <c:pt idx="4670">
                  <c:v>39512</c:v>
                </c:pt>
                <c:pt idx="4671">
                  <c:v>39511</c:v>
                </c:pt>
                <c:pt idx="4672">
                  <c:v>39510</c:v>
                </c:pt>
                <c:pt idx="4673">
                  <c:v>39507</c:v>
                </c:pt>
                <c:pt idx="4674">
                  <c:v>39506</c:v>
                </c:pt>
                <c:pt idx="4675">
                  <c:v>39505</c:v>
                </c:pt>
                <c:pt idx="4676">
                  <c:v>39504</c:v>
                </c:pt>
                <c:pt idx="4677">
                  <c:v>39503</c:v>
                </c:pt>
                <c:pt idx="4678">
                  <c:v>39500</c:v>
                </c:pt>
                <c:pt idx="4679">
                  <c:v>39499</c:v>
                </c:pt>
                <c:pt idx="4680">
                  <c:v>39498</c:v>
                </c:pt>
                <c:pt idx="4681">
                  <c:v>39497</c:v>
                </c:pt>
                <c:pt idx="4682">
                  <c:v>39493</c:v>
                </c:pt>
                <c:pt idx="4683">
                  <c:v>39492</c:v>
                </c:pt>
                <c:pt idx="4684">
                  <c:v>39491</c:v>
                </c:pt>
                <c:pt idx="4685">
                  <c:v>39490</c:v>
                </c:pt>
                <c:pt idx="4686">
                  <c:v>39489</c:v>
                </c:pt>
                <c:pt idx="4687">
                  <c:v>39486</c:v>
                </c:pt>
                <c:pt idx="4688">
                  <c:v>39485</c:v>
                </c:pt>
                <c:pt idx="4689">
                  <c:v>39484</c:v>
                </c:pt>
                <c:pt idx="4690">
                  <c:v>39483</c:v>
                </c:pt>
                <c:pt idx="4691">
                  <c:v>39482</c:v>
                </c:pt>
                <c:pt idx="4692">
                  <c:v>39479</c:v>
                </c:pt>
                <c:pt idx="4693">
                  <c:v>39478</c:v>
                </c:pt>
                <c:pt idx="4694">
                  <c:v>39477</c:v>
                </c:pt>
                <c:pt idx="4695">
                  <c:v>39476</c:v>
                </c:pt>
                <c:pt idx="4696">
                  <c:v>39475</c:v>
                </c:pt>
                <c:pt idx="4697">
                  <c:v>39472</c:v>
                </c:pt>
                <c:pt idx="4698">
                  <c:v>39471</c:v>
                </c:pt>
                <c:pt idx="4699">
                  <c:v>39470</c:v>
                </c:pt>
                <c:pt idx="4700">
                  <c:v>39469</c:v>
                </c:pt>
                <c:pt idx="4701">
                  <c:v>39465</c:v>
                </c:pt>
                <c:pt idx="4702">
                  <c:v>39464</c:v>
                </c:pt>
                <c:pt idx="4703">
                  <c:v>39463</c:v>
                </c:pt>
                <c:pt idx="4704">
                  <c:v>39462</c:v>
                </c:pt>
                <c:pt idx="4705">
                  <c:v>39461</c:v>
                </c:pt>
                <c:pt idx="4706">
                  <c:v>39458</c:v>
                </c:pt>
                <c:pt idx="4707">
                  <c:v>39457</c:v>
                </c:pt>
                <c:pt idx="4708">
                  <c:v>39456</c:v>
                </c:pt>
                <c:pt idx="4709">
                  <c:v>39455</c:v>
                </c:pt>
                <c:pt idx="4710">
                  <c:v>39454</c:v>
                </c:pt>
                <c:pt idx="4711">
                  <c:v>39451</c:v>
                </c:pt>
                <c:pt idx="4712">
                  <c:v>39450</c:v>
                </c:pt>
                <c:pt idx="4713">
                  <c:v>39449</c:v>
                </c:pt>
                <c:pt idx="4714">
                  <c:v>39447</c:v>
                </c:pt>
                <c:pt idx="4715">
                  <c:v>39444</c:v>
                </c:pt>
                <c:pt idx="4716">
                  <c:v>39443</c:v>
                </c:pt>
                <c:pt idx="4717">
                  <c:v>39442</c:v>
                </c:pt>
                <c:pt idx="4718">
                  <c:v>39440</c:v>
                </c:pt>
                <c:pt idx="4719">
                  <c:v>39437</c:v>
                </c:pt>
                <c:pt idx="4720">
                  <c:v>39436</c:v>
                </c:pt>
                <c:pt idx="4721">
                  <c:v>39435</c:v>
                </c:pt>
                <c:pt idx="4722">
                  <c:v>39434</c:v>
                </c:pt>
                <c:pt idx="4723">
                  <c:v>39433</c:v>
                </c:pt>
                <c:pt idx="4724">
                  <c:v>39430</c:v>
                </c:pt>
                <c:pt idx="4725">
                  <c:v>39429</c:v>
                </c:pt>
                <c:pt idx="4726">
                  <c:v>39428</c:v>
                </c:pt>
                <c:pt idx="4727">
                  <c:v>39427</c:v>
                </c:pt>
                <c:pt idx="4728">
                  <c:v>39426</c:v>
                </c:pt>
                <c:pt idx="4729">
                  <c:v>39423</c:v>
                </c:pt>
                <c:pt idx="4730">
                  <c:v>39422</c:v>
                </c:pt>
                <c:pt idx="4731">
                  <c:v>39421</c:v>
                </c:pt>
                <c:pt idx="4732">
                  <c:v>39420</c:v>
                </c:pt>
                <c:pt idx="4733">
                  <c:v>39419</c:v>
                </c:pt>
                <c:pt idx="4734">
                  <c:v>39416</c:v>
                </c:pt>
                <c:pt idx="4735">
                  <c:v>39415</c:v>
                </c:pt>
                <c:pt idx="4736">
                  <c:v>39414</c:v>
                </c:pt>
                <c:pt idx="4737">
                  <c:v>39413</c:v>
                </c:pt>
                <c:pt idx="4738">
                  <c:v>39412</c:v>
                </c:pt>
                <c:pt idx="4739">
                  <c:v>39409</c:v>
                </c:pt>
                <c:pt idx="4740">
                  <c:v>39407</c:v>
                </c:pt>
                <c:pt idx="4741">
                  <c:v>39406</c:v>
                </c:pt>
                <c:pt idx="4742">
                  <c:v>39405</c:v>
                </c:pt>
                <c:pt idx="4743">
                  <c:v>39402</c:v>
                </c:pt>
                <c:pt idx="4744">
                  <c:v>39401</c:v>
                </c:pt>
                <c:pt idx="4745">
                  <c:v>39400</c:v>
                </c:pt>
                <c:pt idx="4746">
                  <c:v>39399</c:v>
                </c:pt>
                <c:pt idx="4747">
                  <c:v>39398</c:v>
                </c:pt>
                <c:pt idx="4748">
                  <c:v>39395</c:v>
                </c:pt>
                <c:pt idx="4749">
                  <c:v>39394</c:v>
                </c:pt>
                <c:pt idx="4750">
                  <c:v>39393</c:v>
                </c:pt>
                <c:pt idx="4751">
                  <c:v>39392</c:v>
                </c:pt>
                <c:pt idx="4752">
                  <c:v>39391</c:v>
                </c:pt>
                <c:pt idx="4753">
                  <c:v>39388</c:v>
                </c:pt>
                <c:pt idx="4754">
                  <c:v>39387</c:v>
                </c:pt>
                <c:pt idx="4755">
                  <c:v>39386</c:v>
                </c:pt>
                <c:pt idx="4756">
                  <c:v>39385</c:v>
                </c:pt>
                <c:pt idx="4757">
                  <c:v>39384</c:v>
                </c:pt>
                <c:pt idx="4758">
                  <c:v>39381</c:v>
                </c:pt>
                <c:pt idx="4759">
                  <c:v>39380</c:v>
                </c:pt>
                <c:pt idx="4760">
                  <c:v>39379</c:v>
                </c:pt>
                <c:pt idx="4761">
                  <c:v>39378</c:v>
                </c:pt>
                <c:pt idx="4762">
                  <c:v>39377</c:v>
                </c:pt>
                <c:pt idx="4763">
                  <c:v>39374</c:v>
                </c:pt>
                <c:pt idx="4764">
                  <c:v>39373</c:v>
                </c:pt>
                <c:pt idx="4765">
                  <c:v>39372</c:v>
                </c:pt>
                <c:pt idx="4766">
                  <c:v>39371</c:v>
                </c:pt>
                <c:pt idx="4767">
                  <c:v>39370</c:v>
                </c:pt>
                <c:pt idx="4768">
                  <c:v>39367</c:v>
                </c:pt>
                <c:pt idx="4769">
                  <c:v>39366</c:v>
                </c:pt>
                <c:pt idx="4770">
                  <c:v>39365</c:v>
                </c:pt>
                <c:pt idx="4771">
                  <c:v>39364</c:v>
                </c:pt>
                <c:pt idx="4772">
                  <c:v>39363</c:v>
                </c:pt>
                <c:pt idx="4773">
                  <c:v>39360</c:v>
                </c:pt>
                <c:pt idx="4774">
                  <c:v>39359</c:v>
                </c:pt>
                <c:pt idx="4775">
                  <c:v>39358</c:v>
                </c:pt>
                <c:pt idx="4776">
                  <c:v>39357</c:v>
                </c:pt>
                <c:pt idx="4777">
                  <c:v>39356</c:v>
                </c:pt>
                <c:pt idx="4778">
                  <c:v>39353</c:v>
                </c:pt>
                <c:pt idx="4779">
                  <c:v>39352</c:v>
                </c:pt>
                <c:pt idx="4780">
                  <c:v>39351</c:v>
                </c:pt>
                <c:pt idx="4781">
                  <c:v>39350</c:v>
                </c:pt>
                <c:pt idx="4782">
                  <c:v>39349</c:v>
                </c:pt>
                <c:pt idx="4783">
                  <c:v>39346</c:v>
                </c:pt>
                <c:pt idx="4784">
                  <c:v>39345</c:v>
                </c:pt>
                <c:pt idx="4785">
                  <c:v>39344</c:v>
                </c:pt>
                <c:pt idx="4786">
                  <c:v>39343</c:v>
                </c:pt>
                <c:pt idx="4787">
                  <c:v>39342</c:v>
                </c:pt>
                <c:pt idx="4788">
                  <c:v>39339</c:v>
                </c:pt>
                <c:pt idx="4789">
                  <c:v>39338</c:v>
                </c:pt>
                <c:pt idx="4790">
                  <c:v>39337</c:v>
                </c:pt>
                <c:pt idx="4791">
                  <c:v>39336</c:v>
                </c:pt>
                <c:pt idx="4792">
                  <c:v>39335</c:v>
                </c:pt>
                <c:pt idx="4793">
                  <c:v>39332</c:v>
                </c:pt>
                <c:pt idx="4794">
                  <c:v>39331</c:v>
                </c:pt>
                <c:pt idx="4795">
                  <c:v>39330</c:v>
                </c:pt>
                <c:pt idx="4796">
                  <c:v>39329</c:v>
                </c:pt>
                <c:pt idx="4797">
                  <c:v>39325</c:v>
                </c:pt>
                <c:pt idx="4798">
                  <c:v>39324</c:v>
                </c:pt>
                <c:pt idx="4799">
                  <c:v>39323</c:v>
                </c:pt>
                <c:pt idx="4800">
                  <c:v>39322</c:v>
                </c:pt>
                <c:pt idx="4801">
                  <c:v>39321</c:v>
                </c:pt>
                <c:pt idx="4802">
                  <c:v>39318</c:v>
                </c:pt>
                <c:pt idx="4803">
                  <c:v>39317</c:v>
                </c:pt>
                <c:pt idx="4804">
                  <c:v>39316</c:v>
                </c:pt>
                <c:pt idx="4805">
                  <c:v>39315</c:v>
                </c:pt>
                <c:pt idx="4806">
                  <c:v>39314</c:v>
                </c:pt>
                <c:pt idx="4807">
                  <c:v>39311</c:v>
                </c:pt>
                <c:pt idx="4808">
                  <c:v>39310</c:v>
                </c:pt>
                <c:pt idx="4809">
                  <c:v>39309</c:v>
                </c:pt>
                <c:pt idx="4810">
                  <c:v>39308</c:v>
                </c:pt>
                <c:pt idx="4811">
                  <c:v>39307</c:v>
                </c:pt>
                <c:pt idx="4812">
                  <c:v>39304</c:v>
                </c:pt>
                <c:pt idx="4813">
                  <c:v>39303</c:v>
                </c:pt>
                <c:pt idx="4814">
                  <c:v>39302</c:v>
                </c:pt>
                <c:pt idx="4815">
                  <c:v>39301</c:v>
                </c:pt>
                <c:pt idx="4816">
                  <c:v>39300</c:v>
                </c:pt>
                <c:pt idx="4817">
                  <c:v>39297</c:v>
                </c:pt>
                <c:pt idx="4818">
                  <c:v>39296</c:v>
                </c:pt>
                <c:pt idx="4819">
                  <c:v>39295</c:v>
                </c:pt>
                <c:pt idx="4820">
                  <c:v>39294</c:v>
                </c:pt>
                <c:pt idx="4821">
                  <c:v>39293</c:v>
                </c:pt>
                <c:pt idx="4822">
                  <c:v>39290</c:v>
                </c:pt>
                <c:pt idx="4823">
                  <c:v>39289</c:v>
                </c:pt>
                <c:pt idx="4824">
                  <c:v>39288</c:v>
                </c:pt>
                <c:pt idx="4825">
                  <c:v>39287</c:v>
                </c:pt>
                <c:pt idx="4826">
                  <c:v>39286</c:v>
                </c:pt>
                <c:pt idx="4827">
                  <c:v>39283</c:v>
                </c:pt>
                <c:pt idx="4828">
                  <c:v>39282</c:v>
                </c:pt>
                <c:pt idx="4829">
                  <c:v>39281</c:v>
                </c:pt>
                <c:pt idx="4830">
                  <c:v>39280</c:v>
                </c:pt>
                <c:pt idx="4831">
                  <c:v>39279</c:v>
                </c:pt>
                <c:pt idx="4832">
                  <c:v>39276</c:v>
                </c:pt>
                <c:pt idx="4833">
                  <c:v>39275</c:v>
                </c:pt>
                <c:pt idx="4834">
                  <c:v>39274</c:v>
                </c:pt>
                <c:pt idx="4835">
                  <c:v>39273</c:v>
                </c:pt>
                <c:pt idx="4836">
                  <c:v>39272</c:v>
                </c:pt>
                <c:pt idx="4837">
                  <c:v>39269</c:v>
                </c:pt>
                <c:pt idx="4838">
                  <c:v>39268</c:v>
                </c:pt>
                <c:pt idx="4839">
                  <c:v>39266</c:v>
                </c:pt>
                <c:pt idx="4840">
                  <c:v>39265</c:v>
                </c:pt>
                <c:pt idx="4841">
                  <c:v>39262</c:v>
                </c:pt>
                <c:pt idx="4842">
                  <c:v>39261</c:v>
                </c:pt>
                <c:pt idx="4843">
                  <c:v>39260</c:v>
                </c:pt>
                <c:pt idx="4844">
                  <c:v>39259</c:v>
                </c:pt>
                <c:pt idx="4845">
                  <c:v>39258</c:v>
                </c:pt>
                <c:pt idx="4846">
                  <c:v>39255</c:v>
                </c:pt>
                <c:pt idx="4847">
                  <c:v>39254</c:v>
                </c:pt>
                <c:pt idx="4848">
                  <c:v>39253</c:v>
                </c:pt>
                <c:pt idx="4849">
                  <c:v>39252</c:v>
                </c:pt>
                <c:pt idx="4850">
                  <c:v>39251</c:v>
                </c:pt>
                <c:pt idx="4851">
                  <c:v>39248</c:v>
                </c:pt>
                <c:pt idx="4852">
                  <c:v>39247</c:v>
                </c:pt>
                <c:pt idx="4853">
                  <c:v>39246</c:v>
                </c:pt>
                <c:pt idx="4854">
                  <c:v>39245</c:v>
                </c:pt>
                <c:pt idx="4855">
                  <c:v>39244</c:v>
                </c:pt>
                <c:pt idx="4856">
                  <c:v>39241</c:v>
                </c:pt>
                <c:pt idx="4857">
                  <c:v>39240</c:v>
                </c:pt>
                <c:pt idx="4858">
                  <c:v>39239</c:v>
                </c:pt>
                <c:pt idx="4859">
                  <c:v>39238</c:v>
                </c:pt>
                <c:pt idx="4860">
                  <c:v>39237</c:v>
                </c:pt>
                <c:pt idx="4861">
                  <c:v>39234</c:v>
                </c:pt>
                <c:pt idx="4862">
                  <c:v>39233</c:v>
                </c:pt>
                <c:pt idx="4863">
                  <c:v>39232</c:v>
                </c:pt>
                <c:pt idx="4864">
                  <c:v>39231</c:v>
                </c:pt>
                <c:pt idx="4865">
                  <c:v>39227</c:v>
                </c:pt>
                <c:pt idx="4866">
                  <c:v>39226</c:v>
                </c:pt>
                <c:pt idx="4867">
                  <c:v>39225</c:v>
                </c:pt>
                <c:pt idx="4868">
                  <c:v>39224</c:v>
                </c:pt>
                <c:pt idx="4869">
                  <c:v>39223</c:v>
                </c:pt>
                <c:pt idx="4870">
                  <c:v>39220</c:v>
                </c:pt>
                <c:pt idx="4871">
                  <c:v>39219</c:v>
                </c:pt>
                <c:pt idx="4872">
                  <c:v>39218</c:v>
                </c:pt>
                <c:pt idx="4873">
                  <c:v>39217</c:v>
                </c:pt>
                <c:pt idx="4874">
                  <c:v>39216</c:v>
                </c:pt>
                <c:pt idx="4875">
                  <c:v>39213</c:v>
                </c:pt>
                <c:pt idx="4876">
                  <c:v>39212</c:v>
                </c:pt>
                <c:pt idx="4877">
                  <c:v>39211</c:v>
                </c:pt>
                <c:pt idx="4878">
                  <c:v>39210</c:v>
                </c:pt>
                <c:pt idx="4879">
                  <c:v>39209</c:v>
                </c:pt>
                <c:pt idx="4880">
                  <c:v>39206</c:v>
                </c:pt>
                <c:pt idx="4881">
                  <c:v>39205</c:v>
                </c:pt>
                <c:pt idx="4882">
                  <c:v>39204</c:v>
                </c:pt>
                <c:pt idx="4883">
                  <c:v>39203</c:v>
                </c:pt>
                <c:pt idx="4884">
                  <c:v>39202</c:v>
                </c:pt>
                <c:pt idx="4885">
                  <c:v>39199</c:v>
                </c:pt>
                <c:pt idx="4886">
                  <c:v>39198</c:v>
                </c:pt>
                <c:pt idx="4887">
                  <c:v>39197</c:v>
                </c:pt>
                <c:pt idx="4888">
                  <c:v>39196</c:v>
                </c:pt>
                <c:pt idx="4889">
                  <c:v>39195</c:v>
                </c:pt>
                <c:pt idx="4890">
                  <c:v>39192</c:v>
                </c:pt>
                <c:pt idx="4891">
                  <c:v>39191</c:v>
                </c:pt>
                <c:pt idx="4892">
                  <c:v>39190</c:v>
                </c:pt>
                <c:pt idx="4893">
                  <c:v>39189</c:v>
                </c:pt>
                <c:pt idx="4894">
                  <c:v>39188</c:v>
                </c:pt>
                <c:pt idx="4895">
                  <c:v>39185</c:v>
                </c:pt>
                <c:pt idx="4896">
                  <c:v>39184</c:v>
                </c:pt>
                <c:pt idx="4897">
                  <c:v>39183</c:v>
                </c:pt>
                <c:pt idx="4898">
                  <c:v>39182</c:v>
                </c:pt>
                <c:pt idx="4899">
                  <c:v>39181</c:v>
                </c:pt>
                <c:pt idx="4900">
                  <c:v>39177</c:v>
                </c:pt>
                <c:pt idx="4901">
                  <c:v>39176</c:v>
                </c:pt>
                <c:pt idx="4902">
                  <c:v>39175</c:v>
                </c:pt>
                <c:pt idx="4903">
                  <c:v>39174</c:v>
                </c:pt>
                <c:pt idx="4904">
                  <c:v>39171</c:v>
                </c:pt>
                <c:pt idx="4905">
                  <c:v>39170</c:v>
                </c:pt>
                <c:pt idx="4906">
                  <c:v>39169</c:v>
                </c:pt>
                <c:pt idx="4907">
                  <c:v>39168</c:v>
                </c:pt>
                <c:pt idx="4908">
                  <c:v>39167</c:v>
                </c:pt>
                <c:pt idx="4909">
                  <c:v>39164</c:v>
                </c:pt>
                <c:pt idx="4910">
                  <c:v>39163</c:v>
                </c:pt>
                <c:pt idx="4911">
                  <c:v>39162</c:v>
                </c:pt>
                <c:pt idx="4912">
                  <c:v>39161</c:v>
                </c:pt>
                <c:pt idx="4913">
                  <c:v>39160</c:v>
                </c:pt>
                <c:pt idx="4914">
                  <c:v>39157</c:v>
                </c:pt>
                <c:pt idx="4915">
                  <c:v>39156</c:v>
                </c:pt>
                <c:pt idx="4916">
                  <c:v>39155</c:v>
                </c:pt>
                <c:pt idx="4917">
                  <c:v>39154</c:v>
                </c:pt>
                <c:pt idx="4918">
                  <c:v>39153</c:v>
                </c:pt>
                <c:pt idx="4919">
                  <c:v>39150</c:v>
                </c:pt>
                <c:pt idx="4920">
                  <c:v>39149</c:v>
                </c:pt>
                <c:pt idx="4921">
                  <c:v>39148</c:v>
                </c:pt>
                <c:pt idx="4922">
                  <c:v>39147</c:v>
                </c:pt>
                <c:pt idx="4923">
                  <c:v>39146</c:v>
                </c:pt>
                <c:pt idx="4924">
                  <c:v>39143</c:v>
                </c:pt>
                <c:pt idx="4925">
                  <c:v>39142</c:v>
                </c:pt>
                <c:pt idx="4926">
                  <c:v>39141</c:v>
                </c:pt>
                <c:pt idx="4927">
                  <c:v>39140</c:v>
                </c:pt>
                <c:pt idx="4928">
                  <c:v>39139</c:v>
                </c:pt>
                <c:pt idx="4929">
                  <c:v>39136</c:v>
                </c:pt>
                <c:pt idx="4930">
                  <c:v>39135</c:v>
                </c:pt>
                <c:pt idx="4931">
                  <c:v>39134</c:v>
                </c:pt>
                <c:pt idx="4932">
                  <c:v>39133</c:v>
                </c:pt>
                <c:pt idx="4933">
                  <c:v>39129</c:v>
                </c:pt>
                <c:pt idx="4934">
                  <c:v>39128</c:v>
                </c:pt>
                <c:pt idx="4935">
                  <c:v>39127</c:v>
                </c:pt>
                <c:pt idx="4936">
                  <c:v>39126</c:v>
                </c:pt>
                <c:pt idx="4937">
                  <c:v>39125</c:v>
                </c:pt>
                <c:pt idx="4938">
                  <c:v>39122</c:v>
                </c:pt>
                <c:pt idx="4939">
                  <c:v>39121</c:v>
                </c:pt>
                <c:pt idx="4940">
                  <c:v>39120</c:v>
                </c:pt>
                <c:pt idx="4941">
                  <c:v>39119</c:v>
                </c:pt>
                <c:pt idx="4942">
                  <c:v>39118</c:v>
                </c:pt>
                <c:pt idx="4943">
                  <c:v>39115</c:v>
                </c:pt>
                <c:pt idx="4944">
                  <c:v>39114</c:v>
                </c:pt>
                <c:pt idx="4945">
                  <c:v>39113</c:v>
                </c:pt>
                <c:pt idx="4946">
                  <c:v>39112</c:v>
                </c:pt>
                <c:pt idx="4947">
                  <c:v>39111</c:v>
                </c:pt>
                <c:pt idx="4948">
                  <c:v>39108</c:v>
                </c:pt>
                <c:pt idx="4949">
                  <c:v>39107</c:v>
                </c:pt>
                <c:pt idx="4950">
                  <c:v>39106</c:v>
                </c:pt>
                <c:pt idx="4951">
                  <c:v>39105</c:v>
                </c:pt>
                <c:pt idx="4952">
                  <c:v>39104</c:v>
                </c:pt>
                <c:pt idx="4953">
                  <c:v>39101</c:v>
                </c:pt>
                <c:pt idx="4954">
                  <c:v>39100</c:v>
                </c:pt>
                <c:pt idx="4955">
                  <c:v>39099</c:v>
                </c:pt>
                <c:pt idx="4956">
                  <c:v>39098</c:v>
                </c:pt>
                <c:pt idx="4957">
                  <c:v>39094</c:v>
                </c:pt>
                <c:pt idx="4958">
                  <c:v>39093</c:v>
                </c:pt>
                <c:pt idx="4959">
                  <c:v>39092</c:v>
                </c:pt>
                <c:pt idx="4960">
                  <c:v>39091</c:v>
                </c:pt>
                <c:pt idx="4961">
                  <c:v>39090</c:v>
                </c:pt>
                <c:pt idx="4962">
                  <c:v>39087</c:v>
                </c:pt>
                <c:pt idx="4963">
                  <c:v>39086</c:v>
                </c:pt>
                <c:pt idx="4964">
                  <c:v>39085</c:v>
                </c:pt>
                <c:pt idx="4965">
                  <c:v>39080</c:v>
                </c:pt>
                <c:pt idx="4966">
                  <c:v>39079</c:v>
                </c:pt>
                <c:pt idx="4967">
                  <c:v>39078</c:v>
                </c:pt>
                <c:pt idx="4968">
                  <c:v>39077</c:v>
                </c:pt>
                <c:pt idx="4969">
                  <c:v>39073</c:v>
                </c:pt>
                <c:pt idx="4970">
                  <c:v>39072</c:v>
                </c:pt>
                <c:pt idx="4971">
                  <c:v>39071</c:v>
                </c:pt>
                <c:pt idx="4972">
                  <c:v>39070</c:v>
                </c:pt>
                <c:pt idx="4973">
                  <c:v>39069</c:v>
                </c:pt>
                <c:pt idx="4974">
                  <c:v>39066</c:v>
                </c:pt>
                <c:pt idx="4975">
                  <c:v>39065</c:v>
                </c:pt>
                <c:pt idx="4976">
                  <c:v>39064</c:v>
                </c:pt>
                <c:pt idx="4977">
                  <c:v>39063</c:v>
                </c:pt>
                <c:pt idx="4978">
                  <c:v>39062</c:v>
                </c:pt>
                <c:pt idx="4979">
                  <c:v>39059</c:v>
                </c:pt>
                <c:pt idx="4980">
                  <c:v>39058</c:v>
                </c:pt>
                <c:pt idx="4981">
                  <c:v>39057</c:v>
                </c:pt>
                <c:pt idx="4982">
                  <c:v>39056</c:v>
                </c:pt>
                <c:pt idx="4983">
                  <c:v>39055</c:v>
                </c:pt>
                <c:pt idx="4984">
                  <c:v>39052</c:v>
                </c:pt>
                <c:pt idx="4985">
                  <c:v>39051</c:v>
                </c:pt>
                <c:pt idx="4986">
                  <c:v>39050</c:v>
                </c:pt>
                <c:pt idx="4987">
                  <c:v>39049</c:v>
                </c:pt>
                <c:pt idx="4988">
                  <c:v>39048</c:v>
                </c:pt>
                <c:pt idx="4989">
                  <c:v>39045</c:v>
                </c:pt>
                <c:pt idx="4990">
                  <c:v>39043</c:v>
                </c:pt>
                <c:pt idx="4991">
                  <c:v>39042</c:v>
                </c:pt>
                <c:pt idx="4992">
                  <c:v>39041</c:v>
                </c:pt>
                <c:pt idx="4993">
                  <c:v>39038</c:v>
                </c:pt>
                <c:pt idx="4994">
                  <c:v>39037</c:v>
                </c:pt>
                <c:pt idx="4995">
                  <c:v>39036</c:v>
                </c:pt>
                <c:pt idx="4996">
                  <c:v>39035</c:v>
                </c:pt>
                <c:pt idx="4997">
                  <c:v>39034</c:v>
                </c:pt>
                <c:pt idx="4998">
                  <c:v>39031</c:v>
                </c:pt>
                <c:pt idx="4999">
                  <c:v>39030</c:v>
                </c:pt>
                <c:pt idx="5000">
                  <c:v>39029</c:v>
                </c:pt>
                <c:pt idx="5001">
                  <c:v>39028</c:v>
                </c:pt>
                <c:pt idx="5002">
                  <c:v>39027</c:v>
                </c:pt>
                <c:pt idx="5003">
                  <c:v>39024</c:v>
                </c:pt>
                <c:pt idx="5004">
                  <c:v>39023</c:v>
                </c:pt>
                <c:pt idx="5005">
                  <c:v>39022</c:v>
                </c:pt>
                <c:pt idx="5006">
                  <c:v>39021</c:v>
                </c:pt>
                <c:pt idx="5007">
                  <c:v>39020</c:v>
                </c:pt>
                <c:pt idx="5008">
                  <c:v>39017</c:v>
                </c:pt>
                <c:pt idx="5009">
                  <c:v>39016</c:v>
                </c:pt>
                <c:pt idx="5010">
                  <c:v>39015</c:v>
                </c:pt>
                <c:pt idx="5011">
                  <c:v>39014</c:v>
                </c:pt>
                <c:pt idx="5012">
                  <c:v>39013</c:v>
                </c:pt>
                <c:pt idx="5013">
                  <c:v>39010</c:v>
                </c:pt>
                <c:pt idx="5014">
                  <c:v>39009</c:v>
                </c:pt>
                <c:pt idx="5015">
                  <c:v>39008</c:v>
                </c:pt>
                <c:pt idx="5016">
                  <c:v>39007</c:v>
                </c:pt>
                <c:pt idx="5017">
                  <c:v>39006</c:v>
                </c:pt>
                <c:pt idx="5018">
                  <c:v>39003</c:v>
                </c:pt>
                <c:pt idx="5019">
                  <c:v>39002</c:v>
                </c:pt>
                <c:pt idx="5020">
                  <c:v>39001</c:v>
                </c:pt>
                <c:pt idx="5021">
                  <c:v>39000</c:v>
                </c:pt>
                <c:pt idx="5022">
                  <c:v>38999</c:v>
                </c:pt>
                <c:pt idx="5023">
                  <c:v>38996</c:v>
                </c:pt>
                <c:pt idx="5024">
                  <c:v>38995</c:v>
                </c:pt>
                <c:pt idx="5025">
                  <c:v>38994</c:v>
                </c:pt>
                <c:pt idx="5026">
                  <c:v>38993</c:v>
                </c:pt>
                <c:pt idx="5027">
                  <c:v>38992</c:v>
                </c:pt>
                <c:pt idx="5028">
                  <c:v>38989</c:v>
                </c:pt>
                <c:pt idx="5029">
                  <c:v>38988</c:v>
                </c:pt>
                <c:pt idx="5030">
                  <c:v>38987</c:v>
                </c:pt>
                <c:pt idx="5031">
                  <c:v>38986</c:v>
                </c:pt>
                <c:pt idx="5032">
                  <c:v>38985</c:v>
                </c:pt>
                <c:pt idx="5033">
                  <c:v>38982</c:v>
                </c:pt>
                <c:pt idx="5034">
                  <c:v>38981</c:v>
                </c:pt>
                <c:pt idx="5035">
                  <c:v>38980</c:v>
                </c:pt>
                <c:pt idx="5036">
                  <c:v>38979</c:v>
                </c:pt>
                <c:pt idx="5037">
                  <c:v>38978</c:v>
                </c:pt>
                <c:pt idx="5038">
                  <c:v>38975</c:v>
                </c:pt>
                <c:pt idx="5039">
                  <c:v>38974</c:v>
                </c:pt>
                <c:pt idx="5040">
                  <c:v>38973</c:v>
                </c:pt>
                <c:pt idx="5041">
                  <c:v>38972</c:v>
                </c:pt>
                <c:pt idx="5042">
                  <c:v>38971</c:v>
                </c:pt>
                <c:pt idx="5043">
                  <c:v>38968</c:v>
                </c:pt>
                <c:pt idx="5044">
                  <c:v>38967</c:v>
                </c:pt>
                <c:pt idx="5045">
                  <c:v>38966</c:v>
                </c:pt>
                <c:pt idx="5046">
                  <c:v>38965</c:v>
                </c:pt>
                <c:pt idx="5047">
                  <c:v>38961</c:v>
                </c:pt>
                <c:pt idx="5048">
                  <c:v>38960</c:v>
                </c:pt>
                <c:pt idx="5049">
                  <c:v>38959</c:v>
                </c:pt>
                <c:pt idx="5050">
                  <c:v>38958</c:v>
                </c:pt>
                <c:pt idx="5051">
                  <c:v>38957</c:v>
                </c:pt>
                <c:pt idx="5052">
                  <c:v>38954</c:v>
                </c:pt>
                <c:pt idx="5053">
                  <c:v>38953</c:v>
                </c:pt>
                <c:pt idx="5054">
                  <c:v>38952</c:v>
                </c:pt>
                <c:pt idx="5055">
                  <c:v>38951</c:v>
                </c:pt>
                <c:pt idx="5056">
                  <c:v>38950</c:v>
                </c:pt>
                <c:pt idx="5057">
                  <c:v>38947</c:v>
                </c:pt>
                <c:pt idx="5058">
                  <c:v>38946</c:v>
                </c:pt>
                <c:pt idx="5059">
                  <c:v>38945</c:v>
                </c:pt>
                <c:pt idx="5060">
                  <c:v>38944</c:v>
                </c:pt>
                <c:pt idx="5061">
                  <c:v>38943</c:v>
                </c:pt>
                <c:pt idx="5062">
                  <c:v>38940</c:v>
                </c:pt>
                <c:pt idx="5063">
                  <c:v>38939</c:v>
                </c:pt>
                <c:pt idx="5064">
                  <c:v>38938</c:v>
                </c:pt>
                <c:pt idx="5065">
                  <c:v>38937</c:v>
                </c:pt>
                <c:pt idx="5066">
                  <c:v>38936</c:v>
                </c:pt>
                <c:pt idx="5067">
                  <c:v>38933</c:v>
                </c:pt>
                <c:pt idx="5068">
                  <c:v>38932</c:v>
                </c:pt>
                <c:pt idx="5069">
                  <c:v>38931</c:v>
                </c:pt>
                <c:pt idx="5070">
                  <c:v>38930</c:v>
                </c:pt>
                <c:pt idx="5071">
                  <c:v>38929</c:v>
                </c:pt>
                <c:pt idx="5072">
                  <c:v>38926</c:v>
                </c:pt>
                <c:pt idx="5073">
                  <c:v>38925</c:v>
                </c:pt>
                <c:pt idx="5074">
                  <c:v>38924</c:v>
                </c:pt>
                <c:pt idx="5075">
                  <c:v>38923</c:v>
                </c:pt>
                <c:pt idx="5076">
                  <c:v>38922</c:v>
                </c:pt>
                <c:pt idx="5077">
                  <c:v>38919</c:v>
                </c:pt>
                <c:pt idx="5078">
                  <c:v>38918</c:v>
                </c:pt>
                <c:pt idx="5079">
                  <c:v>38917</c:v>
                </c:pt>
                <c:pt idx="5080">
                  <c:v>38916</c:v>
                </c:pt>
                <c:pt idx="5081">
                  <c:v>38915</c:v>
                </c:pt>
                <c:pt idx="5082">
                  <c:v>38912</c:v>
                </c:pt>
                <c:pt idx="5083">
                  <c:v>38911</c:v>
                </c:pt>
                <c:pt idx="5084">
                  <c:v>38910</c:v>
                </c:pt>
                <c:pt idx="5085">
                  <c:v>38909</c:v>
                </c:pt>
                <c:pt idx="5086">
                  <c:v>38908</c:v>
                </c:pt>
                <c:pt idx="5087">
                  <c:v>38905</c:v>
                </c:pt>
                <c:pt idx="5088">
                  <c:v>38904</c:v>
                </c:pt>
                <c:pt idx="5089">
                  <c:v>38903</c:v>
                </c:pt>
                <c:pt idx="5090">
                  <c:v>38901</c:v>
                </c:pt>
                <c:pt idx="5091">
                  <c:v>38898</c:v>
                </c:pt>
                <c:pt idx="5092">
                  <c:v>38897</c:v>
                </c:pt>
                <c:pt idx="5093">
                  <c:v>38896</c:v>
                </c:pt>
                <c:pt idx="5094">
                  <c:v>38895</c:v>
                </c:pt>
                <c:pt idx="5095">
                  <c:v>38894</c:v>
                </c:pt>
                <c:pt idx="5096">
                  <c:v>38891</c:v>
                </c:pt>
                <c:pt idx="5097">
                  <c:v>38890</c:v>
                </c:pt>
                <c:pt idx="5098">
                  <c:v>38889</c:v>
                </c:pt>
                <c:pt idx="5099">
                  <c:v>38888</c:v>
                </c:pt>
                <c:pt idx="5100">
                  <c:v>38887</c:v>
                </c:pt>
                <c:pt idx="5101">
                  <c:v>38884</c:v>
                </c:pt>
                <c:pt idx="5102">
                  <c:v>38883</c:v>
                </c:pt>
                <c:pt idx="5103">
                  <c:v>38882</c:v>
                </c:pt>
                <c:pt idx="5104">
                  <c:v>38881</c:v>
                </c:pt>
                <c:pt idx="5105">
                  <c:v>38880</c:v>
                </c:pt>
                <c:pt idx="5106">
                  <c:v>38877</c:v>
                </c:pt>
                <c:pt idx="5107">
                  <c:v>38876</c:v>
                </c:pt>
                <c:pt idx="5108">
                  <c:v>38875</c:v>
                </c:pt>
                <c:pt idx="5109">
                  <c:v>38874</c:v>
                </c:pt>
                <c:pt idx="5110">
                  <c:v>38873</c:v>
                </c:pt>
                <c:pt idx="5111">
                  <c:v>38870</c:v>
                </c:pt>
                <c:pt idx="5112">
                  <c:v>38869</c:v>
                </c:pt>
                <c:pt idx="5113">
                  <c:v>38868</c:v>
                </c:pt>
                <c:pt idx="5114">
                  <c:v>38867</c:v>
                </c:pt>
                <c:pt idx="5115">
                  <c:v>38863</c:v>
                </c:pt>
                <c:pt idx="5116">
                  <c:v>38862</c:v>
                </c:pt>
                <c:pt idx="5117">
                  <c:v>38861</c:v>
                </c:pt>
                <c:pt idx="5118">
                  <c:v>38860</c:v>
                </c:pt>
                <c:pt idx="5119">
                  <c:v>38859</c:v>
                </c:pt>
                <c:pt idx="5120">
                  <c:v>38856</c:v>
                </c:pt>
                <c:pt idx="5121">
                  <c:v>38855</c:v>
                </c:pt>
                <c:pt idx="5122">
                  <c:v>38854</c:v>
                </c:pt>
                <c:pt idx="5123">
                  <c:v>38853</c:v>
                </c:pt>
                <c:pt idx="5124">
                  <c:v>38852</c:v>
                </c:pt>
                <c:pt idx="5125">
                  <c:v>38849</c:v>
                </c:pt>
                <c:pt idx="5126">
                  <c:v>38848</c:v>
                </c:pt>
                <c:pt idx="5127">
                  <c:v>38847</c:v>
                </c:pt>
                <c:pt idx="5128">
                  <c:v>38846</c:v>
                </c:pt>
                <c:pt idx="5129">
                  <c:v>38845</c:v>
                </c:pt>
                <c:pt idx="5130">
                  <c:v>38842</c:v>
                </c:pt>
                <c:pt idx="5131">
                  <c:v>38841</c:v>
                </c:pt>
                <c:pt idx="5132">
                  <c:v>38840</c:v>
                </c:pt>
                <c:pt idx="5133">
                  <c:v>38839</c:v>
                </c:pt>
                <c:pt idx="5134">
                  <c:v>38838</c:v>
                </c:pt>
                <c:pt idx="5135">
                  <c:v>38835</c:v>
                </c:pt>
                <c:pt idx="5136">
                  <c:v>38834</c:v>
                </c:pt>
                <c:pt idx="5137">
                  <c:v>38833</c:v>
                </c:pt>
                <c:pt idx="5138">
                  <c:v>38832</c:v>
                </c:pt>
                <c:pt idx="5139">
                  <c:v>38831</c:v>
                </c:pt>
                <c:pt idx="5140">
                  <c:v>38828</c:v>
                </c:pt>
                <c:pt idx="5141">
                  <c:v>38827</c:v>
                </c:pt>
                <c:pt idx="5142">
                  <c:v>38826</c:v>
                </c:pt>
                <c:pt idx="5143">
                  <c:v>38825</c:v>
                </c:pt>
                <c:pt idx="5144">
                  <c:v>38824</c:v>
                </c:pt>
                <c:pt idx="5145">
                  <c:v>38820</c:v>
                </c:pt>
                <c:pt idx="5146">
                  <c:v>38819</c:v>
                </c:pt>
                <c:pt idx="5147">
                  <c:v>38818</c:v>
                </c:pt>
                <c:pt idx="5148">
                  <c:v>38817</c:v>
                </c:pt>
                <c:pt idx="5149">
                  <c:v>38814</c:v>
                </c:pt>
                <c:pt idx="5150">
                  <c:v>38813</c:v>
                </c:pt>
                <c:pt idx="5151">
                  <c:v>38812</c:v>
                </c:pt>
                <c:pt idx="5152">
                  <c:v>38811</c:v>
                </c:pt>
                <c:pt idx="5153">
                  <c:v>38810</c:v>
                </c:pt>
                <c:pt idx="5154">
                  <c:v>38807</c:v>
                </c:pt>
                <c:pt idx="5155">
                  <c:v>38806</c:v>
                </c:pt>
                <c:pt idx="5156">
                  <c:v>38805</c:v>
                </c:pt>
                <c:pt idx="5157">
                  <c:v>38804</c:v>
                </c:pt>
                <c:pt idx="5158">
                  <c:v>38803</c:v>
                </c:pt>
                <c:pt idx="5159">
                  <c:v>38800</c:v>
                </c:pt>
                <c:pt idx="5160">
                  <c:v>38799</c:v>
                </c:pt>
                <c:pt idx="5161">
                  <c:v>38798</c:v>
                </c:pt>
                <c:pt idx="5162">
                  <c:v>38797</c:v>
                </c:pt>
                <c:pt idx="5163">
                  <c:v>38796</c:v>
                </c:pt>
                <c:pt idx="5164">
                  <c:v>38793</c:v>
                </c:pt>
                <c:pt idx="5165">
                  <c:v>38792</c:v>
                </c:pt>
                <c:pt idx="5166">
                  <c:v>38791</c:v>
                </c:pt>
                <c:pt idx="5167">
                  <c:v>38790</c:v>
                </c:pt>
                <c:pt idx="5168">
                  <c:v>38789</c:v>
                </c:pt>
                <c:pt idx="5169">
                  <c:v>38786</c:v>
                </c:pt>
                <c:pt idx="5170">
                  <c:v>38785</c:v>
                </c:pt>
                <c:pt idx="5171">
                  <c:v>38784</c:v>
                </c:pt>
                <c:pt idx="5172">
                  <c:v>38783</c:v>
                </c:pt>
                <c:pt idx="5173">
                  <c:v>38782</c:v>
                </c:pt>
                <c:pt idx="5174">
                  <c:v>38779</c:v>
                </c:pt>
                <c:pt idx="5175">
                  <c:v>38778</c:v>
                </c:pt>
                <c:pt idx="5176">
                  <c:v>38777</c:v>
                </c:pt>
                <c:pt idx="5177">
                  <c:v>38776</c:v>
                </c:pt>
                <c:pt idx="5178">
                  <c:v>38775</c:v>
                </c:pt>
                <c:pt idx="5179">
                  <c:v>38772</c:v>
                </c:pt>
                <c:pt idx="5180">
                  <c:v>38771</c:v>
                </c:pt>
                <c:pt idx="5181">
                  <c:v>38770</c:v>
                </c:pt>
                <c:pt idx="5182">
                  <c:v>38769</c:v>
                </c:pt>
                <c:pt idx="5183">
                  <c:v>38765</c:v>
                </c:pt>
                <c:pt idx="5184">
                  <c:v>38764</c:v>
                </c:pt>
                <c:pt idx="5185">
                  <c:v>38763</c:v>
                </c:pt>
                <c:pt idx="5186">
                  <c:v>38762</c:v>
                </c:pt>
                <c:pt idx="5187">
                  <c:v>38761</c:v>
                </c:pt>
                <c:pt idx="5188">
                  <c:v>38758</c:v>
                </c:pt>
                <c:pt idx="5189">
                  <c:v>38757</c:v>
                </c:pt>
                <c:pt idx="5190">
                  <c:v>38756</c:v>
                </c:pt>
                <c:pt idx="5191">
                  <c:v>38755</c:v>
                </c:pt>
                <c:pt idx="5192">
                  <c:v>38754</c:v>
                </c:pt>
                <c:pt idx="5193">
                  <c:v>38751</c:v>
                </c:pt>
                <c:pt idx="5194">
                  <c:v>38750</c:v>
                </c:pt>
                <c:pt idx="5195">
                  <c:v>38749</c:v>
                </c:pt>
                <c:pt idx="5196">
                  <c:v>38748</c:v>
                </c:pt>
                <c:pt idx="5197">
                  <c:v>38747</c:v>
                </c:pt>
                <c:pt idx="5198">
                  <c:v>38744</c:v>
                </c:pt>
                <c:pt idx="5199">
                  <c:v>38743</c:v>
                </c:pt>
                <c:pt idx="5200">
                  <c:v>38742</c:v>
                </c:pt>
                <c:pt idx="5201">
                  <c:v>38741</c:v>
                </c:pt>
                <c:pt idx="5202">
                  <c:v>38740</c:v>
                </c:pt>
                <c:pt idx="5203">
                  <c:v>38737</c:v>
                </c:pt>
                <c:pt idx="5204">
                  <c:v>38736</c:v>
                </c:pt>
                <c:pt idx="5205">
                  <c:v>38735</c:v>
                </c:pt>
                <c:pt idx="5206">
                  <c:v>38734</c:v>
                </c:pt>
                <c:pt idx="5207">
                  <c:v>38730</c:v>
                </c:pt>
                <c:pt idx="5208">
                  <c:v>38729</c:v>
                </c:pt>
                <c:pt idx="5209">
                  <c:v>38728</c:v>
                </c:pt>
                <c:pt idx="5210">
                  <c:v>38727</c:v>
                </c:pt>
                <c:pt idx="5211">
                  <c:v>38726</c:v>
                </c:pt>
                <c:pt idx="5212">
                  <c:v>38723</c:v>
                </c:pt>
                <c:pt idx="5213">
                  <c:v>38722</c:v>
                </c:pt>
                <c:pt idx="5214">
                  <c:v>38721</c:v>
                </c:pt>
                <c:pt idx="5215">
                  <c:v>38720</c:v>
                </c:pt>
                <c:pt idx="5216">
                  <c:v>38716</c:v>
                </c:pt>
                <c:pt idx="5217">
                  <c:v>38715</c:v>
                </c:pt>
                <c:pt idx="5218">
                  <c:v>38714</c:v>
                </c:pt>
                <c:pt idx="5219">
                  <c:v>38713</c:v>
                </c:pt>
                <c:pt idx="5220">
                  <c:v>38709</c:v>
                </c:pt>
                <c:pt idx="5221">
                  <c:v>38708</c:v>
                </c:pt>
                <c:pt idx="5222">
                  <c:v>38707</c:v>
                </c:pt>
                <c:pt idx="5223">
                  <c:v>38706</c:v>
                </c:pt>
                <c:pt idx="5224">
                  <c:v>38705</c:v>
                </c:pt>
                <c:pt idx="5225">
                  <c:v>38702</c:v>
                </c:pt>
                <c:pt idx="5226">
                  <c:v>38701</c:v>
                </c:pt>
                <c:pt idx="5227">
                  <c:v>38700</c:v>
                </c:pt>
                <c:pt idx="5228">
                  <c:v>38699</c:v>
                </c:pt>
                <c:pt idx="5229">
                  <c:v>38698</c:v>
                </c:pt>
                <c:pt idx="5230">
                  <c:v>38695</c:v>
                </c:pt>
                <c:pt idx="5231">
                  <c:v>38694</c:v>
                </c:pt>
                <c:pt idx="5232">
                  <c:v>38693</c:v>
                </c:pt>
                <c:pt idx="5233">
                  <c:v>38692</c:v>
                </c:pt>
                <c:pt idx="5234">
                  <c:v>38691</c:v>
                </c:pt>
                <c:pt idx="5235">
                  <c:v>38688</c:v>
                </c:pt>
                <c:pt idx="5236">
                  <c:v>38687</c:v>
                </c:pt>
                <c:pt idx="5237">
                  <c:v>38686</c:v>
                </c:pt>
                <c:pt idx="5238">
                  <c:v>38685</c:v>
                </c:pt>
                <c:pt idx="5239">
                  <c:v>38684</c:v>
                </c:pt>
                <c:pt idx="5240">
                  <c:v>38681</c:v>
                </c:pt>
                <c:pt idx="5241">
                  <c:v>38679</c:v>
                </c:pt>
                <c:pt idx="5242">
                  <c:v>38678</c:v>
                </c:pt>
                <c:pt idx="5243">
                  <c:v>38677</c:v>
                </c:pt>
                <c:pt idx="5244">
                  <c:v>38674</c:v>
                </c:pt>
                <c:pt idx="5245">
                  <c:v>38673</c:v>
                </c:pt>
                <c:pt idx="5246">
                  <c:v>38672</c:v>
                </c:pt>
                <c:pt idx="5247">
                  <c:v>38671</c:v>
                </c:pt>
                <c:pt idx="5248">
                  <c:v>38670</c:v>
                </c:pt>
                <c:pt idx="5249">
                  <c:v>38667</c:v>
                </c:pt>
                <c:pt idx="5250">
                  <c:v>38666</c:v>
                </c:pt>
                <c:pt idx="5251">
                  <c:v>38665</c:v>
                </c:pt>
                <c:pt idx="5252">
                  <c:v>38664</c:v>
                </c:pt>
                <c:pt idx="5253">
                  <c:v>38663</c:v>
                </c:pt>
                <c:pt idx="5254">
                  <c:v>38660</c:v>
                </c:pt>
                <c:pt idx="5255">
                  <c:v>38659</c:v>
                </c:pt>
                <c:pt idx="5256">
                  <c:v>38658</c:v>
                </c:pt>
                <c:pt idx="5257">
                  <c:v>38657</c:v>
                </c:pt>
                <c:pt idx="5258">
                  <c:v>38656</c:v>
                </c:pt>
                <c:pt idx="5259">
                  <c:v>38653</c:v>
                </c:pt>
                <c:pt idx="5260">
                  <c:v>38652</c:v>
                </c:pt>
                <c:pt idx="5261">
                  <c:v>38651</c:v>
                </c:pt>
                <c:pt idx="5262">
                  <c:v>38650</c:v>
                </c:pt>
                <c:pt idx="5263">
                  <c:v>38649</c:v>
                </c:pt>
                <c:pt idx="5264">
                  <c:v>38646</c:v>
                </c:pt>
                <c:pt idx="5265">
                  <c:v>38645</c:v>
                </c:pt>
                <c:pt idx="5266">
                  <c:v>38644</c:v>
                </c:pt>
                <c:pt idx="5267">
                  <c:v>38643</c:v>
                </c:pt>
                <c:pt idx="5268">
                  <c:v>38642</c:v>
                </c:pt>
                <c:pt idx="5269">
                  <c:v>38639</c:v>
                </c:pt>
                <c:pt idx="5270">
                  <c:v>38638</c:v>
                </c:pt>
                <c:pt idx="5271">
                  <c:v>38637</c:v>
                </c:pt>
                <c:pt idx="5272">
                  <c:v>38636</c:v>
                </c:pt>
                <c:pt idx="5273">
                  <c:v>38635</c:v>
                </c:pt>
                <c:pt idx="5274">
                  <c:v>38632</c:v>
                </c:pt>
                <c:pt idx="5275">
                  <c:v>38631</c:v>
                </c:pt>
                <c:pt idx="5276">
                  <c:v>38630</c:v>
                </c:pt>
                <c:pt idx="5277">
                  <c:v>38629</c:v>
                </c:pt>
                <c:pt idx="5278">
                  <c:v>38628</c:v>
                </c:pt>
                <c:pt idx="5279">
                  <c:v>38625</c:v>
                </c:pt>
                <c:pt idx="5280">
                  <c:v>38624</c:v>
                </c:pt>
                <c:pt idx="5281">
                  <c:v>38623</c:v>
                </c:pt>
                <c:pt idx="5282">
                  <c:v>38622</c:v>
                </c:pt>
                <c:pt idx="5283">
                  <c:v>38621</c:v>
                </c:pt>
                <c:pt idx="5284">
                  <c:v>38618</c:v>
                </c:pt>
                <c:pt idx="5285">
                  <c:v>38617</c:v>
                </c:pt>
                <c:pt idx="5286">
                  <c:v>38616</c:v>
                </c:pt>
                <c:pt idx="5287">
                  <c:v>38615</c:v>
                </c:pt>
                <c:pt idx="5288">
                  <c:v>38614</c:v>
                </c:pt>
                <c:pt idx="5289">
                  <c:v>38611</c:v>
                </c:pt>
                <c:pt idx="5290">
                  <c:v>38610</c:v>
                </c:pt>
                <c:pt idx="5291">
                  <c:v>38609</c:v>
                </c:pt>
                <c:pt idx="5292">
                  <c:v>38608</c:v>
                </c:pt>
                <c:pt idx="5293">
                  <c:v>38607</c:v>
                </c:pt>
                <c:pt idx="5294">
                  <c:v>38604</c:v>
                </c:pt>
                <c:pt idx="5295">
                  <c:v>38603</c:v>
                </c:pt>
                <c:pt idx="5296">
                  <c:v>38602</c:v>
                </c:pt>
                <c:pt idx="5297">
                  <c:v>38601</c:v>
                </c:pt>
                <c:pt idx="5298">
                  <c:v>38597</c:v>
                </c:pt>
                <c:pt idx="5299">
                  <c:v>38596</c:v>
                </c:pt>
                <c:pt idx="5300">
                  <c:v>38595</c:v>
                </c:pt>
                <c:pt idx="5301">
                  <c:v>38594</c:v>
                </c:pt>
                <c:pt idx="5302">
                  <c:v>38593</c:v>
                </c:pt>
                <c:pt idx="5303">
                  <c:v>38590</c:v>
                </c:pt>
                <c:pt idx="5304">
                  <c:v>38589</c:v>
                </c:pt>
                <c:pt idx="5305">
                  <c:v>38588</c:v>
                </c:pt>
                <c:pt idx="5306">
                  <c:v>38587</c:v>
                </c:pt>
                <c:pt idx="5307">
                  <c:v>38586</c:v>
                </c:pt>
                <c:pt idx="5308">
                  <c:v>38583</c:v>
                </c:pt>
                <c:pt idx="5309">
                  <c:v>38582</c:v>
                </c:pt>
                <c:pt idx="5310">
                  <c:v>38581</c:v>
                </c:pt>
                <c:pt idx="5311">
                  <c:v>38580</c:v>
                </c:pt>
                <c:pt idx="5312">
                  <c:v>38579</c:v>
                </c:pt>
                <c:pt idx="5313">
                  <c:v>38576</c:v>
                </c:pt>
                <c:pt idx="5314">
                  <c:v>38575</c:v>
                </c:pt>
                <c:pt idx="5315">
                  <c:v>38574</c:v>
                </c:pt>
                <c:pt idx="5316">
                  <c:v>38573</c:v>
                </c:pt>
                <c:pt idx="5317">
                  <c:v>38572</c:v>
                </c:pt>
                <c:pt idx="5318">
                  <c:v>38569</c:v>
                </c:pt>
                <c:pt idx="5319">
                  <c:v>38568</c:v>
                </c:pt>
                <c:pt idx="5320">
                  <c:v>38567</c:v>
                </c:pt>
                <c:pt idx="5321">
                  <c:v>38566</c:v>
                </c:pt>
                <c:pt idx="5322">
                  <c:v>38565</c:v>
                </c:pt>
                <c:pt idx="5323">
                  <c:v>38562</c:v>
                </c:pt>
                <c:pt idx="5324">
                  <c:v>38561</c:v>
                </c:pt>
                <c:pt idx="5325">
                  <c:v>38560</c:v>
                </c:pt>
                <c:pt idx="5326">
                  <c:v>38559</c:v>
                </c:pt>
                <c:pt idx="5327">
                  <c:v>38558</c:v>
                </c:pt>
                <c:pt idx="5328">
                  <c:v>38555</c:v>
                </c:pt>
                <c:pt idx="5329">
                  <c:v>38554</c:v>
                </c:pt>
                <c:pt idx="5330">
                  <c:v>38553</c:v>
                </c:pt>
                <c:pt idx="5331">
                  <c:v>38552</c:v>
                </c:pt>
                <c:pt idx="5332">
                  <c:v>38551</c:v>
                </c:pt>
                <c:pt idx="5333">
                  <c:v>38548</c:v>
                </c:pt>
                <c:pt idx="5334">
                  <c:v>38547</c:v>
                </c:pt>
                <c:pt idx="5335">
                  <c:v>38546</c:v>
                </c:pt>
                <c:pt idx="5336">
                  <c:v>38545</c:v>
                </c:pt>
                <c:pt idx="5337">
                  <c:v>38544</c:v>
                </c:pt>
                <c:pt idx="5338">
                  <c:v>38541</c:v>
                </c:pt>
                <c:pt idx="5339">
                  <c:v>38540</c:v>
                </c:pt>
                <c:pt idx="5340">
                  <c:v>38539</c:v>
                </c:pt>
                <c:pt idx="5341">
                  <c:v>38538</c:v>
                </c:pt>
                <c:pt idx="5342">
                  <c:v>38534</c:v>
                </c:pt>
                <c:pt idx="5343">
                  <c:v>38533</c:v>
                </c:pt>
                <c:pt idx="5344">
                  <c:v>38532</c:v>
                </c:pt>
                <c:pt idx="5345">
                  <c:v>38531</c:v>
                </c:pt>
                <c:pt idx="5346">
                  <c:v>38530</c:v>
                </c:pt>
                <c:pt idx="5347">
                  <c:v>38527</c:v>
                </c:pt>
                <c:pt idx="5348">
                  <c:v>38526</c:v>
                </c:pt>
                <c:pt idx="5349">
                  <c:v>38525</c:v>
                </c:pt>
                <c:pt idx="5350">
                  <c:v>38524</c:v>
                </c:pt>
                <c:pt idx="5351">
                  <c:v>38523</c:v>
                </c:pt>
                <c:pt idx="5352">
                  <c:v>38520</c:v>
                </c:pt>
                <c:pt idx="5353">
                  <c:v>38519</c:v>
                </c:pt>
                <c:pt idx="5354">
                  <c:v>38518</c:v>
                </c:pt>
                <c:pt idx="5355">
                  <c:v>38517</c:v>
                </c:pt>
                <c:pt idx="5356">
                  <c:v>38516</c:v>
                </c:pt>
                <c:pt idx="5357">
                  <c:v>38513</c:v>
                </c:pt>
                <c:pt idx="5358">
                  <c:v>38512</c:v>
                </c:pt>
                <c:pt idx="5359">
                  <c:v>38511</c:v>
                </c:pt>
                <c:pt idx="5360">
                  <c:v>38510</c:v>
                </c:pt>
                <c:pt idx="5361">
                  <c:v>38509</c:v>
                </c:pt>
                <c:pt idx="5362">
                  <c:v>38506</c:v>
                </c:pt>
                <c:pt idx="5363">
                  <c:v>38505</c:v>
                </c:pt>
                <c:pt idx="5364">
                  <c:v>38504</c:v>
                </c:pt>
                <c:pt idx="5365">
                  <c:v>38503</c:v>
                </c:pt>
                <c:pt idx="5366">
                  <c:v>38499</c:v>
                </c:pt>
                <c:pt idx="5367">
                  <c:v>38498</c:v>
                </c:pt>
                <c:pt idx="5368">
                  <c:v>38497</c:v>
                </c:pt>
                <c:pt idx="5369">
                  <c:v>38496</c:v>
                </c:pt>
                <c:pt idx="5370">
                  <c:v>38495</c:v>
                </c:pt>
                <c:pt idx="5371">
                  <c:v>38492</c:v>
                </c:pt>
                <c:pt idx="5372">
                  <c:v>38491</c:v>
                </c:pt>
                <c:pt idx="5373">
                  <c:v>38490</c:v>
                </c:pt>
                <c:pt idx="5374">
                  <c:v>38489</c:v>
                </c:pt>
                <c:pt idx="5375">
                  <c:v>38488</c:v>
                </c:pt>
                <c:pt idx="5376">
                  <c:v>38485</c:v>
                </c:pt>
                <c:pt idx="5377">
                  <c:v>38484</c:v>
                </c:pt>
                <c:pt idx="5378">
                  <c:v>38483</c:v>
                </c:pt>
                <c:pt idx="5379">
                  <c:v>38482</c:v>
                </c:pt>
                <c:pt idx="5380">
                  <c:v>38481</c:v>
                </c:pt>
                <c:pt idx="5381">
                  <c:v>38478</c:v>
                </c:pt>
                <c:pt idx="5382">
                  <c:v>38477</c:v>
                </c:pt>
                <c:pt idx="5383">
                  <c:v>38476</c:v>
                </c:pt>
                <c:pt idx="5384">
                  <c:v>38475</c:v>
                </c:pt>
                <c:pt idx="5385">
                  <c:v>38474</c:v>
                </c:pt>
                <c:pt idx="5386">
                  <c:v>38471</c:v>
                </c:pt>
                <c:pt idx="5387">
                  <c:v>38470</c:v>
                </c:pt>
                <c:pt idx="5388">
                  <c:v>38469</c:v>
                </c:pt>
                <c:pt idx="5389">
                  <c:v>38468</c:v>
                </c:pt>
                <c:pt idx="5390">
                  <c:v>38467</c:v>
                </c:pt>
                <c:pt idx="5391">
                  <c:v>38464</c:v>
                </c:pt>
                <c:pt idx="5392">
                  <c:v>38463</c:v>
                </c:pt>
                <c:pt idx="5393">
                  <c:v>38462</c:v>
                </c:pt>
                <c:pt idx="5394">
                  <c:v>38461</c:v>
                </c:pt>
                <c:pt idx="5395">
                  <c:v>38460</c:v>
                </c:pt>
                <c:pt idx="5396">
                  <c:v>38457</c:v>
                </c:pt>
                <c:pt idx="5397">
                  <c:v>38456</c:v>
                </c:pt>
                <c:pt idx="5398">
                  <c:v>38455</c:v>
                </c:pt>
                <c:pt idx="5399">
                  <c:v>38454</c:v>
                </c:pt>
                <c:pt idx="5400">
                  <c:v>38453</c:v>
                </c:pt>
                <c:pt idx="5401">
                  <c:v>38450</c:v>
                </c:pt>
                <c:pt idx="5402">
                  <c:v>38449</c:v>
                </c:pt>
                <c:pt idx="5403">
                  <c:v>38448</c:v>
                </c:pt>
                <c:pt idx="5404">
                  <c:v>38447</c:v>
                </c:pt>
                <c:pt idx="5405">
                  <c:v>38446</c:v>
                </c:pt>
                <c:pt idx="5406">
                  <c:v>38443</c:v>
                </c:pt>
                <c:pt idx="5407">
                  <c:v>38442</c:v>
                </c:pt>
                <c:pt idx="5408">
                  <c:v>38441</c:v>
                </c:pt>
                <c:pt idx="5409">
                  <c:v>38440</c:v>
                </c:pt>
                <c:pt idx="5410">
                  <c:v>38439</c:v>
                </c:pt>
                <c:pt idx="5411">
                  <c:v>38435</c:v>
                </c:pt>
                <c:pt idx="5412">
                  <c:v>38434</c:v>
                </c:pt>
                <c:pt idx="5413">
                  <c:v>38433</c:v>
                </c:pt>
                <c:pt idx="5414">
                  <c:v>38432</c:v>
                </c:pt>
                <c:pt idx="5415">
                  <c:v>38429</c:v>
                </c:pt>
                <c:pt idx="5416">
                  <c:v>38428</c:v>
                </c:pt>
                <c:pt idx="5417">
                  <c:v>38427</c:v>
                </c:pt>
                <c:pt idx="5418">
                  <c:v>38426</c:v>
                </c:pt>
                <c:pt idx="5419">
                  <c:v>38425</c:v>
                </c:pt>
                <c:pt idx="5420">
                  <c:v>38422</c:v>
                </c:pt>
                <c:pt idx="5421">
                  <c:v>38421</c:v>
                </c:pt>
                <c:pt idx="5422">
                  <c:v>38420</c:v>
                </c:pt>
                <c:pt idx="5423">
                  <c:v>38419</c:v>
                </c:pt>
                <c:pt idx="5424">
                  <c:v>38418</c:v>
                </c:pt>
                <c:pt idx="5425">
                  <c:v>38415</c:v>
                </c:pt>
                <c:pt idx="5426">
                  <c:v>38414</c:v>
                </c:pt>
                <c:pt idx="5427">
                  <c:v>38413</c:v>
                </c:pt>
                <c:pt idx="5428">
                  <c:v>38412</c:v>
                </c:pt>
                <c:pt idx="5429">
                  <c:v>38411</c:v>
                </c:pt>
                <c:pt idx="5430">
                  <c:v>38408</c:v>
                </c:pt>
                <c:pt idx="5431">
                  <c:v>38407</c:v>
                </c:pt>
                <c:pt idx="5432">
                  <c:v>38406</c:v>
                </c:pt>
                <c:pt idx="5433">
                  <c:v>38405</c:v>
                </c:pt>
                <c:pt idx="5434">
                  <c:v>38401</c:v>
                </c:pt>
                <c:pt idx="5435">
                  <c:v>38400</c:v>
                </c:pt>
                <c:pt idx="5436">
                  <c:v>38399</c:v>
                </c:pt>
                <c:pt idx="5437">
                  <c:v>38398</c:v>
                </c:pt>
                <c:pt idx="5438">
                  <c:v>38397</c:v>
                </c:pt>
                <c:pt idx="5439">
                  <c:v>38394</c:v>
                </c:pt>
                <c:pt idx="5440">
                  <c:v>38393</c:v>
                </c:pt>
                <c:pt idx="5441">
                  <c:v>38392</c:v>
                </c:pt>
                <c:pt idx="5442">
                  <c:v>38391</c:v>
                </c:pt>
                <c:pt idx="5443">
                  <c:v>38390</c:v>
                </c:pt>
                <c:pt idx="5444">
                  <c:v>38387</c:v>
                </c:pt>
                <c:pt idx="5445">
                  <c:v>38386</c:v>
                </c:pt>
                <c:pt idx="5446">
                  <c:v>38385</c:v>
                </c:pt>
                <c:pt idx="5447">
                  <c:v>38384</c:v>
                </c:pt>
                <c:pt idx="5448">
                  <c:v>38383</c:v>
                </c:pt>
                <c:pt idx="5449">
                  <c:v>38380</c:v>
                </c:pt>
                <c:pt idx="5450">
                  <c:v>38379</c:v>
                </c:pt>
                <c:pt idx="5451">
                  <c:v>38378</c:v>
                </c:pt>
                <c:pt idx="5452">
                  <c:v>38377</c:v>
                </c:pt>
                <c:pt idx="5453">
                  <c:v>38376</c:v>
                </c:pt>
                <c:pt idx="5454">
                  <c:v>38373</c:v>
                </c:pt>
                <c:pt idx="5455">
                  <c:v>38372</c:v>
                </c:pt>
                <c:pt idx="5456">
                  <c:v>38371</c:v>
                </c:pt>
                <c:pt idx="5457">
                  <c:v>38370</c:v>
                </c:pt>
                <c:pt idx="5458">
                  <c:v>38366</c:v>
                </c:pt>
                <c:pt idx="5459">
                  <c:v>38365</c:v>
                </c:pt>
                <c:pt idx="5460">
                  <c:v>38364</c:v>
                </c:pt>
                <c:pt idx="5461">
                  <c:v>38363</c:v>
                </c:pt>
                <c:pt idx="5462">
                  <c:v>38362</c:v>
                </c:pt>
                <c:pt idx="5463">
                  <c:v>38359</c:v>
                </c:pt>
                <c:pt idx="5464">
                  <c:v>38358</c:v>
                </c:pt>
                <c:pt idx="5465">
                  <c:v>38357</c:v>
                </c:pt>
                <c:pt idx="5466">
                  <c:v>38356</c:v>
                </c:pt>
                <c:pt idx="5467">
                  <c:v>38355</c:v>
                </c:pt>
                <c:pt idx="5468">
                  <c:v>38352</c:v>
                </c:pt>
                <c:pt idx="5469">
                  <c:v>38351</c:v>
                </c:pt>
                <c:pt idx="5470">
                  <c:v>38350</c:v>
                </c:pt>
                <c:pt idx="5471">
                  <c:v>38349</c:v>
                </c:pt>
                <c:pt idx="5472">
                  <c:v>38348</c:v>
                </c:pt>
                <c:pt idx="5473">
                  <c:v>38344</c:v>
                </c:pt>
                <c:pt idx="5474">
                  <c:v>38343</c:v>
                </c:pt>
                <c:pt idx="5475">
                  <c:v>38342</c:v>
                </c:pt>
                <c:pt idx="5476">
                  <c:v>38341</c:v>
                </c:pt>
                <c:pt idx="5477">
                  <c:v>38338</c:v>
                </c:pt>
                <c:pt idx="5478">
                  <c:v>38337</c:v>
                </c:pt>
                <c:pt idx="5479">
                  <c:v>38336</c:v>
                </c:pt>
                <c:pt idx="5480">
                  <c:v>38335</c:v>
                </c:pt>
                <c:pt idx="5481">
                  <c:v>38334</c:v>
                </c:pt>
                <c:pt idx="5482">
                  <c:v>38331</c:v>
                </c:pt>
                <c:pt idx="5483">
                  <c:v>38330</c:v>
                </c:pt>
                <c:pt idx="5484">
                  <c:v>38329</c:v>
                </c:pt>
                <c:pt idx="5485">
                  <c:v>38328</c:v>
                </c:pt>
                <c:pt idx="5486">
                  <c:v>38327</c:v>
                </c:pt>
                <c:pt idx="5487">
                  <c:v>38324</c:v>
                </c:pt>
                <c:pt idx="5488">
                  <c:v>38323</c:v>
                </c:pt>
                <c:pt idx="5489">
                  <c:v>38322</c:v>
                </c:pt>
                <c:pt idx="5490">
                  <c:v>38321</c:v>
                </c:pt>
                <c:pt idx="5491">
                  <c:v>38320</c:v>
                </c:pt>
                <c:pt idx="5492">
                  <c:v>38317</c:v>
                </c:pt>
                <c:pt idx="5493">
                  <c:v>38315</c:v>
                </c:pt>
                <c:pt idx="5494">
                  <c:v>38314</c:v>
                </c:pt>
                <c:pt idx="5495">
                  <c:v>38313</c:v>
                </c:pt>
                <c:pt idx="5496">
                  <c:v>38310</c:v>
                </c:pt>
                <c:pt idx="5497">
                  <c:v>38309</c:v>
                </c:pt>
                <c:pt idx="5498">
                  <c:v>38308</c:v>
                </c:pt>
                <c:pt idx="5499">
                  <c:v>38307</c:v>
                </c:pt>
                <c:pt idx="5500">
                  <c:v>38306</c:v>
                </c:pt>
                <c:pt idx="5501">
                  <c:v>38303</c:v>
                </c:pt>
                <c:pt idx="5502">
                  <c:v>38302</c:v>
                </c:pt>
                <c:pt idx="5503">
                  <c:v>38301</c:v>
                </c:pt>
                <c:pt idx="5504">
                  <c:v>38300</c:v>
                </c:pt>
                <c:pt idx="5505">
                  <c:v>38299</c:v>
                </c:pt>
                <c:pt idx="5506">
                  <c:v>38296</c:v>
                </c:pt>
                <c:pt idx="5507">
                  <c:v>38295</c:v>
                </c:pt>
                <c:pt idx="5508">
                  <c:v>38294</c:v>
                </c:pt>
                <c:pt idx="5509">
                  <c:v>38293</c:v>
                </c:pt>
                <c:pt idx="5510">
                  <c:v>38292</c:v>
                </c:pt>
                <c:pt idx="5511">
                  <c:v>38289</c:v>
                </c:pt>
                <c:pt idx="5512">
                  <c:v>38288</c:v>
                </c:pt>
                <c:pt idx="5513">
                  <c:v>38287</c:v>
                </c:pt>
                <c:pt idx="5514">
                  <c:v>38286</c:v>
                </c:pt>
                <c:pt idx="5515">
                  <c:v>38285</c:v>
                </c:pt>
                <c:pt idx="5516">
                  <c:v>38282</c:v>
                </c:pt>
                <c:pt idx="5517">
                  <c:v>38281</c:v>
                </c:pt>
                <c:pt idx="5518">
                  <c:v>38280</c:v>
                </c:pt>
                <c:pt idx="5519">
                  <c:v>38279</c:v>
                </c:pt>
                <c:pt idx="5520">
                  <c:v>38278</c:v>
                </c:pt>
                <c:pt idx="5521">
                  <c:v>38275</c:v>
                </c:pt>
                <c:pt idx="5522">
                  <c:v>38274</c:v>
                </c:pt>
                <c:pt idx="5523">
                  <c:v>38273</c:v>
                </c:pt>
                <c:pt idx="5524">
                  <c:v>38272</c:v>
                </c:pt>
                <c:pt idx="5525">
                  <c:v>38271</c:v>
                </c:pt>
                <c:pt idx="5526">
                  <c:v>38268</c:v>
                </c:pt>
                <c:pt idx="5527">
                  <c:v>38267</c:v>
                </c:pt>
                <c:pt idx="5528">
                  <c:v>38266</c:v>
                </c:pt>
                <c:pt idx="5529">
                  <c:v>38265</c:v>
                </c:pt>
                <c:pt idx="5530">
                  <c:v>38264</c:v>
                </c:pt>
                <c:pt idx="5531">
                  <c:v>38261</c:v>
                </c:pt>
                <c:pt idx="5532">
                  <c:v>38260</c:v>
                </c:pt>
                <c:pt idx="5533">
                  <c:v>38259</c:v>
                </c:pt>
                <c:pt idx="5534">
                  <c:v>38258</c:v>
                </c:pt>
                <c:pt idx="5535">
                  <c:v>38257</c:v>
                </c:pt>
                <c:pt idx="5536">
                  <c:v>38254</c:v>
                </c:pt>
                <c:pt idx="5537">
                  <c:v>38253</c:v>
                </c:pt>
                <c:pt idx="5538">
                  <c:v>38252</c:v>
                </c:pt>
                <c:pt idx="5539">
                  <c:v>38251</c:v>
                </c:pt>
                <c:pt idx="5540">
                  <c:v>38250</c:v>
                </c:pt>
                <c:pt idx="5541">
                  <c:v>38247</c:v>
                </c:pt>
                <c:pt idx="5542">
                  <c:v>38246</c:v>
                </c:pt>
                <c:pt idx="5543">
                  <c:v>38245</c:v>
                </c:pt>
                <c:pt idx="5544">
                  <c:v>38244</c:v>
                </c:pt>
                <c:pt idx="5545">
                  <c:v>38243</c:v>
                </c:pt>
                <c:pt idx="5546">
                  <c:v>38240</c:v>
                </c:pt>
                <c:pt idx="5547">
                  <c:v>38239</c:v>
                </c:pt>
                <c:pt idx="5548">
                  <c:v>38238</c:v>
                </c:pt>
                <c:pt idx="5549">
                  <c:v>38237</c:v>
                </c:pt>
                <c:pt idx="5550">
                  <c:v>38233</c:v>
                </c:pt>
                <c:pt idx="5551">
                  <c:v>38232</c:v>
                </c:pt>
                <c:pt idx="5552">
                  <c:v>38231</c:v>
                </c:pt>
                <c:pt idx="5553">
                  <c:v>38230</c:v>
                </c:pt>
                <c:pt idx="5554">
                  <c:v>38229</c:v>
                </c:pt>
                <c:pt idx="5555">
                  <c:v>38226</c:v>
                </c:pt>
                <c:pt idx="5556">
                  <c:v>38225</c:v>
                </c:pt>
                <c:pt idx="5557">
                  <c:v>38224</c:v>
                </c:pt>
                <c:pt idx="5558">
                  <c:v>38223</c:v>
                </c:pt>
                <c:pt idx="5559">
                  <c:v>38222</c:v>
                </c:pt>
                <c:pt idx="5560">
                  <c:v>38219</c:v>
                </c:pt>
                <c:pt idx="5561">
                  <c:v>38218</c:v>
                </c:pt>
                <c:pt idx="5562">
                  <c:v>38217</c:v>
                </c:pt>
                <c:pt idx="5563">
                  <c:v>38216</c:v>
                </c:pt>
                <c:pt idx="5564">
                  <c:v>38215</c:v>
                </c:pt>
                <c:pt idx="5565">
                  <c:v>38212</c:v>
                </c:pt>
                <c:pt idx="5566">
                  <c:v>38211</c:v>
                </c:pt>
                <c:pt idx="5567">
                  <c:v>38210</c:v>
                </c:pt>
                <c:pt idx="5568">
                  <c:v>38209</c:v>
                </c:pt>
                <c:pt idx="5569">
                  <c:v>38208</c:v>
                </c:pt>
                <c:pt idx="5570">
                  <c:v>38205</c:v>
                </c:pt>
                <c:pt idx="5571">
                  <c:v>38204</c:v>
                </c:pt>
                <c:pt idx="5572">
                  <c:v>38203</c:v>
                </c:pt>
                <c:pt idx="5573">
                  <c:v>38202</c:v>
                </c:pt>
                <c:pt idx="5574">
                  <c:v>38201</c:v>
                </c:pt>
                <c:pt idx="5575">
                  <c:v>38198</c:v>
                </c:pt>
                <c:pt idx="5576">
                  <c:v>38197</c:v>
                </c:pt>
                <c:pt idx="5577">
                  <c:v>38196</c:v>
                </c:pt>
                <c:pt idx="5578">
                  <c:v>38195</c:v>
                </c:pt>
                <c:pt idx="5579">
                  <c:v>38194</c:v>
                </c:pt>
                <c:pt idx="5580">
                  <c:v>38191</c:v>
                </c:pt>
                <c:pt idx="5581">
                  <c:v>38190</c:v>
                </c:pt>
                <c:pt idx="5582">
                  <c:v>38189</c:v>
                </c:pt>
                <c:pt idx="5583">
                  <c:v>38188</c:v>
                </c:pt>
                <c:pt idx="5584">
                  <c:v>38187</c:v>
                </c:pt>
                <c:pt idx="5585">
                  <c:v>38184</c:v>
                </c:pt>
                <c:pt idx="5586">
                  <c:v>38183</c:v>
                </c:pt>
                <c:pt idx="5587">
                  <c:v>38182</c:v>
                </c:pt>
                <c:pt idx="5588">
                  <c:v>38181</c:v>
                </c:pt>
                <c:pt idx="5589">
                  <c:v>38180</c:v>
                </c:pt>
                <c:pt idx="5590">
                  <c:v>38177</c:v>
                </c:pt>
                <c:pt idx="5591">
                  <c:v>38176</c:v>
                </c:pt>
                <c:pt idx="5592">
                  <c:v>38175</c:v>
                </c:pt>
                <c:pt idx="5593">
                  <c:v>38174</c:v>
                </c:pt>
                <c:pt idx="5594">
                  <c:v>38170</c:v>
                </c:pt>
                <c:pt idx="5595">
                  <c:v>38169</c:v>
                </c:pt>
                <c:pt idx="5596">
                  <c:v>38168</c:v>
                </c:pt>
                <c:pt idx="5597">
                  <c:v>38167</c:v>
                </c:pt>
                <c:pt idx="5598">
                  <c:v>38166</c:v>
                </c:pt>
                <c:pt idx="5599">
                  <c:v>38163</c:v>
                </c:pt>
                <c:pt idx="5600">
                  <c:v>38162</c:v>
                </c:pt>
                <c:pt idx="5601">
                  <c:v>38161</c:v>
                </c:pt>
                <c:pt idx="5602">
                  <c:v>38160</c:v>
                </c:pt>
                <c:pt idx="5603">
                  <c:v>38159</c:v>
                </c:pt>
                <c:pt idx="5604">
                  <c:v>38156</c:v>
                </c:pt>
                <c:pt idx="5605">
                  <c:v>38155</c:v>
                </c:pt>
                <c:pt idx="5606">
                  <c:v>38154</c:v>
                </c:pt>
                <c:pt idx="5607">
                  <c:v>38153</c:v>
                </c:pt>
                <c:pt idx="5608">
                  <c:v>38152</c:v>
                </c:pt>
                <c:pt idx="5609">
                  <c:v>38148</c:v>
                </c:pt>
                <c:pt idx="5610">
                  <c:v>38147</c:v>
                </c:pt>
                <c:pt idx="5611">
                  <c:v>38146</c:v>
                </c:pt>
                <c:pt idx="5612">
                  <c:v>38145</c:v>
                </c:pt>
                <c:pt idx="5613">
                  <c:v>38142</c:v>
                </c:pt>
                <c:pt idx="5614">
                  <c:v>38141</c:v>
                </c:pt>
                <c:pt idx="5615">
                  <c:v>38140</c:v>
                </c:pt>
                <c:pt idx="5616">
                  <c:v>38139</c:v>
                </c:pt>
                <c:pt idx="5617">
                  <c:v>38135</c:v>
                </c:pt>
                <c:pt idx="5618">
                  <c:v>38134</c:v>
                </c:pt>
                <c:pt idx="5619">
                  <c:v>38133</c:v>
                </c:pt>
                <c:pt idx="5620">
                  <c:v>38132</c:v>
                </c:pt>
                <c:pt idx="5621">
                  <c:v>38131</c:v>
                </c:pt>
                <c:pt idx="5622">
                  <c:v>38128</c:v>
                </c:pt>
                <c:pt idx="5623">
                  <c:v>38127</c:v>
                </c:pt>
                <c:pt idx="5624">
                  <c:v>38126</c:v>
                </c:pt>
                <c:pt idx="5625">
                  <c:v>38125</c:v>
                </c:pt>
                <c:pt idx="5626">
                  <c:v>38124</c:v>
                </c:pt>
                <c:pt idx="5627">
                  <c:v>38121</c:v>
                </c:pt>
                <c:pt idx="5628">
                  <c:v>38120</c:v>
                </c:pt>
                <c:pt idx="5629">
                  <c:v>38119</c:v>
                </c:pt>
                <c:pt idx="5630">
                  <c:v>38118</c:v>
                </c:pt>
                <c:pt idx="5631">
                  <c:v>38117</c:v>
                </c:pt>
                <c:pt idx="5632">
                  <c:v>38114</c:v>
                </c:pt>
                <c:pt idx="5633">
                  <c:v>38113</c:v>
                </c:pt>
                <c:pt idx="5634">
                  <c:v>38112</c:v>
                </c:pt>
                <c:pt idx="5635">
                  <c:v>38111</c:v>
                </c:pt>
                <c:pt idx="5636">
                  <c:v>38110</c:v>
                </c:pt>
                <c:pt idx="5637">
                  <c:v>38107</c:v>
                </c:pt>
                <c:pt idx="5638">
                  <c:v>38106</c:v>
                </c:pt>
                <c:pt idx="5639">
                  <c:v>38105</c:v>
                </c:pt>
                <c:pt idx="5640">
                  <c:v>38104</c:v>
                </c:pt>
                <c:pt idx="5641">
                  <c:v>38103</c:v>
                </c:pt>
                <c:pt idx="5642">
                  <c:v>38100</c:v>
                </c:pt>
                <c:pt idx="5643">
                  <c:v>38099</c:v>
                </c:pt>
                <c:pt idx="5644">
                  <c:v>38098</c:v>
                </c:pt>
                <c:pt idx="5645">
                  <c:v>38097</c:v>
                </c:pt>
                <c:pt idx="5646">
                  <c:v>38096</c:v>
                </c:pt>
                <c:pt idx="5647">
                  <c:v>38093</c:v>
                </c:pt>
                <c:pt idx="5648">
                  <c:v>38092</c:v>
                </c:pt>
                <c:pt idx="5649">
                  <c:v>38091</c:v>
                </c:pt>
                <c:pt idx="5650">
                  <c:v>38090</c:v>
                </c:pt>
                <c:pt idx="5651">
                  <c:v>38089</c:v>
                </c:pt>
                <c:pt idx="5652">
                  <c:v>38085</c:v>
                </c:pt>
                <c:pt idx="5653">
                  <c:v>38084</c:v>
                </c:pt>
                <c:pt idx="5654">
                  <c:v>38083</c:v>
                </c:pt>
                <c:pt idx="5655">
                  <c:v>38082</c:v>
                </c:pt>
                <c:pt idx="5656">
                  <c:v>38079</c:v>
                </c:pt>
                <c:pt idx="5657">
                  <c:v>38078</c:v>
                </c:pt>
                <c:pt idx="5658">
                  <c:v>38077</c:v>
                </c:pt>
                <c:pt idx="5659">
                  <c:v>38076</c:v>
                </c:pt>
                <c:pt idx="5660">
                  <c:v>38075</c:v>
                </c:pt>
                <c:pt idx="5661">
                  <c:v>38072</c:v>
                </c:pt>
                <c:pt idx="5662">
                  <c:v>38071</c:v>
                </c:pt>
                <c:pt idx="5663">
                  <c:v>38070</c:v>
                </c:pt>
                <c:pt idx="5664">
                  <c:v>38069</c:v>
                </c:pt>
                <c:pt idx="5665">
                  <c:v>38068</c:v>
                </c:pt>
                <c:pt idx="5666">
                  <c:v>38065</c:v>
                </c:pt>
                <c:pt idx="5667">
                  <c:v>38064</c:v>
                </c:pt>
                <c:pt idx="5668">
                  <c:v>38063</c:v>
                </c:pt>
                <c:pt idx="5669">
                  <c:v>38062</c:v>
                </c:pt>
                <c:pt idx="5670">
                  <c:v>38061</c:v>
                </c:pt>
                <c:pt idx="5671">
                  <c:v>38058</c:v>
                </c:pt>
                <c:pt idx="5672">
                  <c:v>38057</c:v>
                </c:pt>
                <c:pt idx="5673">
                  <c:v>38056</c:v>
                </c:pt>
                <c:pt idx="5674">
                  <c:v>38055</c:v>
                </c:pt>
                <c:pt idx="5675">
                  <c:v>38054</c:v>
                </c:pt>
                <c:pt idx="5676">
                  <c:v>38051</c:v>
                </c:pt>
                <c:pt idx="5677">
                  <c:v>38050</c:v>
                </c:pt>
                <c:pt idx="5678">
                  <c:v>38049</c:v>
                </c:pt>
                <c:pt idx="5679">
                  <c:v>38048</c:v>
                </c:pt>
                <c:pt idx="5680">
                  <c:v>38047</c:v>
                </c:pt>
                <c:pt idx="5681">
                  <c:v>38044</c:v>
                </c:pt>
                <c:pt idx="5682">
                  <c:v>38043</c:v>
                </c:pt>
                <c:pt idx="5683">
                  <c:v>38042</c:v>
                </c:pt>
                <c:pt idx="5684">
                  <c:v>38041</c:v>
                </c:pt>
                <c:pt idx="5685">
                  <c:v>38040</c:v>
                </c:pt>
                <c:pt idx="5686">
                  <c:v>38037</c:v>
                </c:pt>
                <c:pt idx="5687">
                  <c:v>38036</c:v>
                </c:pt>
                <c:pt idx="5688">
                  <c:v>38035</c:v>
                </c:pt>
                <c:pt idx="5689">
                  <c:v>38034</c:v>
                </c:pt>
                <c:pt idx="5690">
                  <c:v>38030</c:v>
                </c:pt>
                <c:pt idx="5691">
                  <c:v>38029</c:v>
                </c:pt>
                <c:pt idx="5692">
                  <c:v>38028</c:v>
                </c:pt>
                <c:pt idx="5693">
                  <c:v>38027</c:v>
                </c:pt>
                <c:pt idx="5694">
                  <c:v>38026</c:v>
                </c:pt>
                <c:pt idx="5695">
                  <c:v>38023</c:v>
                </c:pt>
                <c:pt idx="5696">
                  <c:v>38022</c:v>
                </c:pt>
                <c:pt idx="5697">
                  <c:v>38021</c:v>
                </c:pt>
                <c:pt idx="5698">
                  <c:v>38020</c:v>
                </c:pt>
                <c:pt idx="5699">
                  <c:v>38019</c:v>
                </c:pt>
                <c:pt idx="5700">
                  <c:v>38016</c:v>
                </c:pt>
                <c:pt idx="5701">
                  <c:v>38015</c:v>
                </c:pt>
                <c:pt idx="5702">
                  <c:v>38014</c:v>
                </c:pt>
                <c:pt idx="5703">
                  <c:v>38013</c:v>
                </c:pt>
                <c:pt idx="5704">
                  <c:v>38012</c:v>
                </c:pt>
                <c:pt idx="5705">
                  <c:v>38009</c:v>
                </c:pt>
                <c:pt idx="5706">
                  <c:v>38008</c:v>
                </c:pt>
                <c:pt idx="5707">
                  <c:v>38007</c:v>
                </c:pt>
                <c:pt idx="5708">
                  <c:v>38006</c:v>
                </c:pt>
                <c:pt idx="5709">
                  <c:v>38002</c:v>
                </c:pt>
                <c:pt idx="5710">
                  <c:v>38001</c:v>
                </c:pt>
                <c:pt idx="5711">
                  <c:v>38000</c:v>
                </c:pt>
                <c:pt idx="5712">
                  <c:v>37999</c:v>
                </c:pt>
                <c:pt idx="5713">
                  <c:v>37998</c:v>
                </c:pt>
                <c:pt idx="5714">
                  <c:v>37995</c:v>
                </c:pt>
                <c:pt idx="5715">
                  <c:v>37994</c:v>
                </c:pt>
                <c:pt idx="5716">
                  <c:v>37993</c:v>
                </c:pt>
                <c:pt idx="5717">
                  <c:v>37992</c:v>
                </c:pt>
                <c:pt idx="5718">
                  <c:v>37991</c:v>
                </c:pt>
                <c:pt idx="5719">
                  <c:v>37988</c:v>
                </c:pt>
                <c:pt idx="5720">
                  <c:v>37986</c:v>
                </c:pt>
                <c:pt idx="5721">
                  <c:v>37985</c:v>
                </c:pt>
                <c:pt idx="5722">
                  <c:v>37984</c:v>
                </c:pt>
                <c:pt idx="5723">
                  <c:v>37981</c:v>
                </c:pt>
                <c:pt idx="5724">
                  <c:v>37979</c:v>
                </c:pt>
                <c:pt idx="5725">
                  <c:v>37978</c:v>
                </c:pt>
                <c:pt idx="5726">
                  <c:v>37977</c:v>
                </c:pt>
                <c:pt idx="5727">
                  <c:v>37974</c:v>
                </c:pt>
                <c:pt idx="5728">
                  <c:v>37973</c:v>
                </c:pt>
                <c:pt idx="5729">
                  <c:v>37972</c:v>
                </c:pt>
                <c:pt idx="5730">
                  <c:v>37971</c:v>
                </c:pt>
                <c:pt idx="5731">
                  <c:v>37970</c:v>
                </c:pt>
                <c:pt idx="5732">
                  <c:v>37967</c:v>
                </c:pt>
                <c:pt idx="5733">
                  <c:v>37966</c:v>
                </c:pt>
                <c:pt idx="5734">
                  <c:v>37965</c:v>
                </c:pt>
                <c:pt idx="5735">
                  <c:v>37964</c:v>
                </c:pt>
                <c:pt idx="5736">
                  <c:v>37963</c:v>
                </c:pt>
                <c:pt idx="5737">
                  <c:v>37960</c:v>
                </c:pt>
                <c:pt idx="5738">
                  <c:v>37959</c:v>
                </c:pt>
                <c:pt idx="5739">
                  <c:v>37958</c:v>
                </c:pt>
                <c:pt idx="5740">
                  <c:v>37957</c:v>
                </c:pt>
                <c:pt idx="5741">
                  <c:v>37956</c:v>
                </c:pt>
                <c:pt idx="5742">
                  <c:v>37953</c:v>
                </c:pt>
                <c:pt idx="5743">
                  <c:v>37951</c:v>
                </c:pt>
                <c:pt idx="5744">
                  <c:v>37950</c:v>
                </c:pt>
                <c:pt idx="5745">
                  <c:v>37949</c:v>
                </c:pt>
                <c:pt idx="5746">
                  <c:v>37946</c:v>
                </c:pt>
                <c:pt idx="5747">
                  <c:v>37945</c:v>
                </c:pt>
                <c:pt idx="5748">
                  <c:v>37944</c:v>
                </c:pt>
                <c:pt idx="5749">
                  <c:v>37943</c:v>
                </c:pt>
                <c:pt idx="5750">
                  <c:v>37942</c:v>
                </c:pt>
                <c:pt idx="5751">
                  <c:v>37939</c:v>
                </c:pt>
                <c:pt idx="5752">
                  <c:v>37938</c:v>
                </c:pt>
                <c:pt idx="5753">
                  <c:v>37937</c:v>
                </c:pt>
                <c:pt idx="5754">
                  <c:v>37936</c:v>
                </c:pt>
                <c:pt idx="5755">
                  <c:v>37935</c:v>
                </c:pt>
                <c:pt idx="5756">
                  <c:v>37932</c:v>
                </c:pt>
                <c:pt idx="5757">
                  <c:v>37931</c:v>
                </c:pt>
                <c:pt idx="5758">
                  <c:v>37930</c:v>
                </c:pt>
                <c:pt idx="5759">
                  <c:v>37929</c:v>
                </c:pt>
                <c:pt idx="5760">
                  <c:v>37928</c:v>
                </c:pt>
                <c:pt idx="5761">
                  <c:v>37925</c:v>
                </c:pt>
                <c:pt idx="5762">
                  <c:v>37924</c:v>
                </c:pt>
                <c:pt idx="5763">
                  <c:v>37923</c:v>
                </c:pt>
                <c:pt idx="5764">
                  <c:v>37922</c:v>
                </c:pt>
                <c:pt idx="5765">
                  <c:v>37921</c:v>
                </c:pt>
                <c:pt idx="5766">
                  <c:v>37918</c:v>
                </c:pt>
                <c:pt idx="5767">
                  <c:v>37917</c:v>
                </c:pt>
                <c:pt idx="5768">
                  <c:v>37916</c:v>
                </c:pt>
                <c:pt idx="5769">
                  <c:v>37915</c:v>
                </c:pt>
                <c:pt idx="5770">
                  <c:v>37914</c:v>
                </c:pt>
                <c:pt idx="5771">
                  <c:v>37911</c:v>
                </c:pt>
                <c:pt idx="5772">
                  <c:v>37910</c:v>
                </c:pt>
                <c:pt idx="5773">
                  <c:v>37909</c:v>
                </c:pt>
                <c:pt idx="5774">
                  <c:v>37908</c:v>
                </c:pt>
                <c:pt idx="5775">
                  <c:v>37907</c:v>
                </c:pt>
                <c:pt idx="5776">
                  <c:v>37904</c:v>
                </c:pt>
                <c:pt idx="5777">
                  <c:v>37903</c:v>
                </c:pt>
                <c:pt idx="5778">
                  <c:v>37902</c:v>
                </c:pt>
                <c:pt idx="5779">
                  <c:v>37901</c:v>
                </c:pt>
                <c:pt idx="5780">
                  <c:v>37900</c:v>
                </c:pt>
                <c:pt idx="5781">
                  <c:v>37897</c:v>
                </c:pt>
                <c:pt idx="5782">
                  <c:v>37896</c:v>
                </c:pt>
                <c:pt idx="5783">
                  <c:v>37895</c:v>
                </c:pt>
                <c:pt idx="5784">
                  <c:v>37894</c:v>
                </c:pt>
                <c:pt idx="5785">
                  <c:v>37893</c:v>
                </c:pt>
                <c:pt idx="5786">
                  <c:v>37890</c:v>
                </c:pt>
                <c:pt idx="5787">
                  <c:v>37889</c:v>
                </c:pt>
                <c:pt idx="5788">
                  <c:v>37888</c:v>
                </c:pt>
                <c:pt idx="5789">
                  <c:v>37887</c:v>
                </c:pt>
                <c:pt idx="5790">
                  <c:v>37886</c:v>
                </c:pt>
                <c:pt idx="5791">
                  <c:v>37883</c:v>
                </c:pt>
                <c:pt idx="5792">
                  <c:v>37882</c:v>
                </c:pt>
                <c:pt idx="5793">
                  <c:v>37881</c:v>
                </c:pt>
                <c:pt idx="5794">
                  <c:v>37880</c:v>
                </c:pt>
                <c:pt idx="5795">
                  <c:v>37879</c:v>
                </c:pt>
                <c:pt idx="5796">
                  <c:v>37876</c:v>
                </c:pt>
                <c:pt idx="5797">
                  <c:v>37875</c:v>
                </c:pt>
                <c:pt idx="5798">
                  <c:v>37874</c:v>
                </c:pt>
                <c:pt idx="5799">
                  <c:v>37873</c:v>
                </c:pt>
                <c:pt idx="5800">
                  <c:v>37872</c:v>
                </c:pt>
                <c:pt idx="5801">
                  <c:v>37869</c:v>
                </c:pt>
                <c:pt idx="5802">
                  <c:v>37868</c:v>
                </c:pt>
                <c:pt idx="5803">
                  <c:v>37867</c:v>
                </c:pt>
                <c:pt idx="5804">
                  <c:v>37866</c:v>
                </c:pt>
                <c:pt idx="5805">
                  <c:v>37862</c:v>
                </c:pt>
                <c:pt idx="5806">
                  <c:v>37861</c:v>
                </c:pt>
                <c:pt idx="5807">
                  <c:v>37860</c:v>
                </c:pt>
                <c:pt idx="5808">
                  <c:v>37859</c:v>
                </c:pt>
                <c:pt idx="5809">
                  <c:v>37858</c:v>
                </c:pt>
                <c:pt idx="5810">
                  <c:v>37855</c:v>
                </c:pt>
                <c:pt idx="5811">
                  <c:v>37854</c:v>
                </c:pt>
                <c:pt idx="5812">
                  <c:v>37853</c:v>
                </c:pt>
                <c:pt idx="5813">
                  <c:v>37852</c:v>
                </c:pt>
                <c:pt idx="5814">
                  <c:v>37851</c:v>
                </c:pt>
                <c:pt idx="5815">
                  <c:v>37848</c:v>
                </c:pt>
                <c:pt idx="5816">
                  <c:v>37847</c:v>
                </c:pt>
                <c:pt idx="5817">
                  <c:v>37846</c:v>
                </c:pt>
                <c:pt idx="5818">
                  <c:v>37845</c:v>
                </c:pt>
                <c:pt idx="5819">
                  <c:v>37844</c:v>
                </c:pt>
                <c:pt idx="5820">
                  <c:v>37841</c:v>
                </c:pt>
                <c:pt idx="5821">
                  <c:v>37840</c:v>
                </c:pt>
                <c:pt idx="5822">
                  <c:v>37839</c:v>
                </c:pt>
                <c:pt idx="5823">
                  <c:v>37838</c:v>
                </c:pt>
                <c:pt idx="5824">
                  <c:v>37837</c:v>
                </c:pt>
                <c:pt idx="5825">
                  <c:v>37834</c:v>
                </c:pt>
                <c:pt idx="5826">
                  <c:v>37833</c:v>
                </c:pt>
                <c:pt idx="5827">
                  <c:v>37832</c:v>
                </c:pt>
                <c:pt idx="5828">
                  <c:v>37831</c:v>
                </c:pt>
                <c:pt idx="5829">
                  <c:v>37830</c:v>
                </c:pt>
                <c:pt idx="5830">
                  <c:v>37827</c:v>
                </c:pt>
                <c:pt idx="5831">
                  <c:v>37826</c:v>
                </c:pt>
                <c:pt idx="5832">
                  <c:v>37825</c:v>
                </c:pt>
                <c:pt idx="5833">
                  <c:v>37824</c:v>
                </c:pt>
                <c:pt idx="5834">
                  <c:v>37823</c:v>
                </c:pt>
                <c:pt idx="5835">
                  <c:v>37820</c:v>
                </c:pt>
                <c:pt idx="5836">
                  <c:v>37819</c:v>
                </c:pt>
                <c:pt idx="5837">
                  <c:v>37818</c:v>
                </c:pt>
                <c:pt idx="5838">
                  <c:v>37817</c:v>
                </c:pt>
                <c:pt idx="5839">
                  <c:v>37816</c:v>
                </c:pt>
                <c:pt idx="5840">
                  <c:v>37813</c:v>
                </c:pt>
                <c:pt idx="5841">
                  <c:v>37812</c:v>
                </c:pt>
                <c:pt idx="5842">
                  <c:v>37811</c:v>
                </c:pt>
                <c:pt idx="5843">
                  <c:v>37810</c:v>
                </c:pt>
                <c:pt idx="5844">
                  <c:v>37809</c:v>
                </c:pt>
                <c:pt idx="5845">
                  <c:v>37805</c:v>
                </c:pt>
                <c:pt idx="5846">
                  <c:v>37804</c:v>
                </c:pt>
                <c:pt idx="5847">
                  <c:v>37803</c:v>
                </c:pt>
                <c:pt idx="5848">
                  <c:v>37802</c:v>
                </c:pt>
                <c:pt idx="5849">
                  <c:v>37799</c:v>
                </c:pt>
                <c:pt idx="5850">
                  <c:v>37798</c:v>
                </c:pt>
                <c:pt idx="5851">
                  <c:v>37797</c:v>
                </c:pt>
                <c:pt idx="5852">
                  <c:v>37796</c:v>
                </c:pt>
                <c:pt idx="5853">
                  <c:v>37795</c:v>
                </c:pt>
                <c:pt idx="5854">
                  <c:v>37792</c:v>
                </c:pt>
                <c:pt idx="5855">
                  <c:v>37791</c:v>
                </c:pt>
                <c:pt idx="5856">
                  <c:v>37790</c:v>
                </c:pt>
                <c:pt idx="5857">
                  <c:v>37789</c:v>
                </c:pt>
                <c:pt idx="5858">
                  <c:v>37788</c:v>
                </c:pt>
                <c:pt idx="5859">
                  <c:v>37785</c:v>
                </c:pt>
                <c:pt idx="5860">
                  <c:v>37784</c:v>
                </c:pt>
                <c:pt idx="5861">
                  <c:v>37783</c:v>
                </c:pt>
                <c:pt idx="5862">
                  <c:v>37782</c:v>
                </c:pt>
                <c:pt idx="5863">
                  <c:v>37781</c:v>
                </c:pt>
                <c:pt idx="5864">
                  <c:v>37778</c:v>
                </c:pt>
                <c:pt idx="5865">
                  <c:v>37777</c:v>
                </c:pt>
                <c:pt idx="5866">
                  <c:v>37776</c:v>
                </c:pt>
                <c:pt idx="5867">
                  <c:v>37775</c:v>
                </c:pt>
                <c:pt idx="5868">
                  <c:v>37774</c:v>
                </c:pt>
                <c:pt idx="5869">
                  <c:v>37771</c:v>
                </c:pt>
                <c:pt idx="5870">
                  <c:v>37770</c:v>
                </c:pt>
                <c:pt idx="5871">
                  <c:v>37769</c:v>
                </c:pt>
                <c:pt idx="5872">
                  <c:v>37768</c:v>
                </c:pt>
                <c:pt idx="5873">
                  <c:v>37764</c:v>
                </c:pt>
                <c:pt idx="5874">
                  <c:v>37763</c:v>
                </c:pt>
                <c:pt idx="5875">
                  <c:v>37762</c:v>
                </c:pt>
                <c:pt idx="5876">
                  <c:v>37761</c:v>
                </c:pt>
                <c:pt idx="5877">
                  <c:v>37760</c:v>
                </c:pt>
                <c:pt idx="5878">
                  <c:v>37757</c:v>
                </c:pt>
                <c:pt idx="5879">
                  <c:v>37756</c:v>
                </c:pt>
                <c:pt idx="5880">
                  <c:v>37755</c:v>
                </c:pt>
                <c:pt idx="5881">
                  <c:v>37754</c:v>
                </c:pt>
                <c:pt idx="5882">
                  <c:v>37753</c:v>
                </c:pt>
                <c:pt idx="5883">
                  <c:v>37750</c:v>
                </c:pt>
                <c:pt idx="5884">
                  <c:v>37749</c:v>
                </c:pt>
                <c:pt idx="5885">
                  <c:v>37748</c:v>
                </c:pt>
                <c:pt idx="5886">
                  <c:v>37747</c:v>
                </c:pt>
                <c:pt idx="5887">
                  <c:v>37746</c:v>
                </c:pt>
                <c:pt idx="5888">
                  <c:v>37743</c:v>
                </c:pt>
                <c:pt idx="5889">
                  <c:v>37742</c:v>
                </c:pt>
                <c:pt idx="5890">
                  <c:v>37741</c:v>
                </c:pt>
                <c:pt idx="5891">
                  <c:v>37740</c:v>
                </c:pt>
                <c:pt idx="5892">
                  <c:v>37739</c:v>
                </c:pt>
                <c:pt idx="5893">
                  <c:v>37736</c:v>
                </c:pt>
                <c:pt idx="5894">
                  <c:v>37735</c:v>
                </c:pt>
                <c:pt idx="5895">
                  <c:v>37734</c:v>
                </c:pt>
                <c:pt idx="5896">
                  <c:v>37733</c:v>
                </c:pt>
                <c:pt idx="5897">
                  <c:v>37732</c:v>
                </c:pt>
                <c:pt idx="5898">
                  <c:v>37728</c:v>
                </c:pt>
                <c:pt idx="5899">
                  <c:v>37727</c:v>
                </c:pt>
                <c:pt idx="5900">
                  <c:v>37726</c:v>
                </c:pt>
                <c:pt idx="5901">
                  <c:v>37725</c:v>
                </c:pt>
                <c:pt idx="5902">
                  <c:v>37722</c:v>
                </c:pt>
                <c:pt idx="5903">
                  <c:v>37721</c:v>
                </c:pt>
                <c:pt idx="5904">
                  <c:v>37720</c:v>
                </c:pt>
                <c:pt idx="5905">
                  <c:v>37719</c:v>
                </c:pt>
                <c:pt idx="5906">
                  <c:v>37718</c:v>
                </c:pt>
                <c:pt idx="5907">
                  <c:v>37715</c:v>
                </c:pt>
                <c:pt idx="5908">
                  <c:v>37714</c:v>
                </c:pt>
                <c:pt idx="5909">
                  <c:v>37713</c:v>
                </c:pt>
                <c:pt idx="5910">
                  <c:v>37712</c:v>
                </c:pt>
                <c:pt idx="5911">
                  <c:v>37711</c:v>
                </c:pt>
                <c:pt idx="5912">
                  <c:v>37708</c:v>
                </c:pt>
                <c:pt idx="5913">
                  <c:v>37707</c:v>
                </c:pt>
                <c:pt idx="5914">
                  <c:v>37706</c:v>
                </c:pt>
                <c:pt idx="5915">
                  <c:v>37705</c:v>
                </c:pt>
                <c:pt idx="5916">
                  <c:v>37704</c:v>
                </c:pt>
                <c:pt idx="5917">
                  <c:v>37701</c:v>
                </c:pt>
                <c:pt idx="5918">
                  <c:v>37700</c:v>
                </c:pt>
                <c:pt idx="5919">
                  <c:v>37699</c:v>
                </c:pt>
                <c:pt idx="5920">
                  <c:v>37698</c:v>
                </c:pt>
                <c:pt idx="5921">
                  <c:v>37697</c:v>
                </c:pt>
                <c:pt idx="5922">
                  <c:v>37694</c:v>
                </c:pt>
                <c:pt idx="5923">
                  <c:v>37693</c:v>
                </c:pt>
                <c:pt idx="5924">
                  <c:v>37692</c:v>
                </c:pt>
                <c:pt idx="5925">
                  <c:v>37691</c:v>
                </c:pt>
                <c:pt idx="5926">
                  <c:v>37690</c:v>
                </c:pt>
                <c:pt idx="5927">
                  <c:v>37687</c:v>
                </c:pt>
                <c:pt idx="5928">
                  <c:v>37686</c:v>
                </c:pt>
                <c:pt idx="5929">
                  <c:v>37685</c:v>
                </c:pt>
                <c:pt idx="5930">
                  <c:v>37684</c:v>
                </c:pt>
                <c:pt idx="5931">
                  <c:v>37683</c:v>
                </c:pt>
                <c:pt idx="5932">
                  <c:v>37680</c:v>
                </c:pt>
                <c:pt idx="5933">
                  <c:v>37679</c:v>
                </c:pt>
                <c:pt idx="5934">
                  <c:v>37678</c:v>
                </c:pt>
                <c:pt idx="5935">
                  <c:v>37677</c:v>
                </c:pt>
                <c:pt idx="5936">
                  <c:v>37676</c:v>
                </c:pt>
                <c:pt idx="5937">
                  <c:v>37673</c:v>
                </c:pt>
                <c:pt idx="5938">
                  <c:v>37672</c:v>
                </c:pt>
                <c:pt idx="5939">
                  <c:v>37671</c:v>
                </c:pt>
                <c:pt idx="5940">
                  <c:v>37670</c:v>
                </c:pt>
                <c:pt idx="5941">
                  <c:v>37666</c:v>
                </c:pt>
                <c:pt idx="5942">
                  <c:v>37665</c:v>
                </c:pt>
                <c:pt idx="5943">
                  <c:v>37664</c:v>
                </c:pt>
                <c:pt idx="5944">
                  <c:v>37663</c:v>
                </c:pt>
                <c:pt idx="5945">
                  <c:v>37662</c:v>
                </c:pt>
                <c:pt idx="5946">
                  <c:v>37659</c:v>
                </c:pt>
                <c:pt idx="5947">
                  <c:v>37658</c:v>
                </c:pt>
                <c:pt idx="5948">
                  <c:v>37657</c:v>
                </c:pt>
                <c:pt idx="5949">
                  <c:v>37656</c:v>
                </c:pt>
                <c:pt idx="5950">
                  <c:v>37655</c:v>
                </c:pt>
                <c:pt idx="5951">
                  <c:v>37652</c:v>
                </c:pt>
                <c:pt idx="5952">
                  <c:v>37651</c:v>
                </c:pt>
                <c:pt idx="5953">
                  <c:v>37650</c:v>
                </c:pt>
                <c:pt idx="5954">
                  <c:v>37649</c:v>
                </c:pt>
                <c:pt idx="5955">
                  <c:v>37648</c:v>
                </c:pt>
                <c:pt idx="5956">
                  <c:v>37645</c:v>
                </c:pt>
                <c:pt idx="5957">
                  <c:v>37644</c:v>
                </c:pt>
                <c:pt idx="5958">
                  <c:v>37643</c:v>
                </c:pt>
                <c:pt idx="5959">
                  <c:v>37642</c:v>
                </c:pt>
                <c:pt idx="5960">
                  <c:v>37638</c:v>
                </c:pt>
                <c:pt idx="5961">
                  <c:v>37637</c:v>
                </c:pt>
                <c:pt idx="5962">
                  <c:v>37636</c:v>
                </c:pt>
                <c:pt idx="5963">
                  <c:v>37635</c:v>
                </c:pt>
                <c:pt idx="5964">
                  <c:v>37634</c:v>
                </c:pt>
                <c:pt idx="5965">
                  <c:v>37631</c:v>
                </c:pt>
                <c:pt idx="5966">
                  <c:v>37630</c:v>
                </c:pt>
                <c:pt idx="5967">
                  <c:v>37629</c:v>
                </c:pt>
                <c:pt idx="5968">
                  <c:v>37628</c:v>
                </c:pt>
                <c:pt idx="5969">
                  <c:v>37627</c:v>
                </c:pt>
                <c:pt idx="5970">
                  <c:v>37624</c:v>
                </c:pt>
                <c:pt idx="5971">
                  <c:v>37623</c:v>
                </c:pt>
                <c:pt idx="5972">
                  <c:v>37621</c:v>
                </c:pt>
                <c:pt idx="5973">
                  <c:v>37620</c:v>
                </c:pt>
                <c:pt idx="5974">
                  <c:v>37617</c:v>
                </c:pt>
                <c:pt idx="5975">
                  <c:v>37616</c:v>
                </c:pt>
                <c:pt idx="5976">
                  <c:v>37614</c:v>
                </c:pt>
                <c:pt idx="5977">
                  <c:v>37613</c:v>
                </c:pt>
                <c:pt idx="5978">
                  <c:v>37610</c:v>
                </c:pt>
                <c:pt idx="5979">
                  <c:v>37609</c:v>
                </c:pt>
                <c:pt idx="5980">
                  <c:v>37608</c:v>
                </c:pt>
                <c:pt idx="5981">
                  <c:v>37607</c:v>
                </c:pt>
                <c:pt idx="5982">
                  <c:v>37606</c:v>
                </c:pt>
                <c:pt idx="5983">
                  <c:v>37603</c:v>
                </c:pt>
                <c:pt idx="5984">
                  <c:v>37602</c:v>
                </c:pt>
                <c:pt idx="5985">
                  <c:v>37601</c:v>
                </c:pt>
                <c:pt idx="5986">
                  <c:v>37600</c:v>
                </c:pt>
                <c:pt idx="5987">
                  <c:v>37599</c:v>
                </c:pt>
                <c:pt idx="5988">
                  <c:v>37596</c:v>
                </c:pt>
                <c:pt idx="5989">
                  <c:v>37595</c:v>
                </c:pt>
                <c:pt idx="5990">
                  <c:v>37594</c:v>
                </c:pt>
                <c:pt idx="5991">
                  <c:v>37593</c:v>
                </c:pt>
                <c:pt idx="5992">
                  <c:v>37592</c:v>
                </c:pt>
                <c:pt idx="5993">
                  <c:v>37589</c:v>
                </c:pt>
                <c:pt idx="5994">
                  <c:v>37587</c:v>
                </c:pt>
                <c:pt idx="5995">
                  <c:v>37586</c:v>
                </c:pt>
                <c:pt idx="5996">
                  <c:v>37585</c:v>
                </c:pt>
                <c:pt idx="5997">
                  <c:v>37582</c:v>
                </c:pt>
                <c:pt idx="5998">
                  <c:v>37581</c:v>
                </c:pt>
                <c:pt idx="5999">
                  <c:v>37580</c:v>
                </c:pt>
                <c:pt idx="6000">
                  <c:v>37579</c:v>
                </c:pt>
                <c:pt idx="6001">
                  <c:v>37578</c:v>
                </c:pt>
                <c:pt idx="6002">
                  <c:v>37575</c:v>
                </c:pt>
                <c:pt idx="6003">
                  <c:v>37574</c:v>
                </c:pt>
                <c:pt idx="6004">
                  <c:v>37573</c:v>
                </c:pt>
                <c:pt idx="6005">
                  <c:v>37572</c:v>
                </c:pt>
                <c:pt idx="6006">
                  <c:v>37571</c:v>
                </c:pt>
                <c:pt idx="6007">
                  <c:v>37568</c:v>
                </c:pt>
                <c:pt idx="6008">
                  <c:v>37567</c:v>
                </c:pt>
                <c:pt idx="6009">
                  <c:v>37566</c:v>
                </c:pt>
                <c:pt idx="6010">
                  <c:v>37565</c:v>
                </c:pt>
                <c:pt idx="6011">
                  <c:v>37564</c:v>
                </c:pt>
                <c:pt idx="6012">
                  <c:v>37561</c:v>
                </c:pt>
                <c:pt idx="6013">
                  <c:v>37560</c:v>
                </c:pt>
                <c:pt idx="6014">
                  <c:v>37559</c:v>
                </c:pt>
                <c:pt idx="6015">
                  <c:v>37558</c:v>
                </c:pt>
                <c:pt idx="6016">
                  <c:v>37557</c:v>
                </c:pt>
                <c:pt idx="6017">
                  <c:v>37554</c:v>
                </c:pt>
                <c:pt idx="6018">
                  <c:v>37553</c:v>
                </c:pt>
                <c:pt idx="6019">
                  <c:v>37552</c:v>
                </c:pt>
                <c:pt idx="6020">
                  <c:v>37551</c:v>
                </c:pt>
                <c:pt idx="6021">
                  <c:v>37550</c:v>
                </c:pt>
                <c:pt idx="6022">
                  <c:v>37547</c:v>
                </c:pt>
                <c:pt idx="6023">
                  <c:v>37546</c:v>
                </c:pt>
                <c:pt idx="6024">
                  <c:v>37545</c:v>
                </c:pt>
                <c:pt idx="6025">
                  <c:v>37544</c:v>
                </c:pt>
                <c:pt idx="6026">
                  <c:v>37543</c:v>
                </c:pt>
                <c:pt idx="6027">
                  <c:v>37540</c:v>
                </c:pt>
                <c:pt idx="6028">
                  <c:v>37539</c:v>
                </c:pt>
                <c:pt idx="6029">
                  <c:v>37538</c:v>
                </c:pt>
                <c:pt idx="6030">
                  <c:v>37537</c:v>
                </c:pt>
                <c:pt idx="6031">
                  <c:v>37536</c:v>
                </c:pt>
                <c:pt idx="6032">
                  <c:v>37533</c:v>
                </c:pt>
                <c:pt idx="6033">
                  <c:v>37532</c:v>
                </c:pt>
                <c:pt idx="6034">
                  <c:v>37531</c:v>
                </c:pt>
                <c:pt idx="6035">
                  <c:v>37530</c:v>
                </c:pt>
                <c:pt idx="6036">
                  <c:v>37529</c:v>
                </c:pt>
                <c:pt idx="6037">
                  <c:v>37526</c:v>
                </c:pt>
                <c:pt idx="6038">
                  <c:v>37525</c:v>
                </c:pt>
                <c:pt idx="6039">
                  <c:v>37524</c:v>
                </c:pt>
                <c:pt idx="6040">
                  <c:v>37523</c:v>
                </c:pt>
                <c:pt idx="6041">
                  <c:v>37522</c:v>
                </c:pt>
                <c:pt idx="6042">
                  <c:v>37519</c:v>
                </c:pt>
                <c:pt idx="6043">
                  <c:v>37518</c:v>
                </c:pt>
                <c:pt idx="6044">
                  <c:v>37517</c:v>
                </c:pt>
                <c:pt idx="6045">
                  <c:v>37516</c:v>
                </c:pt>
                <c:pt idx="6046">
                  <c:v>37515</c:v>
                </c:pt>
                <c:pt idx="6047">
                  <c:v>37512</c:v>
                </c:pt>
                <c:pt idx="6048">
                  <c:v>37511</c:v>
                </c:pt>
                <c:pt idx="6049">
                  <c:v>37510</c:v>
                </c:pt>
                <c:pt idx="6050">
                  <c:v>37509</c:v>
                </c:pt>
                <c:pt idx="6051">
                  <c:v>37508</c:v>
                </c:pt>
                <c:pt idx="6052">
                  <c:v>37505</c:v>
                </c:pt>
                <c:pt idx="6053">
                  <c:v>37504</c:v>
                </c:pt>
                <c:pt idx="6054">
                  <c:v>37503</c:v>
                </c:pt>
                <c:pt idx="6055">
                  <c:v>37502</c:v>
                </c:pt>
                <c:pt idx="6056">
                  <c:v>37498</c:v>
                </c:pt>
                <c:pt idx="6057">
                  <c:v>37497</c:v>
                </c:pt>
                <c:pt idx="6058">
                  <c:v>37496</c:v>
                </c:pt>
                <c:pt idx="6059">
                  <c:v>37495</c:v>
                </c:pt>
                <c:pt idx="6060">
                  <c:v>37494</c:v>
                </c:pt>
                <c:pt idx="6061">
                  <c:v>37491</c:v>
                </c:pt>
                <c:pt idx="6062">
                  <c:v>37490</c:v>
                </c:pt>
                <c:pt idx="6063">
                  <c:v>37489</c:v>
                </c:pt>
                <c:pt idx="6064">
                  <c:v>37488</c:v>
                </c:pt>
                <c:pt idx="6065">
                  <c:v>37487</c:v>
                </c:pt>
                <c:pt idx="6066">
                  <c:v>37484</c:v>
                </c:pt>
                <c:pt idx="6067">
                  <c:v>37483</c:v>
                </c:pt>
                <c:pt idx="6068">
                  <c:v>37482</c:v>
                </c:pt>
                <c:pt idx="6069">
                  <c:v>37481</c:v>
                </c:pt>
                <c:pt idx="6070">
                  <c:v>37480</c:v>
                </c:pt>
                <c:pt idx="6071">
                  <c:v>37477</c:v>
                </c:pt>
                <c:pt idx="6072">
                  <c:v>37476</c:v>
                </c:pt>
                <c:pt idx="6073">
                  <c:v>37475</c:v>
                </c:pt>
                <c:pt idx="6074">
                  <c:v>37474</c:v>
                </c:pt>
                <c:pt idx="6075">
                  <c:v>37473</c:v>
                </c:pt>
                <c:pt idx="6076">
                  <c:v>37470</c:v>
                </c:pt>
                <c:pt idx="6077">
                  <c:v>37469</c:v>
                </c:pt>
                <c:pt idx="6078">
                  <c:v>37468</c:v>
                </c:pt>
                <c:pt idx="6079">
                  <c:v>37467</c:v>
                </c:pt>
                <c:pt idx="6080">
                  <c:v>37466</c:v>
                </c:pt>
                <c:pt idx="6081">
                  <c:v>37463</c:v>
                </c:pt>
                <c:pt idx="6082">
                  <c:v>37462</c:v>
                </c:pt>
                <c:pt idx="6083">
                  <c:v>37461</c:v>
                </c:pt>
                <c:pt idx="6084">
                  <c:v>37460</c:v>
                </c:pt>
                <c:pt idx="6085">
                  <c:v>37459</c:v>
                </c:pt>
                <c:pt idx="6086">
                  <c:v>37456</c:v>
                </c:pt>
                <c:pt idx="6087">
                  <c:v>37455</c:v>
                </c:pt>
                <c:pt idx="6088">
                  <c:v>37454</c:v>
                </c:pt>
                <c:pt idx="6089">
                  <c:v>37453</c:v>
                </c:pt>
                <c:pt idx="6090">
                  <c:v>37452</c:v>
                </c:pt>
                <c:pt idx="6091">
                  <c:v>37449</c:v>
                </c:pt>
                <c:pt idx="6092">
                  <c:v>37448</c:v>
                </c:pt>
                <c:pt idx="6093">
                  <c:v>37447</c:v>
                </c:pt>
                <c:pt idx="6094">
                  <c:v>37446</c:v>
                </c:pt>
                <c:pt idx="6095">
                  <c:v>37445</c:v>
                </c:pt>
                <c:pt idx="6096">
                  <c:v>37442</c:v>
                </c:pt>
                <c:pt idx="6097">
                  <c:v>37440</c:v>
                </c:pt>
                <c:pt idx="6098">
                  <c:v>37439</c:v>
                </c:pt>
                <c:pt idx="6099">
                  <c:v>37438</c:v>
                </c:pt>
                <c:pt idx="6100">
                  <c:v>37435</c:v>
                </c:pt>
                <c:pt idx="6101">
                  <c:v>37434</c:v>
                </c:pt>
                <c:pt idx="6102">
                  <c:v>37433</c:v>
                </c:pt>
                <c:pt idx="6103">
                  <c:v>37432</c:v>
                </c:pt>
                <c:pt idx="6104">
                  <c:v>37431</c:v>
                </c:pt>
                <c:pt idx="6105">
                  <c:v>37428</c:v>
                </c:pt>
                <c:pt idx="6106">
                  <c:v>37427</c:v>
                </c:pt>
                <c:pt idx="6107">
                  <c:v>37426</c:v>
                </c:pt>
                <c:pt idx="6108">
                  <c:v>37425</c:v>
                </c:pt>
                <c:pt idx="6109">
                  <c:v>37424</c:v>
                </c:pt>
                <c:pt idx="6110">
                  <c:v>37421</c:v>
                </c:pt>
                <c:pt idx="6111">
                  <c:v>37420</c:v>
                </c:pt>
                <c:pt idx="6112">
                  <c:v>37419</c:v>
                </c:pt>
                <c:pt idx="6113">
                  <c:v>37418</c:v>
                </c:pt>
                <c:pt idx="6114">
                  <c:v>37417</c:v>
                </c:pt>
                <c:pt idx="6115">
                  <c:v>37414</c:v>
                </c:pt>
                <c:pt idx="6116">
                  <c:v>37413</c:v>
                </c:pt>
                <c:pt idx="6117">
                  <c:v>37412</c:v>
                </c:pt>
                <c:pt idx="6118">
                  <c:v>37411</c:v>
                </c:pt>
                <c:pt idx="6119">
                  <c:v>37410</c:v>
                </c:pt>
                <c:pt idx="6120">
                  <c:v>37407</c:v>
                </c:pt>
                <c:pt idx="6121">
                  <c:v>37406</c:v>
                </c:pt>
                <c:pt idx="6122">
                  <c:v>37405</c:v>
                </c:pt>
                <c:pt idx="6123">
                  <c:v>37404</c:v>
                </c:pt>
                <c:pt idx="6124">
                  <c:v>37400</c:v>
                </c:pt>
                <c:pt idx="6125">
                  <c:v>37399</c:v>
                </c:pt>
                <c:pt idx="6126">
                  <c:v>37398</c:v>
                </c:pt>
                <c:pt idx="6127">
                  <c:v>37397</c:v>
                </c:pt>
                <c:pt idx="6128">
                  <c:v>37396</c:v>
                </c:pt>
                <c:pt idx="6129">
                  <c:v>37393</c:v>
                </c:pt>
                <c:pt idx="6130">
                  <c:v>37392</c:v>
                </c:pt>
                <c:pt idx="6131">
                  <c:v>37391</c:v>
                </c:pt>
                <c:pt idx="6132">
                  <c:v>37390</c:v>
                </c:pt>
                <c:pt idx="6133">
                  <c:v>37389</c:v>
                </c:pt>
                <c:pt idx="6134">
                  <c:v>37386</c:v>
                </c:pt>
                <c:pt idx="6135">
                  <c:v>37385</c:v>
                </c:pt>
                <c:pt idx="6136">
                  <c:v>37384</c:v>
                </c:pt>
                <c:pt idx="6137">
                  <c:v>37383</c:v>
                </c:pt>
                <c:pt idx="6138">
                  <c:v>37382</c:v>
                </c:pt>
                <c:pt idx="6139">
                  <c:v>37379</c:v>
                </c:pt>
                <c:pt idx="6140">
                  <c:v>37378</c:v>
                </c:pt>
                <c:pt idx="6141">
                  <c:v>37377</c:v>
                </c:pt>
                <c:pt idx="6142">
                  <c:v>37376</c:v>
                </c:pt>
                <c:pt idx="6143">
                  <c:v>37375</c:v>
                </c:pt>
                <c:pt idx="6144">
                  <c:v>37372</c:v>
                </c:pt>
                <c:pt idx="6145">
                  <c:v>37371</c:v>
                </c:pt>
                <c:pt idx="6146">
                  <c:v>37370</c:v>
                </c:pt>
                <c:pt idx="6147">
                  <c:v>37369</c:v>
                </c:pt>
                <c:pt idx="6148">
                  <c:v>37368</c:v>
                </c:pt>
                <c:pt idx="6149">
                  <c:v>37365</c:v>
                </c:pt>
                <c:pt idx="6150">
                  <c:v>37364</c:v>
                </c:pt>
                <c:pt idx="6151">
                  <c:v>37363</c:v>
                </c:pt>
                <c:pt idx="6152">
                  <c:v>37362</c:v>
                </c:pt>
                <c:pt idx="6153">
                  <c:v>37361</c:v>
                </c:pt>
                <c:pt idx="6154">
                  <c:v>37358</c:v>
                </c:pt>
                <c:pt idx="6155">
                  <c:v>37357</c:v>
                </c:pt>
                <c:pt idx="6156">
                  <c:v>37356</c:v>
                </c:pt>
                <c:pt idx="6157">
                  <c:v>37355</c:v>
                </c:pt>
                <c:pt idx="6158">
                  <c:v>37354</c:v>
                </c:pt>
                <c:pt idx="6159">
                  <c:v>37351</c:v>
                </c:pt>
                <c:pt idx="6160">
                  <c:v>37350</c:v>
                </c:pt>
                <c:pt idx="6161">
                  <c:v>37349</c:v>
                </c:pt>
                <c:pt idx="6162">
                  <c:v>37348</c:v>
                </c:pt>
                <c:pt idx="6163">
                  <c:v>37347</c:v>
                </c:pt>
                <c:pt idx="6164">
                  <c:v>37343</c:v>
                </c:pt>
                <c:pt idx="6165">
                  <c:v>37342</c:v>
                </c:pt>
                <c:pt idx="6166">
                  <c:v>37341</c:v>
                </c:pt>
                <c:pt idx="6167">
                  <c:v>37340</c:v>
                </c:pt>
                <c:pt idx="6168">
                  <c:v>37337</c:v>
                </c:pt>
                <c:pt idx="6169">
                  <c:v>37336</c:v>
                </c:pt>
                <c:pt idx="6170">
                  <c:v>37335</c:v>
                </c:pt>
                <c:pt idx="6171">
                  <c:v>37334</c:v>
                </c:pt>
                <c:pt idx="6172">
                  <c:v>37333</c:v>
                </c:pt>
                <c:pt idx="6173">
                  <c:v>37330</c:v>
                </c:pt>
                <c:pt idx="6174">
                  <c:v>37329</c:v>
                </c:pt>
                <c:pt idx="6175">
                  <c:v>37328</c:v>
                </c:pt>
                <c:pt idx="6176">
                  <c:v>37327</c:v>
                </c:pt>
                <c:pt idx="6177">
                  <c:v>37326</c:v>
                </c:pt>
                <c:pt idx="6178">
                  <c:v>37323</c:v>
                </c:pt>
                <c:pt idx="6179">
                  <c:v>37322</c:v>
                </c:pt>
                <c:pt idx="6180">
                  <c:v>37321</c:v>
                </c:pt>
                <c:pt idx="6181">
                  <c:v>37320</c:v>
                </c:pt>
                <c:pt idx="6182">
                  <c:v>37319</c:v>
                </c:pt>
                <c:pt idx="6183">
                  <c:v>37316</c:v>
                </c:pt>
                <c:pt idx="6184">
                  <c:v>37315</c:v>
                </c:pt>
                <c:pt idx="6185">
                  <c:v>37314</c:v>
                </c:pt>
                <c:pt idx="6186">
                  <c:v>37313</c:v>
                </c:pt>
                <c:pt idx="6187">
                  <c:v>37312</c:v>
                </c:pt>
                <c:pt idx="6188">
                  <c:v>37309</c:v>
                </c:pt>
                <c:pt idx="6189">
                  <c:v>37308</c:v>
                </c:pt>
                <c:pt idx="6190">
                  <c:v>37307</c:v>
                </c:pt>
                <c:pt idx="6191">
                  <c:v>37306</c:v>
                </c:pt>
                <c:pt idx="6192">
                  <c:v>37302</c:v>
                </c:pt>
                <c:pt idx="6193">
                  <c:v>37301</c:v>
                </c:pt>
                <c:pt idx="6194">
                  <c:v>37300</c:v>
                </c:pt>
                <c:pt idx="6195">
                  <c:v>37299</c:v>
                </c:pt>
                <c:pt idx="6196">
                  <c:v>37298</c:v>
                </c:pt>
                <c:pt idx="6197">
                  <c:v>37295</c:v>
                </c:pt>
                <c:pt idx="6198">
                  <c:v>37294</c:v>
                </c:pt>
                <c:pt idx="6199">
                  <c:v>37293</c:v>
                </c:pt>
                <c:pt idx="6200">
                  <c:v>37292</c:v>
                </c:pt>
                <c:pt idx="6201">
                  <c:v>37291</c:v>
                </c:pt>
                <c:pt idx="6202">
                  <c:v>37288</c:v>
                </c:pt>
                <c:pt idx="6203">
                  <c:v>37287</c:v>
                </c:pt>
                <c:pt idx="6204">
                  <c:v>37286</c:v>
                </c:pt>
                <c:pt idx="6205">
                  <c:v>37285</c:v>
                </c:pt>
                <c:pt idx="6206">
                  <c:v>37284</c:v>
                </c:pt>
                <c:pt idx="6207">
                  <c:v>37281</c:v>
                </c:pt>
                <c:pt idx="6208">
                  <c:v>37280</c:v>
                </c:pt>
                <c:pt idx="6209">
                  <c:v>37279</c:v>
                </c:pt>
                <c:pt idx="6210">
                  <c:v>37278</c:v>
                </c:pt>
                <c:pt idx="6211">
                  <c:v>37274</c:v>
                </c:pt>
                <c:pt idx="6212">
                  <c:v>37273</c:v>
                </c:pt>
                <c:pt idx="6213">
                  <c:v>37272</c:v>
                </c:pt>
                <c:pt idx="6214">
                  <c:v>37271</c:v>
                </c:pt>
                <c:pt idx="6215">
                  <c:v>37270</c:v>
                </c:pt>
                <c:pt idx="6216">
                  <c:v>37267</c:v>
                </c:pt>
                <c:pt idx="6217">
                  <c:v>37266</c:v>
                </c:pt>
                <c:pt idx="6218">
                  <c:v>37265</c:v>
                </c:pt>
                <c:pt idx="6219">
                  <c:v>37264</c:v>
                </c:pt>
                <c:pt idx="6220">
                  <c:v>37263</c:v>
                </c:pt>
                <c:pt idx="6221">
                  <c:v>37260</c:v>
                </c:pt>
                <c:pt idx="6222">
                  <c:v>37259</c:v>
                </c:pt>
                <c:pt idx="6223">
                  <c:v>37258</c:v>
                </c:pt>
                <c:pt idx="6224">
                  <c:v>37256</c:v>
                </c:pt>
                <c:pt idx="6225">
                  <c:v>37253</c:v>
                </c:pt>
                <c:pt idx="6226">
                  <c:v>37252</c:v>
                </c:pt>
                <c:pt idx="6227">
                  <c:v>37251</c:v>
                </c:pt>
                <c:pt idx="6228">
                  <c:v>37249</c:v>
                </c:pt>
                <c:pt idx="6229">
                  <c:v>37246</c:v>
                </c:pt>
                <c:pt idx="6230">
                  <c:v>37245</c:v>
                </c:pt>
                <c:pt idx="6231">
                  <c:v>37244</c:v>
                </c:pt>
                <c:pt idx="6232">
                  <c:v>37243</c:v>
                </c:pt>
                <c:pt idx="6233">
                  <c:v>37242</c:v>
                </c:pt>
                <c:pt idx="6234">
                  <c:v>37239</c:v>
                </c:pt>
                <c:pt idx="6235">
                  <c:v>37238</c:v>
                </c:pt>
                <c:pt idx="6236">
                  <c:v>37237</c:v>
                </c:pt>
                <c:pt idx="6237">
                  <c:v>37236</c:v>
                </c:pt>
                <c:pt idx="6238">
                  <c:v>37235</c:v>
                </c:pt>
                <c:pt idx="6239">
                  <c:v>37232</c:v>
                </c:pt>
                <c:pt idx="6240">
                  <c:v>37231</c:v>
                </c:pt>
                <c:pt idx="6241">
                  <c:v>37230</c:v>
                </c:pt>
                <c:pt idx="6242">
                  <c:v>37229</c:v>
                </c:pt>
                <c:pt idx="6243">
                  <c:v>37228</c:v>
                </c:pt>
                <c:pt idx="6244">
                  <c:v>37225</c:v>
                </c:pt>
                <c:pt idx="6245">
                  <c:v>37224</c:v>
                </c:pt>
                <c:pt idx="6246">
                  <c:v>37223</c:v>
                </c:pt>
                <c:pt idx="6247">
                  <c:v>37222</c:v>
                </c:pt>
                <c:pt idx="6248">
                  <c:v>37221</c:v>
                </c:pt>
                <c:pt idx="6249">
                  <c:v>37218</c:v>
                </c:pt>
                <c:pt idx="6250">
                  <c:v>37216</c:v>
                </c:pt>
                <c:pt idx="6251">
                  <c:v>37215</c:v>
                </c:pt>
                <c:pt idx="6252">
                  <c:v>37214</c:v>
                </c:pt>
                <c:pt idx="6253">
                  <c:v>37211</c:v>
                </c:pt>
                <c:pt idx="6254">
                  <c:v>37210</c:v>
                </c:pt>
                <c:pt idx="6255">
                  <c:v>37209</c:v>
                </c:pt>
                <c:pt idx="6256">
                  <c:v>37208</c:v>
                </c:pt>
                <c:pt idx="6257">
                  <c:v>37207</c:v>
                </c:pt>
                <c:pt idx="6258">
                  <c:v>37204</c:v>
                </c:pt>
                <c:pt idx="6259">
                  <c:v>37203</c:v>
                </c:pt>
                <c:pt idx="6260">
                  <c:v>37202</c:v>
                </c:pt>
                <c:pt idx="6261">
                  <c:v>37201</c:v>
                </c:pt>
                <c:pt idx="6262">
                  <c:v>37200</c:v>
                </c:pt>
                <c:pt idx="6263">
                  <c:v>37197</c:v>
                </c:pt>
                <c:pt idx="6264">
                  <c:v>37196</c:v>
                </c:pt>
                <c:pt idx="6265">
                  <c:v>37195</c:v>
                </c:pt>
                <c:pt idx="6266">
                  <c:v>37194</c:v>
                </c:pt>
                <c:pt idx="6267">
                  <c:v>37193</c:v>
                </c:pt>
                <c:pt idx="6268">
                  <c:v>37190</c:v>
                </c:pt>
                <c:pt idx="6269">
                  <c:v>37189</c:v>
                </c:pt>
                <c:pt idx="6270">
                  <c:v>37188</c:v>
                </c:pt>
                <c:pt idx="6271">
                  <c:v>37187</c:v>
                </c:pt>
                <c:pt idx="6272">
                  <c:v>37186</c:v>
                </c:pt>
                <c:pt idx="6273">
                  <c:v>37183</c:v>
                </c:pt>
                <c:pt idx="6274">
                  <c:v>37182</c:v>
                </c:pt>
                <c:pt idx="6275">
                  <c:v>37181</c:v>
                </c:pt>
                <c:pt idx="6276">
                  <c:v>37180</c:v>
                </c:pt>
                <c:pt idx="6277">
                  <c:v>37179</c:v>
                </c:pt>
                <c:pt idx="6278">
                  <c:v>37176</c:v>
                </c:pt>
                <c:pt idx="6279">
                  <c:v>37175</c:v>
                </c:pt>
                <c:pt idx="6280">
                  <c:v>37174</c:v>
                </c:pt>
                <c:pt idx="6281">
                  <c:v>37173</c:v>
                </c:pt>
                <c:pt idx="6282">
                  <c:v>37172</c:v>
                </c:pt>
                <c:pt idx="6283">
                  <c:v>37169</c:v>
                </c:pt>
                <c:pt idx="6284">
                  <c:v>37168</c:v>
                </c:pt>
                <c:pt idx="6285">
                  <c:v>37167</c:v>
                </c:pt>
                <c:pt idx="6286">
                  <c:v>37166</c:v>
                </c:pt>
                <c:pt idx="6287">
                  <c:v>37165</c:v>
                </c:pt>
                <c:pt idx="6288">
                  <c:v>37162</c:v>
                </c:pt>
                <c:pt idx="6289">
                  <c:v>37161</c:v>
                </c:pt>
                <c:pt idx="6290">
                  <c:v>37160</c:v>
                </c:pt>
                <c:pt idx="6291">
                  <c:v>37159</c:v>
                </c:pt>
                <c:pt idx="6292">
                  <c:v>37158</c:v>
                </c:pt>
                <c:pt idx="6293">
                  <c:v>37155</c:v>
                </c:pt>
                <c:pt idx="6294">
                  <c:v>37154</c:v>
                </c:pt>
                <c:pt idx="6295">
                  <c:v>37153</c:v>
                </c:pt>
                <c:pt idx="6296">
                  <c:v>37152</c:v>
                </c:pt>
                <c:pt idx="6297">
                  <c:v>37151</c:v>
                </c:pt>
                <c:pt idx="6298">
                  <c:v>37144</c:v>
                </c:pt>
                <c:pt idx="6299">
                  <c:v>37141</c:v>
                </c:pt>
                <c:pt idx="6300">
                  <c:v>37140</c:v>
                </c:pt>
                <c:pt idx="6301">
                  <c:v>37139</c:v>
                </c:pt>
                <c:pt idx="6302">
                  <c:v>37138</c:v>
                </c:pt>
                <c:pt idx="6303">
                  <c:v>37134</c:v>
                </c:pt>
                <c:pt idx="6304">
                  <c:v>37133</c:v>
                </c:pt>
                <c:pt idx="6305">
                  <c:v>37132</c:v>
                </c:pt>
                <c:pt idx="6306">
                  <c:v>37131</c:v>
                </c:pt>
                <c:pt idx="6307">
                  <c:v>37130</c:v>
                </c:pt>
                <c:pt idx="6308">
                  <c:v>37127</c:v>
                </c:pt>
                <c:pt idx="6309">
                  <c:v>37126</c:v>
                </c:pt>
                <c:pt idx="6310">
                  <c:v>37125</c:v>
                </c:pt>
                <c:pt idx="6311">
                  <c:v>37124</c:v>
                </c:pt>
                <c:pt idx="6312">
                  <c:v>37123</c:v>
                </c:pt>
                <c:pt idx="6313">
                  <c:v>37120</c:v>
                </c:pt>
                <c:pt idx="6314">
                  <c:v>37119</c:v>
                </c:pt>
                <c:pt idx="6315">
                  <c:v>37118</c:v>
                </c:pt>
                <c:pt idx="6316">
                  <c:v>37117</c:v>
                </c:pt>
                <c:pt idx="6317">
                  <c:v>37116</c:v>
                </c:pt>
                <c:pt idx="6318">
                  <c:v>37113</c:v>
                </c:pt>
                <c:pt idx="6319">
                  <c:v>37112</c:v>
                </c:pt>
                <c:pt idx="6320">
                  <c:v>37111</c:v>
                </c:pt>
                <c:pt idx="6321">
                  <c:v>37110</c:v>
                </c:pt>
                <c:pt idx="6322">
                  <c:v>37109</c:v>
                </c:pt>
                <c:pt idx="6323">
                  <c:v>37106</c:v>
                </c:pt>
                <c:pt idx="6324">
                  <c:v>37105</c:v>
                </c:pt>
                <c:pt idx="6325">
                  <c:v>37104</c:v>
                </c:pt>
                <c:pt idx="6326">
                  <c:v>37103</c:v>
                </c:pt>
                <c:pt idx="6327">
                  <c:v>37102</c:v>
                </c:pt>
                <c:pt idx="6328">
                  <c:v>37099</c:v>
                </c:pt>
                <c:pt idx="6329">
                  <c:v>37098</c:v>
                </c:pt>
                <c:pt idx="6330">
                  <c:v>37097</c:v>
                </c:pt>
                <c:pt idx="6331">
                  <c:v>37096</c:v>
                </c:pt>
                <c:pt idx="6332">
                  <c:v>37095</c:v>
                </c:pt>
                <c:pt idx="6333">
                  <c:v>37092</c:v>
                </c:pt>
                <c:pt idx="6334">
                  <c:v>37091</c:v>
                </c:pt>
                <c:pt idx="6335">
                  <c:v>37090</c:v>
                </c:pt>
                <c:pt idx="6336">
                  <c:v>37089</c:v>
                </c:pt>
                <c:pt idx="6337">
                  <c:v>37088</c:v>
                </c:pt>
                <c:pt idx="6338">
                  <c:v>37085</c:v>
                </c:pt>
                <c:pt idx="6339">
                  <c:v>37084</c:v>
                </c:pt>
                <c:pt idx="6340">
                  <c:v>37083</c:v>
                </c:pt>
                <c:pt idx="6341">
                  <c:v>37082</c:v>
                </c:pt>
                <c:pt idx="6342">
                  <c:v>37081</c:v>
                </c:pt>
                <c:pt idx="6343">
                  <c:v>37078</c:v>
                </c:pt>
                <c:pt idx="6344">
                  <c:v>37077</c:v>
                </c:pt>
                <c:pt idx="6345">
                  <c:v>37075</c:v>
                </c:pt>
                <c:pt idx="6346">
                  <c:v>37074</c:v>
                </c:pt>
                <c:pt idx="6347">
                  <c:v>37071</c:v>
                </c:pt>
                <c:pt idx="6348">
                  <c:v>37070</c:v>
                </c:pt>
                <c:pt idx="6349">
                  <c:v>37069</c:v>
                </c:pt>
                <c:pt idx="6350">
                  <c:v>37068</c:v>
                </c:pt>
                <c:pt idx="6351">
                  <c:v>37067</c:v>
                </c:pt>
                <c:pt idx="6352">
                  <c:v>37064</c:v>
                </c:pt>
                <c:pt idx="6353">
                  <c:v>37063</c:v>
                </c:pt>
                <c:pt idx="6354">
                  <c:v>37062</c:v>
                </c:pt>
                <c:pt idx="6355">
                  <c:v>37061</c:v>
                </c:pt>
                <c:pt idx="6356">
                  <c:v>37060</c:v>
                </c:pt>
                <c:pt idx="6357">
                  <c:v>37057</c:v>
                </c:pt>
                <c:pt idx="6358">
                  <c:v>37056</c:v>
                </c:pt>
                <c:pt idx="6359">
                  <c:v>37055</c:v>
                </c:pt>
                <c:pt idx="6360">
                  <c:v>37054</c:v>
                </c:pt>
                <c:pt idx="6361">
                  <c:v>37053</c:v>
                </c:pt>
                <c:pt idx="6362">
                  <c:v>37050</c:v>
                </c:pt>
                <c:pt idx="6363">
                  <c:v>37049</c:v>
                </c:pt>
                <c:pt idx="6364">
                  <c:v>37048</c:v>
                </c:pt>
                <c:pt idx="6365">
                  <c:v>37047</c:v>
                </c:pt>
                <c:pt idx="6366">
                  <c:v>37046</c:v>
                </c:pt>
                <c:pt idx="6367">
                  <c:v>37043</c:v>
                </c:pt>
                <c:pt idx="6368">
                  <c:v>37042</c:v>
                </c:pt>
                <c:pt idx="6369">
                  <c:v>37041</c:v>
                </c:pt>
                <c:pt idx="6370">
                  <c:v>37040</c:v>
                </c:pt>
                <c:pt idx="6371">
                  <c:v>37036</c:v>
                </c:pt>
                <c:pt idx="6372">
                  <c:v>37035</c:v>
                </c:pt>
                <c:pt idx="6373">
                  <c:v>37034</c:v>
                </c:pt>
                <c:pt idx="6374">
                  <c:v>37033</c:v>
                </c:pt>
                <c:pt idx="6375">
                  <c:v>37032</c:v>
                </c:pt>
                <c:pt idx="6376">
                  <c:v>37029</c:v>
                </c:pt>
                <c:pt idx="6377">
                  <c:v>37028</c:v>
                </c:pt>
                <c:pt idx="6378">
                  <c:v>37027</c:v>
                </c:pt>
                <c:pt idx="6379">
                  <c:v>37026</c:v>
                </c:pt>
                <c:pt idx="6380">
                  <c:v>37025</c:v>
                </c:pt>
                <c:pt idx="6381">
                  <c:v>37022</c:v>
                </c:pt>
                <c:pt idx="6382">
                  <c:v>37021</c:v>
                </c:pt>
                <c:pt idx="6383">
                  <c:v>37020</c:v>
                </c:pt>
                <c:pt idx="6384">
                  <c:v>37019</c:v>
                </c:pt>
                <c:pt idx="6385">
                  <c:v>37018</c:v>
                </c:pt>
                <c:pt idx="6386">
                  <c:v>37015</c:v>
                </c:pt>
                <c:pt idx="6387">
                  <c:v>37014</c:v>
                </c:pt>
                <c:pt idx="6388">
                  <c:v>37013</c:v>
                </c:pt>
                <c:pt idx="6389">
                  <c:v>37012</c:v>
                </c:pt>
                <c:pt idx="6390">
                  <c:v>37011</c:v>
                </c:pt>
                <c:pt idx="6391">
                  <c:v>37008</c:v>
                </c:pt>
                <c:pt idx="6392">
                  <c:v>37007</c:v>
                </c:pt>
                <c:pt idx="6393">
                  <c:v>37006</c:v>
                </c:pt>
                <c:pt idx="6394">
                  <c:v>37005</c:v>
                </c:pt>
                <c:pt idx="6395">
                  <c:v>37004</c:v>
                </c:pt>
                <c:pt idx="6396">
                  <c:v>37001</c:v>
                </c:pt>
                <c:pt idx="6397">
                  <c:v>37000</c:v>
                </c:pt>
                <c:pt idx="6398">
                  <c:v>36999</c:v>
                </c:pt>
                <c:pt idx="6399">
                  <c:v>36998</c:v>
                </c:pt>
                <c:pt idx="6400">
                  <c:v>36997</c:v>
                </c:pt>
                <c:pt idx="6401">
                  <c:v>36993</c:v>
                </c:pt>
                <c:pt idx="6402">
                  <c:v>36992</c:v>
                </c:pt>
                <c:pt idx="6403">
                  <c:v>36991</c:v>
                </c:pt>
                <c:pt idx="6404">
                  <c:v>36990</c:v>
                </c:pt>
                <c:pt idx="6405">
                  <c:v>36987</c:v>
                </c:pt>
                <c:pt idx="6406">
                  <c:v>36986</c:v>
                </c:pt>
                <c:pt idx="6407">
                  <c:v>36985</c:v>
                </c:pt>
                <c:pt idx="6408">
                  <c:v>36984</c:v>
                </c:pt>
                <c:pt idx="6409">
                  <c:v>36983</c:v>
                </c:pt>
                <c:pt idx="6410">
                  <c:v>36980</c:v>
                </c:pt>
                <c:pt idx="6411">
                  <c:v>36979</c:v>
                </c:pt>
                <c:pt idx="6412">
                  <c:v>36978</c:v>
                </c:pt>
                <c:pt idx="6413">
                  <c:v>36977</c:v>
                </c:pt>
                <c:pt idx="6414">
                  <c:v>36976</c:v>
                </c:pt>
                <c:pt idx="6415">
                  <c:v>36973</c:v>
                </c:pt>
                <c:pt idx="6416">
                  <c:v>36972</c:v>
                </c:pt>
                <c:pt idx="6417">
                  <c:v>36971</c:v>
                </c:pt>
                <c:pt idx="6418">
                  <c:v>36970</c:v>
                </c:pt>
                <c:pt idx="6419">
                  <c:v>36969</c:v>
                </c:pt>
                <c:pt idx="6420">
                  <c:v>36966</c:v>
                </c:pt>
                <c:pt idx="6421">
                  <c:v>36965</c:v>
                </c:pt>
                <c:pt idx="6422">
                  <c:v>36964</c:v>
                </c:pt>
                <c:pt idx="6423">
                  <c:v>36963</c:v>
                </c:pt>
                <c:pt idx="6424">
                  <c:v>36962</c:v>
                </c:pt>
                <c:pt idx="6425">
                  <c:v>36959</c:v>
                </c:pt>
                <c:pt idx="6426">
                  <c:v>36958</c:v>
                </c:pt>
                <c:pt idx="6427">
                  <c:v>36957</c:v>
                </c:pt>
                <c:pt idx="6428">
                  <c:v>36956</c:v>
                </c:pt>
                <c:pt idx="6429">
                  <c:v>36955</c:v>
                </c:pt>
                <c:pt idx="6430">
                  <c:v>36952</c:v>
                </c:pt>
                <c:pt idx="6431">
                  <c:v>36951</c:v>
                </c:pt>
                <c:pt idx="6432">
                  <c:v>36950</c:v>
                </c:pt>
                <c:pt idx="6433">
                  <c:v>36949</c:v>
                </c:pt>
                <c:pt idx="6434">
                  <c:v>36948</c:v>
                </c:pt>
                <c:pt idx="6435">
                  <c:v>36945</c:v>
                </c:pt>
                <c:pt idx="6436">
                  <c:v>36944</c:v>
                </c:pt>
                <c:pt idx="6437">
                  <c:v>36943</c:v>
                </c:pt>
                <c:pt idx="6438">
                  <c:v>36942</c:v>
                </c:pt>
                <c:pt idx="6439">
                  <c:v>36938</c:v>
                </c:pt>
                <c:pt idx="6440">
                  <c:v>36937</c:v>
                </c:pt>
                <c:pt idx="6441">
                  <c:v>36936</c:v>
                </c:pt>
                <c:pt idx="6442">
                  <c:v>36935</c:v>
                </c:pt>
                <c:pt idx="6443">
                  <c:v>36934</c:v>
                </c:pt>
                <c:pt idx="6444">
                  <c:v>36931</c:v>
                </c:pt>
                <c:pt idx="6445">
                  <c:v>36930</c:v>
                </c:pt>
                <c:pt idx="6446">
                  <c:v>36929</c:v>
                </c:pt>
                <c:pt idx="6447">
                  <c:v>36928</c:v>
                </c:pt>
                <c:pt idx="6448">
                  <c:v>36927</c:v>
                </c:pt>
                <c:pt idx="6449">
                  <c:v>36924</c:v>
                </c:pt>
                <c:pt idx="6450">
                  <c:v>36923</c:v>
                </c:pt>
                <c:pt idx="6451">
                  <c:v>36922</c:v>
                </c:pt>
                <c:pt idx="6452">
                  <c:v>36921</c:v>
                </c:pt>
                <c:pt idx="6453">
                  <c:v>36920</c:v>
                </c:pt>
                <c:pt idx="6454">
                  <c:v>36917</c:v>
                </c:pt>
                <c:pt idx="6455">
                  <c:v>36916</c:v>
                </c:pt>
                <c:pt idx="6456">
                  <c:v>36915</c:v>
                </c:pt>
                <c:pt idx="6457">
                  <c:v>36914</c:v>
                </c:pt>
                <c:pt idx="6458">
                  <c:v>36913</c:v>
                </c:pt>
                <c:pt idx="6459">
                  <c:v>36910</c:v>
                </c:pt>
                <c:pt idx="6460">
                  <c:v>36909</c:v>
                </c:pt>
                <c:pt idx="6461">
                  <c:v>36908</c:v>
                </c:pt>
                <c:pt idx="6462">
                  <c:v>36907</c:v>
                </c:pt>
                <c:pt idx="6463">
                  <c:v>36903</c:v>
                </c:pt>
                <c:pt idx="6464">
                  <c:v>36902</c:v>
                </c:pt>
                <c:pt idx="6465">
                  <c:v>36901</c:v>
                </c:pt>
                <c:pt idx="6466">
                  <c:v>36900</c:v>
                </c:pt>
                <c:pt idx="6467">
                  <c:v>36899</c:v>
                </c:pt>
                <c:pt idx="6468">
                  <c:v>36896</c:v>
                </c:pt>
                <c:pt idx="6469">
                  <c:v>36895</c:v>
                </c:pt>
                <c:pt idx="6470">
                  <c:v>36894</c:v>
                </c:pt>
                <c:pt idx="6471">
                  <c:v>36893</c:v>
                </c:pt>
                <c:pt idx="6472">
                  <c:v>36889</c:v>
                </c:pt>
                <c:pt idx="6473">
                  <c:v>36888</c:v>
                </c:pt>
                <c:pt idx="6474">
                  <c:v>36887</c:v>
                </c:pt>
                <c:pt idx="6475">
                  <c:v>36886</c:v>
                </c:pt>
                <c:pt idx="6476">
                  <c:v>36882</c:v>
                </c:pt>
                <c:pt idx="6477">
                  <c:v>36881</c:v>
                </c:pt>
                <c:pt idx="6478">
                  <c:v>36880</c:v>
                </c:pt>
                <c:pt idx="6479">
                  <c:v>36879</c:v>
                </c:pt>
                <c:pt idx="6480">
                  <c:v>36878</c:v>
                </c:pt>
                <c:pt idx="6481">
                  <c:v>36875</c:v>
                </c:pt>
                <c:pt idx="6482">
                  <c:v>36874</c:v>
                </c:pt>
                <c:pt idx="6483">
                  <c:v>36873</c:v>
                </c:pt>
                <c:pt idx="6484">
                  <c:v>36872</c:v>
                </c:pt>
                <c:pt idx="6485">
                  <c:v>36871</c:v>
                </c:pt>
                <c:pt idx="6486">
                  <c:v>36868</c:v>
                </c:pt>
                <c:pt idx="6487">
                  <c:v>36867</c:v>
                </c:pt>
                <c:pt idx="6488">
                  <c:v>36866</c:v>
                </c:pt>
                <c:pt idx="6489">
                  <c:v>36865</c:v>
                </c:pt>
                <c:pt idx="6490">
                  <c:v>36864</c:v>
                </c:pt>
                <c:pt idx="6491">
                  <c:v>36861</c:v>
                </c:pt>
                <c:pt idx="6492">
                  <c:v>36860</c:v>
                </c:pt>
                <c:pt idx="6493">
                  <c:v>36859</c:v>
                </c:pt>
                <c:pt idx="6494">
                  <c:v>36858</c:v>
                </c:pt>
                <c:pt idx="6495">
                  <c:v>36857</c:v>
                </c:pt>
                <c:pt idx="6496">
                  <c:v>36854</c:v>
                </c:pt>
                <c:pt idx="6497">
                  <c:v>36852</c:v>
                </c:pt>
                <c:pt idx="6498">
                  <c:v>36851</c:v>
                </c:pt>
                <c:pt idx="6499">
                  <c:v>36850</c:v>
                </c:pt>
                <c:pt idx="6500">
                  <c:v>36847</c:v>
                </c:pt>
                <c:pt idx="6501">
                  <c:v>36846</c:v>
                </c:pt>
                <c:pt idx="6502">
                  <c:v>36845</c:v>
                </c:pt>
                <c:pt idx="6503">
                  <c:v>36844</c:v>
                </c:pt>
                <c:pt idx="6504">
                  <c:v>36843</c:v>
                </c:pt>
                <c:pt idx="6505">
                  <c:v>36840</c:v>
                </c:pt>
                <c:pt idx="6506">
                  <c:v>36839</c:v>
                </c:pt>
                <c:pt idx="6507">
                  <c:v>36838</c:v>
                </c:pt>
                <c:pt idx="6508">
                  <c:v>36837</c:v>
                </c:pt>
                <c:pt idx="6509">
                  <c:v>36836</c:v>
                </c:pt>
                <c:pt idx="6510">
                  <c:v>36833</c:v>
                </c:pt>
                <c:pt idx="6511">
                  <c:v>36832</c:v>
                </c:pt>
                <c:pt idx="6512">
                  <c:v>36831</c:v>
                </c:pt>
                <c:pt idx="6513">
                  <c:v>36830</c:v>
                </c:pt>
                <c:pt idx="6514">
                  <c:v>36829</c:v>
                </c:pt>
                <c:pt idx="6515">
                  <c:v>36826</c:v>
                </c:pt>
                <c:pt idx="6516">
                  <c:v>36825</c:v>
                </c:pt>
                <c:pt idx="6517">
                  <c:v>36824</c:v>
                </c:pt>
                <c:pt idx="6518">
                  <c:v>36823</c:v>
                </c:pt>
                <c:pt idx="6519">
                  <c:v>36822</c:v>
                </c:pt>
                <c:pt idx="6520">
                  <c:v>36819</c:v>
                </c:pt>
                <c:pt idx="6521">
                  <c:v>36818</c:v>
                </c:pt>
                <c:pt idx="6522">
                  <c:v>36817</c:v>
                </c:pt>
                <c:pt idx="6523">
                  <c:v>36816</c:v>
                </c:pt>
                <c:pt idx="6524">
                  <c:v>36815</c:v>
                </c:pt>
                <c:pt idx="6525">
                  <c:v>36812</c:v>
                </c:pt>
                <c:pt idx="6526">
                  <c:v>36811</c:v>
                </c:pt>
                <c:pt idx="6527">
                  <c:v>36810</c:v>
                </c:pt>
                <c:pt idx="6528">
                  <c:v>36809</c:v>
                </c:pt>
                <c:pt idx="6529">
                  <c:v>36808</c:v>
                </c:pt>
                <c:pt idx="6530">
                  <c:v>36805</c:v>
                </c:pt>
                <c:pt idx="6531">
                  <c:v>36804</c:v>
                </c:pt>
                <c:pt idx="6532">
                  <c:v>36803</c:v>
                </c:pt>
                <c:pt idx="6533">
                  <c:v>36802</c:v>
                </c:pt>
                <c:pt idx="6534">
                  <c:v>36801</c:v>
                </c:pt>
                <c:pt idx="6535">
                  <c:v>36798</c:v>
                </c:pt>
                <c:pt idx="6536">
                  <c:v>36797</c:v>
                </c:pt>
                <c:pt idx="6537">
                  <c:v>36796</c:v>
                </c:pt>
                <c:pt idx="6538">
                  <c:v>36795</c:v>
                </c:pt>
                <c:pt idx="6539">
                  <c:v>36794</c:v>
                </c:pt>
                <c:pt idx="6540">
                  <c:v>36791</c:v>
                </c:pt>
                <c:pt idx="6541">
                  <c:v>36790</c:v>
                </c:pt>
                <c:pt idx="6542">
                  <c:v>36789</c:v>
                </c:pt>
                <c:pt idx="6543">
                  <c:v>36788</c:v>
                </c:pt>
                <c:pt idx="6544">
                  <c:v>36787</c:v>
                </c:pt>
                <c:pt idx="6545">
                  <c:v>36784</c:v>
                </c:pt>
                <c:pt idx="6546">
                  <c:v>36783</c:v>
                </c:pt>
                <c:pt idx="6547">
                  <c:v>36782</c:v>
                </c:pt>
                <c:pt idx="6548">
                  <c:v>36781</c:v>
                </c:pt>
                <c:pt idx="6549">
                  <c:v>36780</c:v>
                </c:pt>
                <c:pt idx="6550">
                  <c:v>36777</c:v>
                </c:pt>
                <c:pt idx="6551">
                  <c:v>36776</c:v>
                </c:pt>
                <c:pt idx="6552">
                  <c:v>36775</c:v>
                </c:pt>
                <c:pt idx="6553">
                  <c:v>36774</c:v>
                </c:pt>
                <c:pt idx="6554">
                  <c:v>36770</c:v>
                </c:pt>
                <c:pt idx="6555">
                  <c:v>36769</c:v>
                </c:pt>
                <c:pt idx="6556">
                  <c:v>36768</c:v>
                </c:pt>
                <c:pt idx="6557">
                  <c:v>36767</c:v>
                </c:pt>
                <c:pt idx="6558">
                  <c:v>36766</c:v>
                </c:pt>
                <c:pt idx="6559">
                  <c:v>36763</c:v>
                </c:pt>
                <c:pt idx="6560">
                  <c:v>36762</c:v>
                </c:pt>
                <c:pt idx="6561">
                  <c:v>36761</c:v>
                </c:pt>
                <c:pt idx="6562">
                  <c:v>36760</c:v>
                </c:pt>
                <c:pt idx="6563">
                  <c:v>36759</c:v>
                </c:pt>
                <c:pt idx="6564">
                  <c:v>36756</c:v>
                </c:pt>
                <c:pt idx="6565">
                  <c:v>36755</c:v>
                </c:pt>
                <c:pt idx="6566">
                  <c:v>36754</c:v>
                </c:pt>
                <c:pt idx="6567">
                  <c:v>36753</c:v>
                </c:pt>
                <c:pt idx="6568">
                  <c:v>36752</c:v>
                </c:pt>
                <c:pt idx="6569">
                  <c:v>36749</c:v>
                </c:pt>
                <c:pt idx="6570">
                  <c:v>36748</c:v>
                </c:pt>
                <c:pt idx="6571">
                  <c:v>36747</c:v>
                </c:pt>
                <c:pt idx="6572">
                  <c:v>36746</c:v>
                </c:pt>
                <c:pt idx="6573">
                  <c:v>36745</c:v>
                </c:pt>
                <c:pt idx="6574">
                  <c:v>36742</c:v>
                </c:pt>
                <c:pt idx="6575">
                  <c:v>36741</c:v>
                </c:pt>
                <c:pt idx="6576">
                  <c:v>36740</c:v>
                </c:pt>
                <c:pt idx="6577">
                  <c:v>36739</c:v>
                </c:pt>
                <c:pt idx="6578">
                  <c:v>36738</c:v>
                </c:pt>
                <c:pt idx="6579">
                  <c:v>36735</c:v>
                </c:pt>
                <c:pt idx="6580">
                  <c:v>36734</c:v>
                </c:pt>
                <c:pt idx="6581">
                  <c:v>36733</c:v>
                </c:pt>
                <c:pt idx="6582">
                  <c:v>36732</c:v>
                </c:pt>
                <c:pt idx="6583">
                  <c:v>36731</c:v>
                </c:pt>
                <c:pt idx="6584">
                  <c:v>36728</c:v>
                </c:pt>
                <c:pt idx="6585">
                  <c:v>36727</c:v>
                </c:pt>
                <c:pt idx="6586">
                  <c:v>36726</c:v>
                </c:pt>
                <c:pt idx="6587">
                  <c:v>36725</c:v>
                </c:pt>
                <c:pt idx="6588">
                  <c:v>36724</c:v>
                </c:pt>
                <c:pt idx="6589">
                  <c:v>36721</c:v>
                </c:pt>
                <c:pt idx="6590">
                  <c:v>36720</c:v>
                </c:pt>
                <c:pt idx="6591">
                  <c:v>36719</c:v>
                </c:pt>
                <c:pt idx="6592">
                  <c:v>36718</c:v>
                </c:pt>
                <c:pt idx="6593">
                  <c:v>36717</c:v>
                </c:pt>
                <c:pt idx="6594">
                  <c:v>36714</c:v>
                </c:pt>
                <c:pt idx="6595">
                  <c:v>36713</c:v>
                </c:pt>
                <c:pt idx="6596">
                  <c:v>36712</c:v>
                </c:pt>
                <c:pt idx="6597">
                  <c:v>36710</c:v>
                </c:pt>
                <c:pt idx="6598">
                  <c:v>36707</c:v>
                </c:pt>
                <c:pt idx="6599">
                  <c:v>36706</c:v>
                </c:pt>
                <c:pt idx="6600">
                  <c:v>36705</c:v>
                </c:pt>
                <c:pt idx="6601">
                  <c:v>36704</c:v>
                </c:pt>
                <c:pt idx="6602">
                  <c:v>36703</c:v>
                </c:pt>
                <c:pt idx="6603">
                  <c:v>36700</c:v>
                </c:pt>
                <c:pt idx="6604">
                  <c:v>36699</c:v>
                </c:pt>
                <c:pt idx="6605">
                  <c:v>36698</c:v>
                </c:pt>
                <c:pt idx="6606">
                  <c:v>36697</c:v>
                </c:pt>
                <c:pt idx="6607">
                  <c:v>36696</c:v>
                </c:pt>
                <c:pt idx="6608">
                  <c:v>36693</c:v>
                </c:pt>
                <c:pt idx="6609">
                  <c:v>36692</c:v>
                </c:pt>
                <c:pt idx="6610">
                  <c:v>36691</c:v>
                </c:pt>
                <c:pt idx="6611">
                  <c:v>36690</c:v>
                </c:pt>
                <c:pt idx="6612">
                  <c:v>36689</c:v>
                </c:pt>
                <c:pt idx="6613">
                  <c:v>36686</c:v>
                </c:pt>
                <c:pt idx="6614">
                  <c:v>36685</c:v>
                </c:pt>
                <c:pt idx="6615">
                  <c:v>36684</c:v>
                </c:pt>
                <c:pt idx="6616">
                  <c:v>36683</c:v>
                </c:pt>
                <c:pt idx="6617">
                  <c:v>36682</c:v>
                </c:pt>
                <c:pt idx="6618">
                  <c:v>36679</c:v>
                </c:pt>
                <c:pt idx="6619">
                  <c:v>36678</c:v>
                </c:pt>
                <c:pt idx="6620">
                  <c:v>36677</c:v>
                </c:pt>
                <c:pt idx="6621">
                  <c:v>36676</c:v>
                </c:pt>
                <c:pt idx="6622">
                  <c:v>36672</c:v>
                </c:pt>
                <c:pt idx="6623">
                  <c:v>36671</c:v>
                </c:pt>
                <c:pt idx="6624">
                  <c:v>36670</c:v>
                </c:pt>
                <c:pt idx="6625">
                  <c:v>36669</c:v>
                </c:pt>
                <c:pt idx="6626">
                  <c:v>36668</c:v>
                </c:pt>
                <c:pt idx="6627">
                  <c:v>36665</c:v>
                </c:pt>
                <c:pt idx="6628">
                  <c:v>36664</c:v>
                </c:pt>
                <c:pt idx="6629">
                  <c:v>36663</c:v>
                </c:pt>
                <c:pt idx="6630">
                  <c:v>36662</c:v>
                </c:pt>
                <c:pt idx="6631">
                  <c:v>36661</c:v>
                </c:pt>
                <c:pt idx="6632">
                  <c:v>36658</c:v>
                </c:pt>
                <c:pt idx="6633">
                  <c:v>36657</c:v>
                </c:pt>
                <c:pt idx="6634">
                  <c:v>36656</c:v>
                </c:pt>
                <c:pt idx="6635">
                  <c:v>36655</c:v>
                </c:pt>
                <c:pt idx="6636">
                  <c:v>36654</c:v>
                </c:pt>
                <c:pt idx="6637">
                  <c:v>36651</c:v>
                </c:pt>
                <c:pt idx="6638">
                  <c:v>36650</c:v>
                </c:pt>
                <c:pt idx="6639">
                  <c:v>36649</c:v>
                </c:pt>
                <c:pt idx="6640">
                  <c:v>36648</c:v>
                </c:pt>
                <c:pt idx="6641">
                  <c:v>36647</c:v>
                </c:pt>
                <c:pt idx="6642">
                  <c:v>36644</c:v>
                </c:pt>
                <c:pt idx="6643">
                  <c:v>36643</c:v>
                </c:pt>
                <c:pt idx="6644">
                  <c:v>36642</c:v>
                </c:pt>
                <c:pt idx="6645">
                  <c:v>36641</c:v>
                </c:pt>
                <c:pt idx="6646">
                  <c:v>36640</c:v>
                </c:pt>
                <c:pt idx="6647">
                  <c:v>36636</c:v>
                </c:pt>
                <c:pt idx="6648">
                  <c:v>36635</c:v>
                </c:pt>
                <c:pt idx="6649">
                  <c:v>36634</c:v>
                </c:pt>
                <c:pt idx="6650">
                  <c:v>36633</c:v>
                </c:pt>
                <c:pt idx="6651">
                  <c:v>36630</c:v>
                </c:pt>
                <c:pt idx="6652">
                  <c:v>36629</c:v>
                </c:pt>
                <c:pt idx="6653">
                  <c:v>36628</c:v>
                </c:pt>
                <c:pt idx="6654">
                  <c:v>36627</c:v>
                </c:pt>
                <c:pt idx="6655">
                  <c:v>36626</c:v>
                </c:pt>
                <c:pt idx="6656">
                  <c:v>36623</c:v>
                </c:pt>
                <c:pt idx="6657">
                  <c:v>36622</c:v>
                </c:pt>
                <c:pt idx="6658">
                  <c:v>36621</c:v>
                </c:pt>
                <c:pt idx="6659">
                  <c:v>36620</c:v>
                </c:pt>
                <c:pt idx="6660">
                  <c:v>36619</c:v>
                </c:pt>
                <c:pt idx="6661">
                  <c:v>36616</c:v>
                </c:pt>
                <c:pt idx="6662">
                  <c:v>36615</c:v>
                </c:pt>
                <c:pt idx="6663">
                  <c:v>36614</c:v>
                </c:pt>
                <c:pt idx="6664">
                  <c:v>36613</c:v>
                </c:pt>
                <c:pt idx="6665">
                  <c:v>36612</c:v>
                </c:pt>
                <c:pt idx="6666">
                  <c:v>36609</c:v>
                </c:pt>
                <c:pt idx="6667">
                  <c:v>36608</c:v>
                </c:pt>
                <c:pt idx="6668">
                  <c:v>36607</c:v>
                </c:pt>
                <c:pt idx="6669">
                  <c:v>36606</c:v>
                </c:pt>
                <c:pt idx="6670">
                  <c:v>36605</c:v>
                </c:pt>
                <c:pt idx="6671">
                  <c:v>36602</c:v>
                </c:pt>
                <c:pt idx="6672">
                  <c:v>36601</c:v>
                </c:pt>
                <c:pt idx="6673">
                  <c:v>36600</c:v>
                </c:pt>
                <c:pt idx="6674">
                  <c:v>36599</c:v>
                </c:pt>
                <c:pt idx="6675">
                  <c:v>36598</c:v>
                </c:pt>
                <c:pt idx="6676">
                  <c:v>36595</c:v>
                </c:pt>
                <c:pt idx="6677">
                  <c:v>36594</c:v>
                </c:pt>
                <c:pt idx="6678">
                  <c:v>36593</c:v>
                </c:pt>
                <c:pt idx="6679">
                  <c:v>36592</c:v>
                </c:pt>
                <c:pt idx="6680">
                  <c:v>36591</c:v>
                </c:pt>
                <c:pt idx="6681">
                  <c:v>36588</c:v>
                </c:pt>
                <c:pt idx="6682">
                  <c:v>36587</c:v>
                </c:pt>
                <c:pt idx="6683">
                  <c:v>36586</c:v>
                </c:pt>
                <c:pt idx="6684">
                  <c:v>36585</c:v>
                </c:pt>
                <c:pt idx="6685">
                  <c:v>36584</c:v>
                </c:pt>
                <c:pt idx="6686">
                  <c:v>36581</c:v>
                </c:pt>
                <c:pt idx="6687">
                  <c:v>36580</c:v>
                </c:pt>
                <c:pt idx="6688">
                  <c:v>36579</c:v>
                </c:pt>
                <c:pt idx="6689">
                  <c:v>36578</c:v>
                </c:pt>
                <c:pt idx="6690">
                  <c:v>36574</c:v>
                </c:pt>
                <c:pt idx="6691">
                  <c:v>36573</c:v>
                </c:pt>
                <c:pt idx="6692">
                  <c:v>36572</c:v>
                </c:pt>
                <c:pt idx="6693">
                  <c:v>36571</c:v>
                </c:pt>
                <c:pt idx="6694">
                  <c:v>36570</c:v>
                </c:pt>
                <c:pt idx="6695">
                  <c:v>36567</c:v>
                </c:pt>
                <c:pt idx="6696">
                  <c:v>36566</c:v>
                </c:pt>
                <c:pt idx="6697">
                  <c:v>36565</c:v>
                </c:pt>
                <c:pt idx="6698">
                  <c:v>36564</c:v>
                </c:pt>
                <c:pt idx="6699">
                  <c:v>36563</c:v>
                </c:pt>
                <c:pt idx="6700">
                  <c:v>36560</c:v>
                </c:pt>
                <c:pt idx="6701">
                  <c:v>36559</c:v>
                </c:pt>
                <c:pt idx="6702">
                  <c:v>36558</c:v>
                </c:pt>
                <c:pt idx="6703">
                  <c:v>36557</c:v>
                </c:pt>
                <c:pt idx="6704">
                  <c:v>36556</c:v>
                </c:pt>
                <c:pt idx="6705">
                  <c:v>36553</c:v>
                </c:pt>
                <c:pt idx="6706">
                  <c:v>36552</c:v>
                </c:pt>
                <c:pt idx="6707">
                  <c:v>36551</c:v>
                </c:pt>
                <c:pt idx="6708">
                  <c:v>36550</c:v>
                </c:pt>
                <c:pt idx="6709">
                  <c:v>36549</c:v>
                </c:pt>
                <c:pt idx="6710">
                  <c:v>36546</c:v>
                </c:pt>
                <c:pt idx="6711">
                  <c:v>36545</c:v>
                </c:pt>
                <c:pt idx="6712">
                  <c:v>36544</c:v>
                </c:pt>
                <c:pt idx="6713">
                  <c:v>36543</c:v>
                </c:pt>
                <c:pt idx="6714">
                  <c:v>36539</c:v>
                </c:pt>
                <c:pt idx="6715">
                  <c:v>36538</c:v>
                </c:pt>
                <c:pt idx="6716">
                  <c:v>36537</c:v>
                </c:pt>
                <c:pt idx="6717">
                  <c:v>36536</c:v>
                </c:pt>
                <c:pt idx="6718">
                  <c:v>36535</c:v>
                </c:pt>
                <c:pt idx="6719">
                  <c:v>36532</c:v>
                </c:pt>
                <c:pt idx="6720">
                  <c:v>36531</c:v>
                </c:pt>
                <c:pt idx="6721">
                  <c:v>36530</c:v>
                </c:pt>
                <c:pt idx="6722">
                  <c:v>36529</c:v>
                </c:pt>
                <c:pt idx="6723">
                  <c:v>36528</c:v>
                </c:pt>
              </c:numCache>
            </c:numRef>
          </c:cat>
          <c:val>
            <c:numRef>
              <c:f>'Shell chart'!$Q$9:$Q$6732</c:f>
              <c:numCache>
                <c:formatCode>0.00</c:formatCode>
                <c:ptCount val="6724"/>
                <c:pt idx="0">
                  <c:v>91.11</c:v>
                </c:pt>
                <c:pt idx="1">
                  <c:v>92.22</c:v>
                </c:pt>
                <c:pt idx="2">
                  <c:v>93</c:v>
                </c:pt>
                <c:pt idx="3">
                  <c:v>93.33</c:v>
                </c:pt>
                <c:pt idx="4">
                  <c:v>93.65</c:v>
                </c:pt>
                <c:pt idx="5">
                  <c:v>92.77</c:v>
                </c:pt>
                <c:pt idx="6">
                  <c:v>92.01</c:v>
                </c:pt>
                <c:pt idx="7">
                  <c:v>91.62</c:v>
                </c:pt>
                <c:pt idx="8">
                  <c:v>90.47</c:v>
                </c:pt>
                <c:pt idx="9">
                  <c:v>89.92</c:v>
                </c:pt>
                <c:pt idx="10">
                  <c:v>90.07</c:v>
                </c:pt>
                <c:pt idx="11">
                  <c:v>90.5</c:v>
                </c:pt>
                <c:pt idx="12">
                  <c:v>89.95</c:v>
                </c:pt>
                <c:pt idx="13">
                  <c:v>88.5</c:v>
                </c:pt>
                <c:pt idx="14">
                  <c:v>89.6</c:v>
                </c:pt>
                <c:pt idx="15">
                  <c:v>87.76</c:v>
                </c:pt>
                <c:pt idx="16">
                  <c:v>89.84</c:v>
                </c:pt>
                <c:pt idx="17">
                  <c:v>91.08</c:v>
                </c:pt>
                <c:pt idx="18">
                  <c:v>91.98</c:v>
                </c:pt>
                <c:pt idx="19">
                  <c:v>90.51</c:v>
                </c:pt>
                <c:pt idx="20">
                  <c:v>88.34</c:v>
                </c:pt>
                <c:pt idx="21">
                  <c:v>86.2</c:v>
                </c:pt>
                <c:pt idx="22">
                  <c:v>86.37</c:v>
                </c:pt>
                <c:pt idx="23">
                  <c:v>88.38</c:v>
                </c:pt>
                <c:pt idx="24">
                  <c:v>87.95</c:v>
                </c:pt>
                <c:pt idx="25">
                  <c:v>87.77</c:v>
                </c:pt>
                <c:pt idx="26">
                  <c:v>87.2</c:v>
                </c:pt>
                <c:pt idx="27">
                  <c:v>86.2</c:v>
                </c:pt>
                <c:pt idx="28">
                  <c:v>87.32</c:v>
                </c:pt>
                <c:pt idx="29">
                  <c:v>85.08</c:v>
                </c:pt>
                <c:pt idx="30">
                  <c:v>84.64</c:v>
                </c:pt>
                <c:pt idx="31">
                  <c:v>84.41</c:v>
                </c:pt>
                <c:pt idx="32">
                  <c:v>83.98</c:v>
                </c:pt>
                <c:pt idx="33">
                  <c:v>82.23</c:v>
                </c:pt>
                <c:pt idx="34">
                  <c:v>81.400000000000006</c:v>
                </c:pt>
                <c:pt idx="35">
                  <c:v>82.24</c:v>
                </c:pt>
                <c:pt idx="36">
                  <c:v>81.99</c:v>
                </c:pt>
                <c:pt idx="37">
                  <c:v>78.14</c:v>
                </c:pt>
                <c:pt idx="38">
                  <c:v>78.02</c:v>
                </c:pt>
                <c:pt idx="39">
                  <c:v>78.02</c:v>
                </c:pt>
                <c:pt idx="40">
                  <c:v>76.569999999999993</c:v>
                </c:pt>
                <c:pt idx="41">
                  <c:v>77.540000000000006</c:v>
                </c:pt>
                <c:pt idx="42">
                  <c:v>76.89</c:v>
                </c:pt>
                <c:pt idx="43">
                  <c:v>76.53</c:v>
                </c:pt>
                <c:pt idx="44">
                  <c:v>77.33</c:v>
                </c:pt>
                <c:pt idx="45">
                  <c:v>77.7</c:v>
                </c:pt>
                <c:pt idx="46">
                  <c:v>79.510000000000005</c:v>
                </c:pt>
                <c:pt idx="47">
                  <c:v>79.66</c:v>
                </c:pt>
                <c:pt idx="48">
                  <c:v>78.81</c:v>
                </c:pt>
                <c:pt idx="49">
                  <c:v>78.81</c:v>
                </c:pt>
                <c:pt idx="50">
                  <c:v>80.38</c:v>
                </c:pt>
                <c:pt idx="51">
                  <c:v>82.25</c:v>
                </c:pt>
                <c:pt idx="52">
                  <c:v>82.61</c:v>
                </c:pt>
                <c:pt idx="53">
                  <c:v>85.66</c:v>
                </c:pt>
                <c:pt idx="54">
                  <c:v>85.85</c:v>
                </c:pt>
                <c:pt idx="55">
                  <c:v>86.05</c:v>
                </c:pt>
                <c:pt idx="56">
                  <c:v>85.43</c:v>
                </c:pt>
                <c:pt idx="57">
                  <c:v>86.65</c:v>
                </c:pt>
                <c:pt idx="58">
                  <c:v>85.4</c:v>
                </c:pt>
                <c:pt idx="59">
                  <c:v>86.73</c:v>
                </c:pt>
                <c:pt idx="60">
                  <c:v>86.77</c:v>
                </c:pt>
                <c:pt idx="61">
                  <c:v>86.82</c:v>
                </c:pt>
                <c:pt idx="62">
                  <c:v>85.41</c:v>
                </c:pt>
                <c:pt idx="63">
                  <c:v>84.12</c:v>
                </c:pt>
                <c:pt idx="64">
                  <c:v>83.83</c:v>
                </c:pt>
                <c:pt idx="65">
                  <c:v>83.81</c:v>
                </c:pt>
                <c:pt idx="66">
                  <c:v>85.03</c:v>
                </c:pt>
                <c:pt idx="67">
                  <c:v>85.71</c:v>
                </c:pt>
                <c:pt idx="68">
                  <c:v>85.71</c:v>
                </c:pt>
                <c:pt idx="69">
                  <c:v>86.93</c:v>
                </c:pt>
                <c:pt idx="70">
                  <c:v>86.72</c:v>
                </c:pt>
                <c:pt idx="71">
                  <c:v>88.46</c:v>
                </c:pt>
                <c:pt idx="72">
                  <c:v>88.59</c:v>
                </c:pt>
                <c:pt idx="73">
                  <c:v>85.36</c:v>
                </c:pt>
                <c:pt idx="74">
                  <c:v>84.51</c:v>
                </c:pt>
                <c:pt idx="75">
                  <c:v>84.93</c:v>
                </c:pt>
                <c:pt idx="76">
                  <c:v>85.35</c:v>
                </c:pt>
                <c:pt idx="77">
                  <c:v>85.36</c:v>
                </c:pt>
                <c:pt idx="78">
                  <c:v>83.97</c:v>
                </c:pt>
                <c:pt idx="79">
                  <c:v>84.24</c:v>
                </c:pt>
                <c:pt idx="80">
                  <c:v>87.2</c:v>
                </c:pt>
                <c:pt idx="81">
                  <c:v>89.71</c:v>
                </c:pt>
                <c:pt idx="82">
                  <c:v>89.26</c:v>
                </c:pt>
                <c:pt idx="83">
                  <c:v>88.98</c:v>
                </c:pt>
                <c:pt idx="84">
                  <c:v>90.67</c:v>
                </c:pt>
                <c:pt idx="85">
                  <c:v>88.91</c:v>
                </c:pt>
                <c:pt idx="86">
                  <c:v>87.59</c:v>
                </c:pt>
                <c:pt idx="87">
                  <c:v>86.91</c:v>
                </c:pt>
                <c:pt idx="88">
                  <c:v>89.13</c:v>
                </c:pt>
                <c:pt idx="89">
                  <c:v>89.27</c:v>
                </c:pt>
                <c:pt idx="90">
                  <c:v>89.49</c:v>
                </c:pt>
                <c:pt idx="91">
                  <c:v>88.66</c:v>
                </c:pt>
                <c:pt idx="92">
                  <c:v>88</c:v>
                </c:pt>
                <c:pt idx="93">
                  <c:v>87.81</c:v>
                </c:pt>
                <c:pt idx="94">
                  <c:v>91.5</c:v>
                </c:pt>
                <c:pt idx="95">
                  <c:v>89.84</c:v>
                </c:pt>
                <c:pt idx="96">
                  <c:v>91.36</c:v>
                </c:pt>
                <c:pt idx="97">
                  <c:v>92.6</c:v>
                </c:pt>
                <c:pt idx="98">
                  <c:v>92.21</c:v>
                </c:pt>
                <c:pt idx="99">
                  <c:v>91.09</c:v>
                </c:pt>
                <c:pt idx="100">
                  <c:v>92.01</c:v>
                </c:pt>
                <c:pt idx="101">
                  <c:v>94.15</c:v>
                </c:pt>
                <c:pt idx="102">
                  <c:v>93.1</c:v>
                </c:pt>
                <c:pt idx="103">
                  <c:v>92.03</c:v>
                </c:pt>
                <c:pt idx="104">
                  <c:v>93</c:v>
                </c:pt>
                <c:pt idx="105">
                  <c:v>92.74</c:v>
                </c:pt>
                <c:pt idx="106">
                  <c:v>92.17</c:v>
                </c:pt>
                <c:pt idx="107">
                  <c:v>92.16</c:v>
                </c:pt>
                <c:pt idx="108">
                  <c:v>91.88</c:v>
                </c:pt>
                <c:pt idx="109">
                  <c:v>91.12</c:v>
                </c:pt>
                <c:pt idx="110">
                  <c:v>90.71</c:v>
                </c:pt>
                <c:pt idx="111">
                  <c:v>90.44</c:v>
                </c:pt>
                <c:pt idx="112">
                  <c:v>91.19</c:v>
                </c:pt>
                <c:pt idx="113">
                  <c:v>92.75</c:v>
                </c:pt>
                <c:pt idx="114">
                  <c:v>91.97</c:v>
                </c:pt>
                <c:pt idx="115">
                  <c:v>90.48</c:v>
                </c:pt>
                <c:pt idx="116">
                  <c:v>89.43</c:v>
                </c:pt>
                <c:pt idx="117">
                  <c:v>88.36</c:v>
                </c:pt>
                <c:pt idx="118">
                  <c:v>87.4</c:v>
                </c:pt>
                <c:pt idx="119">
                  <c:v>85.11</c:v>
                </c:pt>
                <c:pt idx="120">
                  <c:v>85.59</c:v>
                </c:pt>
                <c:pt idx="121">
                  <c:v>84.7</c:v>
                </c:pt>
                <c:pt idx="122">
                  <c:v>82.94</c:v>
                </c:pt>
                <c:pt idx="123">
                  <c:v>82.7</c:v>
                </c:pt>
                <c:pt idx="124">
                  <c:v>82.33</c:v>
                </c:pt>
                <c:pt idx="125">
                  <c:v>84.22</c:v>
                </c:pt>
                <c:pt idx="126">
                  <c:v>83.51</c:v>
                </c:pt>
                <c:pt idx="127">
                  <c:v>81.180000000000007</c:v>
                </c:pt>
                <c:pt idx="128">
                  <c:v>82.28</c:v>
                </c:pt>
                <c:pt idx="129">
                  <c:v>80.78</c:v>
                </c:pt>
                <c:pt idx="130">
                  <c:v>79.97</c:v>
                </c:pt>
                <c:pt idx="131">
                  <c:v>79.78</c:v>
                </c:pt>
                <c:pt idx="132">
                  <c:v>80.38</c:v>
                </c:pt>
                <c:pt idx="133">
                  <c:v>79.87</c:v>
                </c:pt>
                <c:pt idx="134">
                  <c:v>77.94</c:v>
                </c:pt>
                <c:pt idx="135">
                  <c:v>78.77</c:v>
                </c:pt>
                <c:pt idx="136">
                  <c:v>78.77</c:v>
                </c:pt>
                <c:pt idx="137">
                  <c:v>78.22</c:v>
                </c:pt>
                <c:pt idx="138">
                  <c:v>80.23</c:v>
                </c:pt>
                <c:pt idx="139">
                  <c:v>77.900000000000006</c:v>
                </c:pt>
                <c:pt idx="140">
                  <c:v>77.8</c:v>
                </c:pt>
                <c:pt idx="141">
                  <c:v>75.290000000000006</c:v>
                </c:pt>
                <c:pt idx="142">
                  <c:v>74.63</c:v>
                </c:pt>
                <c:pt idx="143">
                  <c:v>78.790000000000006</c:v>
                </c:pt>
                <c:pt idx="144">
                  <c:v>77.63</c:v>
                </c:pt>
                <c:pt idx="145">
                  <c:v>75.73</c:v>
                </c:pt>
                <c:pt idx="146">
                  <c:v>77.03</c:v>
                </c:pt>
                <c:pt idx="147">
                  <c:v>77.47</c:v>
                </c:pt>
                <c:pt idx="148">
                  <c:v>75.790000000000006</c:v>
                </c:pt>
                <c:pt idx="149">
                  <c:v>75.45</c:v>
                </c:pt>
                <c:pt idx="150">
                  <c:v>73.25</c:v>
                </c:pt>
                <c:pt idx="151">
                  <c:v>73.75</c:v>
                </c:pt>
                <c:pt idx="152">
                  <c:v>72.42</c:v>
                </c:pt>
                <c:pt idx="153">
                  <c:v>73.81</c:v>
                </c:pt>
                <c:pt idx="154">
                  <c:v>73.11</c:v>
                </c:pt>
                <c:pt idx="155">
                  <c:v>74.25</c:v>
                </c:pt>
                <c:pt idx="156">
                  <c:v>74.25</c:v>
                </c:pt>
                <c:pt idx="157">
                  <c:v>73.42</c:v>
                </c:pt>
                <c:pt idx="158">
                  <c:v>74.349999999999994</c:v>
                </c:pt>
                <c:pt idx="159">
                  <c:v>73.180000000000007</c:v>
                </c:pt>
                <c:pt idx="160">
                  <c:v>71.66</c:v>
                </c:pt>
                <c:pt idx="161">
                  <c:v>70.83</c:v>
                </c:pt>
                <c:pt idx="162">
                  <c:v>70.31</c:v>
                </c:pt>
                <c:pt idx="163">
                  <c:v>71.540000000000006</c:v>
                </c:pt>
                <c:pt idx="164">
                  <c:v>72.900000000000006</c:v>
                </c:pt>
                <c:pt idx="165">
                  <c:v>75.03</c:v>
                </c:pt>
                <c:pt idx="166">
                  <c:v>75.44</c:v>
                </c:pt>
                <c:pt idx="167">
                  <c:v>73.48</c:v>
                </c:pt>
                <c:pt idx="168">
                  <c:v>73.83</c:v>
                </c:pt>
                <c:pt idx="169">
                  <c:v>73.12</c:v>
                </c:pt>
                <c:pt idx="170">
                  <c:v>72.84</c:v>
                </c:pt>
                <c:pt idx="171">
                  <c:v>73.069999999999993</c:v>
                </c:pt>
                <c:pt idx="172">
                  <c:v>72.58</c:v>
                </c:pt>
                <c:pt idx="173">
                  <c:v>72.02</c:v>
                </c:pt>
                <c:pt idx="174">
                  <c:v>71.31</c:v>
                </c:pt>
                <c:pt idx="175">
                  <c:v>71.55</c:v>
                </c:pt>
                <c:pt idx="176">
                  <c:v>70.459999999999994</c:v>
                </c:pt>
                <c:pt idx="177">
                  <c:v>72.23</c:v>
                </c:pt>
                <c:pt idx="178">
                  <c:v>72.33</c:v>
                </c:pt>
                <c:pt idx="179">
                  <c:v>72.86</c:v>
                </c:pt>
                <c:pt idx="180">
                  <c:v>72.88</c:v>
                </c:pt>
                <c:pt idx="181">
                  <c:v>72.55</c:v>
                </c:pt>
                <c:pt idx="182">
                  <c:v>72.7</c:v>
                </c:pt>
                <c:pt idx="183">
                  <c:v>73.010000000000005</c:v>
                </c:pt>
                <c:pt idx="184">
                  <c:v>74.5</c:v>
                </c:pt>
                <c:pt idx="185">
                  <c:v>75.12</c:v>
                </c:pt>
                <c:pt idx="186">
                  <c:v>73.959999999999994</c:v>
                </c:pt>
                <c:pt idx="187">
                  <c:v>74.31</c:v>
                </c:pt>
                <c:pt idx="188">
                  <c:v>73.77</c:v>
                </c:pt>
                <c:pt idx="189">
                  <c:v>73.41</c:v>
                </c:pt>
                <c:pt idx="190">
                  <c:v>73.41</c:v>
                </c:pt>
                <c:pt idx="191">
                  <c:v>72.8</c:v>
                </c:pt>
                <c:pt idx="192">
                  <c:v>73.23</c:v>
                </c:pt>
                <c:pt idx="193">
                  <c:v>73.27</c:v>
                </c:pt>
                <c:pt idx="194">
                  <c:v>73.209999999999994</c:v>
                </c:pt>
                <c:pt idx="195">
                  <c:v>73.67</c:v>
                </c:pt>
                <c:pt idx="196">
                  <c:v>75.31</c:v>
                </c:pt>
                <c:pt idx="197">
                  <c:v>75.400000000000006</c:v>
                </c:pt>
                <c:pt idx="198">
                  <c:v>75.760000000000005</c:v>
                </c:pt>
                <c:pt idx="199">
                  <c:v>75.92</c:v>
                </c:pt>
                <c:pt idx="200">
                  <c:v>76.41</c:v>
                </c:pt>
                <c:pt idx="201">
                  <c:v>77.010000000000005</c:v>
                </c:pt>
                <c:pt idx="202">
                  <c:v>76.56</c:v>
                </c:pt>
                <c:pt idx="203">
                  <c:v>75.59</c:v>
                </c:pt>
                <c:pt idx="204">
                  <c:v>74.22</c:v>
                </c:pt>
                <c:pt idx="205">
                  <c:v>74.61</c:v>
                </c:pt>
                <c:pt idx="206">
                  <c:v>73.739999999999995</c:v>
                </c:pt>
                <c:pt idx="207">
                  <c:v>74.39</c:v>
                </c:pt>
                <c:pt idx="208">
                  <c:v>74.92</c:v>
                </c:pt>
                <c:pt idx="209">
                  <c:v>74.73</c:v>
                </c:pt>
                <c:pt idx="210">
                  <c:v>75.55</c:v>
                </c:pt>
                <c:pt idx="211">
                  <c:v>75.069999999999993</c:v>
                </c:pt>
                <c:pt idx="212">
                  <c:v>75.510000000000005</c:v>
                </c:pt>
                <c:pt idx="213">
                  <c:v>75.84</c:v>
                </c:pt>
                <c:pt idx="214">
                  <c:v>75.72</c:v>
                </c:pt>
                <c:pt idx="215">
                  <c:v>74.540000000000006</c:v>
                </c:pt>
                <c:pt idx="216">
                  <c:v>72.67</c:v>
                </c:pt>
                <c:pt idx="217">
                  <c:v>72.819999999999993</c:v>
                </c:pt>
                <c:pt idx="218">
                  <c:v>72.59</c:v>
                </c:pt>
                <c:pt idx="219">
                  <c:v>71.37</c:v>
                </c:pt>
                <c:pt idx="220">
                  <c:v>71.88</c:v>
                </c:pt>
                <c:pt idx="221">
                  <c:v>71.650000000000006</c:v>
                </c:pt>
                <c:pt idx="222">
                  <c:v>72.09</c:v>
                </c:pt>
                <c:pt idx="223">
                  <c:v>71.42</c:v>
                </c:pt>
                <c:pt idx="224">
                  <c:v>73.53</c:v>
                </c:pt>
                <c:pt idx="225">
                  <c:v>74.12</c:v>
                </c:pt>
                <c:pt idx="226">
                  <c:v>74.91</c:v>
                </c:pt>
                <c:pt idx="227">
                  <c:v>74.27</c:v>
                </c:pt>
                <c:pt idx="228">
                  <c:v>73.209999999999994</c:v>
                </c:pt>
                <c:pt idx="229">
                  <c:v>71.77</c:v>
                </c:pt>
                <c:pt idx="230">
                  <c:v>72.430000000000007</c:v>
                </c:pt>
                <c:pt idx="231">
                  <c:v>71.53</c:v>
                </c:pt>
                <c:pt idx="232">
                  <c:v>72.45</c:v>
                </c:pt>
                <c:pt idx="233">
                  <c:v>73.400000000000006</c:v>
                </c:pt>
                <c:pt idx="234">
                  <c:v>72.89</c:v>
                </c:pt>
                <c:pt idx="235">
                  <c:v>72.12</c:v>
                </c:pt>
                <c:pt idx="236">
                  <c:v>71.540000000000006</c:v>
                </c:pt>
                <c:pt idx="237">
                  <c:v>71.05</c:v>
                </c:pt>
                <c:pt idx="238">
                  <c:v>70.790000000000006</c:v>
                </c:pt>
                <c:pt idx="239">
                  <c:v>71.44</c:v>
                </c:pt>
                <c:pt idx="240">
                  <c:v>71.41</c:v>
                </c:pt>
                <c:pt idx="241">
                  <c:v>72.33</c:v>
                </c:pt>
                <c:pt idx="242">
                  <c:v>71.67</c:v>
                </c:pt>
                <c:pt idx="243">
                  <c:v>71.34</c:v>
                </c:pt>
                <c:pt idx="244">
                  <c:v>72.02</c:v>
                </c:pt>
                <c:pt idx="245">
                  <c:v>72.650000000000006</c:v>
                </c:pt>
                <c:pt idx="246">
                  <c:v>71.92</c:v>
                </c:pt>
                <c:pt idx="247">
                  <c:v>71.709999999999994</c:v>
                </c:pt>
                <c:pt idx="248">
                  <c:v>71.599999999999994</c:v>
                </c:pt>
                <c:pt idx="249">
                  <c:v>72.31</c:v>
                </c:pt>
                <c:pt idx="250">
                  <c:v>72.739999999999995</c:v>
                </c:pt>
                <c:pt idx="251">
                  <c:v>73.790000000000006</c:v>
                </c:pt>
                <c:pt idx="252">
                  <c:v>73.88</c:v>
                </c:pt>
                <c:pt idx="253">
                  <c:v>73.88</c:v>
                </c:pt>
                <c:pt idx="254">
                  <c:v>73.930000000000007</c:v>
                </c:pt>
                <c:pt idx="255">
                  <c:v>73.709999999999994</c:v>
                </c:pt>
                <c:pt idx="256">
                  <c:v>73.66</c:v>
                </c:pt>
                <c:pt idx="257">
                  <c:v>73.819999999999993</c:v>
                </c:pt>
                <c:pt idx="258">
                  <c:v>73.319999999999993</c:v>
                </c:pt>
                <c:pt idx="259">
                  <c:v>72.489999999999995</c:v>
                </c:pt>
                <c:pt idx="260">
                  <c:v>72.09</c:v>
                </c:pt>
                <c:pt idx="261">
                  <c:v>71.45</c:v>
                </c:pt>
                <c:pt idx="262">
                  <c:v>71.510000000000005</c:v>
                </c:pt>
                <c:pt idx="263">
                  <c:v>71.849999999999994</c:v>
                </c:pt>
                <c:pt idx="264">
                  <c:v>72.64</c:v>
                </c:pt>
                <c:pt idx="265">
                  <c:v>72.75</c:v>
                </c:pt>
                <c:pt idx="266">
                  <c:v>72.25</c:v>
                </c:pt>
                <c:pt idx="267">
                  <c:v>71.41</c:v>
                </c:pt>
                <c:pt idx="268">
                  <c:v>71.650000000000006</c:v>
                </c:pt>
                <c:pt idx="269">
                  <c:v>71.37</c:v>
                </c:pt>
                <c:pt idx="270">
                  <c:v>72.239999999999995</c:v>
                </c:pt>
                <c:pt idx="271">
                  <c:v>72.400000000000006</c:v>
                </c:pt>
                <c:pt idx="272">
                  <c:v>71.849999999999994</c:v>
                </c:pt>
                <c:pt idx="273">
                  <c:v>72</c:v>
                </c:pt>
                <c:pt idx="274">
                  <c:v>72.209999999999994</c:v>
                </c:pt>
                <c:pt idx="275">
                  <c:v>71.72</c:v>
                </c:pt>
                <c:pt idx="276">
                  <c:v>73.11</c:v>
                </c:pt>
                <c:pt idx="277">
                  <c:v>72.209999999999994</c:v>
                </c:pt>
                <c:pt idx="278">
                  <c:v>71.989999999999995</c:v>
                </c:pt>
                <c:pt idx="279">
                  <c:v>72.38</c:v>
                </c:pt>
                <c:pt idx="280">
                  <c:v>72.760000000000005</c:v>
                </c:pt>
                <c:pt idx="281">
                  <c:v>71.150000000000006</c:v>
                </c:pt>
                <c:pt idx="282">
                  <c:v>70.319999999999993</c:v>
                </c:pt>
                <c:pt idx="283">
                  <c:v>70.28</c:v>
                </c:pt>
                <c:pt idx="284">
                  <c:v>70.34</c:v>
                </c:pt>
                <c:pt idx="285">
                  <c:v>70.67</c:v>
                </c:pt>
                <c:pt idx="286">
                  <c:v>70.400000000000006</c:v>
                </c:pt>
                <c:pt idx="287">
                  <c:v>71.099999999999994</c:v>
                </c:pt>
                <c:pt idx="288">
                  <c:v>72.3</c:v>
                </c:pt>
                <c:pt idx="289">
                  <c:v>72.3</c:v>
                </c:pt>
                <c:pt idx="290">
                  <c:v>71.73</c:v>
                </c:pt>
                <c:pt idx="291">
                  <c:v>71.260000000000005</c:v>
                </c:pt>
                <c:pt idx="292">
                  <c:v>69.819999999999993</c:v>
                </c:pt>
                <c:pt idx="293">
                  <c:v>71.92</c:v>
                </c:pt>
                <c:pt idx="294">
                  <c:v>71.92</c:v>
                </c:pt>
                <c:pt idx="295">
                  <c:v>72.28</c:v>
                </c:pt>
                <c:pt idx="296">
                  <c:v>71.19</c:v>
                </c:pt>
                <c:pt idx="297">
                  <c:v>70.41</c:v>
                </c:pt>
                <c:pt idx="298">
                  <c:v>70.98</c:v>
                </c:pt>
                <c:pt idx="299">
                  <c:v>70.989999999999995</c:v>
                </c:pt>
                <c:pt idx="300">
                  <c:v>69.44</c:v>
                </c:pt>
                <c:pt idx="301">
                  <c:v>70.14</c:v>
                </c:pt>
                <c:pt idx="302">
                  <c:v>70.84</c:v>
                </c:pt>
                <c:pt idx="303">
                  <c:v>72.400000000000006</c:v>
                </c:pt>
                <c:pt idx="304">
                  <c:v>72</c:v>
                </c:pt>
                <c:pt idx="305">
                  <c:v>72</c:v>
                </c:pt>
                <c:pt idx="306">
                  <c:v>72.33</c:v>
                </c:pt>
                <c:pt idx="307">
                  <c:v>71.430000000000007</c:v>
                </c:pt>
                <c:pt idx="308">
                  <c:v>72.540000000000006</c:v>
                </c:pt>
                <c:pt idx="309">
                  <c:v>71.44</c:v>
                </c:pt>
                <c:pt idx="310">
                  <c:v>71.02</c:v>
                </c:pt>
                <c:pt idx="311">
                  <c:v>70.05</c:v>
                </c:pt>
                <c:pt idx="312">
                  <c:v>68.260000000000005</c:v>
                </c:pt>
                <c:pt idx="313">
                  <c:v>68.02</c:v>
                </c:pt>
                <c:pt idx="314">
                  <c:v>67.53</c:v>
                </c:pt>
                <c:pt idx="315">
                  <c:v>67.27</c:v>
                </c:pt>
                <c:pt idx="316">
                  <c:v>67.83</c:v>
                </c:pt>
                <c:pt idx="317">
                  <c:v>67.45</c:v>
                </c:pt>
                <c:pt idx="318">
                  <c:v>66.22</c:v>
                </c:pt>
                <c:pt idx="319">
                  <c:v>66.44</c:v>
                </c:pt>
                <c:pt idx="320">
                  <c:v>66.040000000000006</c:v>
                </c:pt>
                <c:pt idx="321">
                  <c:v>66.69</c:v>
                </c:pt>
                <c:pt idx="322">
                  <c:v>66.3</c:v>
                </c:pt>
                <c:pt idx="323">
                  <c:v>66.3</c:v>
                </c:pt>
                <c:pt idx="324">
                  <c:v>65.95</c:v>
                </c:pt>
                <c:pt idx="325">
                  <c:v>66.36</c:v>
                </c:pt>
                <c:pt idx="326">
                  <c:v>66.62</c:v>
                </c:pt>
                <c:pt idx="327">
                  <c:v>66.67</c:v>
                </c:pt>
                <c:pt idx="328">
                  <c:v>66.62</c:v>
                </c:pt>
                <c:pt idx="329">
                  <c:v>67.39</c:v>
                </c:pt>
                <c:pt idx="330">
                  <c:v>67.09</c:v>
                </c:pt>
                <c:pt idx="331">
                  <c:v>67.61</c:v>
                </c:pt>
                <c:pt idx="332">
                  <c:v>66.38</c:v>
                </c:pt>
                <c:pt idx="333">
                  <c:v>66.150000000000006</c:v>
                </c:pt>
                <c:pt idx="334">
                  <c:v>65.08</c:v>
                </c:pt>
                <c:pt idx="335">
                  <c:v>65.05</c:v>
                </c:pt>
                <c:pt idx="336">
                  <c:v>65.099999999999994</c:v>
                </c:pt>
                <c:pt idx="337">
                  <c:v>65.12</c:v>
                </c:pt>
                <c:pt idx="338">
                  <c:v>66.64</c:v>
                </c:pt>
                <c:pt idx="339">
                  <c:v>64.8</c:v>
                </c:pt>
                <c:pt idx="340">
                  <c:v>64.48</c:v>
                </c:pt>
                <c:pt idx="341">
                  <c:v>65.510000000000005</c:v>
                </c:pt>
                <c:pt idx="342">
                  <c:v>66.02</c:v>
                </c:pt>
                <c:pt idx="343">
                  <c:v>65.86</c:v>
                </c:pt>
                <c:pt idx="344">
                  <c:v>65.05</c:v>
                </c:pt>
                <c:pt idx="345">
                  <c:v>64.510000000000005</c:v>
                </c:pt>
                <c:pt idx="346">
                  <c:v>65.17</c:v>
                </c:pt>
                <c:pt idx="347">
                  <c:v>65.040000000000006</c:v>
                </c:pt>
                <c:pt idx="348">
                  <c:v>64.03</c:v>
                </c:pt>
                <c:pt idx="349">
                  <c:v>62.78</c:v>
                </c:pt>
                <c:pt idx="350">
                  <c:v>62.54</c:v>
                </c:pt>
                <c:pt idx="351">
                  <c:v>62.09</c:v>
                </c:pt>
                <c:pt idx="352">
                  <c:v>59.78</c:v>
                </c:pt>
                <c:pt idx="353">
                  <c:v>63.89</c:v>
                </c:pt>
                <c:pt idx="354">
                  <c:v>59.75</c:v>
                </c:pt>
                <c:pt idx="355">
                  <c:v>62.32</c:v>
                </c:pt>
                <c:pt idx="356">
                  <c:v>64.13</c:v>
                </c:pt>
                <c:pt idx="357">
                  <c:v>69.77</c:v>
                </c:pt>
                <c:pt idx="358">
                  <c:v>72.72</c:v>
                </c:pt>
                <c:pt idx="359">
                  <c:v>73.05</c:v>
                </c:pt>
                <c:pt idx="360">
                  <c:v>73.28</c:v>
                </c:pt>
                <c:pt idx="361">
                  <c:v>72.73</c:v>
                </c:pt>
                <c:pt idx="362">
                  <c:v>73.290000000000006</c:v>
                </c:pt>
                <c:pt idx="363">
                  <c:v>73.03</c:v>
                </c:pt>
                <c:pt idx="364">
                  <c:v>72.03</c:v>
                </c:pt>
                <c:pt idx="365">
                  <c:v>71.28</c:v>
                </c:pt>
                <c:pt idx="366">
                  <c:v>71.010000000000005</c:v>
                </c:pt>
                <c:pt idx="367">
                  <c:v>71.95</c:v>
                </c:pt>
                <c:pt idx="368">
                  <c:v>71.52</c:v>
                </c:pt>
                <c:pt idx="369">
                  <c:v>70.97</c:v>
                </c:pt>
                <c:pt idx="370">
                  <c:v>70.099999999999994</c:v>
                </c:pt>
                <c:pt idx="371">
                  <c:v>68.77</c:v>
                </c:pt>
                <c:pt idx="372">
                  <c:v>67.739999999999995</c:v>
                </c:pt>
                <c:pt idx="373">
                  <c:v>67.38</c:v>
                </c:pt>
                <c:pt idx="374">
                  <c:v>66.81</c:v>
                </c:pt>
                <c:pt idx="375">
                  <c:v>66.790000000000006</c:v>
                </c:pt>
                <c:pt idx="376">
                  <c:v>66.790000000000006</c:v>
                </c:pt>
                <c:pt idx="377">
                  <c:v>66.010000000000005</c:v>
                </c:pt>
                <c:pt idx="378">
                  <c:v>66.099999999999994</c:v>
                </c:pt>
                <c:pt idx="379">
                  <c:v>66.2</c:v>
                </c:pt>
                <c:pt idx="380">
                  <c:v>66.459999999999994</c:v>
                </c:pt>
                <c:pt idx="381">
                  <c:v>67.459999999999994</c:v>
                </c:pt>
                <c:pt idx="382">
                  <c:v>67.27</c:v>
                </c:pt>
                <c:pt idx="383">
                  <c:v>67.400000000000006</c:v>
                </c:pt>
                <c:pt idx="384">
                  <c:v>66.900000000000006</c:v>
                </c:pt>
                <c:pt idx="385">
                  <c:v>66.89</c:v>
                </c:pt>
                <c:pt idx="386">
                  <c:v>66.7</c:v>
                </c:pt>
                <c:pt idx="387">
                  <c:v>68.38</c:v>
                </c:pt>
                <c:pt idx="388">
                  <c:v>67.599999999999994</c:v>
                </c:pt>
                <c:pt idx="389">
                  <c:v>67.819999999999993</c:v>
                </c:pt>
                <c:pt idx="390">
                  <c:v>67.13</c:v>
                </c:pt>
                <c:pt idx="391">
                  <c:v>67.13</c:v>
                </c:pt>
                <c:pt idx="392">
                  <c:v>67.37</c:v>
                </c:pt>
                <c:pt idx="393">
                  <c:v>66.760000000000005</c:v>
                </c:pt>
                <c:pt idx="394">
                  <c:v>67.38</c:v>
                </c:pt>
                <c:pt idx="395">
                  <c:v>66.13</c:v>
                </c:pt>
                <c:pt idx="396">
                  <c:v>65.89</c:v>
                </c:pt>
                <c:pt idx="397">
                  <c:v>66.16</c:v>
                </c:pt>
                <c:pt idx="398">
                  <c:v>66.53</c:v>
                </c:pt>
                <c:pt idx="399">
                  <c:v>66.63</c:v>
                </c:pt>
                <c:pt idx="400">
                  <c:v>65.17</c:v>
                </c:pt>
                <c:pt idx="401">
                  <c:v>65.849999999999994</c:v>
                </c:pt>
                <c:pt idx="402">
                  <c:v>66.650000000000006</c:v>
                </c:pt>
                <c:pt idx="403">
                  <c:v>64.78</c:v>
                </c:pt>
                <c:pt idx="404">
                  <c:v>64.58</c:v>
                </c:pt>
                <c:pt idx="405">
                  <c:v>65.14</c:v>
                </c:pt>
                <c:pt idx="406">
                  <c:v>65.39</c:v>
                </c:pt>
                <c:pt idx="407">
                  <c:v>66.66</c:v>
                </c:pt>
                <c:pt idx="408">
                  <c:v>65.95</c:v>
                </c:pt>
                <c:pt idx="409">
                  <c:v>66.77</c:v>
                </c:pt>
                <c:pt idx="410">
                  <c:v>66.72</c:v>
                </c:pt>
                <c:pt idx="411">
                  <c:v>66.72</c:v>
                </c:pt>
                <c:pt idx="412">
                  <c:v>66.45</c:v>
                </c:pt>
                <c:pt idx="413">
                  <c:v>66.36</c:v>
                </c:pt>
                <c:pt idx="414">
                  <c:v>65.91</c:v>
                </c:pt>
                <c:pt idx="415">
                  <c:v>64.959999999999994</c:v>
                </c:pt>
                <c:pt idx="416">
                  <c:v>64.94</c:v>
                </c:pt>
                <c:pt idx="417">
                  <c:v>64.72</c:v>
                </c:pt>
                <c:pt idx="418">
                  <c:v>64.72</c:v>
                </c:pt>
                <c:pt idx="419">
                  <c:v>65.930000000000007</c:v>
                </c:pt>
                <c:pt idx="420">
                  <c:v>64.75</c:v>
                </c:pt>
                <c:pt idx="421">
                  <c:v>64.52</c:v>
                </c:pt>
                <c:pt idx="422">
                  <c:v>63.1</c:v>
                </c:pt>
                <c:pt idx="423">
                  <c:v>62.65</c:v>
                </c:pt>
                <c:pt idx="424">
                  <c:v>61.78</c:v>
                </c:pt>
                <c:pt idx="425">
                  <c:v>61.69</c:v>
                </c:pt>
                <c:pt idx="426">
                  <c:v>61.36</c:v>
                </c:pt>
                <c:pt idx="427">
                  <c:v>61.44</c:v>
                </c:pt>
                <c:pt idx="428">
                  <c:v>61.16</c:v>
                </c:pt>
                <c:pt idx="429">
                  <c:v>60.64</c:v>
                </c:pt>
                <c:pt idx="430">
                  <c:v>60.78</c:v>
                </c:pt>
                <c:pt idx="431">
                  <c:v>60.63</c:v>
                </c:pt>
                <c:pt idx="432">
                  <c:v>61.88</c:v>
                </c:pt>
                <c:pt idx="433">
                  <c:v>62.15</c:v>
                </c:pt>
                <c:pt idx="434">
                  <c:v>63.54</c:v>
                </c:pt>
                <c:pt idx="435">
                  <c:v>64</c:v>
                </c:pt>
                <c:pt idx="436">
                  <c:v>64.53</c:v>
                </c:pt>
                <c:pt idx="437">
                  <c:v>64.38</c:v>
                </c:pt>
                <c:pt idx="438">
                  <c:v>64.7</c:v>
                </c:pt>
                <c:pt idx="439">
                  <c:v>63.25</c:v>
                </c:pt>
                <c:pt idx="440">
                  <c:v>64.349999999999994</c:v>
                </c:pt>
                <c:pt idx="441">
                  <c:v>64.209999999999994</c:v>
                </c:pt>
                <c:pt idx="442">
                  <c:v>65.28</c:v>
                </c:pt>
                <c:pt idx="443">
                  <c:v>64.34</c:v>
                </c:pt>
                <c:pt idx="444">
                  <c:v>64.739999999999995</c:v>
                </c:pt>
                <c:pt idx="445">
                  <c:v>64.91</c:v>
                </c:pt>
                <c:pt idx="446">
                  <c:v>64.91</c:v>
                </c:pt>
                <c:pt idx="447">
                  <c:v>64.790000000000006</c:v>
                </c:pt>
                <c:pt idx="448">
                  <c:v>65.05</c:v>
                </c:pt>
                <c:pt idx="449">
                  <c:v>66.03</c:v>
                </c:pt>
                <c:pt idx="450">
                  <c:v>66.27</c:v>
                </c:pt>
                <c:pt idx="451">
                  <c:v>65.430000000000007</c:v>
                </c:pt>
                <c:pt idx="452">
                  <c:v>65.81</c:v>
                </c:pt>
                <c:pt idx="453">
                  <c:v>66.319999999999993</c:v>
                </c:pt>
                <c:pt idx="454">
                  <c:v>65.47</c:v>
                </c:pt>
                <c:pt idx="455">
                  <c:v>65.790000000000006</c:v>
                </c:pt>
                <c:pt idx="456">
                  <c:v>65.48</c:v>
                </c:pt>
                <c:pt idx="457">
                  <c:v>65.569999999999993</c:v>
                </c:pt>
                <c:pt idx="458">
                  <c:v>66.84</c:v>
                </c:pt>
                <c:pt idx="459">
                  <c:v>67.06</c:v>
                </c:pt>
                <c:pt idx="460">
                  <c:v>68.61</c:v>
                </c:pt>
                <c:pt idx="461">
                  <c:v>68.349999999999994</c:v>
                </c:pt>
                <c:pt idx="462">
                  <c:v>68.22</c:v>
                </c:pt>
                <c:pt idx="463">
                  <c:v>67.739999999999995</c:v>
                </c:pt>
                <c:pt idx="464">
                  <c:v>67.489999999999995</c:v>
                </c:pt>
                <c:pt idx="465">
                  <c:v>67.55</c:v>
                </c:pt>
                <c:pt idx="466">
                  <c:v>65.58</c:v>
                </c:pt>
                <c:pt idx="467">
                  <c:v>65.28</c:v>
                </c:pt>
                <c:pt idx="468">
                  <c:v>66.040000000000006</c:v>
                </c:pt>
                <c:pt idx="469">
                  <c:v>66.849999999999994</c:v>
                </c:pt>
                <c:pt idx="470">
                  <c:v>66.41</c:v>
                </c:pt>
                <c:pt idx="471">
                  <c:v>66.53</c:v>
                </c:pt>
                <c:pt idx="472">
                  <c:v>67.010000000000005</c:v>
                </c:pt>
                <c:pt idx="473">
                  <c:v>67.05</c:v>
                </c:pt>
                <c:pt idx="474">
                  <c:v>67.040000000000006</c:v>
                </c:pt>
                <c:pt idx="475">
                  <c:v>67.34</c:v>
                </c:pt>
                <c:pt idx="476">
                  <c:v>66.64</c:v>
                </c:pt>
                <c:pt idx="477">
                  <c:v>66.08</c:v>
                </c:pt>
                <c:pt idx="478">
                  <c:v>68.38</c:v>
                </c:pt>
                <c:pt idx="479">
                  <c:v>68.489999999999995</c:v>
                </c:pt>
                <c:pt idx="480">
                  <c:v>68.84</c:v>
                </c:pt>
                <c:pt idx="481">
                  <c:v>68.22</c:v>
                </c:pt>
                <c:pt idx="482">
                  <c:v>68.27</c:v>
                </c:pt>
                <c:pt idx="483">
                  <c:v>70.23</c:v>
                </c:pt>
                <c:pt idx="484">
                  <c:v>68.510000000000005</c:v>
                </c:pt>
                <c:pt idx="485">
                  <c:v>68.459999999999994</c:v>
                </c:pt>
                <c:pt idx="486">
                  <c:v>67.819999999999993</c:v>
                </c:pt>
                <c:pt idx="487">
                  <c:v>66.87</c:v>
                </c:pt>
                <c:pt idx="488">
                  <c:v>65.95</c:v>
                </c:pt>
                <c:pt idx="489">
                  <c:v>66.11</c:v>
                </c:pt>
                <c:pt idx="490">
                  <c:v>65.34</c:v>
                </c:pt>
                <c:pt idx="491">
                  <c:v>68.02</c:v>
                </c:pt>
                <c:pt idx="492">
                  <c:v>69.41</c:v>
                </c:pt>
                <c:pt idx="493">
                  <c:v>69.08</c:v>
                </c:pt>
                <c:pt idx="494">
                  <c:v>68.72</c:v>
                </c:pt>
                <c:pt idx="495">
                  <c:v>69.17</c:v>
                </c:pt>
                <c:pt idx="496">
                  <c:v>68.17</c:v>
                </c:pt>
                <c:pt idx="497">
                  <c:v>68.150000000000006</c:v>
                </c:pt>
                <c:pt idx="498">
                  <c:v>68.06</c:v>
                </c:pt>
                <c:pt idx="499">
                  <c:v>67.45</c:v>
                </c:pt>
                <c:pt idx="500">
                  <c:v>66.98</c:v>
                </c:pt>
                <c:pt idx="501">
                  <c:v>66.209999999999994</c:v>
                </c:pt>
                <c:pt idx="502">
                  <c:v>65.900000000000006</c:v>
                </c:pt>
                <c:pt idx="503">
                  <c:v>67.430000000000007</c:v>
                </c:pt>
                <c:pt idx="504">
                  <c:v>66.91</c:v>
                </c:pt>
                <c:pt idx="505">
                  <c:v>68.12</c:v>
                </c:pt>
                <c:pt idx="506">
                  <c:v>68.510000000000005</c:v>
                </c:pt>
                <c:pt idx="507">
                  <c:v>69.38</c:v>
                </c:pt>
                <c:pt idx="508">
                  <c:v>71.66</c:v>
                </c:pt>
                <c:pt idx="509">
                  <c:v>71.66</c:v>
                </c:pt>
                <c:pt idx="510">
                  <c:v>72.52</c:v>
                </c:pt>
                <c:pt idx="511">
                  <c:v>71.95</c:v>
                </c:pt>
                <c:pt idx="512">
                  <c:v>72.64</c:v>
                </c:pt>
                <c:pt idx="513">
                  <c:v>73.069999999999993</c:v>
                </c:pt>
                <c:pt idx="514">
                  <c:v>72.430000000000007</c:v>
                </c:pt>
                <c:pt idx="515">
                  <c:v>71.45</c:v>
                </c:pt>
                <c:pt idx="516">
                  <c:v>71.290000000000006</c:v>
                </c:pt>
                <c:pt idx="517">
                  <c:v>71.400000000000006</c:v>
                </c:pt>
                <c:pt idx="518">
                  <c:v>72.87</c:v>
                </c:pt>
                <c:pt idx="519">
                  <c:v>72.680000000000007</c:v>
                </c:pt>
                <c:pt idx="520">
                  <c:v>73.17</c:v>
                </c:pt>
                <c:pt idx="521">
                  <c:v>72.92</c:v>
                </c:pt>
                <c:pt idx="522">
                  <c:v>72.3</c:v>
                </c:pt>
                <c:pt idx="523">
                  <c:v>72.42</c:v>
                </c:pt>
                <c:pt idx="524">
                  <c:v>71.88</c:v>
                </c:pt>
                <c:pt idx="525">
                  <c:v>71.349999999999994</c:v>
                </c:pt>
                <c:pt idx="526">
                  <c:v>70.66</c:v>
                </c:pt>
                <c:pt idx="527">
                  <c:v>69.72</c:v>
                </c:pt>
                <c:pt idx="528">
                  <c:v>69.989999999999995</c:v>
                </c:pt>
                <c:pt idx="529">
                  <c:v>71.680000000000007</c:v>
                </c:pt>
                <c:pt idx="530">
                  <c:v>72.94</c:v>
                </c:pt>
                <c:pt idx="531">
                  <c:v>73.22</c:v>
                </c:pt>
                <c:pt idx="532">
                  <c:v>71.97</c:v>
                </c:pt>
                <c:pt idx="533">
                  <c:v>71.84</c:v>
                </c:pt>
                <c:pt idx="534">
                  <c:v>72.05</c:v>
                </c:pt>
                <c:pt idx="535">
                  <c:v>72.09</c:v>
                </c:pt>
                <c:pt idx="536">
                  <c:v>71.180000000000007</c:v>
                </c:pt>
                <c:pt idx="537">
                  <c:v>71.31</c:v>
                </c:pt>
                <c:pt idx="538">
                  <c:v>72.209999999999994</c:v>
                </c:pt>
                <c:pt idx="539">
                  <c:v>72.25</c:v>
                </c:pt>
                <c:pt idx="540">
                  <c:v>73.25</c:v>
                </c:pt>
                <c:pt idx="541">
                  <c:v>73.28</c:v>
                </c:pt>
                <c:pt idx="542">
                  <c:v>72.680000000000007</c:v>
                </c:pt>
                <c:pt idx="543">
                  <c:v>72.959999999999994</c:v>
                </c:pt>
                <c:pt idx="544">
                  <c:v>73.08</c:v>
                </c:pt>
                <c:pt idx="545">
                  <c:v>72.97</c:v>
                </c:pt>
                <c:pt idx="546">
                  <c:v>72.930000000000007</c:v>
                </c:pt>
                <c:pt idx="547">
                  <c:v>72.58</c:v>
                </c:pt>
                <c:pt idx="548">
                  <c:v>72.72</c:v>
                </c:pt>
                <c:pt idx="549">
                  <c:v>73.25</c:v>
                </c:pt>
                <c:pt idx="550">
                  <c:v>73.010000000000005</c:v>
                </c:pt>
                <c:pt idx="551">
                  <c:v>73.010000000000005</c:v>
                </c:pt>
                <c:pt idx="552">
                  <c:v>73.040000000000006</c:v>
                </c:pt>
                <c:pt idx="553">
                  <c:v>72.87</c:v>
                </c:pt>
                <c:pt idx="554">
                  <c:v>72.180000000000007</c:v>
                </c:pt>
                <c:pt idx="555">
                  <c:v>71.44</c:v>
                </c:pt>
                <c:pt idx="556">
                  <c:v>70.86</c:v>
                </c:pt>
                <c:pt idx="557">
                  <c:v>71.55</c:v>
                </c:pt>
                <c:pt idx="558">
                  <c:v>71.42</c:v>
                </c:pt>
                <c:pt idx="559">
                  <c:v>69.94</c:v>
                </c:pt>
                <c:pt idx="560">
                  <c:v>70.03</c:v>
                </c:pt>
                <c:pt idx="561">
                  <c:v>69.53</c:v>
                </c:pt>
                <c:pt idx="562">
                  <c:v>69.53</c:v>
                </c:pt>
                <c:pt idx="563">
                  <c:v>69.150000000000006</c:v>
                </c:pt>
                <c:pt idx="564">
                  <c:v>69</c:v>
                </c:pt>
                <c:pt idx="565">
                  <c:v>69.760000000000005</c:v>
                </c:pt>
                <c:pt idx="566">
                  <c:v>70.41</c:v>
                </c:pt>
                <c:pt idx="567">
                  <c:v>70.290000000000006</c:v>
                </c:pt>
                <c:pt idx="568">
                  <c:v>70.64</c:v>
                </c:pt>
                <c:pt idx="569">
                  <c:v>69.45</c:v>
                </c:pt>
                <c:pt idx="570">
                  <c:v>70.25</c:v>
                </c:pt>
                <c:pt idx="571">
                  <c:v>69.81</c:v>
                </c:pt>
                <c:pt idx="572">
                  <c:v>70.09</c:v>
                </c:pt>
                <c:pt idx="573">
                  <c:v>70.81</c:v>
                </c:pt>
                <c:pt idx="574">
                  <c:v>72.78</c:v>
                </c:pt>
                <c:pt idx="575">
                  <c:v>71.45</c:v>
                </c:pt>
                <c:pt idx="576">
                  <c:v>71.45</c:v>
                </c:pt>
                <c:pt idx="577">
                  <c:v>71.739999999999995</c:v>
                </c:pt>
                <c:pt idx="578">
                  <c:v>70.819999999999993</c:v>
                </c:pt>
                <c:pt idx="579">
                  <c:v>70.819999999999993</c:v>
                </c:pt>
                <c:pt idx="580">
                  <c:v>70.37</c:v>
                </c:pt>
                <c:pt idx="581">
                  <c:v>70.489999999999995</c:v>
                </c:pt>
                <c:pt idx="582">
                  <c:v>71.400000000000006</c:v>
                </c:pt>
                <c:pt idx="583">
                  <c:v>71.59</c:v>
                </c:pt>
                <c:pt idx="584">
                  <c:v>71.92</c:v>
                </c:pt>
                <c:pt idx="585">
                  <c:v>71.739999999999995</c:v>
                </c:pt>
                <c:pt idx="586">
                  <c:v>73.3</c:v>
                </c:pt>
                <c:pt idx="587">
                  <c:v>74.06</c:v>
                </c:pt>
                <c:pt idx="588">
                  <c:v>74.17</c:v>
                </c:pt>
                <c:pt idx="589">
                  <c:v>74.09</c:v>
                </c:pt>
                <c:pt idx="590">
                  <c:v>73.55</c:v>
                </c:pt>
                <c:pt idx="591">
                  <c:v>72.63</c:v>
                </c:pt>
                <c:pt idx="592">
                  <c:v>72.97</c:v>
                </c:pt>
                <c:pt idx="593">
                  <c:v>72.78</c:v>
                </c:pt>
                <c:pt idx="594">
                  <c:v>72.37</c:v>
                </c:pt>
                <c:pt idx="595">
                  <c:v>72.11</c:v>
                </c:pt>
                <c:pt idx="596">
                  <c:v>70.95</c:v>
                </c:pt>
                <c:pt idx="597">
                  <c:v>71.66</c:v>
                </c:pt>
                <c:pt idx="598">
                  <c:v>73.12</c:v>
                </c:pt>
                <c:pt idx="599">
                  <c:v>73.27</c:v>
                </c:pt>
                <c:pt idx="600">
                  <c:v>73.27</c:v>
                </c:pt>
                <c:pt idx="601">
                  <c:v>73.13</c:v>
                </c:pt>
                <c:pt idx="602">
                  <c:v>72.77</c:v>
                </c:pt>
                <c:pt idx="603">
                  <c:v>72.39</c:v>
                </c:pt>
                <c:pt idx="604">
                  <c:v>72.069999999999993</c:v>
                </c:pt>
                <c:pt idx="605">
                  <c:v>71.03</c:v>
                </c:pt>
                <c:pt idx="606">
                  <c:v>71.14</c:v>
                </c:pt>
                <c:pt idx="607">
                  <c:v>71.06</c:v>
                </c:pt>
                <c:pt idx="608">
                  <c:v>71.94</c:v>
                </c:pt>
                <c:pt idx="609">
                  <c:v>72.44</c:v>
                </c:pt>
                <c:pt idx="610">
                  <c:v>72.66</c:v>
                </c:pt>
                <c:pt idx="611">
                  <c:v>72.650000000000006</c:v>
                </c:pt>
                <c:pt idx="612">
                  <c:v>71.84</c:v>
                </c:pt>
                <c:pt idx="613">
                  <c:v>71.819999999999993</c:v>
                </c:pt>
                <c:pt idx="614">
                  <c:v>71.290000000000006</c:v>
                </c:pt>
                <c:pt idx="615">
                  <c:v>70.25</c:v>
                </c:pt>
                <c:pt idx="616">
                  <c:v>70.09</c:v>
                </c:pt>
                <c:pt idx="617">
                  <c:v>69.760000000000005</c:v>
                </c:pt>
                <c:pt idx="618">
                  <c:v>67.040000000000006</c:v>
                </c:pt>
                <c:pt idx="619">
                  <c:v>66.760000000000005</c:v>
                </c:pt>
                <c:pt idx="620">
                  <c:v>66.760000000000005</c:v>
                </c:pt>
                <c:pt idx="621">
                  <c:v>67.42</c:v>
                </c:pt>
                <c:pt idx="622">
                  <c:v>66.92</c:v>
                </c:pt>
                <c:pt idx="623">
                  <c:v>66.849999999999994</c:v>
                </c:pt>
                <c:pt idx="624">
                  <c:v>66.930000000000007</c:v>
                </c:pt>
                <c:pt idx="625">
                  <c:v>66.47</c:v>
                </c:pt>
                <c:pt idx="626">
                  <c:v>66.14</c:v>
                </c:pt>
                <c:pt idx="627">
                  <c:v>65.86</c:v>
                </c:pt>
                <c:pt idx="628">
                  <c:v>65.78</c:v>
                </c:pt>
                <c:pt idx="629">
                  <c:v>65.709999999999994</c:v>
                </c:pt>
                <c:pt idx="630">
                  <c:v>64.510000000000005</c:v>
                </c:pt>
                <c:pt idx="631">
                  <c:v>64.290000000000006</c:v>
                </c:pt>
                <c:pt idx="632">
                  <c:v>64.319999999999993</c:v>
                </c:pt>
                <c:pt idx="633">
                  <c:v>64.25</c:v>
                </c:pt>
                <c:pt idx="634">
                  <c:v>63.85</c:v>
                </c:pt>
                <c:pt idx="635">
                  <c:v>62.87</c:v>
                </c:pt>
                <c:pt idx="636">
                  <c:v>62.85</c:v>
                </c:pt>
                <c:pt idx="637">
                  <c:v>63.56</c:v>
                </c:pt>
                <c:pt idx="638">
                  <c:v>62.83</c:v>
                </c:pt>
                <c:pt idx="639">
                  <c:v>62.58</c:v>
                </c:pt>
                <c:pt idx="640">
                  <c:v>63.4</c:v>
                </c:pt>
                <c:pt idx="641">
                  <c:v>63.38</c:v>
                </c:pt>
                <c:pt idx="642">
                  <c:v>63.93</c:v>
                </c:pt>
                <c:pt idx="643">
                  <c:v>64.13</c:v>
                </c:pt>
                <c:pt idx="644">
                  <c:v>64.38</c:v>
                </c:pt>
                <c:pt idx="645">
                  <c:v>63.62</c:v>
                </c:pt>
                <c:pt idx="646">
                  <c:v>63.57</c:v>
                </c:pt>
                <c:pt idx="647">
                  <c:v>63.57</c:v>
                </c:pt>
                <c:pt idx="648">
                  <c:v>63.58</c:v>
                </c:pt>
                <c:pt idx="649">
                  <c:v>63.43</c:v>
                </c:pt>
                <c:pt idx="650">
                  <c:v>63.42</c:v>
                </c:pt>
                <c:pt idx="651">
                  <c:v>64.150000000000006</c:v>
                </c:pt>
                <c:pt idx="652">
                  <c:v>63.74</c:v>
                </c:pt>
                <c:pt idx="653">
                  <c:v>63.56</c:v>
                </c:pt>
                <c:pt idx="654">
                  <c:v>63.56</c:v>
                </c:pt>
                <c:pt idx="655">
                  <c:v>63.65</c:v>
                </c:pt>
                <c:pt idx="656">
                  <c:v>62.98</c:v>
                </c:pt>
                <c:pt idx="657">
                  <c:v>63.3</c:v>
                </c:pt>
                <c:pt idx="658">
                  <c:v>64.08</c:v>
                </c:pt>
                <c:pt idx="659">
                  <c:v>62.91</c:v>
                </c:pt>
                <c:pt idx="660">
                  <c:v>63.89</c:v>
                </c:pt>
                <c:pt idx="661">
                  <c:v>63.41</c:v>
                </c:pt>
                <c:pt idx="662">
                  <c:v>63.17</c:v>
                </c:pt>
                <c:pt idx="663">
                  <c:v>62.49</c:v>
                </c:pt>
                <c:pt idx="664">
                  <c:v>61.46</c:v>
                </c:pt>
                <c:pt idx="665">
                  <c:v>61.15</c:v>
                </c:pt>
                <c:pt idx="666">
                  <c:v>61.18</c:v>
                </c:pt>
                <c:pt idx="667">
                  <c:v>61.11</c:v>
                </c:pt>
                <c:pt idx="668">
                  <c:v>61.35</c:v>
                </c:pt>
                <c:pt idx="669">
                  <c:v>61.04</c:v>
                </c:pt>
                <c:pt idx="670">
                  <c:v>61.76</c:v>
                </c:pt>
                <c:pt idx="671">
                  <c:v>63.8</c:v>
                </c:pt>
                <c:pt idx="672">
                  <c:v>63.8</c:v>
                </c:pt>
                <c:pt idx="673">
                  <c:v>63.2</c:v>
                </c:pt>
                <c:pt idx="674">
                  <c:v>63.07</c:v>
                </c:pt>
                <c:pt idx="675">
                  <c:v>63.9</c:v>
                </c:pt>
                <c:pt idx="676">
                  <c:v>64.62</c:v>
                </c:pt>
                <c:pt idx="677">
                  <c:v>65.73</c:v>
                </c:pt>
                <c:pt idx="678">
                  <c:v>66.36</c:v>
                </c:pt>
                <c:pt idx="679">
                  <c:v>66.930000000000007</c:v>
                </c:pt>
                <c:pt idx="680">
                  <c:v>65.91</c:v>
                </c:pt>
                <c:pt idx="681">
                  <c:v>65.8</c:v>
                </c:pt>
                <c:pt idx="682">
                  <c:v>65.45</c:v>
                </c:pt>
                <c:pt idx="683">
                  <c:v>66.13</c:v>
                </c:pt>
                <c:pt idx="684">
                  <c:v>66.11</c:v>
                </c:pt>
                <c:pt idx="685">
                  <c:v>65.81</c:v>
                </c:pt>
                <c:pt idx="686">
                  <c:v>65.650000000000006</c:v>
                </c:pt>
                <c:pt idx="687">
                  <c:v>65.06</c:v>
                </c:pt>
                <c:pt idx="688">
                  <c:v>65.5</c:v>
                </c:pt>
                <c:pt idx="689">
                  <c:v>64.709999999999994</c:v>
                </c:pt>
                <c:pt idx="690">
                  <c:v>64.08</c:v>
                </c:pt>
                <c:pt idx="691">
                  <c:v>65.489999999999995</c:v>
                </c:pt>
                <c:pt idx="692">
                  <c:v>64.22</c:v>
                </c:pt>
                <c:pt idx="693">
                  <c:v>63.7</c:v>
                </c:pt>
                <c:pt idx="694">
                  <c:v>63.88</c:v>
                </c:pt>
                <c:pt idx="695">
                  <c:v>64.14</c:v>
                </c:pt>
                <c:pt idx="696">
                  <c:v>63.27</c:v>
                </c:pt>
                <c:pt idx="697">
                  <c:v>63.05</c:v>
                </c:pt>
                <c:pt idx="698">
                  <c:v>64.16</c:v>
                </c:pt>
                <c:pt idx="699">
                  <c:v>64.89</c:v>
                </c:pt>
                <c:pt idx="700">
                  <c:v>65.430000000000007</c:v>
                </c:pt>
                <c:pt idx="701">
                  <c:v>65.8</c:v>
                </c:pt>
                <c:pt idx="702">
                  <c:v>65.849999999999994</c:v>
                </c:pt>
                <c:pt idx="703">
                  <c:v>66</c:v>
                </c:pt>
                <c:pt idx="704">
                  <c:v>65.81</c:v>
                </c:pt>
                <c:pt idx="705">
                  <c:v>65.989999999999995</c:v>
                </c:pt>
                <c:pt idx="706">
                  <c:v>65.42</c:v>
                </c:pt>
                <c:pt idx="707">
                  <c:v>65.42</c:v>
                </c:pt>
                <c:pt idx="708">
                  <c:v>66.52</c:v>
                </c:pt>
                <c:pt idx="709">
                  <c:v>66.680000000000007</c:v>
                </c:pt>
                <c:pt idx="710">
                  <c:v>65.87</c:v>
                </c:pt>
                <c:pt idx="711">
                  <c:v>64.599999999999994</c:v>
                </c:pt>
                <c:pt idx="712">
                  <c:v>65.95</c:v>
                </c:pt>
                <c:pt idx="713">
                  <c:v>66.37</c:v>
                </c:pt>
                <c:pt idx="714">
                  <c:v>66.040000000000006</c:v>
                </c:pt>
                <c:pt idx="715">
                  <c:v>65.599999999999994</c:v>
                </c:pt>
                <c:pt idx="716">
                  <c:v>64.81</c:v>
                </c:pt>
                <c:pt idx="717">
                  <c:v>64.42</c:v>
                </c:pt>
                <c:pt idx="718">
                  <c:v>65.489999999999995</c:v>
                </c:pt>
                <c:pt idx="719">
                  <c:v>66.83</c:v>
                </c:pt>
                <c:pt idx="720">
                  <c:v>66.14</c:v>
                </c:pt>
                <c:pt idx="721">
                  <c:v>68.55</c:v>
                </c:pt>
                <c:pt idx="722">
                  <c:v>65.39</c:v>
                </c:pt>
                <c:pt idx="723">
                  <c:v>65.14</c:v>
                </c:pt>
                <c:pt idx="724">
                  <c:v>66.09</c:v>
                </c:pt>
                <c:pt idx="725">
                  <c:v>66.36</c:v>
                </c:pt>
                <c:pt idx="726">
                  <c:v>66.22</c:v>
                </c:pt>
                <c:pt idx="727">
                  <c:v>66.86</c:v>
                </c:pt>
                <c:pt idx="728">
                  <c:v>66.67</c:v>
                </c:pt>
                <c:pt idx="729">
                  <c:v>67.069999999999993</c:v>
                </c:pt>
                <c:pt idx="730">
                  <c:v>67.05</c:v>
                </c:pt>
                <c:pt idx="731">
                  <c:v>68.099999999999994</c:v>
                </c:pt>
                <c:pt idx="732">
                  <c:v>68.489999999999995</c:v>
                </c:pt>
                <c:pt idx="733">
                  <c:v>68.48</c:v>
                </c:pt>
                <c:pt idx="734">
                  <c:v>68.11</c:v>
                </c:pt>
                <c:pt idx="735">
                  <c:v>67.38</c:v>
                </c:pt>
                <c:pt idx="736">
                  <c:v>66.540000000000006</c:v>
                </c:pt>
                <c:pt idx="737">
                  <c:v>66.349999999999994</c:v>
                </c:pt>
                <c:pt idx="738">
                  <c:v>66.48</c:v>
                </c:pt>
                <c:pt idx="739">
                  <c:v>66.12</c:v>
                </c:pt>
                <c:pt idx="740">
                  <c:v>64.53</c:v>
                </c:pt>
                <c:pt idx="741">
                  <c:v>62.66</c:v>
                </c:pt>
                <c:pt idx="742">
                  <c:v>62.04</c:v>
                </c:pt>
                <c:pt idx="743">
                  <c:v>63.37</c:v>
                </c:pt>
                <c:pt idx="744">
                  <c:v>63.36</c:v>
                </c:pt>
                <c:pt idx="745">
                  <c:v>64.38</c:v>
                </c:pt>
                <c:pt idx="746">
                  <c:v>65.819999999999993</c:v>
                </c:pt>
                <c:pt idx="747">
                  <c:v>64.92</c:v>
                </c:pt>
                <c:pt idx="748">
                  <c:v>63.91</c:v>
                </c:pt>
                <c:pt idx="749">
                  <c:v>64.709999999999994</c:v>
                </c:pt>
                <c:pt idx="750">
                  <c:v>64.52</c:v>
                </c:pt>
                <c:pt idx="751">
                  <c:v>64.459999999999994</c:v>
                </c:pt>
                <c:pt idx="752">
                  <c:v>64.930000000000007</c:v>
                </c:pt>
                <c:pt idx="753">
                  <c:v>65.17</c:v>
                </c:pt>
                <c:pt idx="754">
                  <c:v>65.23</c:v>
                </c:pt>
                <c:pt idx="755">
                  <c:v>64.650000000000006</c:v>
                </c:pt>
                <c:pt idx="756">
                  <c:v>65.34</c:v>
                </c:pt>
                <c:pt idx="757">
                  <c:v>63.93</c:v>
                </c:pt>
                <c:pt idx="758">
                  <c:v>64.069999999999993</c:v>
                </c:pt>
                <c:pt idx="759">
                  <c:v>63.52</c:v>
                </c:pt>
                <c:pt idx="760">
                  <c:v>63.2</c:v>
                </c:pt>
                <c:pt idx="761">
                  <c:v>63.03</c:v>
                </c:pt>
                <c:pt idx="762">
                  <c:v>63.39</c:v>
                </c:pt>
                <c:pt idx="763">
                  <c:v>62.85</c:v>
                </c:pt>
                <c:pt idx="764">
                  <c:v>62.85</c:v>
                </c:pt>
                <c:pt idx="765">
                  <c:v>62.85</c:v>
                </c:pt>
                <c:pt idx="766">
                  <c:v>62.09</c:v>
                </c:pt>
                <c:pt idx="767">
                  <c:v>62.24</c:v>
                </c:pt>
                <c:pt idx="768">
                  <c:v>62.01</c:v>
                </c:pt>
                <c:pt idx="769">
                  <c:v>61.42</c:v>
                </c:pt>
                <c:pt idx="770">
                  <c:v>61.03</c:v>
                </c:pt>
                <c:pt idx="771">
                  <c:v>60.46</c:v>
                </c:pt>
                <c:pt idx="772">
                  <c:v>60.73</c:v>
                </c:pt>
                <c:pt idx="773">
                  <c:v>60.93</c:v>
                </c:pt>
                <c:pt idx="774">
                  <c:v>61.42</c:v>
                </c:pt>
                <c:pt idx="775">
                  <c:v>61.2</c:v>
                </c:pt>
                <c:pt idx="776">
                  <c:v>60.99</c:v>
                </c:pt>
                <c:pt idx="777">
                  <c:v>60.68</c:v>
                </c:pt>
                <c:pt idx="778">
                  <c:v>60.93</c:v>
                </c:pt>
                <c:pt idx="779">
                  <c:v>61.56</c:v>
                </c:pt>
                <c:pt idx="780">
                  <c:v>62.42</c:v>
                </c:pt>
                <c:pt idx="781">
                  <c:v>62.32</c:v>
                </c:pt>
                <c:pt idx="782">
                  <c:v>62.52</c:v>
                </c:pt>
                <c:pt idx="783">
                  <c:v>61.68</c:v>
                </c:pt>
                <c:pt idx="784">
                  <c:v>61.44</c:v>
                </c:pt>
                <c:pt idx="785">
                  <c:v>61.15</c:v>
                </c:pt>
                <c:pt idx="786">
                  <c:v>60.59</c:v>
                </c:pt>
                <c:pt idx="787">
                  <c:v>59.92</c:v>
                </c:pt>
                <c:pt idx="788">
                  <c:v>61.02</c:v>
                </c:pt>
                <c:pt idx="789">
                  <c:v>61.63</c:v>
                </c:pt>
                <c:pt idx="790">
                  <c:v>60.94</c:v>
                </c:pt>
                <c:pt idx="791">
                  <c:v>60.8</c:v>
                </c:pt>
                <c:pt idx="792">
                  <c:v>62.62</c:v>
                </c:pt>
                <c:pt idx="793">
                  <c:v>63.03</c:v>
                </c:pt>
                <c:pt idx="794">
                  <c:v>63.38</c:v>
                </c:pt>
                <c:pt idx="795">
                  <c:v>62.97</c:v>
                </c:pt>
                <c:pt idx="796">
                  <c:v>62.6</c:v>
                </c:pt>
                <c:pt idx="797">
                  <c:v>61.73</c:v>
                </c:pt>
                <c:pt idx="798">
                  <c:v>61.04</c:v>
                </c:pt>
                <c:pt idx="799">
                  <c:v>60.81</c:v>
                </c:pt>
                <c:pt idx="800">
                  <c:v>60.68</c:v>
                </c:pt>
                <c:pt idx="801">
                  <c:v>62.11</c:v>
                </c:pt>
                <c:pt idx="802">
                  <c:v>61.79</c:v>
                </c:pt>
                <c:pt idx="803">
                  <c:v>60.87</c:v>
                </c:pt>
                <c:pt idx="804">
                  <c:v>59.92</c:v>
                </c:pt>
                <c:pt idx="805">
                  <c:v>59.65</c:v>
                </c:pt>
                <c:pt idx="806">
                  <c:v>58.53</c:v>
                </c:pt>
                <c:pt idx="807">
                  <c:v>59.86</c:v>
                </c:pt>
                <c:pt idx="808">
                  <c:v>60.86</c:v>
                </c:pt>
                <c:pt idx="809">
                  <c:v>60.86</c:v>
                </c:pt>
                <c:pt idx="810">
                  <c:v>60.38</c:v>
                </c:pt>
                <c:pt idx="811">
                  <c:v>59.85</c:v>
                </c:pt>
                <c:pt idx="812">
                  <c:v>59.64</c:v>
                </c:pt>
                <c:pt idx="813">
                  <c:v>59.94</c:v>
                </c:pt>
                <c:pt idx="814">
                  <c:v>60.2</c:v>
                </c:pt>
                <c:pt idx="815">
                  <c:v>59.6</c:v>
                </c:pt>
                <c:pt idx="816">
                  <c:v>60.09</c:v>
                </c:pt>
                <c:pt idx="817">
                  <c:v>60.75</c:v>
                </c:pt>
                <c:pt idx="818">
                  <c:v>60.33</c:v>
                </c:pt>
                <c:pt idx="819">
                  <c:v>60.35</c:v>
                </c:pt>
                <c:pt idx="820">
                  <c:v>60.35</c:v>
                </c:pt>
                <c:pt idx="821">
                  <c:v>60.68</c:v>
                </c:pt>
                <c:pt idx="822">
                  <c:v>59.36</c:v>
                </c:pt>
                <c:pt idx="823">
                  <c:v>58.39</c:v>
                </c:pt>
                <c:pt idx="824">
                  <c:v>57.82</c:v>
                </c:pt>
                <c:pt idx="825">
                  <c:v>58.43</c:v>
                </c:pt>
                <c:pt idx="826">
                  <c:v>58.84</c:v>
                </c:pt>
                <c:pt idx="827">
                  <c:v>58.2</c:v>
                </c:pt>
                <c:pt idx="828">
                  <c:v>57.7</c:v>
                </c:pt>
                <c:pt idx="829">
                  <c:v>57.71</c:v>
                </c:pt>
                <c:pt idx="830">
                  <c:v>58.26</c:v>
                </c:pt>
                <c:pt idx="831">
                  <c:v>57.09</c:v>
                </c:pt>
                <c:pt idx="832">
                  <c:v>56</c:v>
                </c:pt>
                <c:pt idx="833">
                  <c:v>57.49</c:v>
                </c:pt>
                <c:pt idx="834">
                  <c:v>58.78</c:v>
                </c:pt>
                <c:pt idx="835">
                  <c:v>58.78</c:v>
                </c:pt>
                <c:pt idx="836">
                  <c:v>58.39</c:v>
                </c:pt>
                <c:pt idx="837">
                  <c:v>59.54</c:v>
                </c:pt>
                <c:pt idx="838">
                  <c:v>60.36</c:v>
                </c:pt>
                <c:pt idx="839">
                  <c:v>60.03</c:v>
                </c:pt>
                <c:pt idx="840">
                  <c:v>60.42</c:v>
                </c:pt>
                <c:pt idx="841">
                  <c:v>60.06</c:v>
                </c:pt>
                <c:pt idx="842">
                  <c:v>60.79</c:v>
                </c:pt>
                <c:pt idx="843">
                  <c:v>59.91</c:v>
                </c:pt>
                <c:pt idx="844">
                  <c:v>60.92</c:v>
                </c:pt>
                <c:pt idx="845">
                  <c:v>60.36</c:v>
                </c:pt>
                <c:pt idx="846">
                  <c:v>60.34</c:v>
                </c:pt>
                <c:pt idx="847">
                  <c:v>61</c:v>
                </c:pt>
                <c:pt idx="848">
                  <c:v>60.84</c:v>
                </c:pt>
                <c:pt idx="849">
                  <c:v>60.86</c:v>
                </c:pt>
                <c:pt idx="850">
                  <c:v>61.13</c:v>
                </c:pt>
                <c:pt idx="851">
                  <c:v>59.34</c:v>
                </c:pt>
                <c:pt idx="852">
                  <c:v>58.52</c:v>
                </c:pt>
                <c:pt idx="853">
                  <c:v>59.25</c:v>
                </c:pt>
                <c:pt idx="854">
                  <c:v>61.98</c:v>
                </c:pt>
                <c:pt idx="855">
                  <c:v>60.68</c:v>
                </c:pt>
                <c:pt idx="856">
                  <c:v>60.49</c:v>
                </c:pt>
                <c:pt idx="857">
                  <c:v>60.71</c:v>
                </c:pt>
                <c:pt idx="858">
                  <c:v>62</c:v>
                </c:pt>
                <c:pt idx="859">
                  <c:v>61.46</c:v>
                </c:pt>
                <c:pt idx="860">
                  <c:v>61.65</c:v>
                </c:pt>
                <c:pt idx="861">
                  <c:v>61.5</c:v>
                </c:pt>
                <c:pt idx="862">
                  <c:v>61.91</c:v>
                </c:pt>
                <c:pt idx="863">
                  <c:v>61.49</c:v>
                </c:pt>
                <c:pt idx="864">
                  <c:v>62.06</c:v>
                </c:pt>
                <c:pt idx="865">
                  <c:v>62.07</c:v>
                </c:pt>
                <c:pt idx="866">
                  <c:v>61.38</c:v>
                </c:pt>
                <c:pt idx="867">
                  <c:v>60.78</c:v>
                </c:pt>
                <c:pt idx="868">
                  <c:v>60.57</c:v>
                </c:pt>
                <c:pt idx="869">
                  <c:v>59.87</c:v>
                </c:pt>
                <c:pt idx="870">
                  <c:v>59.5</c:v>
                </c:pt>
                <c:pt idx="871">
                  <c:v>60.51</c:v>
                </c:pt>
                <c:pt idx="872">
                  <c:v>57.54</c:v>
                </c:pt>
                <c:pt idx="873">
                  <c:v>57.94</c:v>
                </c:pt>
                <c:pt idx="874">
                  <c:v>57.12</c:v>
                </c:pt>
                <c:pt idx="875">
                  <c:v>56.17</c:v>
                </c:pt>
                <c:pt idx="876">
                  <c:v>55.84</c:v>
                </c:pt>
                <c:pt idx="877">
                  <c:v>54.57</c:v>
                </c:pt>
                <c:pt idx="878">
                  <c:v>55.97</c:v>
                </c:pt>
                <c:pt idx="879">
                  <c:v>56.85</c:v>
                </c:pt>
                <c:pt idx="880">
                  <c:v>57.12</c:v>
                </c:pt>
                <c:pt idx="881">
                  <c:v>55.24</c:v>
                </c:pt>
                <c:pt idx="882">
                  <c:v>53.95</c:v>
                </c:pt>
                <c:pt idx="883">
                  <c:v>54.64</c:v>
                </c:pt>
                <c:pt idx="884">
                  <c:v>55.55</c:v>
                </c:pt>
                <c:pt idx="885">
                  <c:v>59.4</c:v>
                </c:pt>
                <c:pt idx="886">
                  <c:v>59.1</c:v>
                </c:pt>
                <c:pt idx="887">
                  <c:v>60.36</c:v>
                </c:pt>
                <c:pt idx="888">
                  <c:v>60.66</c:v>
                </c:pt>
                <c:pt idx="889">
                  <c:v>61.37</c:v>
                </c:pt>
                <c:pt idx="890">
                  <c:v>61.6</c:v>
                </c:pt>
                <c:pt idx="891">
                  <c:v>62.57</c:v>
                </c:pt>
                <c:pt idx="892">
                  <c:v>62.3</c:v>
                </c:pt>
                <c:pt idx="893">
                  <c:v>62.42</c:v>
                </c:pt>
                <c:pt idx="894">
                  <c:v>61.94</c:v>
                </c:pt>
                <c:pt idx="895">
                  <c:v>60.77</c:v>
                </c:pt>
                <c:pt idx="896">
                  <c:v>61.2</c:v>
                </c:pt>
                <c:pt idx="897">
                  <c:v>60.63</c:v>
                </c:pt>
                <c:pt idx="898">
                  <c:v>60.26</c:v>
                </c:pt>
                <c:pt idx="899">
                  <c:v>58.95</c:v>
                </c:pt>
                <c:pt idx="900">
                  <c:v>60.07</c:v>
                </c:pt>
                <c:pt idx="901">
                  <c:v>60.66</c:v>
                </c:pt>
                <c:pt idx="902">
                  <c:v>60.66</c:v>
                </c:pt>
                <c:pt idx="903">
                  <c:v>61.9</c:v>
                </c:pt>
                <c:pt idx="904">
                  <c:v>62.46</c:v>
                </c:pt>
                <c:pt idx="905">
                  <c:v>62.58</c:v>
                </c:pt>
                <c:pt idx="906">
                  <c:v>61.83</c:v>
                </c:pt>
                <c:pt idx="907">
                  <c:v>61.76</c:v>
                </c:pt>
                <c:pt idx="908">
                  <c:v>59.79</c:v>
                </c:pt>
                <c:pt idx="909">
                  <c:v>59.47</c:v>
                </c:pt>
                <c:pt idx="910">
                  <c:v>59.61</c:v>
                </c:pt>
                <c:pt idx="911">
                  <c:v>57.85</c:v>
                </c:pt>
                <c:pt idx="912">
                  <c:v>58.3</c:v>
                </c:pt>
                <c:pt idx="913">
                  <c:v>57.63</c:v>
                </c:pt>
                <c:pt idx="914">
                  <c:v>58.32</c:v>
                </c:pt>
                <c:pt idx="915">
                  <c:v>58.81</c:v>
                </c:pt>
                <c:pt idx="916">
                  <c:v>58.41</c:v>
                </c:pt>
                <c:pt idx="917">
                  <c:v>58.51</c:v>
                </c:pt>
                <c:pt idx="918">
                  <c:v>58.52</c:v>
                </c:pt>
                <c:pt idx="919">
                  <c:v>57.84</c:v>
                </c:pt>
                <c:pt idx="920">
                  <c:v>57.99</c:v>
                </c:pt>
                <c:pt idx="921">
                  <c:v>58.63</c:v>
                </c:pt>
                <c:pt idx="922">
                  <c:v>58.9</c:v>
                </c:pt>
                <c:pt idx="923">
                  <c:v>59.13</c:v>
                </c:pt>
                <c:pt idx="924">
                  <c:v>58.39</c:v>
                </c:pt>
                <c:pt idx="925">
                  <c:v>59.4</c:v>
                </c:pt>
                <c:pt idx="926">
                  <c:v>59.61</c:v>
                </c:pt>
                <c:pt idx="927">
                  <c:v>59.61</c:v>
                </c:pt>
                <c:pt idx="928">
                  <c:v>59.62</c:v>
                </c:pt>
                <c:pt idx="929">
                  <c:v>58.93</c:v>
                </c:pt>
                <c:pt idx="930">
                  <c:v>58.37</c:v>
                </c:pt>
                <c:pt idx="931">
                  <c:v>58.07</c:v>
                </c:pt>
                <c:pt idx="932">
                  <c:v>57.25</c:v>
                </c:pt>
                <c:pt idx="933">
                  <c:v>55.48</c:v>
                </c:pt>
                <c:pt idx="934">
                  <c:v>55.43</c:v>
                </c:pt>
                <c:pt idx="935">
                  <c:v>55.98</c:v>
                </c:pt>
                <c:pt idx="936">
                  <c:v>56.95</c:v>
                </c:pt>
                <c:pt idx="937">
                  <c:v>56.95</c:v>
                </c:pt>
                <c:pt idx="938">
                  <c:v>56.67</c:v>
                </c:pt>
                <c:pt idx="939">
                  <c:v>56.56</c:v>
                </c:pt>
                <c:pt idx="940">
                  <c:v>57.87</c:v>
                </c:pt>
                <c:pt idx="941">
                  <c:v>57.78</c:v>
                </c:pt>
                <c:pt idx="942">
                  <c:v>56.74</c:v>
                </c:pt>
                <c:pt idx="943">
                  <c:v>57.6</c:v>
                </c:pt>
                <c:pt idx="944">
                  <c:v>56.13</c:v>
                </c:pt>
                <c:pt idx="945">
                  <c:v>55.52</c:v>
                </c:pt>
                <c:pt idx="946">
                  <c:v>54.96</c:v>
                </c:pt>
                <c:pt idx="947">
                  <c:v>56.15</c:v>
                </c:pt>
                <c:pt idx="948">
                  <c:v>56.76</c:v>
                </c:pt>
                <c:pt idx="949">
                  <c:v>57.38</c:v>
                </c:pt>
                <c:pt idx="950">
                  <c:v>56.36</c:v>
                </c:pt>
                <c:pt idx="951">
                  <c:v>55.61</c:v>
                </c:pt>
                <c:pt idx="952">
                  <c:v>56.59</c:v>
                </c:pt>
                <c:pt idx="953">
                  <c:v>56.35</c:v>
                </c:pt>
                <c:pt idx="954">
                  <c:v>56.68</c:v>
                </c:pt>
                <c:pt idx="955">
                  <c:v>57.4</c:v>
                </c:pt>
                <c:pt idx="956">
                  <c:v>57.72</c:v>
                </c:pt>
                <c:pt idx="957">
                  <c:v>58.05</c:v>
                </c:pt>
                <c:pt idx="958">
                  <c:v>58.47</c:v>
                </c:pt>
                <c:pt idx="959">
                  <c:v>57.62</c:v>
                </c:pt>
                <c:pt idx="960">
                  <c:v>56.49</c:v>
                </c:pt>
                <c:pt idx="961">
                  <c:v>56.82</c:v>
                </c:pt>
                <c:pt idx="962">
                  <c:v>56.83</c:v>
                </c:pt>
                <c:pt idx="963">
                  <c:v>56.83</c:v>
                </c:pt>
                <c:pt idx="964">
                  <c:v>56.82</c:v>
                </c:pt>
                <c:pt idx="965">
                  <c:v>54.69</c:v>
                </c:pt>
                <c:pt idx="966">
                  <c:v>55.94</c:v>
                </c:pt>
                <c:pt idx="967">
                  <c:v>56.69</c:v>
                </c:pt>
                <c:pt idx="968">
                  <c:v>55.82</c:v>
                </c:pt>
                <c:pt idx="969">
                  <c:v>56.28</c:v>
                </c:pt>
                <c:pt idx="970">
                  <c:v>54.66</c:v>
                </c:pt>
                <c:pt idx="971">
                  <c:v>55.77</c:v>
                </c:pt>
                <c:pt idx="972">
                  <c:v>53.88</c:v>
                </c:pt>
                <c:pt idx="973">
                  <c:v>53.11</c:v>
                </c:pt>
                <c:pt idx="974">
                  <c:v>56.21</c:v>
                </c:pt>
                <c:pt idx="975">
                  <c:v>56.86</c:v>
                </c:pt>
                <c:pt idx="976">
                  <c:v>57.06</c:v>
                </c:pt>
                <c:pt idx="977">
                  <c:v>55.73</c:v>
                </c:pt>
                <c:pt idx="978">
                  <c:v>54.91</c:v>
                </c:pt>
                <c:pt idx="979">
                  <c:v>55.84</c:v>
                </c:pt>
                <c:pt idx="980">
                  <c:v>55.63</c:v>
                </c:pt>
                <c:pt idx="981">
                  <c:v>56.18</c:v>
                </c:pt>
                <c:pt idx="982">
                  <c:v>56.01</c:v>
                </c:pt>
                <c:pt idx="983">
                  <c:v>53.31</c:v>
                </c:pt>
                <c:pt idx="984">
                  <c:v>52.81</c:v>
                </c:pt>
                <c:pt idx="985">
                  <c:v>52.94</c:v>
                </c:pt>
                <c:pt idx="986">
                  <c:v>52.99</c:v>
                </c:pt>
                <c:pt idx="987">
                  <c:v>52.02</c:v>
                </c:pt>
                <c:pt idx="988">
                  <c:v>51.74</c:v>
                </c:pt>
                <c:pt idx="989">
                  <c:v>51.44</c:v>
                </c:pt>
                <c:pt idx="990">
                  <c:v>51.41</c:v>
                </c:pt>
                <c:pt idx="991">
                  <c:v>50.53</c:v>
                </c:pt>
                <c:pt idx="992">
                  <c:v>52.19</c:v>
                </c:pt>
                <c:pt idx="993">
                  <c:v>50.32</c:v>
                </c:pt>
                <c:pt idx="994">
                  <c:v>50.18</c:v>
                </c:pt>
                <c:pt idx="995">
                  <c:v>51.16</c:v>
                </c:pt>
                <c:pt idx="996">
                  <c:v>51.97</c:v>
                </c:pt>
                <c:pt idx="997">
                  <c:v>51.67</c:v>
                </c:pt>
                <c:pt idx="998">
                  <c:v>54.02</c:v>
                </c:pt>
                <c:pt idx="999">
                  <c:v>53.68</c:v>
                </c:pt>
                <c:pt idx="1000">
                  <c:v>52.33</c:v>
                </c:pt>
                <c:pt idx="1001">
                  <c:v>49.76</c:v>
                </c:pt>
                <c:pt idx="1002">
                  <c:v>50.08</c:v>
                </c:pt>
                <c:pt idx="1003">
                  <c:v>49.61</c:v>
                </c:pt>
                <c:pt idx="1004">
                  <c:v>48.07</c:v>
                </c:pt>
                <c:pt idx="1005">
                  <c:v>46.8</c:v>
                </c:pt>
                <c:pt idx="1006">
                  <c:v>48.11</c:v>
                </c:pt>
                <c:pt idx="1007">
                  <c:v>52.34</c:v>
                </c:pt>
                <c:pt idx="1008">
                  <c:v>52.33</c:v>
                </c:pt>
                <c:pt idx="1009">
                  <c:v>52.85</c:v>
                </c:pt>
                <c:pt idx="1010">
                  <c:v>52.49</c:v>
                </c:pt>
                <c:pt idx="1011">
                  <c:v>52.54</c:v>
                </c:pt>
                <c:pt idx="1012">
                  <c:v>53.1</c:v>
                </c:pt>
                <c:pt idx="1013">
                  <c:v>54.21</c:v>
                </c:pt>
                <c:pt idx="1014">
                  <c:v>53.17</c:v>
                </c:pt>
                <c:pt idx="1015">
                  <c:v>53.97</c:v>
                </c:pt>
                <c:pt idx="1016">
                  <c:v>53.65</c:v>
                </c:pt>
                <c:pt idx="1017">
                  <c:v>52.16</c:v>
                </c:pt>
                <c:pt idx="1018">
                  <c:v>52.19</c:v>
                </c:pt>
                <c:pt idx="1019">
                  <c:v>52.8</c:v>
                </c:pt>
                <c:pt idx="1020">
                  <c:v>53.23</c:v>
                </c:pt>
                <c:pt idx="1021">
                  <c:v>52.4</c:v>
                </c:pt>
                <c:pt idx="1022">
                  <c:v>52.98</c:v>
                </c:pt>
                <c:pt idx="1023">
                  <c:v>54.4</c:v>
                </c:pt>
                <c:pt idx="1024">
                  <c:v>55.66</c:v>
                </c:pt>
                <c:pt idx="1025">
                  <c:v>54.88</c:v>
                </c:pt>
                <c:pt idx="1026">
                  <c:v>54.74</c:v>
                </c:pt>
                <c:pt idx="1027">
                  <c:v>54.44</c:v>
                </c:pt>
                <c:pt idx="1028">
                  <c:v>55.05</c:v>
                </c:pt>
                <c:pt idx="1029">
                  <c:v>52.85</c:v>
                </c:pt>
                <c:pt idx="1030">
                  <c:v>52.86</c:v>
                </c:pt>
                <c:pt idx="1031">
                  <c:v>53.69</c:v>
                </c:pt>
                <c:pt idx="1032">
                  <c:v>52.91</c:v>
                </c:pt>
                <c:pt idx="1033">
                  <c:v>52.74</c:v>
                </c:pt>
                <c:pt idx="1034">
                  <c:v>53.03</c:v>
                </c:pt>
                <c:pt idx="1035">
                  <c:v>54.29</c:v>
                </c:pt>
                <c:pt idx="1036">
                  <c:v>53.93</c:v>
                </c:pt>
                <c:pt idx="1037">
                  <c:v>53.13</c:v>
                </c:pt>
                <c:pt idx="1038">
                  <c:v>52.52</c:v>
                </c:pt>
                <c:pt idx="1039">
                  <c:v>51.97</c:v>
                </c:pt>
                <c:pt idx="1040">
                  <c:v>51.89</c:v>
                </c:pt>
                <c:pt idx="1041">
                  <c:v>51.09</c:v>
                </c:pt>
                <c:pt idx="1042">
                  <c:v>52.36</c:v>
                </c:pt>
                <c:pt idx="1043">
                  <c:v>52.72</c:v>
                </c:pt>
                <c:pt idx="1044">
                  <c:v>52.36</c:v>
                </c:pt>
                <c:pt idx="1045">
                  <c:v>53.38</c:v>
                </c:pt>
                <c:pt idx="1046">
                  <c:v>51.49</c:v>
                </c:pt>
                <c:pt idx="1047">
                  <c:v>51.42</c:v>
                </c:pt>
                <c:pt idx="1048">
                  <c:v>50.06</c:v>
                </c:pt>
                <c:pt idx="1049">
                  <c:v>50.19</c:v>
                </c:pt>
                <c:pt idx="1050">
                  <c:v>48.79</c:v>
                </c:pt>
                <c:pt idx="1051">
                  <c:v>48.98</c:v>
                </c:pt>
                <c:pt idx="1052">
                  <c:v>49.3</c:v>
                </c:pt>
                <c:pt idx="1053">
                  <c:v>49.53</c:v>
                </c:pt>
                <c:pt idx="1054">
                  <c:v>48.56</c:v>
                </c:pt>
                <c:pt idx="1055">
                  <c:v>47.47</c:v>
                </c:pt>
                <c:pt idx="1056">
                  <c:v>46.14</c:v>
                </c:pt>
                <c:pt idx="1057">
                  <c:v>47.78</c:v>
                </c:pt>
                <c:pt idx="1058">
                  <c:v>47.69</c:v>
                </c:pt>
                <c:pt idx="1059">
                  <c:v>48.34</c:v>
                </c:pt>
                <c:pt idx="1060">
                  <c:v>49.05</c:v>
                </c:pt>
                <c:pt idx="1061">
                  <c:v>48.95</c:v>
                </c:pt>
                <c:pt idx="1062">
                  <c:v>48.01</c:v>
                </c:pt>
                <c:pt idx="1063">
                  <c:v>48.6</c:v>
                </c:pt>
                <c:pt idx="1064">
                  <c:v>51.9</c:v>
                </c:pt>
                <c:pt idx="1065">
                  <c:v>52.29</c:v>
                </c:pt>
                <c:pt idx="1066">
                  <c:v>52.6</c:v>
                </c:pt>
                <c:pt idx="1067">
                  <c:v>53.15</c:v>
                </c:pt>
                <c:pt idx="1068">
                  <c:v>51.84</c:v>
                </c:pt>
                <c:pt idx="1069">
                  <c:v>50.91</c:v>
                </c:pt>
                <c:pt idx="1070">
                  <c:v>49.17</c:v>
                </c:pt>
                <c:pt idx="1071">
                  <c:v>50.83</c:v>
                </c:pt>
                <c:pt idx="1072">
                  <c:v>52.45</c:v>
                </c:pt>
                <c:pt idx="1073">
                  <c:v>49.93</c:v>
                </c:pt>
                <c:pt idx="1074">
                  <c:v>52.4</c:v>
                </c:pt>
                <c:pt idx="1075">
                  <c:v>54.96</c:v>
                </c:pt>
                <c:pt idx="1076">
                  <c:v>54.94</c:v>
                </c:pt>
                <c:pt idx="1077">
                  <c:v>55.92</c:v>
                </c:pt>
                <c:pt idx="1078">
                  <c:v>57.98</c:v>
                </c:pt>
                <c:pt idx="1079">
                  <c:v>59.53</c:v>
                </c:pt>
                <c:pt idx="1080">
                  <c:v>61.29</c:v>
                </c:pt>
                <c:pt idx="1081">
                  <c:v>61.55</c:v>
                </c:pt>
                <c:pt idx="1082">
                  <c:v>60.12</c:v>
                </c:pt>
                <c:pt idx="1083">
                  <c:v>59.66</c:v>
                </c:pt>
                <c:pt idx="1084">
                  <c:v>59.24</c:v>
                </c:pt>
                <c:pt idx="1085">
                  <c:v>59.73</c:v>
                </c:pt>
                <c:pt idx="1086">
                  <c:v>59.22</c:v>
                </c:pt>
                <c:pt idx="1087">
                  <c:v>60.02</c:v>
                </c:pt>
                <c:pt idx="1088">
                  <c:v>60.12</c:v>
                </c:pt>
                <c:pt idx="1089">
                  <c:v>60.36</c:v>
                </c:pt>
                <c:pt idx="1090">
                  <c:v>59.94</c:v>
                </c:pt>
                <c:pt idx="1091">
                  <c:v>60.01</c:v>
                </c:pt>
                <c:pt idx="1092">
                  <c:v>58.34</c:v>
                </c:pt>
                <c:pt idx="1093">
                  <c:v>58.55</c:v>
                </c:pt>
                <c:pt idx="1094">
                  <c:v>58.42</c:v>
                </c:pt>
                <c:pt idx="1095">
                  <c:v>58.54</c:v>
                </c:pt>
                <c:pt idx="1096">
                  <c:v>58.06</c:v>
                </c:pt>
                <c:pt idx="1097">
                  <c:v>56.7</c:v>
                </c:pt>
                <c:pt idx="1098">
                  <c:v>55.22</c:v>
                </c:pt>
                <c:pt idx="1099">
                  <c:v>55.87</c:v>
                </c:pt>
                <c:pt idx="1100">
                  <c:v>54.94</c:v>
                </c:pt>
                <c:pt idx="1101">
                  <c:v>54.35</c:v>
                </c:pt>
                <c:pt idx="1102">
                  <c:v>57.7</c:v>
                </c:pt>
                <c:pt idx="1103">
                  <c:v>56.94</c:v>
                </c:pt>
                <c:pt idx="1104">
                  <c:v>56.97</c:v>
                </c:pt>
                <c:pt idx="1105">
                  <c:v>55.64</c:v>
                </c:pt>
                <c:pt idx="1106">
                  <c:v>53.73</c:v>
                </c:pt>
                <c:pt idx="1107">
                  <c:v>53.43</c:v>
                </c:pt>
                <c:pt idx="1108">
                  <c:v>54.97</c:v>
                </c:pt>
                <c:pt idx="1109">
                  <c:v>53.8</c:v>
                </c:pt>
                <c:pt idx="1110">
                  <c:v>53.05</c:v>
                </c:pt>
                <c:pt idx="1111">
                  <c:v>53.78</c:v>
                </c:pt>
                <c:pt idx="1112">
                  <c:v>55.49</c:v>
                </c:pt>
                <c:pt idx="1113">
                  <c:v>56.71</c:v>
                </c:pt>
                <c:pt idx="1114">
                  <c:v>57.87</c:v>
                </c:pt>
                <c:pt idx="1115">
                  <c:v>58.09</c:v>
                </c:pt>
                <c:pt idx="1116">
                  <c:v>57.33</c:v>
                </c:pt>
                <c:pt idx="1117">
                  <c:v>57.11</c:v>
                </c:pt>
                <c:pt idx="1118">
                  <c:v>57.04</c:v>
                </c:pt>
                <c:pt idx="1119">
                  <c:v>55.99</c:v>
                </c:pt>
                <c:pt idx="1120">
                  <c:v>55.32</c:v>
                </c:pt>
                <c:pt idx="1121">
                  <c:v>56.09</c:v>
                </c:pt>
                <c:pt idx="1122">
                  <c:v>55.42</c:v>
                </c:pt>
                <c:pt idx="1123">
                  <c:v>55.3</c:v>
                </c:pt>
                <c:pt idx="1124">
                  <c:v>54.91</c:v>
                </c:pt>
                <c:pt idx="1125">
                  <c:v>55.82</c:v>
                </c:pt>
                <c:pt idx="1126">
                  <c:v>55.72</c:v>
                </c:pt>
                <c:pt idx="1127">
                  <c:v>54.93</c:v>
                </c:pt>
                <c:pt idx="1128">
                  <c:v>55.61</c:v>
                </c:pt>
                <c:pt idx="1129">
                  <c:v>53.45</c:v>
                </c:pt>
                <c:pt idx="1130">
                  <c:v>53.98</c:v>
                </c:pt>
                <c:pt idx="1131">
                  <c:v>55.59</c:v>
                </c:pt>
                <c:pt idx="1132">
                  <c:v>55.02</c:v>
                </c:pt>
                <c:pt idx="1133">
                  <c:v>54.74</c:v>
                </c:pt>
                <c:pt idx="1134">
                  <c:v>53.07</c:v>
                </c:pt>
                <c:pt idx="1135">
                  <c:v>53.44</c:v>
                </c:pt>
                <c:pt idx="1136">
                  <c:v>51.16</c:v>
                </c:pt>
                <c:pt idx="1137">
                  <c:v>51.87</c:v>
                </c:pt>
                <c:pt idx="1138">
                  <c:v>50.23</c:v>
                </c:pt>
                <c:pt idx="1139">
                  <c:v>50.35</c:v>
                </c:pt>
                <c:pt idx="1140">
                  <c:v>49.96</c:v>
                </c:pt>
                <c:pt idx="1141">
                  <c:v>50.93</c:v>
                </c:pt>
                <c:pt idx="1142">
                  <c:v>51.69</c:v>
                </c:pt>
                <c:pt idx="1143">
                  <c:v>51.71</c:v>
                </c:pt>
                <c:pt idx="1144">
                  <c:v>52.94</c:v>
                </c:pt>
                <c:pt idx="1145">
                  <c:v>51.56</c:v>
                </c:pt>
                <c:pt idx="1146">
                  <c:v>49.39</c:v>
                </c:pt>
                <c:pt idx="1147">
                  <c:v>51.35</c:v>
                </c:pt>
                <c:pt idx="1148">
                  <c:v>54.62</c:v>
                </c:pt>
                <c:pt idx="1149">
                  <c:v>51.77</c:v>
                </c:pt>
                <c:pt idx="1150">
                  <c:v>52.39</c:v>
                </c:pt>
                <c:pt idx="1151">
                  <c:v>54.21</c:v>
                </c:pt>
                <c:pt idx="1152">
                  <c:v>51.59</c:v>
                </c:pt>
                <c:pt idx="1153">
                  <c:v>52.63</c:v>
                </c:pt>
                <c:pt idx="1154">
                  <c:v>52.67</c:v>
                </c:pt>
                <c:pt idx="1155">
                  <c:v>53.24</c:v>
                </c:pt>
                <c:pt idx="1156">
                  <c:v>53.63</c:v>
                </c:pt>
                <c:pt idx="1157">
                  <c:v>54.04</c:v>
                </c:pt>
                <c:pt idx="1158">
                  <c:v>53.47</c:v>
                </c:pt>
                <c:pt idx="1159">
                  <c:v>54.38</c:v>
                </c:pt>
                <c:pt idx="1160">
                  <c:v>55.21</c:v>
                </c:pt>
                <c:pt idx="1161">
                  <c:v>54.52</c:v>
                </c:pt>
                <c:pt idx="1162">
                  <c:v>54.76</c:v>
                </c:pt>
                <c:pt idx="1163">
                  <c:v>54.65</c:v>
                </c:pt>
                <c:pt idx="1164">
                  <c:v>55.71</c:v>
                </c:pt>
                <c:pt idx="1165">
                  <c:v>55.1</c:v>
                </c:pt>
                <c:pt idx="1166">
                  <c:v>53.91</c:v>
                </c:pt>
                <c:pt idx="1167">
                  <c:v>53.25</c:v>
                </c:pt>
                <c:pt idx="1168">
                  <c:v>52.68</c:v>
                </c:pt>
                <c:pt idx="1169">
                  <c:v>51.4</c:v>
                </c:pt>
                <c:pt idx="1170">
                  <c:v>51.04</c:v>
                </c:pt>
                <c:pt idx="1171">
                  <c:v>51.11</c:v>
                </c:pt>
                <c:pt idx="1172">
                  <c:v>50.91</c:v>
                </c:pt>
                <c:pt idx="1173">
                  <c:v>49.74</c:v>
                </c:pt>
                <c:pt idx="1174">
                  <c:v>48</c:v>
                </c:pt>
                <c:pt idx="1175">
                  <c:v>48.65</c:v>
                </c:pt>
                <c:pt idx="1176">
                  <c:v>49.49</c:v>
                </c:pt>
                <c:pt idx="1177">
                  <c:v>50.8</c:v>
                </c:pt>
                <c:pt idx="1178">
                  <c:v>50.95</c:v>
                </c:pt>
                <c:pt idx="1179">
                  <c:v>50.05</c:v>
                </c:pt>
                <c:pt idx="1180">
                  <c:v>49.24</c:v>
                </c:pt>
                <c:pt idx="1181">
                  <c:v>49.3</c:v>
                </c:pt>
                <c:pt idx="1182">
                  <c:v>48.49</c:v>
                </c:pt>
                <c:pt idx="1183">
                  <c:v>47.01</c:v>
                </c:pt>
                <c:pt idx="1184">
                  <c:v>47.27</c:v>
                </c:pt>
                <c:pt idx="1185">
                  <c:v>46.74</c:v>
                </c:pt>
                <c:pt idx="1186">
                  <c:v>45.99</c:v>
                </c:pt>
                <c:pt idx="1187">
                  <c:v>45.97</c:v>
                </c:pt>
                <c:pt idx="1188">
                  <c:v>44.64</c:v>
                </c:pt>
                <c:pt idx="1189">
                  <c:v>43.4</c:v>
                </c:pt>
                <c:pt idx="1190">
                  <c:v>43.4</c:v>
                </c:pt>
                <c:pt idx="1191">
                  <c:v>43.68</c:v>
                </c:pt>
                <c:pt idx="1192">
                  <c:v>44.02</c:v>
                </c:pt>
                <c:pt idx="1193">
                  <c:v>44.33</c:v>
                </c:pt>
                <c:pt idx="1194">
                  <c:v>43.84</c:v>
                </c:pt>
                <c:pt idx="1195">
                  <c:v>43.52</c:v>
                </c:pt>
                <c:pt idx="1196">
                  <c:v>43.05</c:v>
                </c:pt>
                <c:pt idx="1197">
                  <c:v>41.93</c:v>
                </c:pt>
                <c:pt idx="1198">
                  <c:v>42.11</c:v>
                </c:pt>
                <c:pt idx="1199">
                  <c:v>42.86</c:v>
                </c:pt>
                <c:pt idx="1200">
                  <c:v>42.83</c:v>
                </c:pt>
                <c:pt idx="1201">
                  <c:v>42.68</c:v>
                </c:pt>
                <c:pt idx="1202">
                  <c:v>42.83</c:v>
                </c:pt>
                <c:pt idx="1203">
                  <c:v>44.15</c:v>
                </c:pt>
                <c:pt idx="1204">
                  <c:v>44.03</c:v>
                </c:pt>
                <c:pt idx="1205">
                  <c:v>44.6</c:v>
                </c:pt>
                <c:pt idx="1206">
                  <c:v>44.44</c:v>
                </c:pt>
                <c:pt idx="1207">
                  <c:v>44.49</c:v>
                </c:pt>
                <c:pt idx="1208">
                  <c:v>43.58</c:v>
                </c:pt>
                <c:pt idx="1209">
                  <c:v>43.87</c:v>
                </c:pt>
                <c:pt idx="1210">
                  <c:v>41.59</c:v>
                </c:pt>
                <c:pt idx="1211">
                  <c:v>42.04</c:v>
                </c:pt>
                <c:pt idx="1212">
                  <c:v>42.45</c:v>
                </c:pt>
                <c:pt idx="1213">
                  <c:v>42.07</c:v>
                </c:pt>
                <c:pt idx="1214">
                  <c:v>44.24</c:v>
                </c:pt>
                <c:pt idx="1215">
                  <c:v>44.08</c:v>
                </c:pt>
                <c:pt idx="1216">
                  <c:v>43.13</c:v>
                </c:pt>
                <c:pt idx="1217">
                  <c:v>43.21</c:v>
                </c:pt>
                <c:pt idx="1218">
                  <c:v>45.07</c:v>
                </c:pt>
                <c:pt idx="1219">
                  <c:v>45.34</c:v>
                </c:pt>
                <c:pt idx="1220">
                  <c:v>45.59</c:v>
                </c:pt>
                <c:pt idx="1221">
                  <c:v>45.28</c:v>
                </c:pt>
                <c:pt idx="1222">
                  <c:v>44.17</c:v>
                </c:pt>
                <c:pt idx="1223">
                  <c:v>44.25</c:v>
                </c:pt>
                <c:pt idx="1224">
                  <c:v>44.45</c:v>
                </c:pt>
                <c:pt idx="1225">
                  <c:v>46.04</c:v>
                </c:pt>
                <c:pt idx="1226">
                  <c:v>45.79</c:v>
                </c:pt>
                <c:pt idx="1227">
                  <c:v>45.76</c:v>
                </c:pt>
                <c:pt idx="1228">
                  <c:v>44.87</c:v>
                </c:pt>
                <c:pt idx="1229">
                  <c:v>44.79</c:v>
                </c:pt>
                <c:pt idx="1230">
                  <c:v>45.4</c:v>
                </c:pt>
                <c:pt idx="1231">
                  <c:v>46.16</c:v>
                </c:pt>
                <c:pt idx="1232">
                  <c:v>45.92</c:v>
                </c:pt>
                <c:pt idx="1233">
                  <c:v>47.44</c:v>
                </c:pt>
                <c:pt idx="1234">
                  <c:v>49.97</c:v>
                </c:pt>
                <c:pt idx="1235">
                  <c:v>48.86</c:v>
                </c:pt>
                <c:pt idx="1236">
                  <c:v>49.06</c:v>
                </c:pt>
                <c:pt idx="1237">
                  <c:v>48.69</c:v>
                </c:pt>
                <c:pt idx="1238">
                  <c:v>48.85</c:v>
                </c:pt>
                <c:pt idx="1239">
                  <c:v>49.44</c:v>
                </c:pt>
                <c:pt idx="1240">
                  <c:v>49.29</c:v>
                </c:pt>
                <c:pt idx="1241">
                  <c:v>48.6</c:v>
                </c:pt>
                <c:pt idx="1242">
                  <c:v>48.71</c:v>
                </c:pt>
                <c:pt idx="1243">
                  <c:v>48.09</c:v>
                </c:pt>
                <c:pt idx="1244">
                  <c:v>47.47</c:v>
                </c:pt>
                <c:pt idx="1245">
                  <c:v>47.01</c:v>
                </c:pt>
                <c:pt idx="1246">
                  <c:v>47.12</c:v>
                </c:pt>
                <c:pt idx="1247">
                  <c:v>46.57</c:v>
                </c:pt>
                <c:pt idx="1248">
                  <c:v>46.03</c:v>
                </c:pt>
                <c:pt idx="1249">
                  <c:v>45.46</c:v>
                </c:pt>
                <c:pt idx="1250">
                  <c:v>46.53</c:v>
                </c:pt>
                <c:pt idx="1251">
                  <c:v>45.68</c:v>
                </c:pt>
                <c:pt idx="1252">
                  <c:v>45.39</c:v>
                </c:pt>
                <c:pt idx="1253">
                  <c:v>44.57</c:v>
                </c:pt>
                <c:pt idx="1254">
                  <c:v>44.57</c:v>
                </c:pt>
                <c:pt idx="1255">
                  <c:v>44.47</c:v>
                </c:pt>
                <c:pt idx="1256">
                  <c:v>44.17</c:v>
                </c:pt>
                <c:pt idx="1257">
                  <c:v>41.98</c:v>
                </c:pt>
                <c:pt idx="1258">
                  <c:v>42.29</c:v>
                </c:pt>
                <c:pt idx="1259">
                  <c:v>41.24</c:v>
                </c:pt>
                <c:pt idx="1260">
                  <c:v>40.97</c:v>
                </c:pt>
                <c:pt idx="1261">
                  <c:v>39.49</c:v>
                </c:pt>
                <c:pt idx="1262">
                  <c:v>40.36</c:v>
                </c:pt>
                <c:pt idx="1263">
                  <c:v>40.86</c:v>
                </c:pt>
                <c:pt idx="1264">
                  <c:v>41.49</c:v>
                </c:pt>
                <c:pt idx="1265">
                  <c:v>40.11</c:v>
                </c:pt>
                <c:pt idx="1266">
                  <c:v>40.32</c:v>
                </c:pt>
                <c:pt idx="1267">
                  <c:v>39.47</c:v>
                </c:pt>
                <c:pt idx="1268">
                  <c:v>39.35</c:v>
                </c:pt>
                <c:pt idx="1269">
                  <c:v>39.53</c:v>
                </c:pt>
                <c:pt idx="1270">
                  <c:v>40.090000000000003</c:v>
                </c:pt>
                <c:pt idx="1271">
                  <c:v>40.15</c:v>
                </c:pt>
                <c:pt idx="1272">
                  <c:v>40.31</c:v>
                </c:pt>
                <c:pt idx="1273">
                  <c:v>39.6</c:v>
                </c:pt>
                <c:pt idx="1274">
                  <c:v>39.76</c:v>
                </c:pt>
                <c:pt idx="1275">
                  <c:v>39.94</c:v>
                </c:pt>
                <c:pt idx="1276">
                  <c:v>40.299999999999997</c:v>
                </c:pt>
                <c:pt idx="1277">
                  <c:v>39.42</c:v>
                </c:pt>
                <c:pt idx="1278">
                  <c:v>39.700000000000003</c:v>
                </c:pt>
                <c:pt idx="1279">
                  <c:v>39.729999999999997</c:v>
                </c:pt>
                <c:pt idx="1280">
                  <c:v>39.49</c:v>
                </c:pt>
                <c:pt idx="1281">
                  <c:v>38.18</c:v>
                </c:pt>
                <c:pt idx="1282">
                  <c:v>38.340000000000003</c:v>
                </c:pt>
                <c:pt idx="1283">
                  <c:v>39.229999999999997</c:v>
                </c:pt>
                <c:pt idx="1284">
                  <c:v>39.79</c:v>
                </c:pt>
                <c:pt idx="1285">
                  <c:v>39.71</c:v>
                </c:pt>
                <c:pt idx="1286">
                  <c:v>40.450000000000003</c:v>
                </c:pt>
                <c:pt idx="1287">
                  <c:v>41.1</c:v>
                </c:pt>
                <c:pt idx="1288">
                  <c:v>41.86</c:v>
                </c:pt>
                <c:pt idx="1289">
                  <c:v>41.5</c:v>
                </c:pt>
                <c:pt idx="1290">
                  <c:v>41.04</c:v>
                </c:pt>
                <c:pt idx="1291">
                  <c:v>41.35</c:v>
                </c:pt>
                <c:pt idx="1292">
                  <c:v>41.2</c:v>
                </c:pt>
                <c:pt idx="1293">
                  <c:v>40.67</c:v>
                </c:pt>
                <c:pt idx="1294">
                  <c:v>41.62</c:v>
                </c:pt>
                <c:pt idx="1295">
                  <c:v>40.57</c:v>
                </c:pt>
                <c:pt idx="1296">
                  <c:v>40.619999999999997</c:v>
                </c:pt>
                <c:pt idx="1297">
                  <c:v>40.950000000000003</c:v>
                </c:pt>
                <c:pt idx="1298">
                  <c:v>39.51</c:v>
                </c:pt>
                <c:pt idx="1299">
                  <c:v>39.28</c:v>
                </c:pt>
                <c:pt idx="1300">
                  <c:v>39.25</c:v>
                </c:pt>
                <c:pt idx="1301">
                  <c:v>37.869999999999997</c:v>
                </c:pt>
                <c:pt idx="1302">
                  <c:v>38.090000000000003</c:v>
                </c:pt>
                <c:pt idx="1303">
                  <c:v>38.479999999999997</c:v>
                </c:pt>
                <c:pt idx="1304">
                  <c:v>37.15</c:v>
                </c:pt>
                <c:pt idx="1305">
                  <c:v>37.08</c:v>
                </c:pt>
                <c:pt idx="1306">
                  <c:v>38.380000000000003</c:v>
                </c:pt>
                <c:pt idx="1307">
                  <c:v>39.04</c:v>
                </c:pt>
                <c:pt idx="1308">
                  <c:v>39.97</c:v>
                </c:pt>
                <c:pt idx="1309">
                  <c:v>40.340000000000003</c:v>
                </c:pt>
                <c:pt idx="1310">
                  <c:v>40.56</c:v>
                </c:pt>
                <c:pt idx="1311">
                  <c:v>40.950000000000003</c:v>
                </c:pt>
                <c:pt idx="1312">
                  <c:v>40.39</c:v>
                </c:pt>
                <c:pt idx="1313">
                  <c:v>40.35</c:v>
                </c:pt>
                <c:pt idx="1314">
                  <c:v>40.75</c:v>
                </c:pt>
                <c:pt idx="1315">
                  <c:v>41.33</c:v>
                </c:pt>
                <c:pt idx="1316">
                  <c:v>41.44</c:v>
                </c:pt>
                <c:pt idx="1317">
                  <c:v>40.4</c:v>
                </c:pt>
                <c:pt idx="1318">
                  <c:v>40.090000000000003</c:v>
                </c:pt>
                <c:pt idx="1319">
                  <c:v>40.35</c:v>
                </c:pt>
                <c:pt idx="1320">
                  <c:v>41.89</c:v>
                </c:pt>
                <c:pt idx="1321">
                  <c:v>41.81</c:v>
                </c:pt>
                <c:pt idx="1322">
                  <c:v>41.28</c:v>
                </c:pt>
                <c:pt idx="1323">
                  <c:v>41.01</c:v>
                </c:pt>
                <c:pt idx="1324">
                  <c:v>40.479999999999997</c:v>
                </c:pt>
                <c:pt idx="1325">
                  <c:v>39.08</c:v>
                </c:pt>
                <c:pt idx="1326">
                  <c:v>41.25</c:v>
                </c:pt>
                <c:pt idx="1327">
                  <c:v>41.67</c:v>
                </c:pt>
                <c:pt idx="1328">
                  <c:v>42.36</c:v>
                </c:pt>
                <c:pt idx="1329">
                  <c:v>41.25</c:v>
                </c:pt>
                <c:pt idx="1330">
                  <c:v>40.42</c:v>
                </c:pt>
                <c:pt idx="1331">
                  <c:v>40.11</c:v>
                </c:pt>
                <c:pt idx="1332">
                  <c:v>39.82</c:v>
                </c:pt>
                <c:pt idx="1333">
                  <c:v>39.74</c:v>
                </c:pt>
                <c:pt idx="1334">
                  <c:v>39.68</c:v>
                </c:pt>
                <c:pt idx="1335">
                  <c:v>40.15</c:v>
                </c:pt>
                <c:pt idx="1336">
                  <c:v>40.200000000000003</c:v>
                </c:pt>
                <c:pt idx="1337">
                  <c:v>40.28</c:v>
                </c:pt>
                <c:pt idx="1338">
                  <c:v>39.590000000000003</c:v>
                </c:pt>
                <c:pt idx="1339">
                  <c:v>38.61</c:v>
                </c:pt>
                <c:pt idx="1340">
                  <c:v>38.81</c:v>
                </c:pt>
                <c:pt idx="1341">
                  <c:v>39.130000000000003</c:v>
                </c:pt>
                <c:pt idx="1342">
                  <c:v>38.979999999999997</c:v>
                </c:pt>
                <c:pt idx="1343">
                  <c:v>40.31</c:v>
                </c:pt>
                <c:pt idx="1344">
                  <c:v>39.85</c:v>
                </c:pt>
                <c:pt idx="1345">
                  <c:v>39.729999999999997</c:v>
                </c:pt>
                <c:pt idx="1346">
                  <c:v>39.28</c:v>
                </c:pt>
                <c:pt idx="1347">
                  <c:v>40.270000000000003</c:v>
                </c:pt>
                <c:pt idx="1348">
                  <c:v>40.99</c:v>
                </c:pt>
                <c:pt idx="1349">
                  <c:v>40.4</c:v>
                </c:pt>
                <c:pt idx="1350">
                  <c:v>39.07</c:v>
                </c:pt>
                <c:pt idx="1351">
                  <c:v>39.6</c:v>
                </c:pt>
                <c:pt idx="1352">
                  <c:v>39.24</c:v>
                </c:pt>
                <c:pt idx="1353">
                  <c:v>40.03</c:v>
                </c:pt>
                <c:pt idx="1354">
                  <c:v>40.89</c:v>
                </c:pt>
                <c:pt idx="1355">
                  <c:v>40.130000000000003</c:v>
                </c:pt>
                <c:pt idx="1356">
                  <c:v>39.78</c:v>
                </c:pt>
                <c:pt idx="1357">
                  <c:v>38.65</c:v>
                </c:pt>
                <c:pt idx="1358">
                  <c:v>38.9</c:v>
                </c:pt>
                <c:pt idx="1359">
                  <c:v>38</c:v>
                </c:pt>
                <c:pt idx="1360">
                  <c:v>38.65</c:v>
                </c:pt>
                <c:pt idx="1361">
                  <c:v>39.08</c:v>
                </c:pt>
                <c:pt idx="1362">
                  <c:v>38.520000000000003</c:v>
                </c:pt>
                <c:pt idx="1363">
                  <c:v>38.31</c:v>
                </c:pt>
                <c:pt idx="1364">
                  <c:v>38.03</c:v>
                </c:pt>
                <c:pt idx="1365">
                  <c:v>37.770000000000003</c:v>
                </c:pt>
                <c:pt idx="1366">
                  <c:v>38.64</c:v>
                </c:pt>
                <c:pt idx="1367">
                  <c:v>38.32</c:v>
                </c:pt>
                <c:pt idx="1368">
                  <c:v>39.43</c:v>
                </c:pt>
                <c:pt idx="1369">
                  <c:v>39.380000000000003</c:v>
                </c:pt>
                <c:pt idx="1370">
                  <c:v>39.75</c:v>
                </c:pt>
                <c:pt idx="1371">
                  <c:v>39.950000000000003</c:v>
                </c:pt>
                <c:pt idx="1372">
                  <c:v>38.65</c:v>
                </c:pt>
                <c:pt idx="1373">
                  <c:v>38.71</c:v>
                </c:pt>
                <c:pt idx="1374">
                  <c:v>38.909999999999997</c:v>
                </c:pt>
                <c:pt idx="1375">
                  <c:v>39.08</c:v>
                </c:pt>
                <c:pt idx="1376">
                  <c:v>40.39</c:v>
                </c:pt>
                <c:pt idx="1377">
                  <c:v>39.86</c:v>
                </c:pt>
                <c:pt idx="1378">
                  <c:v>39.81</c:v>
                </c:pt>
                <c:pt idx="1379">
                  <c:v>40.19</c:v>
                </c:pt>
                <c:pt idx="1380">
                  <c:v>39.21</c:v>
                </c:pt>
                <c:pt idx="1381">
                  <c:v>40.1</c:v>
                </c:pt>
                <c:pt idx="1382">
                  <c:v>40.520000000000003</c:v>
                </c:pt>
                <c:pt idx="1383">
                  <c:v>40.799999999999997</c:v>
                </c:pt>
                <c:pt idx="1384">
                  <c:v>39.869999999999997</c:v>
                </c:pt>
                <c:pt idx="1385">
                  <c:v>40.35</c:v>
                </c:pt>
                <c:pt idx="1386">
                  <c:v>39.33</c:v>
                </c:pt>
                <c:pt idx="1387">
                  <c:v>41.39</c:v>
                </c:pt>
                <c:pt idx="1388">
                  <c:v>41.96</c:v>
                </c:pt>
                <c:pt idx="1389">
                  <c:v>41.65</c:v>
                </c:pt>
                <c:pt idx="1390">
                  <c:v>43.22</c:v>
                </c:pt>
                <c:pt idx="1391">
                  <c:v>42.8</c:v>
                </c:pt>
                <c:pt idx="1392">
                  <c:v>43.65</c:v>
                </c:pt>
                <c:pt idx="1393">
                  <c:v>44.35</c:v>
                </c:pt>
                <c:pt idx="1394">
                  <c:v>43.93</c:v>
                </c:pt>
                <c:pt idx="1395">
                  <c:v>44.38</c:v>
                </c:pt>
                <c:pt idx="1396">
                  <c:v>43.2</c:v>
                </c:pt>
                <c:pt idx="1397">
                  <c:v>43.35</c:v>
                </c:pt>
                <c:pt idx="1398">
                  <c:v>43.85</c:v>
                </c:pt>
                <c:pt idx="1399">
                  <c:v>42.43</c:v>
                </c:pt>
                <c:pt idx="1400">
                  <c:v>42.06</c:v>
                </c:pt>
                <c:pt idx="1401">
                  <c:v>41.53</c:v>
                </c:pt>
                <c:pt idx="1402">
                  <c:v>41.01</c:v>
                </c:pt>
                <c:pt idx="1403">
                  <c:v>41.03</c:v>
                </c:pt>
                <c:pt idx="1404">
                  <c:v>42.23</c:v>
                </c:pt>
                <c:pt idx="1405">
                  <c:v>42.38</c:v>
                </c:pt>
                <c:pt idx="1406">
                  <c:v>41.07</c:v>
                </c:pt>
                <c:pt idx="1407">
                  <c:v>40.42</c:v>
                </c:pt>
                <c:pt idx="1408">
                  <c:v>39.549999999999997</c:v>
                </c:pt>
                <c:pt idx="1409">
                  <c:v>39.08</c:v>
                </c:pt>
                <c:pt idx="1410">
                  <c:v>40.56</c:v>
                </c:pt>
                <c:pt idx="1411">
                  <c:v>40.15</c:v>
                </c:pt>
                <c:pt idx="1412">
                  <c:v>38.51</c:v>
                </c:pt>
                <c:pt idx="1413">
                  <c:v>37.32</c:v>
                </c:pt>
                <c:pt idx="1414">
                  <c:v>38.340000000000003</c:v>
                </c:pt>
                <c:pt idx="1415">
                  <c:v>38.229999999999997</c:v>
                </c:pt>
                <c:pt idx="1416">
                  <c:v>38.53</c:v>
                </c:pt>
                <c:pt idx="1417">
                  <c:v>37.479999999999997</c:v>
                </c:pt>
                <c:pt idx="1418">
                  <c:v>36.6</c:v>
                </c:pt>
                <c:pt idx="1419">
                  <c:v>36.89</c:v>
                </c:pt>
                <c:pt idx="1420">
                  <c:v>36.17</c:v>
                </c:pt>
                <c:pt idx="1421">
                  <c:v>36.619999999999997</c:v>
                </c:pt>
                <c:pt idx="1422">
                  <c:v>36.89</c:v>
                </c:pt>
                <c:pt idx="1423">
                  <c:v>38.24</c:v>
                </c:pt>
                <c:pt idx="1424">
                  <c:v>37.979999999999997</c:v>
                </c:pt>
                <c:pt idx="1425">
                  <c:v>38.39</c:v>
                </c:pt>
                <c:pt idx="1426">
                  <c:v>38.22</c:v>
                </c:pt>
                <c:pt idx="1427">
                  <c:v>39.28</c:v>
                </c:pt>
                <c:pt idx="1428">
                  <c:v>39.75</c:v>
                </c:pt>
                <c:pt idx="1429">
                  <c:v>40.76</c:v>
                </c:pt>
                <c:pt idx="1430">
                  <c:v>40.65</c:v>
                </c:pt>
                <c:pt idx="1431">
                  <c:v>40.19</c:v>
                </c:pt>
                <c:pt idx="1432">
                  <c:v>41.65</c:v>
                </c:pt>
                <c:pt idx="1433">
                  <c:v>40.659999999999997</c:v>
                </c:pt>
                <c:pt idx="1434">
                  <c:v>41.19</c:v>
                </c:pt>
                <c:pt idx="1435">
                  <c:v>40.26</c:v>
                </c:pt>
                <c:pt idx="1436">
                  <c:v>40.24</c:v>
                </c:pt>
                <c:pt idx="1437">
                  <c:v>40.340000000000003</c:v>
                </c:pt>
                <c:pt idx="1438">
                  <c:v>40.29</c:v>
                </c:pt>
                <c:pt idx="1439">
                  <c:v>38.51</c:v>
                </c:pt>
                <c:pt idx="1440">
                  <c:v>36.03</c:v>
                </c:pt>
                <c:pt idx="1441">
                  <c:v>35.14</c:v>
                </c:pt>
                <c:pt idx="1442">
                  <c:v>36.03</c:v>
                </c:pt>
                <c:pt idx="1443">
                  <c:v>36.14</c:v>
                </c:pt>
                <c:pt idx="1444">
                  <c:v>35.9</c:v>
                </c:pt>
                <c:pt idx="1445">
                  <c:v>35.83</c:v>
                </c:pt>
                <c:pt idx="1446">
                  <c:v>35.94</c:v>
                </c:pt>
                <c:pt idx="1447">
                  <c:v>34.94</c:v>
                </c:pt>
                <c:pt idx="1448">
                  <c:v>35.54</c:v>
                </c:pt>
                <c:pt idx="1449">
                  <c:v>37.299999999999997</c:v>
                </c:pt>
                <c:pt idx="1450">
                  <c:v>38.1</c:v>
                </c:pt>
                <c:pt idx="1451">
                  <c:v>37.83</c:v>
                </c:pt>
                <c:pt idx="1452">
                  <c:v>37.58</c:v>
                </c:pt>
                <c:pt idx="1453">
                  <c:v>36.42</c:v>
                </c:pt>
                <c:pt idx="1454">
                  <c:v>37.81</c:v>
                </c:pt>
                <c:pt idx="1455">
                  <c:v>38.42</c:v>
                </c:pt>
                <c:pt idx="1456">
                  <c:v>37.58</c:v>
                </c:pt>
                <c:pt idx="1457">
                  <c:v>37.39</c:v>
                </c:pt>
                <c:pt idx="1458">
                  <c:v>37.42</c:v>
                </c:pt>
                <c:pt idx="1459">
                  <c:v>38.229999999999997</c:v>
                </c:pt>
                <c:pt idx="1460">
                  <c:v>36.71</c:v>
                </c:pt>
                <c:pt idx="1461">
                  <c:v>36.39</c:v>
                </c:pt>
                <c:pt idx="1462">
                  <c:v>35.06</c:v>
                </c:pt>
                <c:pt idx="1463">
                  <c:v>33.840000000000003</c:v>
                </c:pt>
                <c:pt idx="1464">
                  <c:v>36.270000000000003</c:v>
                </c:pt>
                <c:pt idx="1465">
                  <c:v>36.340000000000003</c:v>
                </c:pt>
                <c:pt idx="1466">
                  <c:v>37.11</c:v>
                </c:pt>
                <c:pt idx="1467">
                  <c:v>35.21</c:v>
                </c:pt>
                <c:pt idx="1468">
                  <c:v>33.659999999999997</c:v>
                </c:pt>
                <c:pt idx="1469">
                  <c:v>33.18</c:v>
                </c:pt>
                <c:pt idx="1470">
                  <c:v>32.99</c:v>
                </c:pt>
                <c:pt idx="1471">
                  <c:v>33.75</c:v>
                </c:pt>
                <c:pt idx="1472">
                  <c:v>33.200000000000003</c:v>
                </c:pt>
                <c:pt idx="1473">
                  <c:v>31.21</c:v>
                </c:pt>
                <c:pt idx="1474">
                  <c:v>30.63</c:v>
                </c:pt>
                <c:pt idx="1475">
                  <c:v>31.39</c:v>
                </c:pt>
                <c:pt idx="1476">
                  <c:v>31.76</c:v>
                </c:pt>
                <c:pt idx="1477">
                  <c:v>30.23</c:v>
                </c:pt>
                <c:pt idx="1478">
                  <c:v>26.67</c:v>
                </c:pt>
                <c:pt idx="1479">
                  <c:v>26.84</c:v>
                </c:pt>
                <c:pt idx="1480">
                  <c:v>26.9</c:v>
                </c:pt>
                <c:pt idx="1481">
                  <c:v>26.87</c:v>
                </c:pt>
                <c:pt idx="1482">
                  <c:v>26.67</c:v>
                </c:pt>
                <c:pt idx="1483">
                  <c:v>25.55</c:v>
                </c:pt>
                <c:pt idx="1484">
                  <c:v>24.63</c:v>
                </c:pt>
                <c:pt idx="1485">
                  <c:v>23.1</c:v>
                </c:pt>
                <c:pt idx="1486">
                  <c:v>24.19</c:v>
                </c:pt>
                <c:pt idx="1487">
                  <c:v>24.83</c:v>
                </c:pt>
                <c:pt idx="1488">
                  <c:v>25.61</c:v>
                </c:pt>
                <c:pt idx="1489">
                  <c:v>25.45</c:v>
                </c:pt>
                <c:pt idx="1490">
                  <c:v>24.83</c:v>
                </c:pt>
                <c:pt idx="1491">
                  <c:v>25.32</c:v>
                </c:pt>
                <c:pt idx="1492">
                  <c:v>25.04</c:v>
                </c:pt>
                <c:pt idx="1493">
                  <c:v>25.27</c:v>
                </c:pt>
                <c:pt idx="1494">
                  <c:v>25.37</c:v>
                </c:pt>
                <c:pt idx="1495">
                  <c:v>25.79</c:v>
                </c:pt>
                <c:pt idx="1496">
                  <c:v>25.82</c:v>
                </c:pt>
                <c:pt idx="1497">
                  <c:v>26.3</c:v>
                </c:pt>
                <c:pt idx="1498">
                  <c:v>26.66</c:v>
                </c:pt>
                <c:pt idx="1499">
                  <c:v>26.44</c:v>
                </c:pt>
                <c:pt idx="1500">
                  <c:v>25.59</c:v>
                </c:pt>
                <c:pt idx="1501">
                  <c:v>25.3</c:v>
                </c:pt>
                <c:pt idx="1502">
                  <c:v>25.41</c:v>
                </c:pt>
                <c:pt idx="1503">
                  <c:v>24.6</c:v>
                </c:pt>
                <c:pt idx="1504">
                  <c:v>24.24</c:v>
                </c:pt>
                <c:pt idx="1505">
                  <c:v>25.17</c:v>
                </c:pt>
                <c:pt idx="1506">
                  <c:v>25.65</c:v>
                </c:pt>
                <c:pt idx="1507">
                  <c:v>26.09</c:v>
                </c:pt>
                <c:pt idx="1508">
                  <c:v>25.74</c:v>
                </c:pt>
                <c:pt idx="1509">
                  <c:v>26.54</c:v>
                </c:pt>
                <c:pt idx="1510">
                  <c:v>26.12</c:v>
                </c:pt>
                <c:pt idx="1511">
                  <c:v>26.64</c:v>
                </c:pt>
                <c:pt idx="1512">
                  <c:v>26.31</c:v>
                </c:pt>
                <c:pt idx="1513">
                  <c:v>26.98</c:v>
                </c:pt>
                <c:pt idx="1514">
                  <c:v>27.6</c:v>
                </c:pt>
                <c:pt idx="1515">
                  <c:v>28.05</c:v>
                </c:pt>
                <c:pt idx="1516">
                  <c:v>27.84</c:v>
                </c:pt>
                <c:pt idx="1517">
                  <c:v>27.72</c:v>
                </c:pt>
                <c:pt idx="1518">
                  <c:v>28.08</c:v>
                </c:pt>
                <c:pt idx="1519">
                  <c:v>27.87</c:v>
                </c:pt>
                <c:pt idx="1520">
                  <c:v>28.52</c:v>
                </c:pt>
                <c:pt idx="1521">
                  <c:v>28.03</c:v>
                </c:pt>
                <c:pt idx="1522">
                  <c:v>28.91</c:v>
                </c:pt>
                <c:pt idx="1523">
                  <c:v>28.94</c:v>
                </c:pt>
                <c:pt idx="1524">
                  <c:v>29.04</c:v>
                </c:pt>
                <c:pt idx="1525">
                  <c:v>29.2</c:v>
                </c:pt>
                <c:pt idx="1526">
                  <c:v>29.68</c:v>
                </c:pt>
                <c:pt idx="1527">
                  <c:v>30.19</c:v>
                </c:pt>
                <c:pt idx="1528">
                  <c:v>29.78</c:v>
                </c:pt>
                <c:pt idx="1529">
                  <c:v>30.03</c:v>
                </c:pt>
                <c:pt idx="1530">
                  <c:v>30.06</c:v>
                </c:pt>
                <c:pt idx="1531">
                  <c:v>30.53</c:v>
                </c:pt>
                <c:pt idx="1532">
                  <c:v>29.63</c:v>
                </c:pt>
                <c:pt idx="1533">
                  <c:v>30.12</c:v>
                </c:pt>
                <c:pt idx="1534">
                  <c:v>30.42</c:v>
                </c:pt>
                <c:pt idx="1535">
                  <c:v>30.54</c:v>
                </c:pt>
                <c:pt idx="1536">
                  <c:v>30.94</c:v>
                </c:pt>
                <c:pt idx="1537">
                  <c:v>31.11</c:v>
                </c:pt>
                <c:pt idx="1538">
                  <c:v>31.67</c:v>
                </c:pt>
                <c:pt idx="1539">
                  <c:v>32.869999999999997</c:v>
                </c:pt>
                <c:pt idx="1540">
                  <c:v>31.85</c:v>
                </c:pt>
                <c:pt idx="1541">
                  <c:v>31.45</c:v>
                </c:pt>
                <c:pt idx="1542">
                  <c:v>30.84</c:v>
                </c:pt>
                <c:pt idx="1543">
                  <c:v>31.25</c:v>
                </c:pt>
                <c:pt idx="1544">
                  <c:v>31.52</c:v>
                </c:pt>
                <c:pt idx="1545">
                  <c:v>31.35</c:v>
                </c:pt>
                <c:pt idx="1546">
                  <c:v>30.3</c:v>
                </c:pt>
                <c:pt idx="1547">
                  <c:v>29.81</c:v>
                </c:pt>
                <c:pt idx="1548">
                  <c:v>30.84</c:v>
                </c:pt>
                <c:pt idx="1549">
                  <c:v>32.409999999999997</c:v>
                </c:pt>
                <c:pt idx="1550">
                  <c:v>32.1</c:v>
                </c:pt>
                <c:pt idx="1551">
                  <c:v>32.450000000000003</c:v>
                </c:pt>
                <c:pt idx="1552">
                  <c:v>32.29</c:v>
                </c:pt>
                <c:pt idx="1553">
                  <c:v>32.39</c:v>
                </c:pt>
                <c:pt idx="1554">
                  <c:v>32.75</c:v>
                </c:pt>
                <c:pt idx="1555">
                  <c:v>33.43</c:v>
                </c:pt>
                <c:pt idx="1556">
                  <c:v>32.409999999999997</c:v>
                </c:pt>
                <c:pt idx="1557">
                  <c:v>32.909999999999997</c:v>
                </c:pt>
                <c:pt idx="1558">
                  <c:v>33.479999999999997</c:v>
                </c:pt>
                <c:pt idx="1559">
                  <c:v>33.979999999999997</c:v>
                </c:pt>
                <c:pt idx="1560">
                  <c:v>33.51</c:v>
                </c:pt>
                <c:pt idx="1561">
                  <c:v>32.409999999999997</c:v>
                </c:pt>
                <c:pt idx="1562">
                  <c:v>32.21</c:v>
                </c:pt>
                <c:pt idx="1563">
                  <c:v>31.28</c:v>
                </c:pt>
                <c:pt idx="1564">
                  <c:v>32.75</c:v>
                </c:pt>
                <c:pt idx="1565">
                  <c:v>32.630000000000003</c:v>
                </c:pt>
                <c:pt idx="1566">
                  <c:v>33.450000000000003</c:v>
                </c:pt>
                <c:pt idx="1567">
                  <c:v>32.9</c:v>
                </c:pt>
                <c:pt idx="1568">
                  <c:v>32.770000000000003</c:v>
                </c:pt>
                <c:pt idx="1569">
                  <c:v>32.69</c:v>
                </c:pt>
                <c:pt idx="1570">
                  <c:v>33.44</c:v>
                </c:pt>
                <c:pt idx="1571">
                  <c:v>32.909999999999997</c:v>
                </c:pt>
                <c:pt idx="1572">
                  <c:v>33.89</c:v>
                </c:pt>
                <c:pt idx="1573">
                  <c:v>33.119999999999997</c:v>
                </c:pt>
                <c:pt idx="1574">
                  <c:v>34.85</c:v>
                </c:pt>
                <c:pt idx="1575">
                  <c:v>34.409999999999997</c:v>
                </c:pt>
                <c:pt idx="1576">
                  <c:v>33.94</c:v>
                </c:pt>
                <c:pt idx="1577">
                  <c:v>34.299999999999997</c:v>
                </c:pt>
                <c:pt idx="1578">
                  <c:v>34.19</c:v>
                </c:pt>
                <c:pt idx="1579">
                  <c:v>34.97</c:v>
                </c:pt>
                <c:pt idx="1580">
                  <c:v>34.520000000000003</c:v>
                </c:pt>
                <c:pt idx="1581">
                  <c:v>34.450000000000003</c:v>
                </c:pt>
                <c:pt idx="1582">
                  <c:v>33.19</c:v>
                </c:pt>
                <c:pt idx="1583">
                  <c:v>36.25</c:v>
                </c:pt>
                <c:pt idx="1584">
                  <c:v>37.26</c:v>
                </c:pt>
                <c:pt idx="1585">
                  <c:v>39.29</c:v>
                </c:pt>
                <c:pt idx="1586">
                  <c:v>37.770000000000003</c:v>
                </c:pt>
                <c:pt idx="1587">
                  <c:v>35.57</c:v>
                </c:pt>
                <c:pt idx="1588">
                  <c:v>35.65</c:v>
                </c:pt>
                <c:pt idx="1589">
                  <c:v>34</c:v>
                </c:pt>
                <c:pt idx="1590">
                  <c:v>33.18</c:v>
                </c:pt>
                <c:pt idx="1591">
                  <c:v>31.95</c:v>
                </c:pt>
                <c:pt idx="1592">
                  <c:v>32.61</c:v>
                </c:pt>
                <c:pt idx="1593">
                  <c:v>32.979999999999997</c:v>
                </c:pt>
                <c:pt idx="1594">
                  <c:v>32.69</c:v>
                </c:pt>
                <c:pt idx="1595">
                  <c:v>32.24</c:v>
                </c:pt>
                <c:pt idx="1596">
                  <c:v>32.44</c:v>
                </c:pt>
                <c:pt idx="1597">
                  <c:v>33.450000000000003</c:v>
                </c:pt>
                <c:pt idx="1598">
                  <c:v>32.159999999999997</c:v>
                </c:pt>
                <c:pt idx="1599">
                  <c:v>32.82</c:v>
                </c:pt>
                <c:pt idx="1600">
                  <c:v>30.13</c:v>
                </c:pt>
                <c:pt idx="1601">
                  <c:v>30.17</c:v>
                </c:pt>
                <c:pt idx="1602">
                  <c:v>31.04</c:v>
                </c:pt>
                <c:pt idx="1603">
                  <c:v>32.21</c:v>
                </c:pt>
                <c:pt idx="1604">
                  <c:v>32.76</c:v>
                </c:pt>
                <c:pt idx="1605">
                  <c:v>33.909999999999997</c:v>
                </c:pt>
                <c:pt idx="1606">
                  <c:v>32.53</c:v>
                </c:pt>
                <c:pt idx="1607">
                  <c:v>32.06</c:v>
                </c:pt>
                <c:pt idx="1608">
                  <c:v>33.07</c:v>
                </c:pt>
                <c:pt idx="1609">
                  <c:v>32.75</c:v>
                </c:pt>
                <c:pt idx="1610">
                  <c:v>31.29</c:v>
                </c:pt>
                <c:pt idx="1611">
                  <c:v>33.130000000000003</c:v>
                </c:pt>
                <c:pt idx="1612">
                  <c:v>38.01</c:v>
                </c:pt>
                <c:pt idx="1613">
                  <c:v>36</c:v>
                </c:pt>
                <c:pt idx="1614">
                  <c:v>35.82</c:v>
                </c:pt>
                <c:pt idx="1615">
                  <c:v>35.03</c:v>
                </c:pt>
                <c:pt idx="1616">
                  <c:v>35.159999999999997</c:v>
                </c:pt>
                <c:pt idx="1617">
                  <c:v>34.86</c:v>
                </c:pt>
                <c:pt idx="1618">
                  <c:v>32.93</c:v>
                </c:pt>
                <c:pt idx="1619">
                  <c:v>33.479999999999997</c:v>
                </c:pt>
                <c:pt idx="1620">
                  <c:v>35.479999999999997</c:v>
                </c:pt>
                <c:pt idx="1621">
                  <c:v>32.6</c:v>
                </c:pt>
                <c:pt idx="1622">
                  <c:v>34.36</c:v>
                </c:pt>
                <c:pt idx="1623">
                  <c:v>37.01</c:v>
                </c:pt>
                <c:pt idx="1624">
                  <c:v>37.369999999999997</c:v>
                </c:pt>
                <c:pt idx="1625">
                  <c:v>37.909999999999997</c:v>
                </c:pt>
                <c:pt idx="1626">
                  <c:v>38.07</c:v>
                </c:pt>
                <c:pt idx="1627">
                  <c:v>37.26</c:v>
                </c:pt>
                <c:pt idx="1628">
                  <c:v>37.33</c:v>
                </c:pt>
                <c:pt idx="1629">
                  <c:v>36.24</c:v>
                </c:pt>
                <c:pt idx="1630">
                  <c:v>38.96</c:v>
                </c:pt>
                <c:pt idx="1631">
                  <c:v>35.31</c:v>
                </c:pt>
                <c:pt idx="1632">
                  <c:v>34.89</c:v>
                </c:pt>
                <c:pt idx="1633">
                  <c:v>33.44</c:v>
                </c:pt>
                <c:pt idx="1634">
                  <c:v>31.64</c:v>
                </c:pt>
                <c:pt idx="1635">
                  <c:v>34.93</c:v>
                </c:pt>
                <c:pt idx="1636">
                  <c:v>34.340000000000003</c:v>
                </c:pt>
                <c:pt idx="1637">
                  <c:v>32.11</c:v>
                </c:pt>
                <c:pt idx="1638">
                  <c:v>26.83</c:v>
                </c:pt>
                <c:pt idx="1639">
                  <c:v>25.08</c:v>
                </c:pt>
                <c:pt idx="1640">
                  <c:v>24.04</c:v>
                </c:pt>
                <c:pt idx="1641">
                  <c:v>21.62</c:v>
                </c:pt>
                <c:pt idx="1642">
                  <c:v>25.66</c:v>
                </c:pt>
                <c:pt idx="1643">
                  <c:v>25.32</c:v>
                </c:pt>
                <c:pt idx="1644">
                  <c:v>30.08</c:v>
                </c:pt>
                <c:pt idx="1645">
                  <c:v>29.33</c:v>
                </c:pt>
                <c:pt idx="1646">
                  <c:v>34.49</c:v>
                </c:pt>
                <c:pt idx="1647">
                  <c:v>36.96</c:v>
                </c:pt>
                <c:pt idx="1648">
                  <c:v>34.68</c:v>
                </c:pt>
                <c:pt idx="1649">
                  <c:v>41.87</c:v>
                </c:pt>
                <c:pt idx="1650">
                  <c:v>43.73</c:v>
                </c:pt>
                <c:pt idx="1651">
                  <c:v>45.3</c:v>
                </c:pt>
                <c:pt idx="1652">
                  <c:v>43.96</c:v>
                </c:pt>
                <c:pt idx="1653">
                  <c:v>44.83</c:v>
                </c:pt>
                <c:pt idx="1654">
                  <c:v>44.03</c:v>
                </c:pt>
                <c:pt idx="1655">
                  <c:v>43.94</c:v>
                </c:pt>
                <c:pt idx="1656">
                  <c:v>45.75</c:v>
                </c:pt>
                <c:pt idx="1657">
                  <c:v>45.9</c:v>
                </c:pt>
                <c:pt idx="1658">
                  <c:v>47.28</c:v>
                </c:pt>
                <c:pt idx="1659">
                  <c:v>49.17</c:v>
                </c:pt>
                <c:pt idx="1660">
                  <c:v>49.62</c:v>
                </c:pt>
                <c:pt idx="1661">
                  <c:v>50.22</c:v>
                </c:pt>
                <c:pt idx="1662">
                  <c:v>50.21</c:v>
                </c:pt>
                <c:pt idx="1663">
                  <c:v>50.49</c:v>
                </c:pt>
                <c:pt idx="1664">
                  <c:v>50.99</c:v>
                </c:pt>
                <c:pt idx="1665">
                  <c:v>52.65</c:v>
                </c:pt>
                <c:pt idx="1666">
                  <c:v>51.99</c:v>
                </c:pt>
                <c:pt idx="1667">
                  <c:v>51.39</c:v>
                </c:pt>
                <c:pt idx="1668">
                  <c:v>51.79</c:v>
                </c:pt>
                <c:pt idx="1669">
                  <c:v>52.14</c:v>
                </c:pt>
                <c:pt idx="1670">
                  <c:v>52.95</c:v>
                </c:pt>
                <c:pt idx="1671">
                  <c:v>51.65</c:v>
                </c:pt>
                <c:pt idx="1672">
                  <c:v>51.24</c:v>
                </c:pt>
                <c:pt idx="1673">
                  <c:v>52.15</c:v>
                </c:pt>
                <c:pt idx="1674">
                  <c:v>53.84</c:v>
                </c:pt>
                <c:pt idx="1675">
                  <c:v>55.73</c:v>
                </c:pt>
                <c:pt idx="1676">
                  <c:v>55.92</c:v>
                </c:pt>
                <c:pt idx="1677">
                  <c:v>56.09</c:v>
                </c:pt>
                <c:pt idx="1678">
                  <c:v>57.17</c:v>
                </c:pt>
                <c:pt idx="1679">
                  <c:v>57.4</c:v>
                </c:pt>
                <c:pt idx="1680">
                  <c:v>57.44</c:v>
                </c:pt>
                <c:pt idx="1681">
                  <c:v>57.46</c:v>
                </c:pt>
                <c:pt idx="1682">
                  <c:v>58.54</c:v>
                </c:pt>
                <c:pt idx="1683">
                  <c:v>58.77</c:v>
                </c:pt>
                <c:pt idx="1684">
                  <c:v>58.82</c:v>
                </c:pt>
                <c:pt idx="1685">
                  <c:v>58.92</c:v>
                </c:pt>
                <c:pt idx="1686">
                  <c:v>58.96</c:v>
                </c:pt>
                <c:pt idx="1687">
                  <c:v>59.01</c:v>
                </c:pt>
                <c:pt idx="1688">
                  <c:v>59.68</c:v>
                </c:pt>
                <c:pt idx="1689">
                  <c:v>59.69</c:v>
                </c:pt>
                <c:pt idx="1690">
                  <c:v>60.4</c:v>
                </c:pt>
                <c:pt idx="1691">
                  <c:v>60.96</c:v>
                </c:pt>
                <c:pt idx="1692">
                  <c:v>60.21</c:v>
                </c:pt>
                <c:pt idx="1693">
                  <c:v>59.74</c:v>
                </c:pt>
                <c:pt idx="1694">
                  <c:v>58.98</c:v>
                </c:pt>
                <c:pt idx="1695">
                  <c:v>58.68</c:v>
                </c:pt>
                <c:pt idx="1696">
                  <c:v>59.09</c:v>
                </c:pt>
                <c:pt idx="1697">
                  <c:v>58.87</c:v>
                </c:pt>
                <c:pt idx="1698">
                  <c:v>58.7</c:v>
                </c:pt>
                <c:pt idx="1699">
                  <c:v>58.8</c:v>
                </c:pt>
                <c:pt idx="1700">
                  <c:v>58.18</c:v>
                </c:pt>
                <c:pt idx="1701">
                  <c:v>58.9</c:v>
                </c:pt>
                <c:pt idx="1702">
                  <c:v>58.52</c:v>
                </c:pt>
                <c:pt idx="1703">
                  <c:v>58.47</c:v>
                </c:pt>
                <c:pt idx="1704">
                  <c:v>58.16</c:v>
                </c:pt>
                <c:pt idx="1705">
                  <c:v>57.44</c:v>
                </c:pt>
                <c:pt idx="1706">
                  <c:v>57.76</c:v>
                </c:pt>
                <c:pt idx="1707">
                  <c:v>57.4</c:v>
                </c:pt>
                <c:pt idx="1708">
                  <c:v>57.36</c:v>
                </c:pt>
                <c:pt idx="1709">
                  <c:v>57.27</c:v>
                </c:pt>
                <c:pt idx="1710">
                  <c:v>57.29</c:v>
                </c:pt>
                <c:pt idx="1711">
                  <c:v>56.49</c:v>
                </c:pt>
                <c:pt idx="1712">
                  <c:v>56.84</c:v>
                </c:pt>
                <c:pt idx="1713">
                  <c:v>56.21</c:v>
                </c:pt>
                <c:pt idx="1714">
                  <c:v>57.13</c:v>
                </c:pt>
                <c:pt idx="1715">
                  <c:v>57.49</c:v>
                </c:pt>
                <c:pt idx="1716">
                  <c:v>57.8</c:v>
                </c:pt>
                <c:pt idx="1717">
                  <c:v>57.97</c:v>
                </c:pt>
                <c:pt idx="1718">
                  <c:v>58.64</c:v>
                </c:pt>
                <c:pt idx="1719">
                  <c:v>58.44</c:v>
                </c:pt>
                <c:pt idx="1720">
                  <c:v>58.67</c:v>
                </c:pt>
                <c:pt idx="1721">
                  <c:v>58.44</c:v>
                </c:pt>
                <c:pt idx="1722">
                  <c:v>58.73</c:v>
                </c:pt>
                <c:pt idx="1723">
                  <c:v>59.42</c:v>
                </c:pt>
                <c:pt idx="1724">
                  <c:v>59.57</c:v>
                </c:pt>
                <c:pt idx="1725">
                  <c:v>59.13</c:v>
                </c:pt>
                <c:pt idx="1726">
                  <c:v>60.29</c:v>
                </c:pt>
                <c:pt idx="1727">
                  <c:v>59.89</c:v>
                </c:pt>
                <c:pt idx="1728">
                  <c:v>60.18</c:v>
                </c:pt>
                <c:pt idx="1729">
                  <c:v>60.25</c:v>
                </c:pt>
                <c:pt idx="1730">
                  <c:v>60.37</c:v>
                </c:pt>
                <c:pt idx="1731">
                  <c:v>59.87</c:v>
                </c:pt>
                <c:pt idx="1732">
                  <c:v>60.16</c:v>
                </c:pt>
                <c:pt idx="1733">
                  <c:v>59.44</c:v>
                </c:pt>
                <c:pt idx="1734">
                  <c:v>58.64</c:v>
                </c:pt>
                <c:pt idx="1735">
                  <c:v>57.97</c:v>
                </c:pt>
                <c:pt idx="1736">
                  <c:v>60.05</c:v>
                </c:pt>
                <c:pt idx="1737">
                  <c:v>59.93</c:v>
                </c:pt>
                <c:pt idx="1738">
                  <c:v>59.92</c:v>
                </c:pt>
                <c:pt idx="1739">
                  <c:v>59.68</c:v>
                </c:pt>
                <c:pt idx="1740">
                  <c:v>59.57</c:v>
                </c:pt>
                <c:pt idx="1741">
                  <c:v>59.61</c:v>
                </c:pt>
                <c:pt idx="1742">
                  <c:v>58.94</c:v>
                </c:pt>
                <c:pt idx="1743">
                  <c:v>58.28</c:v>
                </c:pt>
                <c:pt idx="1744">
                  <c:v>57.72</c:v>
                </c:pt>
                <c:pt idx="1745">
                  <c:v>58.16</c:v>
                </c:pt>
                <c:pt idx="1746">
                  <c:v>57.39</c:v>
                </c:pt>
                <c:pt idx="1747">
                  <c:v>57.54</c:v>
                </c:pt>
                <c:pt idx="1748">
                  <c:v>57.82</c:v>
                </c:pt>
                <c:pt idx="1749">
                  <c:v>57.85</c:v>
                </c:pt>
                <c:pt idx="1750">
                  <c:v>57.26</c:v>
                </c:pt>
                <c:pt idx="1751">
                  <c:v>56.55</c:v>
                </c:pt>
                <c:pt idx="1752">
                  <c:v>56.44</c:v>
                </c:pt>
                <c:pt idx="1753">
                  <c:v>57.18</c:v>
                </c:pt>
                <c:pt idx="1754">
                  <c:v>57.3</c:v>
                </c:pt>
                <c:pt idx="1755">
                  <c:v>56.99</c:v>
                </c:pt>
                <c:pt idx="1756">
                  <c:v>56.61</c:v>
                </c:pt>
                <c:pt idx="1757">
                  <c:v>58.39</c:v>
                </c:pt>
                <c:pt idx="1758">
                  <c:v>58.85</c:v>
                </c:pt>
                <c:pt idx="1759">
                  <c:v>59.11</c:v>
                </c:pt>
                <c:pt idx="1760">
                  <c:v>58.55</c:v>
                </c:pt>
                <c:pt idx="1761">
                  <c:v>57.83</c:v>
                </c:pt>
                <c:pt idx="1762">
                  <c:v>57.89</c:v>
                </c:pt>
                <c:pt idx="1763">
                  <c:v>58.5</c:v>
                </c:pt>
                <c:pt idx="1764">
                  <c:v>58.48</c:v>
                </c:pt>
                <c:pt idx="1765">
                  <c:v>58.31</c:v>
                </c:pt>
                <c:pt idx="1766">
                  <c:v>58.22</c:v>
                </c:pt>
                <c:pt idx="1767">
                  <c:v>58.09</c:v>
                </c:pt>
                <c:pt idx="1768">
                  <c:v>57.99</c:v>
                </c:pt>
                <c:pt idx="1769">
                  <c:v>56.87</c:v>
                </c:pt>
                <c:pt idx="1770">
                  <c:v>56.55</c:v>
                </c:pt>
                <c:pt idx="1771">
                  <c:v>56.5</c:v>
                </c:pt>
                <c:pt idx="1772">
                  <c:v>56.81</c:v>
                </c:pt>
                <c:pt idx="1773">
                  <c:v>56.26</c:v>
                </c:pt>
                <c:pt idx="1774">
                  <c:v>55.6</c:v>
                </c:pt>
                <c:pt idx="1775">
                  <c:v>55.74</c:v>
                </c:pt>
                <c:pt idx="1776">
                  <c:v>55.89</c:v>
                </c:pt>
                <c:pt idx="1777">
                  <c:v>55.27</c:v>
                </c:pt>
                <c:pt idx="1778">
                  <c:v>55.6</c:v>
                </c:pt>
                <c:pt idx="1779">
                  <c:v>55.7</c:v>
                </c:pt>
                <c:pt idx="1780">
                  <c:v>55.68</c:v>
                </c:pt>
                <c:pt idx="1781">
                  <c:v>54.95</c:v>
                </c:pt>
                <c:pt idx="1782">
                  <c:v>55.31</c:v>
                </c:pt>
                <c:pt idx="1783">
                  <c:v>55.13</c:v>
                </c:pt>
                <c:pt idx="1784">
                  <c:v>55.89</c:v>
                </c:pt>
                <c:pt idx="1785">
                  <c:v>56.24</c:v>
                </c:pt>
                <c:pt idx="1786">
                  <c:v>55.66</c:v>
                </c:pt>
                <c:pt idx="1787">
                  <c:v>56.06</c:v>
                </c:pt>
                <c:pt idx="1788">
                  <c:v>55.56</c:v>
                </c:pt>
                <c:pt idx="1789">
                  <c:v>55.09</c:v>
                </c:pt>
                <c:pt idx="1790">
                  <c:v>56.38</c:v>
                </c:pt>
                <c:pt idx="1791">
                  <c:v>57.7</c:v>
                </c:pt>
                <c:pt idx="1792">
                  <c:v>57.17</c:v>
                </c:pt>
                <c:pt idx="1793">
                  <c:v>57.3</c:v>
                </c:pt>
                <c:pt idx="1794">
                  <c:v>58.02</c:v>
                </c:pt>
                <c:pt idx="1795">
                  <c:v>57.07</c:v>
                </c:pt>
                <c:pt idx="1796">
                  <c:v>57.3</c:v>
                </c:pt>
                <c:pt idx="1797">
                  <c:v>57.07</c:v>
                </c:pt>
                <c:pt idx="1798">
                  <c:v>58.41</c:v>
                </c:pt>
                <c:pt idx="1799">
                  <c:v>58.78</c:v>
                </c:pt>
                <c:pt idx="1800">
                  <c:v>62.89</c:v>
                </c:pt>
                <c:pt idx="1801">
                  <c:v>63.8</c:v>
                </c:pt>
                <c:pt idx="1802">
                  <c:v>63.46</c:v>
                </c:pt>
                <c:pt idx="1803">
                  <c:v>63.02</c:v>
                </c:pt>
                <c:pt idx="1804">
                  <c:v>62.87</c:v>
                </c:pt>
                <c:pt idx="1805">
                  <c:v>63.17</c:v>
                </c:pt>
                <c:pt idx="1806">
                  <c:v>63.79</c:v>
                </c:pt>
                <c:pt idx="1807">
                  <c:v>63.9</c:v>
                </c:pt>
                <c:pt idx="1808">
                  <c:v>63.65</c:v>
                </c:pt>
                <c:pt idx="1809">
                  <c:v>63.13</c:v>
                </c:pt>
                <c:pt idx="1810">
                  <c:v>63.33</c:v>
                </c:pt>
                <c:pt idx="1811">
                  <c:v>63.82</c:v>
                </c:pt>
                <c:pt idx="1812">
                  <c:v>64.5</c:v>
                </c:pt>
                <c:pt idx="1813">
                  <c:v>65.06</c:v>
                </c:pt>
                <c:pt idx="1814">
                  <c:v>65.38</c:v>
                </c:pt>
                <c:pt idx="1815">
                  <c:v>65.239999999999995</c:v>
                </c:pt>
                <c:pt idx="1816">
                  <c:v>64.44</c:v>
                </c:pt>
                <c:pt idx="1817">
                  <c:v>64.42</c:v>
                </c:pt>
                <c:pt idx="1818">
                  <c:v>64.59</c:v>
                </c:pt>
                <c:pt idx="1819">
                  <c:v>64.680000000000007</c:v>
                </c:pt>
                <c:pt idx="1820">
                  <c:v>65.11</c:v>
                </c:pt>
                <c:pt idx="1821">
                  <c:v>65.2</c:v>
                </c:pt>
                <c:pt idx="1822">
                  <c:v>65.069999999999993</c:v>
                </c:pt>
                <c:pt idx="1823">
                  <c:v>65.09</c:v>
                </c:pt>
                <c:pt idx="1824">
                  <c:v>66.010000000000005</c:v>
                </c:pt>
                <c:pt idx="1825">
                  <c:v>65.760000000000005</c:v>
                </c:pt>
                <c:pt idx="1826">
                  <c:v>65.86</c:v>
                </c:pt>
                <c:pt idx="1827">
                  <c:v>65.7</c:v>
                </c:pt>
                <c:pt idx="1828">
                  <c:v>65.52</c:v>
                </c:pt>
                <c:pt idx="1829">
                  <c:v>64.38</c:v>
                </c:pt>
                <c:pt idx="1830">
                  <c:v>63.92</c:v>
                </c:pt>
                <c:pt idx="1831">
                  <c:v>62.92</c:v>
                </c:pt>
                <c:pt idx="1832">
                  <c:v>63.43</c:v>
                </c:pt>
                <c:pt idx="1833">
                  <c:v>63.75</c:v>
                </c:pt>
                <c:pt idx="1834">
                  <c:v>63.49</c:v>
                </c:pt>
                <c:pt idx="1835">
                  <c:v>64.510000000000005</c:v>
                </c:pt>
                <c:pt idx="1836">
                  <c:v>64.28</c:v>
                </c:pt>
                <c:pt idx="1837">
                  <c:v>64.48</c:v>
                </c:pt>
                <c:pt idx="1838">
                  <c:v>63.62</c:v>
                </c:pt>
                <c:pt idx="1839">
                  <c:v>62.76</c:v>
                </c:pt>
                <c:pt idx="1840">
                  <c:v>62.48</c:v>
                </c:pt>
                <c:pt idx="1841">
                  <c:v>62.38</c:v>
                </c:pt>
                <c:pt idx="1842">
                  <c:v>61.81</c:v>
                </c:pt>
                <c:pt idx="1843">
                  <c:v>62.28</c:v>
                </c:pt>
                <c:pt idx="1844">
                  <c:v>62.36</c:v>
                </c:pt>
                <c:pt idx="1845">
                  <c:v>62.56</c:v>
                </c:pt>
                <c:pt idx="1846">
                  <c:v>63.3</c:v>
                </c:pt>
                <c:pt idx="1847">
                  <c:v>62.46</c:v>
                </c:pt>
                <c:pt idx="1848">
                  <c:v>63.72</c:v>
                </c:pt>
                <c:pt idx="1849">
                  <c:v>64.47</c:v>
                </c:pt>
                <c:pt idx="1850">
                  <c:v>64.430000000000007</c:v>
                </c:pt>
                <c:pt idx="1851">
                  <c:v>64.27</c:v>
                </c:pt>
                <c:pt idx="1852">
                  <c:v>64.260000000000005</c:v>
                </c:pt>
                <c:pt idx="1853">
                  <c:v>64.86</c:v>
                </c:pt>
                <c:pt idx="1854">
                  <c:v>64.11</c:v>
                </c:pt>
                <c:pt idx="1855">
                  <c:v>63.38</c:v>
                </c:pt>
                <c:pt idx="1856">
                  <c:v>63.55</c:v>
                </c:pt>
                <c:pt idx="1857">
                  <c:v>63.13</c:v>
                </c:pt>
                <c:pt idx="1858">
                  <c:v>62.71</c:v>
                </c:pt>
                <c:pt idx="1859">
                  <c:v>62.23</c:v>
                </c:pt>
                <c:pt idx="1860">
                  <c:v>64.11</c:v>
                </c:pt>
                <c:pt idx="1861">
                  <c:v>64.290000000000006</c:v>
                </c:pt>
                <c:pt idx="1862">
                  <c:v>63.7</c:v>
                </c:pt>
                <c:pt idx="1863">
                  <c:v>62.72</c:v>
                </c:pt>
                <c:pt idx="1864">
                  <c:v>63.53</c:v>
                </c:pt>
                <c:pt idx="1865">
                  <c:v>63.13</c:v>
                </c:pt>
                <c:pt idx="1866">
                  <c:v>63.06</c:v>
                </c:pt>
                <c:pt idx="1867">
                  <c:v>63.62</c:v>
                </c:pt>
                <c:pt idx="1868">
                  <c:v>63.46</c:v>
                </c:pt>
                <c:pt idx="1869">
                  <c:v>65</c:v>
                </c:pt>
                <c:pt idx="1870">
                  <c:v>65.239999999999995</c:v>
                </c:pt>
                <c:pt idx="1871">
                  <c:v>64.2</c:v>
                </c:pt>
                <c:pt idx="1872">
                  <c:v>64.59</c:v>
                </c:pt>
                <c:pt idx="1873">
                  <c:v>64.3</c:v>
                </c:pt>
                <c:pt idx="1874">
                  <c:v>64.58</c:v>
                </c:pt>
                <c:pt idx="1875">
                  <c:v>64.5</c:v>
                </c:pt>
                <c:pt idx="1876">
                  <c:v>64.92</c:v>
                </c:pt>
                <c:pt idx="1877">
                  <c:v>65.010000000000005</c:v>
                </c:pt>
                <c:pt idx="1878">
                  <c:v>64.569999999999993</c:v>
                </c:pt>
                <c:pt idx="1879">
                  <c:v>65.3</c:v>
                </c:pt>
                <c:pt idx="1880">
                  <c:v>64.52</c:v>
                </c:pt>
                <c:pt idx="1881">
                  <c:v>63.97</c:v>
                </c:pt>
                <c:pt idx="1882">
                  <c:v>63.82</c:v>
                </c:pt>
                <c:pt idx="1883">
                  <c:v>63.51</c:v>
                </c:pt>
                <c:pt idx="1884">
                  <c:v>63.28</c:v>
                </c:pt>
                <c:pt idx="1885">
                  <c:v>62.59</c:v>
                </c:pt>
                <c:pt idx="1886">
                  <c:v>62.64</c:v>
                </c:pt>
                <c:pt idx="1887">
                  <c:v>62.58</c:v>
                </c:pt>
                <c:pt idx="1888">
                  <c:v>63.2</c:v>
                </c:pt>
                <c:pt idx="1889">
                  <c:v>62.79</c:v>
                </c:pt>
                <c:pt idx="1890">
                  <c:v>62.88</c:v>
                </c:pt>
                <c:pt idx="1891">
                  <c:v>64.08</c:v>
                </c:pt>
                <c:pt idx="1892">
                  <c:v>64.48</c:v>
                </c:pt>
                <c:pt idx="1893">
                  <c:v>63.95</c:v>
                </c:pt>
                <c:pt idx="1894">
                  <c:v>64.09</c:v>
                </c:pt>
                <c:pt idx="1895">
                  <c:v>63.29</c:v>
                </c:pt>
                <c:pt idx="1896">
                  <c:v>63.05</c:v>
                </c:pt>
                <c:pt idx="1897">
                  <c:v>62.99</c:v>
                </c:pt>
                <c:pt idx="1898">
                  <c:v>61.34</c:v>
                </c:pt>
                <c:pt idx="1899">
                  <c:v>61.23</c:v>
                </c:pt>
                <c:pt idx="1900">
                  <c:v>60.8</c:v>
                </c:pt>
                <c:pt idx="1901">
                  <c:v>61.57</c:v>
                </c:pt>
                <c:pt idx="1902">
                  <c:v>62.39</c:v>
                </c:pt>
                <c:pt idx="1903">
                  <c:v>62.38</c:v>
                </c:pt>
                <c:pt idx="1904">
                  <c:v>62.29</c:v>
                </c:pt>
                <c:pt idx="1905">
                  <c:v>62.32</c:v>
                </c:pt>
                <c:pt idx="1906">
                  <c:v>62.21</c:v>
                </c:pt>
                <c:pt idx="1907">
                  <c:v>62.51</c:v>
                </c:pt>
                <c:pt idx="1908">
                  <c:v>62.48</c:v>
                </c:pt>
                <c:pt idx="1909">
                  <c:v>62.55</c:v>
                </c:pt>
                <c:pt idx="1910">
                  <c:v>62.67</c:v>
                </c:pt>
                <c:pt idx="1911">
                  <c:v>62.36</c:v>
                </c:pt>
                <c:pt idx="1912">
                  <c:v>63.29</c:v>
                </c:pt>
                <c:pt idx="1913">
                  <c:v>63.15</c:v>
                </c:pt>
                <c:pt idx="1914">
                  <c:v>62.56</c:v>
                </c:pt>
                <c:pt idx="1915">
                  <c:v>62.1</c:v>
                </c:pt>
                <c:pt idx="1916">
                  <c:v>63.05</c:v>
                </c:pt>
                <c:pt idx="1917">
                  <c:v>63.16</c:v>
                </c:pt>
                <c:pt idx="1918">
                  <c:v>62.47</c:v>
                </c:pt>
                <c:pt idx="1919">
                  <c:v>62.9</c:v>
                </c:pt>
                <c:pt idx="1920">
                  <c:v>62.84</c:v>
                </c:pt>
                <c:pt idx="1921">
                  <c:v>63.84</c:v>
                </c:pt>
                <c:pt idx="1922">
                  <c:v>63.68</c:v>
                </c:pt>
                <c:pt idx="1923">
                  <c:v>63.41</c:v>
                </c:pt>
                <c:pt idx="1924">
                  <c:v>62.84</c:v>
                </c:pt>
                <c:pt idx="1925">
                  <c:v>61.73</c:v>
                </c:pt>
                <c:pt idx="1926">
                  <c:v>59.56</c:v>
                </c:pt>
                <c:pt idx="1927">
                  <c:v>58.84</c:v>
                </c:pt>
                <c:pt idx="1928">
                  <c:v>58.61</c:v>
                </c:pt>
                <c:pt idx="1929">
                  <c:v>59.17</c:v>
                </c:pt>
                <c:pt idx="1930">
                  <c:v>58.84</c:v>
                </c:pt>
                <c:pt idx="1931">
                  <c:v>58.91</c:v>
                </c:pt>
                <c:pt idx="1932">
                  <c:v>59.62</c:v>
                </c:pt>
                <c:pt idx="1933">
                  <c:v>61.07</c:v>
                </c:pt>
                <c:pt idx="1934">
                  <c:v>60.18</c:v>
                </c:pt>
                <c:pt idx="1935">
                  <c:v>60.03</c:v>
                </c:pt>
                <c:pt idx="1936">
                  <c:v>60.42</c:v>
                </c:pt>
                <c:pt idx="1937">
                  <c:v>60.41</c:v>
                </c:pt>
                <c:pt idx="1938">
                  <c:v>60.54</c:v>
                </c:pt>
                <c:pt idx="1939">
                  <c:v>61.24</c:v>
                </c:pt>
                <c:pt idx="1940">
                  <c:v>60.96</c:v>
                </c:pt>
                <c:pt idx="1941">
                  <c:v>60.26</c:v>
                </c:pt>
                <c:pt idx="1942">
                  <c:v>60.63</c:v>
                </c:pt>
                <c:pt idx="1943">
                  <c:v>60.55</c:v>
                </c:pt>
                <c:pt idx="1944">
                  <c:v>59.21</c:v>
                </c:pt>
                <c:pt idx="1945">
                  <c:v>59.34</c:v>
                </c:pt>
                <c:pt idx="1946">
                  <c:v>58.27</c:v>
                </c:pt>
                <c:pt idx="1947">
                  <c:v>58.11</c:v>
                </c:pt>
                <c:pt idx="1948">
                  <c:v>57.8</c:v>
                </c:pt>
                <c:pt idx="1949">
                  <c:v>57.7</c:v>
                </c:pt>
                <c:pt idx="1950">
                  <c:v>55.46</c:v>
                </c:pt>
                <c:pt idx="1951">
                  <c:v>56.68</c:v>
                </c:pt>
                <c:pt idx="1952">
                  <c:v>56.43</c:v>
                </c:pt>
                <c:pt idx="1953">
                  <c:v>56.9</c:v>
                </c:pt>
                <c:pt idx="1954">
                  <c:v>57.01</c:v>
                </c:pt>
                <c:pt idx="1955">
                  <c:v>57.71</c:v>
                </c:pt>
                <c:pt idx="1956">
                  <c:v>58.23</c:v>
                </c:pt>
                <c:pt idx="1957">
                  <c:v>59.23</c:v>
                </c:pt>
                <c:pt idx="1958">
                  <c:v>58.98</c:v>
                </c:pt>
                <c:pt idx="1959">
                  <c:v>58.49</c:v>
                </c:pt>
                <c:pt idx="1960">
                  <c:v>58.85</c:v>
                </c:pt>
                <c:pt idx="1961">
                  <c:v>59.31</c:v>
                </c:pt>
                <c:pt idx="1962">
                  <c:v>59.19</c:v>
                </c:pt>
                <c:pt idx="1963">
                  <c:v>60.69</c:v>
                </c:pt>
                <c:pt idx="1964">
                  <c:v>61.84</c:v>
                </c:pt>
                <c:pt idx="1965">
                  <c:v>60.4</c:v>
                </c:pt>
                <c:pt idx="1966">
                  <c:v>60.6</c:v>
                </c:pt>
                <c:pt idx="1967">
                  <c:v>60.72</c:v>
                </c:pt>
                <c:pt idx="1968">
                  <c:v>59.75</c:v>
                </c:pt>
                <c:pt idx="1969">
                  <c:v>60.35</c:v>
                </c:pt>
                <c:pt idx="1970">
                  <c:v>58.98</c:v>
                </c:pt>
                <c:pt idx="1971">
                  <c:v>61.64</c:v>
                </c:pt>
                <c:pt idx="1972">
                  <c:v>59.96</c:v>
                </c:pt>
                <c:pt idx="1973">
                  <c:v>61.68</c:v>
                </c:pt>
                <c:pt idx="1974">
                  <c:v>62.02</c:v>
                </c:pt>
                <c:pt idx="1975">
                  <c:v>61.66</c:v>
                </c:pt>
                <c:pt idx="1976">
                  <c:v>61.34</c:v>
                </c:pt>
                <c:pt idx="1977">
                  <c:v>60.72</c:v>
                </c:pt>
                <c:pt idx="1978">
                  <c:v>62.16</c:v>
                </c:pt>
                <c:pt idx="1979">
                  <c:v>63</c:v>
                </c:pt>
                <c:pt idx="1980">
                  <c:v>62.77</c:v>
                </c:pt>
                <c:pt idx="1981">
                  <c:v>64.12</c:v>
                </c:pt>
                <c:pt idx="1982">
                  <c:v>63.45</c:v>
                </c:pt>
                <c:pt idx="1983">
                  <c:v>63.39</c:v>
                </c:pt>
                <c:pt idx="1984">
                  <c:v>62.25</c:v>
                </c:pt>
                <c:pt idx="1985">
                  <c:v>63.13</c:v>
                </c:pt>
                <c:pt idx="1986">
                  <c:v>63.19</c:v>
                </c:pt>
                <c:pt idx="1987">
                  <c:v>62.58</c:v>
                </c:pt>
                <c:pt idx="1988">
                  <c:v>61.25</c:v>
                </c:pt>
                <c:pt idx="1989">
                  <c:v>61.91</c:v>
                </c:pt>
                <c:pt idx="1990">
                  <c:v>61.94</c:v>
                </c:pt>
                <c:pt idx="1991">
                  <c:v>61.35</c:v>
                </c:pt>
                <c:pt idx="1992">
                  <c:v>63.11</c:v>
                </c:pt>
                <c:pt idx="1993">
                  <c:v>64.900000000000006</c:v>
                </c:pt>
                <c:pt idx="1994">
                  <c:v>65.53</c:v>
                </c:pt>
                <c:pt idx="1995">
                  <c:v>64.7</c:v>
                </c:pt>
                <c:pt idx="1996">
                  <c:v>65.17</c:v>
                </c:pt>
                <c:pt idx="1997">
                  <c:v>66</c:v>
                </c:pt>
                <c:pt idx="1998">
                  <c:v>65.41</c:v>
                </c:pt>
                <c:pt idx="1999">
                  <c:v>65.260000000000005</c:v>
                </c:pt>
                <c:pt idx="2000">
                  <c:v>65.42</c:v>
                </c:pt>
                <c:pt idx="2001">
                  <c:v>66.930000000000007</c:v>
                </c:pt>
                <c:pt idx="2002">
                  <c:v>68.31</c:v>
                </c:pt>
                <c:pt idx="2003">
                  <c:v>67.680000000000007</c:v>
                </c:pt>
                <c:pt idx="2004">
                  <c:v>68.349999999999994</c:v>
                </c:pt>
                <c:pt idx="2005">
                  <c:v>69.23</c:v>
                </c:pt>
                <c:pt idx="2006">
                  <c:v>69.48</c:v>
                </c:pt>
                <c:pt idx="2007">
                  <c:v>69.069999999999993</c:v>
                </c:pt>
                <c:pt idx="2008">
                  <c:v>69.319999999999993</c:v>
                </c:pt>
                <c:pt idx="2009">
                  <c:v>68.14</c:v>
                </c:pt>
                <c:pt idx="2010">
                  <c:v>68.739999999999995</c:v>
                </c:pt>
                <c:pt idx="2011">
                  <c:v>68.900000000000006</c:v>
                </c:pt>
                <c:pt idx="2012">
                  <c:v>69.599999999999994</c:v>
                </c:pt>
                <c:pt idx="2013">
                  <c:v>68.17</c:v>
                </c:pt>
                <c:pt idx="2014">
                  <c:v>67.28</c:v>
                </c:pt>
                <c:pt idx="2015">
                  <c:v>66.819999999999993</c:v>
                </c:pt>
                <c:pt idx="2016">
                  <c:v>66.260000000000005</c:v>
                </c:pt>
                <c:pt idx="2017">
                  <c:v>66.02</c:v>
                </c:pt>
                <c:pt idx="2018">
                  <c:v>64.78</c:v>
                </c:pt>
                <c:pt idx="2019">
                  <c:v>64.48</c:v>
                </c:pt>
                <c:pt idx="2020">
                  <c:v>64.72</c:v>
                </c:pt>
                <c:pt idx="2021">
                  <c:v>64.37</c:v>
                </c:pt>
                <c:pt idx="2022">
                  <c:v>63.92</c:v>
                </c:pt>
                <c:pt idx="2023">
                  <c:v>62.96</c:v>
                </c:pt>
                <c:pt idx="2024">
                  <c:v>63.36</c:v>
                </c:pt>
                <c:pt idx="2025">
                  <c:v>63.68</c:v>
                </c:pt>
                <c:pt idx="2026">
                  <c:v>64.989999999999995</c:v>
                </c:pt>
                <c:pt idx="2027">
                  <c:v>65.260000000000005</c:v>
                </c:pt>
                <c:pt idx="2028">
                  <c:v>65.23</c:v>
                </c:pt>
                <c:pt idx="2029">
                  <c:v>66.319999999999993</c:v>
                </c:pt>
                <c:pt idx="2030">
                  <c:v>66.27</c:v>
                </c:pt>
                <c:pt idx="2031">
                  <c:v>65.75</c:v>
                </c:pt>
                <c:pt idx="2032">
                  <c:v>66.05</c:v>
                </c:pt>
                <c:pt idx="2033">
                  <c:v>65.61</c:v>
                </c:pt>
                <c:pt idx="2034">
                  <c:v>64.88</c:v>
                </c:pt>
                <c:pt idx="2035">
                  <c:v>65.03</c:v>
                </c:pt>
                <c:pt idx="2036">
                  <c:v>64.28</c:v>
                </c:pt>
                <c:pt idx="2037">
                  <c:v>63.88</c:v>
                </c:pt>
                <c:pt idx="2038">
                  <c:v>63.19</c:v>
                </c:pt>
                <c:pt idx="2039">
                  <c:v>62.87</c:v>
                </c:pt>
                <c:pt idx="2040">
                  <c:v>62.23</c:v>
                </c:pt>
                <c:pt idx="2041">
                  <c:v>63.69</c:v>
                </c:pt>
                <c:pt idx="2042">
                  <c:v>64.12</c:v>
                </c:pt>
                <c:pt idx="2043">
                  <c:v>64.87</c:v>
                </c:pt>
                <c:pt idx="2044">
                  <c:v>65.73</c:v>
                </c:pt>
                <c:pt idx="2045">
                  <c:v>67.23</c:v>
                </c:pt>
                <c:pt idx="2046">
                  <c:v>66.900000000000006</c:v>
                </c:pt>
                <c:pt idx="2047">
                  <c:v>66.19</c:v>
                </c:pt>
                <c:pt idx="2048">
                  <c:v>66.319999999999993</c:v>
                </c:pt>
                <c:pt idx="2049">
                  <c:v>66.14</c:v>
                </c:pt>
                <c:pt idx="2050">
                  <c:v>67.52</c:v>
                </c:pt>
                <c:pt idx="2051">
                  <c:v>68.37</c:v>
                </c:pt>
                <c:pt idx="2052">
                  <c:v>68.25</c:v>
                </c:pt>
                <c:pt idx="2053">
                  <c:v>68.03</c:v>
                </c:pt>
                <c:pt idx="2054">
                  <c:v>67.760000000000005</c:v>
                </c:pt>
                <c:pt idx="2055">
                  <c:v>70.34</c:v>
                </c:pt>
                <c:pt idx="2056">
                  <c:v>70.209999999999994</c:v>
                </c:pt>
                <c:pt idx="2057">
                  <c:v>69.400000000000006</c:v>
                </c:pt>
                <c:pt idx="2058">
                  <c:v>69.53</c:v>
                </c:pt>
                <c:pt idx="2059">
                  <c:v>69.17</c:v>
                </c:pt>
                <c:pt idx="2060">
                  <c:v>68.900000000000006</c:v>
                </c:pt>
                <c:pt idx="2061">
                  <c:v>68.77</c:v>
                </c:pt>
                <c:pt idx="2062">
                  <c:v>69.069999999999993</c:v>
                </c:pt>
                <c:pt idx="2063">
                  <c:v>70</c:v>
                </c:pt>
                <c:pt idx="2064">
                  <c:v>69.459999999999994</c:v>
                </c:pt>
                <c:pt idx="2065">
                  <c:v>69.27</c:v>
                </c:pt>
                <c:pt idx="2066">
                  <c:v>71.290000000000006</c:v>
                </c:pt>
                <c:pt idx="2067">
                  <c:v>70.81</c:v>
                </c:pt>
                <c:pt idx="2068">
                  <c:v>69.459999999999994</c:v>
                </c:pt>
                <c:pt idx="2069">
                  <c:v>69.069999999999993</c:v>
                </c:pt>
                <c:pt idx="2070">
                  <c:v>68.89</c:v>
                </c:pt>
                <c:pt idx="2071">
                  <c:v>68.400000000000006</c:v>
                </c:pt>
                <c:pt idx="2072">
                  <c:v>69.23</c:v>
                </c:pt>
                <c:pt idx="2073">
                  <c:v>69.25</c:v>
                </c:pt>
                <c:pt idx="2074">
                  <c:v>69.099999999999994</c:v>
                </c:pt>
                <c:pt idx="2075">
                  <c:v>68.25</c:v>
                </c:pt>
                <c:pt idx="2076">
                  <c:v>67.3</c:v>
                </c:pt>
                <c:pt idx="2077">
                  <c:v>69.36</c:v>
                </c:pt>
                <c:pt idx="2078">
                  <c:v>66.430000000000007</c:v>
                </c:pt>
                <c:pt idx="2079">
                  <c:v>67.06</c:v>
                </c:pt>
                <c:pt idx="2080">
                  <c:v>67.5</c:v>
                </c:pt>
                <c:pt idx="2081">
                  <c:v>67.599999999999994</c:v>
                </c:pt>
                <c:pt idx="2082">
                  <c:v>67.239999999999995</c:v>
                </c:pt>
                <c:pt idx="2083">
                  <c:v>69.17</c:v>
                </c:pt>
                <c:pt idx="2084">
                  <c:v>68.52</c:v>
                </c:pt>
                <c:pt idx="2085">
                  <c:v>68.86</c:v>
                </c:pt>
                <c:pt idx="2086">
                  <c:v>70.39</c:v>
                </c:pt>
                <c:pt idx="2087">
                  <c:v>69.94</c:v>
                </c:pt>
                <c:pt idx="2088">
                  <c:v>70.09</c:v>
                </c:pt>
                <c:pt idx="2089">
                  <c:v>69.13</c:v>
                </c:pt>
                <c:pt idx="2090">
                  <c:v>68.8</c:v>
                </c:pt>
                <c:pt idx="2091">
                  <c:v>69.3</c:v>
                </c:pt>
                <c:pt idx="2092">
                  <c:v>69.7</c:v>
                </c:pt>
                <c:pt idx="2093">
                  <c:v>69.58</c:v>
                </c:pt>
                <c:pt idx="2094">
                  <c:v>69.55</c:v>
                </c:pt>
                <c:pt idx="2095">
                  <c:v>67.319999999999993</c:v>
                </c:pt>
                <c:pt idx="2096">
                  <c:v>68.17</c:v>
                </c:pt>
                <c:pt idx="2097">
                  <c:v>69.72</c:v>
                </c:pt>
                <c:pt idx="2098">
                  <c:v>70.900000000000006</c:v>
                </c:pt>
                <c:pt idx="2099">
                  <c:v>72.67</c:v>
                </c:pt>
                <c:pt idx="2100">
                  <c:v>73.64</c:v>
                </c:pt>
                <c:pt idx="2101">
                  <c:v>72.63</c:v>
                </c:pt>
                <c:pt idx="2102">
                  <c:v>73.33</c:v>
                </c:pt>
                <c:pt idx="2103">
                  <c:v>72.42</c:v>
                </c:pt>
                <c:pt idx="2104">
                  <c:v>72.650000000000006</c:v>
                </c:pt>
                <c:pt idx="2105">
                  <c:v>72.14</c:v>
                </c:pt>
                <c:pt idx="2106">
                  <c:v>71.989999999999995</c:v>
                </c:pt>
                <c:pt idx="2107">
                  <c:v>71.03</c:v>
                </c:pt>
                <c:pt idx="2108">
                  <c:v>71.709999999999994</c:v>
                </c:pt>
                <c:pt idx="2109">
                  <c:v>70.03</c:v>
                </c:pt>
                <c:pt idx="2110">
                  <c:v>69.73</c:v>
                </c:pt>
                <c:pt idx="2111">
                  <c:v>69.84</c:v>
                </c:pt>
                <c:pt idx="2112">
                  <c:v>69.61</c:v>
                </c:pt>
                <c:pt idx="2113">
                  <c:v>69.180000000000007</c:v>
                </c:pt>
                <c:pt idx="2114">
                  <c:v>69.05</c:v>
                </c:pt>
                <c:pt idx="2115">
                  <c:v>69.900000000000006</c:v>
                </c:pt>
                <c:pt idx="2116">
                  <c:v>69.760000000000005</c:v>
                </c:pt>
                <c:pt idx="2117">
                  <c:v>70.3</c:v>
                </c:pt>
                <c:pt idx="2118">
                  <c:v>71.12</c:v>
                </c:pt>
                <c:pt idx="2119">
                  <c:v>71.08</c:v>
                </c:pt>
                <c:pt idx="2120">
                  <c:v>71.099999999999994</c:v>
                </c:pt>
                <c:pt idx="2121">
                  <c:v>70.650000000000006</c:v>
                </c:pt>
                <c:pt idx="2122">
                  <c:v>70.98</c:v>
                </c:pt>
                <c:pt idx="2123">
                  <c:v>70.38</c:v>
                </c:pt>
                <c:pt idx="2124">
                  <c:v>68.77</c:v>
                </c:pt>
                <c:pt idx="2125">
                  <c:v>68.06</c:v>
                </c:pt>
                <c:pt idx="2126">
                  <c:v>68.17</c:v>
                </c:pt>
                <c:pt idx="2127">
                  <c:v>68.209999999999994</c:v>
                </c:pt>
                <c:pt idx="2128">
                  <c:v>68.5</c:v>
                </c:pt>
                <c:pt idx="2129">
                  <c:v>68.28</c:v>
                </c:pt>
                <c:pt idx="2130">
                  <c:v>66.53</c:v>
                </c:pt>
                <c:pt idx="2131">
                  <c:v>65.8</c:v>
                </c:pt>
                <c:pt idx="2132">
                  <c:v>66.13</c:v>
                </c:pt>
                <c:pt idx="2133">
                  <c:v>64.31</c:v>
                </c:pt>
                <c:pt idx="2134">
                  <c:v>63.87</c:v>
                </c:pt>
                <c:pt idx="2135">
                  <c:v>62.55</c:v>
                </c:pt>
                <c:pt idx="2136">
                  <c:v>63.81</c:v>
                </c:pt>
                <c:pt idx="2137">
                  <c:v>63.08</c:v>
                </c:pt>
                <c:pt idx="2138">
                  <c:v>64.069999999999993</c:v>
                </c:pt>
                <c:pt idx="2139">
                  <c:v>64.180000000000007</c:v>
                </c:pt>
                <c:pt idx="2140">
                  <c:v>62.41</c:v>
                </c:pt>
                <c:pt idx="2141">
                  <c:v>62.37</c:v>
                </c:pt>
                <c:pt idx="2142">
                  <c:v>63.48</c:v>
                </c:pt>
                <c:pt idx="2143">
                  <c:v>62.21</c:v>
                </c:pt>
                <c:pt idx="2144">
                  <c:v>61.75</c:v>
                </c:pt>
                <c:pt idx="2145">
                  <c:v>62.17</c:v>
                </c:pt>
                <c:pt idx="2146">
                  <c:v>61.89</c:v>
                </c:pt>
                <c:pt idx="2147">
                  <c:v>62.2</c:v>
                </c:pt>
                <c:pt idx="2148">
                  <c:v>62.65</c:v>
                </c:pt>
                <c:pt idx="2149">
                  <c:v>63.17</c:v>
                </c:pt>
                <c:pt idx="2150">
                  <c:v>63.25</c:v>
                </c:pt>
                <c:pt idx="2151">
                  <c:v>63.14</c:v>
                </c:pt>
                <c:pt idx="2152">
                  <c:v>63.41</c:v>
                </c:pt>
                <c:pt idx="2153">
                  <c:v>64.11</c:v>
                </c:pt>
                <c:pt idx="2154">
                  <c:v>63.59</c:v>
                </c:pt>
                <c:pt idx="2155">
                  <c:v>63.09</c:v>
                </c:pt>
                <c:pt idx="2156">
                  <c:v>63.15</c:v>
                </c:pt>
                <c:pt idx="2157">
                  <c:v>63.27</c:v>
                </c:pt>
                <c:pt idx="2158">
                  <c:v>63.93</c:v>
                </c:pt>
                <c:pt idx="2159">
                  <c:v>64.290000000000006</c:v>
                </c:pt>
                <c:pt idx="2160">
                  <c:v>63.93</c:v>
                </c:pt>
                <c:pt idx="2161">
                  <c:v>63.25</c:v>
                </c:pt>
                <c:pt idx="2162">
                  <c:v>62.39</c:v>
                </c:pt>
                <c:pt idx="2163">
                  <c:v>63.3</c:v>
                </c:pt>
                <c:pt idx="2164">
                  <c:v>63.89</c:v>
                </c:pt>
                <c:pt idx="2165">
                  <c:v>64.73</c:v>
                </c:pt>
                <c:pt idx="2166">
                  <c:v>65.55</c:v>
                </c:pt>
                <c:pt idx="2167">
                  <c:v>64.42</c:v>
                </c:pt>
                <c:pt idx="2168">
                  <c:v>64.23</c:v>
                </c:pt>
                <c:pt idx="2169">
                  <c:v>63.03</c:v>
                </c:pt>
                <c:pt idx="2170">
                  <c:v>63.23</c:v>
                </c:pt>
                <c:pt idx="2171">
                  <c:v>64.66</c:v>
                </c:pt>
                <c:pt idx="2172">
                  <c:v>65.73</c:v>
                </c:pt>
                <c:pt idx="2173">
                  <c:v>64.540000000000006</c:v>
                </c:pt>
                <c:pt idx="2174">
                  <c:v>67.3</c:v>
                </c:pt>
                <c:pt idx="2175">
                  <c:v>69.47</c:v>
                </c:pt>
                <c:pt idx="2176">
                  <c:v>70.239999999999995</c:v>
                </c:pt>
                <c:pt idx="2177">
                  <c:v>70.069999999999993</c:v>
                </c:pt>
                <c:pt idx="2178">
                  <c:v>70.819999999999993</c:v>
                </c:pt>
                <c:pt idx="2179">
                  <c:v>71.42</c:v>
                </c:pt>
                <c:pt idx="2180">
                  <c:v>71.33</c:v>
                </c:pt>
                <c:pt idx="2181">
                  <c:v>71.37</c:v>
                </c:pt>
                <c:pt idx="2182">
                  <c:v>71.02</c:v>
                </c:pt>
                <c:pt idx="2183">
                  <c:v>71.040000000000006</c:v>
                </c:pt>
                <c:pt idx="2184">
                  <c:v>69.83</c:v>
                </c:pt>
                <c:pt idx="2185">
                  <c:v>70.040000000000006</c:v>
                </c:pt>
                <c:pt idx="2186">
                  <c:v>70.2</c:v>
                </c:pt>
                <c:pt idx="2187">
                  <c:v>69.98</c:v>
                </c:pt>
                <c:pt idx="2188">
                  <c:v>70.88</c:v>
                </c:pt>
                <c:pt idx="2189">
                  <c:v>69.84</c:v>
                </c:pt>
                <c:pt idx="2190">
                  <c:v>69.040000000000006</c:v>
                </c:pt>
                <c:pt idx="2191">
                  <c:v>68.77</c:v>
                </c:pt>
                <c:pt idx="2192">
                  <c:v>69.06</c:v>
                </c:pt>
                <c:pt idx="2193">
                  <c:v>69.040000000000006</c:v>
                </c:pt>
                <c:pt idx="2194">
                  <c:v>68.89</c:v>
                </c:pt>
                <c:pt idx="2195">
                  <c:v>68.59</c:v>
                </c:pt>
                <c:pt idx="2196">
                  <c:v>68.040000000000006</c:v>
                </c:pt>
                <c:pt idx="2197">
                  <c:v>66.709999999999994</c:v>
                </c:pt>
                <c:pt idx="2198">
                  <c:v>66.5</c:v>
                </c:pt>
                <c:pt idx="2199">
                  <c:v>66.23</c:v>
                </c:pt>
                <c:pt idx="2200">
                  <c:v>66.540000000000006</c:v>
                </c:pt>
                <c:pt idx="2201">
                  <c:v>65.75</c:v>
                </c:pt>
                <c:pt idx="2202">
                  <c:v>66.180000000000007</c:v>
                </c:pt>
                <c:pt idx="2203">
                  <c:v>65.099999999999994</c:v>
                </c:pt>
                <c:pt idx="2204">
                  <c:v>64.900000000000006</c:v>
                </c:pt>
                <c:pt idx="2205">
                  <c:v>64.849999999999994</c:v>
                </c:pt>
                <c:pt idx="2206">
                  <c:v>64.7</c:v>
                </c:pt>
                <c:pt idx="2207">
                  <c:v>64.55</c:v>
                </c:pt>
                <c:pt idx="2208">
                  <c:v>64.97</c:v>
                </c:pt>
                <c:pt idx="2209">
                  <c:v>64.5</c:v>
                </c:pt>
                <c:pt idx="2210">
                  <c:v>63.94</c:v>
                </c:pt>
                <c:pt idx="2211">
                  <c:v>63.46</c:v>
                </c:pt>
                <c:pt idx="2212">
                  <c:v>63.29</c:v>
                </c:pt>
                <c:pt idx="2213">
                  <c:v>63.5</c:v>
                </c:pt>
                <c:pt idx="2214">
                  <c:v>63.99</c:v>
                </c:pt>
                <c:pt idx="2215">
                  <c:v>64.150000000000006</c:v>
                </c:pt>
                <c:pt idx="2216">
                  <c:v>64.17</c:v>
                </c:pt>
                <c:pt idx="2217">
                  <c:v>64.12</c:v>
                </c:pt>
                <c:pt idx="2218">
                  <c:v>63.69</c:v>
                </c:pt>
                <c:pt idx="2219">
                  <c:v>63.93</c:v>
                </c:pt>
                <c:pt idx="2220">
                  <c:v>61.85</c:v>
                </c:pt>
                <c:pt idx="2221">
                  <c:v>62.44</c:v>
                </c:pt>
                <c:pt idx="2222">
                  <c:v>62.15</c:v>
                </c:pt>
                <c:pt idx="2223">
                  <c:v>61.48</c:v>
                </c:pt>
                <c:pt idx="2224">
                  <c:v>61.72</c:v>
                </c:pt>
                <c:pt idx="2225">
                  <c:v>61.9</c:v>
                </c:pt>
                <c:pt idx="2226">
                  <c:v>61.56</c:v>
                </c:pt>
                <c:pt idx="2227">
                  <c:v>63.16</c:v>
                </c:pt>
                <c:pt idx="2228">
                  <c:v>63.8</c:v>
                </c:pt>
                <c:pt idx="2229">
                  <c:v>63.9</c:v>
                </c:pt>
                <c:pt idx="2230">
                  <c:v>63.9</c:v>
                </c:pt>
                <c:pt idx="2231">
                  <c:v>64.27</c:v>
                </c:pt>
                <c:pt idx="2232">
                  <c:v>64.349999999999994</c:v>
                </c:pt>
                <c:pt idx="2233">
                  <c:v>64.540000000000006</c:v>
                </c:pt>
                <c:pt idx="2234">
                  <c:v>65.52</c:v>
                </c:pt>
                <c:pt idx="2235">
                  <c:v>64.099999999999994</c:v>
                </c:pt>
                <c:pt idx="2236">
                  <c:v>64.22</c:v>
                </c:pt>
                <c:pt idx="2237">
                  <c:v>63.04</c:v>
                </c:pt>
                <c:pt idx="2238">
                  <c:v>63.03</c:v>
                </c:pt>
                <c:pt idx="2239">
                  <c:v>62.19</c:v>
                </c:pt>
                <c:pt idx="2240">
                  <c:v>61.27</c:v>
                </c:pt>
                <c:pt idx="2241">
                  <c:v>60.9</c:v>
                </c:pt>
                <c:pt idx="2242">
                  <c:v>61.05</c:v>
                </c:pt>
                <c:pt idx="2243">
                  <c:v>61.39</c:v>
                </c:pt>
                <c:pt idx="2244">
                  <c:v>61.01</c:v>
                </c:pt>
                <c:pt idx="2245">
                  <c:v>61.07</c:v>
                </c:pt>
                <c:pt idx="2246">
                  <c:v>61.03</c:v>
                </c:pt>
                <c:pt idx="2247">
                  <c:v>60.53</c:v>
                </c:pt>
                <c:pt idx="2248">
                  <c:v>60.7</c:v>
                </c:pt>
                <c:pt idx="2249">
                  <c:v>60.87</c:v>
                </c:pt>
                <c:pt idx="2250">
                  <c:v>60.92</c:v>
                </c:pt>
                <c:pt idx="2251">
                  <c:v>60.73</c:v>
                </c:pt>
                <c:pt idx="2252">
                  <c:v>61.23</c:v>
                </c:pt>
                <c:pt idx="2253">
                  <c:v>61.04</c:v>
                </c:pt>
                <c:pt idx="2254">
                  <c:v>60.45</c:v>
                </c:pt>
                <c:pt idx="2255">
                  <c:v>60.15</c:v>
                </c:pt>
                <c:pt idx="2256">
                  <c:v>61.03</c:v>
                </c:pt>
                <c:pt idx="2257">
                  <c:v>60.9</c:v>
                </c:pt>
                <c:pt idx="2258">
                  <c:v>60.9</c:v>
                </c:pt>
                <c:pt idx="2259">
                  <c:v>60.55</c:v>
                </c:pt>
                <c:pt idx="2260">
                  <c:v>60.58</c:v>
                </c:pt>
                <c:pt idx="2261">
                  <c:v>60.37</c:v>
                </c:pt>
                <c:pt idx="2262">
                  <c:v>60</c:v>
                </c:pt>
                <c:pt idx="2263">
                  <c:v>60.12</c:v>
                </c:pt>
                <c:pt idx="2264">
                  <c:v>59.87</c:v>
                </c:pt>
                <c:pt idx="2265">
                  <c:v>59.48</c:v>
                </c:pt>
                <c:pt idx="2266">
                  <c:v>59.01</c:v>
                </c:pt>
                <c:pt idx="2267">
                  <c:v>58.83</c:v>
                </c:pt>
                <c:pt idx="2268">
                  <c:v>58.14</c:v>
                </c:pt>
                <c:pt idx="2269">
                  <c:v>57.46</c:v>
                </c:pt>
                <c:pt idx="2270">
                  <c:v>57.62</c:v>
                </c:pt>
                <c:pt idx="2271">
                  <c:v>57.79</c:v>
                </c:pt>
                <c:pt idx="2272">
                  <c:v>57.44</c:v>
                </c:pt>
                <c:pt idx="2273">
                  <c:v>56.89</c:v>
                </c:pt>
                <c:pt idx="2274">
                  <c:v>56.85</c:v>
                </c:pt>
                <c:pt idx="2275">
                  <c:v>56.55</c:v>
                </c:pt>
                <c:pt idx="2276">
                  <c:v>56.94</c:v>
                </c:pt>
                <c:pt idx="2277">
                  <c:v>56.55</c:v>
                </c:pt>
                <c:pt idx="2278">
                  <c:v>55.7</c:v>
                </c:pt>
                <c:pt idx="2279">
                  <c:v>55.35</c:v>
                </c:pt>
                <c:pt idx="2280">
                  <c:v>55.18</c:v>
                </c:pt>
                <c:pt idx="2281">
                  <c:v>55.17</c:v>
                </c:pt>
                <c:pt idx="2282">
                  <c:v>55.44</c:v>
                </c:pt>
                <c:pt idx="2283">
                  <c:v>55.44</c:v>
                </c:pt>
                <c:pt idx="2284">
                  <c:v>55.67</c:v>
                </c:pt>
                <c:pt idx="2285">
                  <c:v>55.1</c:v>
                </c:pt>
                <c:pt idx="2286">
                  <c:v>55.2</c:v>
                </c:pt>
                <c:pt idx="2287">
                  <c:v>54.72</c:v>
                </c:pt>
                <c:pt idx="2288">
                  <c:v>54.32</c:v>
                </c:pt>
                <c:pt idx="2289">
                  <c:v>54.65</c:v>
                </c:pt>
                <c:pt idx="2290">
                  <c:v>54.5</c:v>
                </c:pt>
                <c:pt idx="2291">
                  <c:v>54.75</c:v>
                </c:pt>
                <c:pt idx="2292">
                  <c:v>55.06</c:v>
                </c:pt>
                <c:pt idx="2293">
                  <c:v>55.2</c:v>
                </c:pt>
                <c:pt idx="2294">
                  <c:v>55.64</c:v>
                </c:pt>
                <c:pt idx="2295">
                  <c:v>56</c:v>
                </c:pt>
                <c:pt idx="2296">
                  <c:v>56.77</c:v>
                </c:pt>
                <c:pt idx="2297">
                  <c:v>57.25</c:v>
                </c:pt>
                <c:pt idx="2298">
                  <c:v>57.38</c:v>
                </c:pt>
                <c:pt idx="2299">
                  <c:v>57.34</c:v>
                </c:pt>
                <c:pt idx="2300">
                  <c:v>57.04</c:v>
                </c:pt>
                <c:pt idx="2301">
                  <c:v>57.38</c:v>
                </c:pt>
                <c:pt idx="2302">
                  <c:v>56.8</c:v>
                </c:pt>
                <c:pt idx="2303">
                  <c:v>56.53</c:v>
                </c:pt>
                <c:pt idx="2304">
                  <c:v>55.74</c:v>
                </c:pt>
                <c:pt idx="2305">
                  <c:v>55.28</c:v>
                </c:pt>
                <c:pt idx="2306">
                  <c:v>54.52</c:v>
                </c:pt>
                <c:pt idx="2307">
                  <c:v>54.37</c:v>
                </c:pt>
                <c:pt idx="2308">
                  <c:v>53.91</c:v>
                </c:pt>
                <c:pt idx="2309">
                  <c:v>54.06</c:v>
                </c:pt>
                <c:pt idx="2310">
                  <c:v>54.34</c:v>
                </c:pt>
                <c:pt idx="2311">
                  <c:v>54.05</c:v>
                </c:pt>
                <c:pt idx="2312">
                  <c:v>53.98</c:v>
                </c:pt>
                <c:pt idx="2313">
                  <c:v>53.63</c:v>
                </c:pt>
                <c:pt idx="2314">
                  <c:v>53.75</c:v>
                </c:pt>
                <c:pt idx="2315">
                  <c:v>53.48</c:v>
                </c:pt>
                <c:pt idx="2316">
                  <c:v>53.48</c:v>
                </c:pt>
                <c:pt idx="2317">
                  <c:v>53.03</c:v>
                </c:pt>
                <c:pt idx="2318">
                  <c:v>52.8</c:v>
                </c:pt>
                <c:pt idx="2319">
                  <c:v>52.94</c:v>
                </c:pt>
                <c:pt idx="2320">
                  <c:v>53.1</c:v>
                </c:pt>
                <c:pt idx="2321">
                  <c:v>52.91</c:v>
                </c:pt>
                <c:pt idx="2322">
                  <c:v>53.67</c:v>
                </c:pt>
                <c:pt idx="2323">
                  <c:v>53.19</c:v>
                </c:pt>
                <c:pt idx="2324">
                  <c:v>53.19</c:v>
                </c:pt>
                <c:pt idx="2325">
                  <c:v>53.65</c:v>
                </c:pt>
                <c:pt idx="2326">
                  <c:v>53.27</c:v>
                </c:pt>
                <c:pt idx="2327">
                  <c:v>52.46</c:v>
                </c:pt>
                <c:pt idx="2328">
                  <c:v>52.61</c:v>
                </c:pt>
                <c:pt idx="2329">
                  <c:v>52.24</c:v>
                </c:pt>
                <c:pt idx="2330">
                  <c:v>52.23</c:v>
                </c:pt>
                <c:pt idx="2331">
                  <c:v>52.93</c:v>
                </c:pt>
                <c:pt idx="2332">
                  <c:v>54.13</c:v>
                </c:pt>
                <c:pt idx="2333">
                  <c:v>54.45</c:v>
                </c:pt>
                <c:pt idx="2334">
                  <c:v>53.1</c:v>
                </c:pt>
                <c:pt idx="2335">
                  <c:v>53.79</c:v>
                </c:pt>
                <c:pt idx="2336">
                  <c:v>54.5</c:v>
                </c:pt>
                <c:pt idx="2337">
                  <c:v>54.09</c:v>
                </c:pt>
                <c:pt idx="2338">
                  <c:v>53.87</c:v>
                </c:pt>
                <c:pt idx="2339">
                  <c:v>53.45</c:v>
                </c:pt>
                <c:pt idx="2340">
                  <c:v>53.71</c:v>
                </c:pt>
                <c:pt idx="2341">
                  <c:v>54.38</c:v>
                </c:pt>
                <c:pt idx="2342">
                  <c:v>54.23</c:v>
                </c:pt>
                <c:pt idx="2343">
                  <c:v>53.97</c:v>
                </c:pt>
                <c:pt idx="2344">
                  <c:v>54.45</c:v>
                </c:pt>
                <c:pt idx="2345">
                  <c:v>54.41</c:v>
                </c:pt>
                <c:pt idx="2346">
                  <c:v>54.52</c:v>
                </c:pt>
                <c:pt idx="2347">
                  <c:v>54.41</c:v>
                </c:pt>
                <c:pt idx="2348">
                  <c:v>54.35</c:v>
                </c:pt>
                <c:pt idx="2349">
                  <c:v>55.03</c:v>
                </c:pt>
                <c:pt idx="2350">
                  <c:v>55.16</c:v>
                </c:pt>
                <c:pt idx="2351">
                  <c:v>55.27</c:v>
                </c:pt>
                <c:pt idx="2352">
                  <c:v>55.49</c:v>
                </c:pt>
                <c:pt idx="2353">
                  <c:v>55.05</c:v>
                </c:pt>
                <c:pt idx="2354">
                  <c:v>55.21</c:v>
                </c:pt>
                <c:pt idx="2355">
                  <c:v>56.16</c:v>
                </c:pt>
                <c:pt idx="2356">
                  <c:v>55.65</c:v>
                </c:pt>
                <c:pt idx="2357">
                  <c:v>55.31</c:v>
                </c:pt>
                <c:pt idx="2358">
                  <c:v>54.97</c:v>
                </c:pt>
                <c:pt idx="2359">
                  <c:v>54.93</c:v>
                </c:pt>
                <c:pt idx="2360">
                  <c:v>54.17</c:v>
                </c:pt>
                <c:pt idx="2361">
                  <c:v>54.48</c:v>
                </c:pt>
                <c:pt idx="2362">
                  <c:v>54.23</c:v>
                </c:pt>
                <c:pt idx="2363">
                  <c:v>52.68</c:v>
                </c:pt>
                <c:pt idx="2364">
                  <c:v>52.28</c:v>
                </c:pt>
                <c:pt idx="2365">
                  <c:v>51.94</c:v>
                </c:pt>
                <c:pt idx="2366">
                  <c:v>52</c:v>
                </c:pt>
                <c:pt idx="2367">
                  <c:v>52.19</c:v>
                </c:pt>
                <c:pt idx="2368">
                  <c:v>52.13</c:v>
                </c:pt>
                <c:pt idx="2369">
                  <c:v>52.4</c:v>
                </c:pt>
                <c:pt idx="2370">
                  <c:v>52.75</c:v>
                </c:pt>
                <c:pt idx="2371">
                  <c:v>52.27</c:v>
                </c:pt>
                <c:pt idx="2372">
                  <c:v>51.41</c:v>
                </c:pt>
                <c:pt idx="2373">
                  <c:v>51.31</c:v>
                </c:pt>
                <c:pt idx="2374">
                  <c:v>51.21</c:v>
                </c:pt>
                <c:pt idx="2375">
                  <c:v>52.46</c:v>
                </c:pt>
                <c:pt idx="2376">
                  <c:v>52.94</c:v>
                </c:pt>
                <c:pt idx="2377">
                  <c:v>52.41</c:v>
                </c:pt>
                <c:pt idx="2378">
                  <c:v>53.44</c:v>
                </c:pt>
                <c:pt idx="2379">
                  <c:v>53.71</c:v>
                </c:pt>
                <c:pt idx="2380">
                  <c:v>53.42</c:v>
                </c:pt>
                <c:pt idx="2381">
                  <c:v>53.27</c:v>
                </c:pt>
                <c:pt idx="2382">
                  <c:v>53.1</c:v>
                </c:pt>
                <c:pt idx="2383">
                  <c:v>52.65</c:v>
                </c:pt>
                <c:pt idx="2384">
                  <c:v>52.85</c:v>
                </c:pt>
                <c:pt idx="2385">
                  <c:v>52.36</c:v>
                </c:pt>
                <c:pt idx="2386">
                  <c:v>52.73</c:v>
                </c:pt>
                <c:pt idx="2387">
                  <c:v>53</c:v>
                </c:pt>
                <c:pt idx="2388">
                  <c:v>53.23</c:v>
                </c:pt>
                <c:pt idx="2389">
                  <c:v>52.85</c:v>
                </c:pt>
                <c:pt idx="2390">
                  <c:v>52.27</c:v>
                </c:pt>
                <c:pt idx="2391">
                  <c:v>52.06</c:v>
                </c:pt>
                <c:pt idx="2392">
                  <c:v>52.46</c:v>
                </c:pt>
                <c:pt idx="2393">
                  <c:v>52.55</c:v>
                </c:pt>
                <c:pt idx="2394">
                  <c:v>52.73</c:v>
                </c:pt>
                <c:pt idx="2395">
                  <c:v>52.41</c:v>
                </c:pt>
                <c:pt idx="2396">
                  <c:v>52.7</c:v>
                </c:pt>
                <c:pt idx="2397">
                  <c:v>52.42</c:v>
                </c:pt>
                <c:pt idx="2398">
                  <c:v>52.08</c:v>
                </c:pt>
                <c:pt idx="2399">
                  <c:v>50.95</c:v>
                </c:pt>
                <c:pt idx="2400">
                  <c:v>51.99</c:v>
                </c:pt>
                <c:pt idx="2401">
                  <c:v>51.74</c:v>
                </c:pt>
                <c:pt idx="2402">
                  <c:v>51.34</c:v>
                </c:pt>
                <c:pt idx="2403">
                  <c:v>51.05</c:v>
                </c:pt>
                <c:pt idx="2404">
                  <c:v>52.45</c:v>
                </c:pt>
                <c:pt idx="2405">
                  <c:v>52.69</c:v>
                </c:pt>
                <c:pt idx="2406">
                  <c:v>52.46</c:v>
                </c:pt>
                <c:pt idx="2407">
                  <c:v>52.23</c:v>
                </c:pt>
                <c:pt idx="2408">
                  <c:v>52.35</c:v>
                </c:pt>
                <c:pt idx="2409">
                  <c:v>51.89</c:v>
                </c:pt>
                <c:pt idx="2410">
                  <c:v>51.88</c:v>
                </c:pt>
                <c:pt idx="2411">
                  <c:v>51.72</c:v>
                </c:pt>
                <c:pt idx="2412">
                  <c:v>52.48</c:v>
                </c:pt>
                <c:pt idx="2413">
                  <c:v>51.98</c:v>
                </c:pt>
                <c:pt idx="2414">
                  <c:v>52.49</c:v>
                </c:pt>
                <c:pt idx="2415">
                  <c:v>52.2</c:v>
                </c:pt>
                <c:pt idx="2416">
                  <c:v>52.96</c:v>
                </c:pt>
                <c:pt idx="2417">
                  <c:v>53.37</c:v>
                </c:pt>
                <c:pt idx="2418">
                  <c:v>54.45</c:v>
                </c:pt>
                <c:pt idx="2419">
                  <c:v>54.44</c:v>
                </c:pt>
                <c:pt idx="2420">
                  <c:v>54.19</c:v>
                </c:pt>
                <c:pt idx="2421">
                  <c:v>53.71</c:v>
                </c:pt>
                <c:pt idx="2422">
                  <c:v>53.18</c:v>
                </c:pt>
                <c:pt idx="2423">
                  <c:v>53.67</c:v>
                </c:pt>
                <c:pt idx="2424">
                  <c:v>54.29</c:v>
                </c:pt>
                <c:pt idx="2425">
                  <c:v>54.97</c:v>
                </c:pt>
                <c:pt idx="2426">
                  <c:v>54.57</c:v>
                </c:pt>
                <c:pt idx="2427">
                  <c:v>54.27</c:v>
                </c:pt>
                <c:pt idx="2428">
                  <c:v>54.39</c:v>
                </c:pt>
                <c:pt idx="2429">
                  <c:v>53.71</c:v>
                </c:pt>
                <c:pt idx="2430">
                  <c:v>54.95</c:v>
                </c:pt>
                <c:pt idx="2431">
                  <c:v>55.09</c:v>
                </c:pt>
                <c:pt idx="2432">
                  <c:v>55.65</c:v>
                </c:pt>
                <c:pt idx="2433">
                  <c:v>55.36</c:v>
                </c:pt>
                <c:pt idx="2434">
                  <c:v>54.76</c:v>
                </c:pt>
                <c:pt idx="2435">
                  <c:v>54.87</c:v>
                </c:pt>
                <c:pt idx="2436">
                  <c:v>54.52</c:v>
                </c:pt>
                <c:pt idx="2437">
                  <c:v>54.84</c:v>
                </c:pt>
                <c:pt idx="2438">
                  <c:v>55.54</c:v>
                </c:pt>
                <c:pt idx="2439">
                  <c:v>55.48</c:v>
                </c:pt>
                <c:pt idx="2440">
                  <c:v>55.71</c:v>
                </c:pt>
                <c:pt idx="2441">
                  <c:v>55.47</c:v>
                </c:pt>
                <c:pt idx="2442">
                  <c:v>54.37</c:v>
                </c:pt>
                <c:pt idx="2443">
                  <c:v>54.6</c:v>
                </c:pt>
                <c:pt idx="2444">
                  <c:v>55.79</c:v>
                </c:pt>
                <c:pt idx="2445">
                  <c:v>56.27</c:v>
                </c:pt>
                <c:pt idx="2446">
                  <c:v>55.78</c:v>
                </c:pt>
                <c:pt idx="2447">
                  <c:v>55.22</c:v>
                </c:pt>
                <c:pt idx="2448">
                  <c:v>54.38</c:v>
                </c:pt>
                <c:pt idx="2449">
                  <c:v>54.56</c:v>
                </c:pt>
                <c:pt idx="2450">
                  <c:v>54.22</c:v>
                </c:pt>
                <c:pt idx="2451">
                  <c:v>54.32</c:v>
                </c:pt>
                <c:pt idx="2452">
                  <c:v>54.11</c:v>
                </c:pt>
                <c:pt idx="2453">
                  <c:v>54.19</c:v>
                </c:pt>
                <c:pt idx="2454">
                  <c:v>54.12</c:v>
                </c:pt>
                <c:pt idx="2455">
                  <c:v>54.16</c:v>
                </c:pt>
                <c:pt idx="2456">
                  <c:v>54.08</c:v>
                </c:pt>
                <c:pt idx="2457">
                  <c:v>54.21</c:v>
                </c:pt>
                <c:pt idx="2458">
                  <c:v>53.69</c:v>
                </c:pt>
                <c:pt idx="2459">
                  <c:v>53.31</c:v>
                </c:pt>
                <c:pt idx="2460">
                  <c:v>54.29</c:v>
                </c:pt>
                <c:pt idx="2461">
                  <c:v>53.41</c:v>
                </c:pt>
                <c:pt idx="2462">
                  <c:v>52.81</c:v>
                </c:pt>
                <c:pt idx="2463">
                  <c:v>52.76</c:v>
                </c:pt>
                <c:pt idx="2464">
                  <c:v>52.85</c:v>
                </c:pt>
                <c:pt idx="2465">
                  <c:v>52.37</c:v>
                </c:pt>
                <c:pt idx="2466">
                  <c:v>52.2</c:v>
                </c:pt>
                <c:pt idx="2467">
                  <c:v>51.92</c:v>
                </c:pt>
                <c:pt idx="2468">
                  <c:v>51.78</c:v>
                </c:pt>
                <c:pt idx="2469">
                  <c:v>51.1</c:v>
                </c:pt>
                <c:pt idx="2470">
                  <c:v>49.06</c:v>
                </c:pt>
                <c:pt idx="2471">
                  <c:v>49.2</c:v>
                </c:pt>
                <c:pt idx="2472">
                  <c:v>50.18</c:v>
                </c:pt>
                <c:pt idx="2473">
                  <c:v>50.3</c:v>
                </c:pt>
                <c:pt idx="2474">
                  <c:v>50.76</c:v>
                </c:pt>
                <c:pt idx="2475">
                  <c:v>50.53</c:v>
                </c:pt>
                <c:pt idx="2476">
                  <c:v>49.22</c:v>
                </c:pt>
                <c:pt idx="2477">
                  <c:v>49.45</c:v>
                </c:pt>
                <c:pt idx="2478">
                  <c:v>49.27</c:v>
                </c:pt>
                <c:pt idx="2479">
                  <c:v>49.9</c:v>
                </c:pt>
                <c:pt idx="2480">
                  <c:v>48.78</c:v>
                </c:pt>
                <c:pt idx="2481">
                  <c:v>49.28</c:v>
                </c:pt>
                <c:pt idx="2482">
                  <c:v>51.15</c:v>
                </c:pt>
                <c:pt idx="2483">
                  <c:v>50.88</c:v>
                </c:pt>
                <c:pt idx="2484">
                  <c:v>50.51</c:v>
                </c:pt>
                <c:pt idx="2485">
                  <c:v>51.36</c:v>
                </c:pt>
                <c:pt idx="2486">
                  <c:v>50.28</c:v>
                </c:pt>
                <c:pt idx="2487">
                  <c:v>50.89</c:v>
                </c:pt>
                <c:pt idx="2488">
                  <c:v>51</c:v>
                </c:pt>
                <c:pt idx="2489">
                  <c:v>52.17</c:v>
                </c:pt>
                <c:pt idx="2490">
                  <c:v>49.81</c:v>
                </c:pt>
                <c:pt idx="2491">
                  <c:v>49.87</c:v>
                </c:pt>
                <c:pt idx="2492">
                  <c:v>50.52</c:v>
                </c:pt>
                <c:pt idx="2493">
                  <c:v>50.08</c:v>
                </c:pt>
                <c:pt idx="2494">
                  <c:v>50.51</c:v>
                </c:pt>
                <c:pt idx="2495">
                  <c:v>50.59</c:v>
                </c:pt>
                <c:pt idx="2496">
                  <c:v>50.82</c:v>
                </c:pt>
                <c:pt idx="2497">
                  <c:v>50.99</c:v>
                </c:pt>
                <c:pt idx="2498">
                  <c:v>51.02</c:v>
                </c:pt>
                <c:pt idx="2499">
                  <c:v>50.62</c:v>
                </c:pt>
                <c:pt idx="2500">
                  <c:v>50.25</c:v>
                </c:pt>
                <c:pt idx="2501">
                  <c:v>50.75</c:v>
                </c:pt>
                <c:pt idx="2502">
                  <c:v>50.55</c:v>
                </c:pt>
                <c:pt idx="2503">
                  <c:v>50.93</c:v>
                </c:pt>
                <c:pt idx="2504">
                  <c:v>51.22</c:v>
                </c:pt>
                <c:pt idx="2505">
                  <c:v>52.2</c:v>
                </c:pt>
                <c:pt idx="2506">
                  <c:v>51.3</c:v>
                </c:pt>
                <c:pt idx="2507">
                  <c:v>51.14</c:v>
                </c:pt>
                <c:pt idx="2508">
                  <c:v>51.51</c:v>
                </c:pt>
                <c:pt idx="2509">
                  <c:v>50.68</c:v>
                </c:pt>
                <c:pt idx="2510">
                  <c:v>50.35</c:v>
                </c:pt>
                <c:pt idx="2511">
                  <c:v>50.07</c:v>
                </c:pt>
                <c:pt idx="2512">
                  <c:v>49.73</c:v>
                </c:pt>
                <c:pt idx="2513">
                  <c:v>48.72</c:v>
                </c:pt>
                <c:pt idx="2514">
                  <c:v>47.1</c:v>
                </c:pt>
                <c:pt idx="2515">
                  <c:v>47.47</c:v>
                </c:pt>
                <c:pt idx="2516">
                  <c:v>47.97</c:v>
                </c:pt>
                <c:pt idx="2517">
                  <c:v>48.47</c:v>
                </c:pt>
                <c:pt idx="2518">
                  <c:v>48</c:v>
                </c:pt>
                <c:pt idx="2519">
                  <c:v>47.06</c:v>
                </c:pt>
                <c:pt idx="2520">
                  <c:v>47.42</c:v>
                </c:pt>
                <c:pt idx="2521">
                  <c:v>47.21</c:v>
                </c:pt>
                <c:pt idx="2522">
                  <c:v>48.01</c:v>
                </c:pt>
                <c:pt idx="2523">
                  <c:v>47.74</c:v>
                </c:pt>
                <c:pt idx="2524">
                  <c:v>48.22</c:v>
                </c:pt>
                <c:pt idx="2525">
                  <c:v>49.75</c:v>
                </c:pt>
                <c:pt idx="2526">
                  <c:v>49.58</c:v>
                </c:pt>
                <c:pt idx="2527">
                  <c:v>51.15</c:v>
                </c:pt>
                <c:pt idx="2528">
                  <c:v>50.62</c:v>
                </c:pt>
                <c:pt idx="2529">
                  <c:v>50.28</c:v>
                </c:pt>
                <c:pt idx="2530">
                  <c:v>49.64</c:v>
                </c:pt>
                <c:pt idx="2531">
                  <c:v>48.63</c:v>
                </c:pt>
                <c:pt idx="2532">
                  <c:v>48.9</c:v>
                </c:pt>
                <c:pt idx="2533">
                  <c:v>49.81</c:v>
                </c:pt>
                <c:pt idx="2534">
                  <c:v>49.76</c:v>
                </c:pt>
                <c:pt idx="2535">
                  <c:v>49.7</c:v>
                </c:pt>
                <c:pt idx="2536">
                  <c:v>49.71</c:v>
                </c:pt>
                <c:pt idx="2537">
                  <c:v>49.68</c:v>
                </c:pt>
                <c:pt idx="2538">
                  <c:v>50.06</c:v>
                </c:pt>
                <c:pt idx="2539">
                  <c:v>50.11</c:v>
                </c:pt>
                <c:pt idx="2540">
                  <c:v>50.61</c:v>
                </c:pt>
                <c:pt idx="2541">
                  <c:v>51.36</c:v>
                </c:pt>
                <c:pt idx="2542">
                  <c:v>50.83</c:v>
                </c:pt>
                <c:pt idx="2543">
                  <c:v>50.7</c:v>
                </c:pt>
                <c:pt idx="2544">
                  <c:v>50.02</c:v>
                </c:pt>
                <c:pt idx="2545">
                  <c:v>49.84</c:v>
                </c:pt>
                <c:pt idx="2546">
                  <c:v>49.95</c:v>
                </c:pt>
                <c:pt idx="2547">
                  <c:v>48.94</c:v>
                </c:pt>
                <c:pt idx="2548">
                  <c:v>50.22</c:v>
                </c:pt>
                <c:pt idx="2549">
                  <c:v>50.35</c:v>
                </c:pt>
                <c:pt idx="2550">
                  <c:v>50.16</c:v>
                </c:pt>
                <c:pt idx="2551">
                  <c:v>50.11</c:v>
                </c:pt>
                <c:pt idx="2552">
                  <c:v>49.77</c:v>
                </c:pt>
                <c:pt idx="2553">
                  <c:v>49.71</c:v>
                </c:pt>
                <c:pt idx="2554">
                  <c:v>49.58</c:v>
                </c:pt>
                <c:pt idx="2555">
                  <c:v>51.79</c:v>
                </c:pt>
                <c:pt idx="2556">
                  <c:v>52.35</c:v>
                </c:pt>
                <c:pt idx="2557">
                  <c:v>53.95</c:v>
                </c:pt>
                <c:pt idx="2558">
                  <c:v>54.36</c:v>
                </c:pt>
                <c:pt idx="2559">
                  <c:v>53.55</c:v>
                </c:pt>
                <c:pt idx="2560">
                  <c:v>55.11</c:v>
                </c:pt>
                <c:pt idx="2561">
                  <c:v>55.04</c:v>
                </c:pt>
                <c:pt idx="2562">
                  <c:v>55.16</c:v>
                </c:pt>
                <c:pt idx="2563">
                  <c:v>55.33</c:v>
                </c:pt>
                <c:pt idx="2564">
                  <c:v>55.71</c:v>
                </c:pt>
                <c:pt idx="2565">
                  <c:v>55.21</c:v>
                </c:pt>
                <c:pt idx="2566">
                  <c:v>55.47</c:v>
                </c:pt>
                <c:pt idx="2567">
                  <c:v>55.53</c:v>
                </c:pt>
                <c:pt idx="2568">
                  <c:v>55.81</c:v>
                </c:pt>
                <c:pt idx="2569">
                  <c:v>54.88</c:v>
                </c:pt>
                <c:pt idx="2570">
                  <c:v>54.58</c:v>
                </c:pt>
                <c:pt idx="2571">
                  <c:v>54.26</c:v>
                </c:pt>
                <c:pt idx="2572">
                  <c:v>54.83</c:v>
                </c:pt>
                <c:pt idx="2573">
                  <c:v>54.9</c:v>
                </c:pt>
                <c:pt idx="2574">
                  <c:v>55.56</c:v>
                </c:pt>
                <c:pt idx="2575">
                  <c:v>55.22</c:v>
                </c:pt>
                <c:pt idx="2576">
                  <c:v>54.24</c:v>
                </c:pt>
                <c:pt idx="2577">
                  <c:v>52.25</c:v>
                </c:pt>
                <c:pt idx="2578">
                  <c:v>50.98</c:v>
                </c:pt>
                <c:pt idx="2579">
                  <c:v>51.62</c:v>
                </c:pt>
                <c:pt idx="2580">
                  <c:v>55.17</c:v>
                </c:pt>
                <c:pt idx="2581">
                  <c:v>53.51</c:v>
                </c:pt>
                <c:pt idx="2582">
                  <c:v>53.76</c:v>
                </c:pt>
                <c:pt idx="2583">
                  <c:v>52.62</c:v>
                </c:pt>
                <c:pt idx="2584">
                  <c:v>51.66</c:v>
                </c:pt>
                <c:pt idx="2585">
                  <c:v>50.12</c:v>
                </c:pt>
                <c:pt idx="2586">
                  <c:v>49.38</c:v>
                </c:pt>
                <c:pt idx="2587">
                  <c:v>49.41</c:v>
                </c:pt>
                <c:pt idx="2588">
                  <c:v>50.58</c:v>
                </c:pt>
                <c:pt idx="2589">
                  <c:v>51.31</c:v>
                </c:pt>
                <c:pt idx="2590">
                  <c:v>52.32</c:v>
                </c:pt>
                <c:pt idx="2591">
                  <c:v>52.96</c:v>
                </c:pt>
                <c:pt idx="2592">
                  <c:v>51.61</c:v>
                </c:pt>
                <c:pt idx="2593">
                  <c:v>49.76</c:v>
                </c:pt>
                <c:pt idx="2594">
                  <c:v>49.46</c:v>
                </c:pt>
                <c:pt idx="2595">
                  <c:v>48.85</c:v>
                </c:pt>
                <c:pt idx="2596">
                  <c:v>48.88</c:v>
                </c:pt>
                <c:pt idx="2597">
                  <c:v>48.49</c:v>
                </c:pt>
                <c:pt idx="2598">
                  <c:v>49.55</c:v>
                </c:pt>
                <c:pt idx="2599">
                  <c:v>49.85</c:v>
                </c:pt>
                <c:pt idx="2600">
                  <c:v>50.35</c:v>
                </c:pt>
                <c:pt idx="2601">
                  <c:v>49.02</c:v>
                </c:pt>
                <c:pt idx="2602">
                  <c:v>48.67</c:v>
                </c:pt>
                <c:pt idx="2603">
                  <c:v>49.22</c:v>
                </c:pt>
                <c:pt idx="2604">
                  <c:v>49.2</c:v>
                </c:pt>
                <c:pt idx="2605">
                  <c:v>49.61</c:v>
                </c:pt>
                <c:pt idx="2606">
                  <c:v>50.83</c:v>
                </c:pt>
                <c:pt idx="2607">
                  <c:v>51.01</c:v>
                </c:pt>
                <c:pt idx="2608">
                  <c:v>49.64</c:v>
                </c:pt>
                <c:pt idx="2609">
                  <c:v>50.76</c:v>
                </c:pt>
                <c:pt idx="2610">
                  <c:v>50.6</c:v>
                </c:pt>
                <c:pt idx="2611">
                  <c:v>50.63</c:v>
                </c:pt>
                <c:pt idx="2612">
                  <c:v>49.6</c:v>
                </c:pt>
                <c:pt idx="2613">
                  <c:v>50.75</c:v>
                </c:pt>
                <c:pt idx="2614">
                  <c:v>50.51</c:v>
                </c:pt>
                <c:pt idx="2615">
                  <c:v>50.22</c:v>
                </c:pt>
                <c:pt idx="2616">
                  <c:v>51.49</c:v>
                </c:pt>
                <c:pt idx="2617">
                  <c:v>52.94</c:v>
                </c:pt>
                <c:pt idx="2618">
                  <c:v>52.89</c:v>
                </c:pt>
                <c:pt idx="2619">
                  <c:v>53.08</c:v>
                </c:pt>
                <c:pt idx="2620">
                  <c:v>53.48</c:v>
                </c:pt>
                <c:pt idx="2621">
                  <c:v>52.34</c:v>
                </c:pt>
                <c:pt idx="2622">
                  <c:v>51.65</c:v>
                </c:pt>
                <c:pt idx="2623">
                  <c:v>52.84</c:v>
                </c:pt>
                <c:pt idx="2624">
                  <c:v>52.63</c:v>
                </c:pt>
                <c:pt idx="2625">
                  <c:v>52.54</c:v>
                </c:pt>
                <c:pt idx="2626">
                  <c:v>52.35</c:v>
                </c:pt>
                <c:pt idx="2627">
                  <c:v>51.9</c:v>
                </c:pt>
                <c:pt idx="2628">
                  <c:v>51.72</c:v>
                </c:pt>
                <c:pt idx="2629">
                  <c:v>51.7</c:v>
                </c:pt>
                <c:pt idx="2630">
                  <c:v>51.32</c:v>
                </c:pt>
                <c:pt idx="2631">
                  <c:v>50.86</c:v>
                </c:pt>
                <c:pt idx="2632">
                  <c:v>49.8</c:v>
                </c:pt>
                <c:pt idx="2633">
                  <c:v>49.23</c:v>
                </c:pt>
                <c:pt idx="2634">
                  <c:v>47.25</c:v>
                </c:pt>
                <c:pt idx="2635">
                  <c:v>47.67</c:v>
                </c:pt>
                <c:pt idx="2636">
                  <c:v>46.72</c:v>
                </c:pt>
                <c:pt idx="2637">
                  <c:v>47.74</c:v>
                </c:pt>
                <c:pt idx="2638">
                  <c:v>47.65</c:v>
                </c:pt>
                <c:pt idx="2639">
                  <c:v>48.45</c:v>
                </c:pt>
                <c:pt idx="2640">
                  <c:v>49.09</c:v>
                </c:pt>
                <c:pt idx="2641">
                  <c:v>48.06</c:v>
                </c:pt>
                <c:pt idx="2642">
                  <c:v>48.14</c:v>
                </c:pt>
                <c:pt idx="2643">
                  <c:v>48.28</c:v>
                </c:pt>
                <c:pt idx="2644">
                  <c:v>47.7</c:v>
                </c:pt>
                <c:pt idx="2645">
                  <c:v>48.46</c:v>
                </c:pt>
                <c:pt idx="2646">
                  <c:v>49.05</c:v>
                </c:pt>
                <c:pt idx="2647">
                  <c:v>49.46</c:v>
                </c:pt>
                <c:pt idx="2648">
                  <c:v>50.09</c:v>
                </c:pt>
                <c:pt idx="2649">
                  <c:v>48.96</c:v>
                </c:pt>
                <c:pt idx="2650">
                  <c:v>47.8</c:v>
                </c:pt>
                <c:pt idx="2651">
                  <c:v>48.09</c:v>
                </c:pt>
                <c:pt idx="2652">
                  <c:v>48.29</c:v>
                </c:pt>
                <c:pt idx="2653">
                  <c:v>47.33</c:v>
                </c:pt>
                <c:pt idx="2654">
                  <c:v>48.22</c:v>
                </c:pt>
                <c:pt idx="2655">
                  <c:v>47.12</c:v>
                </c:pt>
                <c:pt idx="2656">
                  <c:v>48.27</c:v>
                </c:pt>
                <c:pt idx="2657">
                  <c:v>47.99</c:v>
                </c:pt>
                <c:pt idx="2658">
                  <c:v>47.6</c:v>
                </c:pt>
                <c:pt idx="2659">
                  <c:v>47.1</c:v>
                </c:pt>
                <c:pt idx="2660">
                  <c:v>46.44</c:v>
                </c:pt>
                <c:pt idx="2661">
                  <c:v>45.48</c:v>
                </c:pt>
                <c:pt idx="2662">
                  <c:v>45.53</c:v>
                </c:pt>
                <c:pt idx="2663">
                  <c:v>45.06</c:v>
                </c:pt>
                <c:pt idx="2664">
                  <c:v>44.25</c:v>
                </c:pt>
                <c:pt idx="2665">
                  <c:v>44.33</c:v>
                </c:pt>
                <c:pt idx="2666">
                  <c:v>46.21</c:v>
                </c:pt>
                <c:pt idx="2667">
                  <c:v>45.27</c:v>
                </c:pt>
                <c:pt idx="2668">
                  <c:v>45.76</c:v>
                </c:pt>
                <c:pt idx="2669">
                  <c:v>46.11</c:v>
                </c:pt>
                <c:pt idx="2670">
                  <c:v>45.4</c:v>
                </c:pt>
                <c:pt idx="2671">
                  <c:v>44.08</c:v>
                </c:pt>
                <c:pt idx="2672">
                  <c:v>42.48</c:v>
                </c:pt>
                <c:pt idx="2673">
                  <c:v>42.3</c:v>
                </c:pt>
                <c:pt idx="2674">
                  <c:v>42.64</c:v>
                </c:pt>
                <c:pt idx="2675">
                  <c:v>44.5</c:v>
                </c:pt>
                <c:pt idx="2676">
                  <c:v>44.68</c:v>
                </c:pt>
                <c:pt idx="2677">
                  <c:v>44.55</c:v>
                </c:pt>
                <c:pt idx="2678">
                  <c:v>43</c:v>
                </c:pt>
                <c:pt idx="2679">
                  <c:v>41.52</c:v>
                </c:pt>
                <c:pt idx="2680">
                  <c:v>43.38</c:v>
                </c:pt>
                <c:pt idx="2681">
                  <c:v>43.93</c:v>
                </c:pt>
                <c:pt idx="2682">
                  <c:v>43.33</c:v>
                </c:pt>
                <c:pt idx="2683">
                  <c:v>41.8</c:v>
                </c:pt>
                <c:pt idx="2684">
                  <c:v>41.25</c:v>
                </c:pt>
                <c:pt idx="2685">
                  <c:v>39.51</c:v>
                </c:pt>
                <c:pt idx="2686">
                  <c:v>40.43</c:v>
                </c:pt>
                <c:pt idx="2687">
                  <c:v>38.19</c:v>
                </c:pt>
                <c:pt idx="2688">
                  <c:v>36.869999999999997</c:v>
                </c:pt>
                <c:pt idx="2689">
                  <c:v>38.49</c:v>
                </c:pt>
                <c:pt idx="2690">
                  <c:v>39.15</c:v>
                </c:pt>
                <c:pt idx="2691">
                  <c:v>41.35</c:v>
                </c:pt>
                <c:pt idx="2692">
                  <c:v>38.94</c:v>
                </c:pt>
                <c:pt idx="2693">
                  <c:v>39.93</c:v>
                </c:pt>
                <c:pt idx="2694">
                  <c:v>40.04</c:v>
                </c:pt>
                <c:pt idx="2695">
                  <c:v>40.380000000000003</c:v>
                </c:pt>
                <c:pt idx="2696">
                  <c:v>42.12</c:v>
                </c:pt>
                <c:pt idx="2697">
                  <c:v>44.02</c:v>
                </c:pt>
                <c:pt idx="2698">
                  <c:v>45.61</c:v>
                </c:pt>
                <c:pt idx="2699">
                  <c:v>45.83</c:v>
                </c:pt>
                <c:pt idx="2700">
                  <c:v>45.79</c:v>
                </c:pt>
                <c:pt idx="2701">
                  <c:v>45.99</c:v>
                </c:pt>
                <c:pt idx="2702">
                  <c:v>46.49</c:v>
                </c:pt>
                <c:pt idx="2703">
                  <c:v>45.83</c:v>
                </c:pt>
                <c:pt idx="2704">
                  <c:v>46.26</c:v>
                </c:pt>
                <c:pt idx="2705">
                  <c:v>47.02</c:v>
                </c:pt>
                <c:pt idx="2706">
                  <c:v>44.43</c:v>
                </c:pt>
                <c:pt idx="2707">
                  <c:v>43.51</c:v>
                </c:pt>
                <c:pt idx="2708">
                  <c:v>43.71</c:v>
                </c:pt>
                <c:pt idx="2709">
                  <c:v>43.51</c:v>
                </c:pt>
                <c:pt idx="2710">
                  <c:v>44.65</c:v>
                </c:pt>
                <c:pt idx="2711">
                  <c:v>44.68</c:v>
                </c:pt>
                <c:pt idx="2712">
                  <c:v>43.95</c:v>
                </c:pt>
                <c:pt idx="2713">
                  <c:v>44.54</c:v>
                </c:pt>
                <c:pt idx="2714">
                  <c:v>46.19</c:v>
                </c:pt>
                <c:pt idx="2715">
                  <c:v>46.84</c:v>
                </c:pt>
                <c:pt idx="2716">
                  <c:v>45.79</c:v>
                </c:pt>
                <c:pt idx="2717">
                  <c:v>46.3</c:v>
                </c:pt>
                <c:pt idx="2718">
                  <c:v>48.43</c:v>
                </c:pt>
                <c:pt idx="2719">
                  <c:v>49.16</c:v>
                </c:pt>
                <c:pt idx="2720">
                  <c:v>49.6</c:v>
                </c:pt>
                <c:pt idx="2721">
                  <c:v>50.1</c:v>
                </c:pt>
                <c:pt idx="2722">
                  <c:v>49.76</c:v>
                </c:pt>
                <c:pt idx="2723">
                  <c:v>50.07</c:v>
                </c:pt>
                <c:pt idx="2724">
                  <c:v>49.93</c:v>
                </c:pt>
                <c:pt idx="2725">
                  <c:v>50.11</c:v>
                </c:pt>
                <c:pt idx="2726">
                  <c:v>49.23</c:v>
                </c:pt>
                <c:pt idx="2727">
                  <c:v>49.68</c:v>
                </c:pt>
                <c:pt idx="2728">
                  <c:v>51.05</c:v>
                </c:pt>
                <c:pt idx="2729">
                  <c:v>50.56</c:v>
                </c:pt>
                <c:pt idx="2730">
                  <c:v>49.27</c:v>
                </c:pt>
                <c:pt idx="2731">
                  <c:v>49.59</c:v>
                </c:pt>
                <c:pt idx="2732">
                  <c:v>48.34</c:v>
                </c:pt>
                <c:pt idx="2733">
                  <c:v>48.64</c:v>
                </c:pt>
                <c:pt idx="2734">
                  <c:v>49.63</c:v>
                </c:pt>
                <c:pt idx="2735">
                  <c:v>50.54</c:v>
                </c:pt>
                <c:pt idx="2736">
                  <c:v>51.92</c:v>
                </c:pt>
                <c:pt idx="2737">
                  <c:v>52.13</c:v>
                </c:pt>
                <c:pt idx="2738">
                  <c:v>52.72</c:v>
                </c:pt>
                <c:pt idx="2739">
                  <c:v>54.42</c:v>
                </c:pt>
                <c:pt idx="2740">
                  <c:v>54.77</c:v>
                </c:pt>
                <c:pt idx="2741">
                  <c:v>53.68</c:v>
                </c:pt>
                <c:pt idx="2742">
                  <c:v>52.46</c:v>
                </c:pt>
                <c:pt idx="2743">
                  <c:v>52.56</c:v>
                </c:pt>
                <c:pt idx="2744">
                  <c:v>53.02</c:v>
                </c:pt>
                <c:pt idx="2745">
                  <c:v>52.47</c:v>
                </c:pt>
                <c:pt idx="2746">
                  <c:v>53.38</c:v>
                </c:pt>
                <c:pt idx="2747">
                  <c:v>54.4</c:v>
                </c:pt>
                <c:pt idx="2748">
                  <c:v>55.39</c:v>
                </c:pt>
                <c:pt idx="2749">
                  <c:v>55.08</c:v>
                </c:pt>
                <c:pt idx="2750">
                  <c:v>54.88</c:v>
                </c:pt>
                <c:pt idx="2751">
                  <c:v>54.82</c:v>
                </c:pt>
                <c:pt idx="2752">
                  <c:v>56.35</c:v>
                </c:pt>
                <c:pt idx="2753">
                  <c:v>55.93</c:v>
                </c:pt>
                <c:pt idx="2754">
                  <c:v>55.3</c:v>
                </c:pt>
                <c:pt idx="2755">
                  <c:v>54.13</c:v>
                </c:pt>
                <c:pt idx="2756">
                  <c:v>55.07</c:v>
                </c:pt>
                <c:pt idx="2757">
                  <c:v>55.27</c:v>
                </c:pt>
                <c:pt idx="2758">
                  <c:v>55.88</c:v>
                </c:pt>
                <c:pt idx="2759">
                  <c:v>54.97</c:v>
                </c:pt>
                <c:pt idx="2760">
                  <c:v>53.47</c:v>
                </c:pt>
                <c:pt idx="2761">
                  <c:v>51.65</c:v>
                </c:pt>
                <c:pt idx="2762">
                  <c:v>49.83</c:v>
                </c:pt>
                <c:pt idx="2763">
                  <c:v>48.18</c:v>
                </c:pt>
                <c:pt idx="2764">
                  <c:v>47.39</c:v>
                </c:pt>
                <c:pt idx="2765">
                  <c:v>46.55</c:v>
                </c:pt>
                <c:pt idx="2766">
                  <c:v>45.87</c:v>
                </c:pt>
                <c:pt idx="2767">
                  <c:v>47.3</c:v>
                </c:pt>
                <c:pt idx="2768">
                  <c:v>46.98</c:v>
                </c:pt>
                <c:pt idx="2769">
                  <c:v>47.34</c:v>
                </c:pt>
                <c:pt idx="2770">
                  <c:v>47.78</c:v>
                </c:pt>
                <c:pt idx="2771">
                  <c:v>49.42</c:v>
                </c:pt>
                <c:pt idx="2772">
                  <c:v>49.52</c:v>
                </c:pt>
                <c:pt idx="2773">
                  <c:v>51.52</c:v>
                </c:pt>
                <c:pt idx="2774">
                  <c:v>51.7</c:v>
                </c:pt>
                <c:pt idx="2775">
                  <c:v>50.29</c:v>
                </c:pt>
                <c:pt idx="2776">
                  <c:v>49.92</c:v>
                </c:pt>
                <c:pt idx="2777">
                  <c:v>50.27</c:v>
                </c:pt>
                <c:pt idx="2778">
                  <c:v>50.57</c:v>
                </c:pt>
                <c:pt idx="2779">
                  <c:v>50.14</c:v>
                </c:pt>
                <c:pt idx="2780">
                  <c:v>50.81</c:v>
                </c:pt>
                <c:pt idx="2781">
                  <c:v>49.51</c:v>
                </c:pt>
                <c:pt idx="2782">
                  <c:v>50.8</c:v>
                </c:pt>
                <c:pt idx="2783">
                  <c:v>50.98</c:v>
                </c:pt>
                <c:pt idx="2784">
                  <c:v>50.54</c:v>
                </c:pt>
                <c:pt idx="2785">
                  <c:v>52.92</c:v>
                </c:pt>
                <c:pt idx="2786">
                  <c:v>52.6</c:v>
                </c:pt>
                <c:pt idx="2787">
                  <c:v>51.94</c:v>
                </c:pt>
                <c:pt idx="2788">
                  <c:v>49.49</c:v>
                </c:pt>
                <c:pt idx="2789">
                  <c:v>49.64</c:v>
                </c:pt>
                <c:pt idx="2790">
                  <c:v>49.73</c:v>
                </c:pt>
                <c:pt idx="2791">
                  <c:v>52.44</c:v>
                </c:pt>
                <c:pt idx="2792">
                  <c:v>54.19</c:v>
                </c:pt>
                <c:pt idx="2793">
                  <c:v>54.57</c:v>
                </c:pt>
                <c:pt idx="2794">
                  <c:v>55.74</c:v>
                </c:pt>
                <c:pt idx="2795">
                  <c:v>56.1</c:v>
                </c:pt>
                <c:pt idx="2796">
                  <c:v>56.45</c:v>
                </c:pt>
                <c:pt idx="2797">
                  <c:v>56.93</c:v>
                </c:pt>
                <c:pt idx="2798">
                  <c:v>58.58</c:v>
                </c:pt>
                <c:pt idx="2799">
                  <c:v>59.09</c:v>
                </c:pt>
                <c:pt idx="2800">
                  <c:v>58.89</c:v>
                </c:pt>
                <c:pt idx="2801">
                  <c:v>58.16</c:v>
                </c:pt>
                <c:pt idx="2802">
                  <c:v>58.59</c:v>
                </c:pt>
                <c:pt idx="2803">
                  <c:v>57.71</c:v>
                </c:pt>
                <c:pt idx="2804">
                  <c:v>57.1</c:v>
                </c:pt>
                <c:pt idx="2805">
                  <c:v>57.2</c:v>
                </c:pt>
                <c:pt idx="2806">
                  <c:v>57.48</c:v>
                </c:pt>
                <c:pt idx="2807">
                  <c:v>57.37</c:v>
                </c:pt>
                <c:pt idx="2808">
                  <c:v>55.4</c:v>
                </c:pt>
                <c:pt idx="2809">
                  <c:v>54.84</c:v>
                </c:pt>
                <c:pt idx="2810">
                  <c:v>53.89</c:v>
                </c:pt>
                <c:pt idx="2811">
                  <c:v>54.38</c:v>
                </c:pt>
                <c:pt idx="2812">
                  <c:v>55.82</c:v>
                </c:pt>
                <c:pt idx="2813">
                  <c:v>56.16</c:v>
                </c:pt>
                <c:pt idx="2814">
                  <c:v>57.03</c:v>
                </c:pt>
                <c:pt idx="2815">
                  <c:v>56.68</c:v>
                </c:pt>
                <c:pt idx="2816">
                  <c:v>57.02</c:v>
                </c:pt>
                <c:pt idx="2817">
                  <c:v>57.1</c:v>
                </c:pt>
                <c:pt idx="2818">
                  <c:v>56.97</c:v>
                </c:pt>
                <c:pt idx="2819">
                  <c:v>57.64</c:v>
                </c:pt>
                <c:pt idx="2820">
                  <c:v>56.79</c:v>
                </c:pt>
                <c:pt idx="2821">
                  <c:v>56.84</c:v>
                </c:pt>
                <c:pt idx="2822">
                  <c:v>55.42</c:v>
                </c:pt>
                <c:pt idx="2823">
                  <c:v>55.13</c:v>
                </c:pt>
                <c:pt idx="2824">
                  <c:v>55.83</c:v>
                </c:pt>
                <c:pt idx="2825">
                  <c:v>55.99</c:v>
                </c:pt>
                <c:pt idx="2826">
                  <c:v>56.93</c:v>
                </c:pt>
                <c:pt idx="2827">
                  <c:v>56.29</c:v>
                </c:pt>
                <c:pt idx="2828">
                  <c:v>57.01</c:v>
                </c:pt>
                <c:pt idx="2829">
                  <c:v>57.74</c:v>
                </c:pt>
                <c:pt idx="2830">
                  <c:v>59.21</c:v>
                </c:pt>
                <c:pt idx="2831">
                  <c:v>59.23</c:v>
                </c:pt>
                <c:pt idx="2832">
                  <c:v>59.53</c:v>
                </c:pt>
                <c:pt idx="2833">
                  <c:v>59</c:v>
                </c:pt>
                <c:pt idx="2834">
                  <c:v>59.11</c:v>
                </c:pt>
                <c:pt idx="2835">
                  <c:v>58.55</c:v>
                </c:pt>
                <c:pt idx="2836">
                  <c:v>58.65</c:v>
                </c:pt>
                <c:pt idx="2837">
                  <c:v>58.31</c:v>
                </c:pt>
                <c:pt idx="2838">
                  <c:v>58.29</c:v>
                </c:pt>
                <c:pt idx="2839">
                  <c:v>58</c:v>
                </c:pt>
                <c:pt idx="2840">
                  <c:v>58.02</c:v>
                </c:pt>
                <c:pt idx="2841">
                  <c:v>59.09</c:v>
                </c:pt>
                <c:pt idx="2842">
                  <c:v>59.13</c:v>
                </c:pt>
                <c:pt idx="2843">
                  <c:v>57.93</c:v>
                </c:pt>
                <c:pt idx="2844">
                  <c:v>58.32</c:v>
                </c:pt>
                <c:pt idx="2845">
                  <c:v>58.34</c:v>
                </c:pt>
                <c:pt idx="2846">
                  <c:v>58.55</c:v>
                </c:pt>
                <c:pt idx="2847">
                  <c:v>59.54</c:v>
                </c:pt>
                <c:pt idx="2848">
                  <c:v>59.62</c:v>
                </c:pt>
                <c:pt idx="2849">
                  <c:v>58.91</c:v>
                </c:pt>
                <c:pt idx="2850">
                  <c:v>59.72</c:v>
                </c:pt>
                <c:pt idx="2851">
                  <c:v>60.12</c:v>
                </c:pt>
                <c:pt idx="2852">
                  <c:v>60.12</c:v>
                </c:pt>
                <c:pt idx="2853">
                  <c:v>59.68</c:v>
                </c:pt>
                <c:pt idx="2854">
                  <c:v>61.2</c:v>
                </c:pt>
                <c:pt idx="2855">
                  <c:v>62.3</c:v>
                </c:pt>
                <c:pt idx="2856">
                  <c:v>61.41</c:v>
                </c:pt>
                <c:pt idx="2857">
                  <c:v>61.25</c:v>
                </c:pt>
                <c:pt idx="2858">
                  <c:v>62.15</c:v>
                </c:pt>
                <c:pt idx="2859">
                  <c:v>63.23</c:v>
                </c:pt>
                <c:pt idx="2860">
                  <c:v>63.56</c:v>
                </c:pt>
                <c:pt idx="2861">
                  <c:v>63.3</c:v>
                </c:pt>
                <c:pt idx="2862">
                  <c:v>63.64</c:v>
                </c:pt>
                <c:pt idx="2863">
                  <c:v>64.25</c:v>
                </c:pt>
                <c:pt idx="2864">
                  <c:v>64.239999999999995</c:v>
                </c:pt>
                <c:pt idx="2865">
                  <c:v>62.12</c:v>
                </c:pt>
                <c:pt idx="2866">
                  <c:v>63.48</c:v>
                </c:pt>
                <c:pt idx="2867">
                  <c:v>63.57</c:v>
                </c:pt>
                <c:pt idx="2868">
                  <c:v>63.76</c:v>
                </c:pt>
                <c:pt idx="2869">
                  <c:v>63.54</c:v>
                </c:pt>
                <c:pt idx="2870">
                  <c:v>63.43</c:v>
                </c:pt>
                <c:pt idx="2871">
                  <c:v>63.5</c:v>
                </c:pt>
                <c:pt idx="2872">
                  <c:v>63.38</c:v>
                </c:pt>
                <c:pt idx="2873">
                  <c:v>63.09</c:v>
                </c:pt>
                <c:pt idx="2874">
                  <c:v>62.76</c:v>
                </c:pt>
                <c:pt idx="2875">
                  <c:v>62.96</c:v>
                </c:pt>
                <c:pt idx="2876">
                  <c:v>62.36</c:v>
                </c:pt>
                <c:pt idx="2877">
                  <c:v>62.42</c:v>
                </c:pt>
                <c:pt idx="2878">
                  <c:v>62.85</c:v>
                </c:pt>
                <c:pt idx="2879">
                  <c:v>62.74</c:v>
                </c:pt>
                <c:pt idx="2880">
                  <c:v>63.26</c:v>
                </c:pt>
                <c:pt idx="2881">
                  <c:v>62.17</c:v>
                </c:pt>
                <c:pt idx="2882">
                  <c:v>60.45</c:v>
                </c:pt>
                <c:pt idx="2883">
                  <c:v>59.8</c:v>
                </c:pt>
                <c:pt idx="2884">
                  <c:v>59.73</c:v>
                </c:pt>
                <c:pt idx="2885">
                  <c:v>59.4</c:v>
                </c:pt>
                <c:pt idx="2886">
                  <c:v>59.83</c:v>
                </c:pt>
                <c:pt idx="2887">
                  <c:v>61.95</c:v>
                </c:pt>
                <c:pt idx="2888">
                  <c:v>61.5</c:v>
                </c:pt>
                <c:pt idx="2889">
                  <c:v>60.33</c:v>
                </c:pt>
                <c:pt idx="2890">
                  <c:v>60.19</c:v>
                </c:pt>
                <c:pt idx="2891">
                  <c:v>59.65</c:v>
                </c:pt>
                <c:pt idx="2892">
                  <c:v>60.93</c:v>
                </c:pt>
                <c:pt idx="2893">
                  <c:v>60.48</c:v>
                </c:pt>
                <c:pt idx="2894">
                  <c:v>61.36</c:v>
                </c:pt>
                <c:pt idx="2895">
                  <c:v>62.43</c:v>
                </c:pt>
                <c:pt idx="2896">
                  <c:v>61.67</c:v>
                </c:pt>
                <c:pt idx="2897">
                  <c:v>62.56</c:v>
                </c:pt>
                <c:pt idx="2898">
                  <c:v>61.53</c:v>
                </c:pt>
                <c:pt idx="2899">
                  <c:v>60.2</c:v>
                </c:pt>
                <c:pt idx="2900">
                  <c:v>60.74</c:v>
                </c:pt>
                <c:pt idx="2901">
                  <c:v>58.43</c:v>
                </c:pt>
                <c:pt idx="2902">
                  <c:v>57.77</c:v>
                </c:pt>
                <c:pt idx="2903">
                  <c:v>57.26</c:v>
                </c:pt>
                <c:pt idx="2904">
                  <c:v>58.66</c:v>
                </c:pt>
                <c:pt idx="2905">
                  <c:v>58.1</c:v>
                </c:pt>
                <c:pt idx="2906">
                  <c:v>58.73</c:v>
                </c:pt>
                <c:pt idx="2907">
                  <c:v>61.15</c:v>
                </c:pt>
                <c:pt idx="2908">
                  <c:v>61.04</c:v>
                </c:pt>
                <c:pt idx="2909">
                  <c:v>62.34</c:v>
                </c:pt>
                <c:pt idx="2910">
                  <c:v>62.92</c:v>
                </c:pt>
                <c:pt idx="2911">
                  <c:v>63.3</c:v>
                </c:pt>
                <c:pt idx="2912">
                  <c:v>64.3</c:v>
                </c:pt>
                <c:pt idx="2913">
                  <c:v>65.37</c:v>
                </c:pt>
                <c:pt idx="2914">
                  <c:v>64.819999999999993</c:v>
                </c:pt>
                <c:pt idx="2915">
                  <c:v>65.959999999999994</c:v>
                </c:pt>
                <c:pt idx="2916">
                  <c:v>65.89</c:v>
                </c:pt>
                <c:pt idx="2917">
                  <c:v>65.17</c:v>
                </c:pt>
                <c:pt idx="2918">
                  <c:v>65.8</c:v>
                </c:pt>
                <c:pt idx="2919">
                  <c:v>65.08</c:v>
                </c:pt>
                <c:pt idx="2920">
                  <c:v>66.540000000000006</c:v>
                </c:pt>
                <c:pt idx="2921">
                  <c:v>66.400000000000006</c:v>
                </c:pt>
                <c:pt idx="2922">
                  <c:v>66.319999999999993</c:v>
                </c:pt>
                <c:pt idx="2923">
                  <c:v>65.349999999999994</c:v>
                </c:pt>
                <c:pt idx="2924">
                  <c:v>64.66</c:v>
                </c:pt>
                <c:pt idx="2925">
                  <c:v>66.08</c:v>
                </c:pt>
                <c:pt idx="2926">
                  <c:v>66.72</c:v>
                </c:pt>
                <c:pt idx="2927">
                  <c:v>66.239999999999995</c:v>
                </c:pt>
                <c:pt idx="2928">
                  <c:v>66.81</c:v>
                </c:pt>
                <c:pt idx="2929">
                  <c:v>65.42</c:v>
                </c:pt>
                <c:pt idx="2930">
                  <c:v>67</c:v>
                </c:pt>
                <c:pt idx="2931">
                  <c:v>62.94</c:v>
                </c:pt>
                <c:pt idx="2932">
                  <c:v>61.45</c:v>
                </c:pt>
                <c:pt idx="2933">
                  <c:v>62.31</c:v>
                </c:pt>
                <c:pt idx="2934">
                  <c:v>64.11</c:v>
                </c:pt>
                <c:pt idx="2935">
                  <c:v>66.69</c:v>
                </c:pt>
                <c:pt idx="2936">
                  <c:v>66.45</c:v>
                </c:pt>
                <c:pt idx="2937">
                  <c:v>65.19</c:v>
                </c:pt>
                <c:pt idx="2938">
                  <c:v>65.86</c:v>
                </c:pt>
                <c:pt idx="2939">
                  <c:v>65.62</c:v>
                </c:pt>
                <c:pt idx="2940">
                  <c:v>64.59</c:v>
                </c:pt>
                <c:pt idx="2941">
                  <c:v>64.39</c:v>
                </c:pt>
                <c:pt idx="2942">
                  <c:v>62.51</c:v>
                </c:pt>
                <c:pt idx="2943">
                  <c:v>62.29</c:v>
                </c:pt>
                <c:pt idx="2944">
                  <c:v>62.98</c:v>
                </c:pt>
                <c:pt idx="2945">
                  <c:v>62.93</c:v>
                </c:pt>
                <c:pt idx="2946">
                  <c:v>64.22</c:v>
                </c:pt>
                <c:pt idx="2947">
                  <c:v>65.040000000000006</c:v>
                </c:pt>
                <c:pt idx="2948">
                  <c:v>63.75</c:v>
                </c:pt>
                <c:pt idx="2949">
                  <c:v>63.02</c:v>
                </c:pt>
                <c:pt idx="2950">
                  <c:v>63.8</c:v>
                </c:pt>
                <c:pt idx="2951">
                  <c:v>66.98</c:v>
                </c:pt>
                <c:pt idx="2952">
                  <c:v>66.95</c:v>
                </c:pt>
                <c:pt idx="2953">
                  <c:v>67.36</c:v>
                </c:pt>
                <c:pt idx="2954">
                  <c:v>68.31</c:v>
                </c:pt>
                <c:pt idx="2955">
                  <c:v>68.92</c:v>
                </c:pt>
                <c:pt idx="2956">
                  <c:v>68.42</c:v>
                </c:pt>
                <c:pt idx="2957">
                  <c:v>68.73</c:v>
                </c:pt>
                <c:pt idx="2958">
                  <c:v>68.16</c:v>
                </c:pt>
                <c:pt idx="2959">
                  <c:v>68.69</c:v>
                </c:pt>
                <c:pt idx="2960">
                  <c:v>66.540000000000006</c:v>
                </c:pt>
                <c:pt idx="2961">
                  <c:v>65.67</c:v>
                </c:pt>
                <c:pt idx="2962">
                  <c:v>63.3</c:v>
                </c:pt>
                <c:pt idx="2963">
                  <c:v>60.93</c:v>
                </c:pt>
                <c:pt idx="2964">
                  <c:v>62.32</c:v>
                </c:pt>
                <c:pt idx="2965">
                  <c:v>63.81</c:v>
                </c:pt>
                <c:pt idx="2966">
                  <c:v>63.95</c:v>
                </c:pt>
                <c:pt idx="2967">
                  <c:v>65.56</c:v>
                </c:pt>
                <c:pt idx="2968">
                  <c:v>65.599999999999994</c:v>
                </c:pt>
                <c:pt idx="2969">
                  <c:v>67.13</c:v>
                </c:pt>
                <c:pt idx="2970">
                  <c:v>67.38</c:v>
                </c:pt>
                <c:pt idx="2971">
                  <c:v>68.540000000000006</c:v>
                </c:pt>
                <c:pt idx="2972">
                  <c:v>69.349999999999994</c:v>
                </c:pt>
                <c:pt idx="2973">
                  <c:v>67.489999999999995</c:v>
                </c:pt>
                <c:pt idx="2974">
                  <c:v>66.41</c:v>
                </c:pt>
                <c:pt idx="2975">
                  <c:v>71.37</c:v>
                </c:pt>
                <c:pt idx="2976">
                  <c:v>70.63</c:v>
                </c:pt>
                <c:pt idx="2977">
                  <c:v>71.06</c:v>
                </c:pt>
                <c:pt idx="2978">
                  <c:v>71.8</c:v>
                </c:pt>
                <c:pt idx="2979">
                  <c:v>71</c:v>
                </c:pt>
                <c:pt idx="2980">
                  <c:v>69.930000000000007</c:v>
                </c:pt>
                <c:pt idx="2981">
                  <c:v>70.03</c:v>
                </c:pt>
                <c:pt idx="2982">
                  <c:v>69.25</c:v>
                </c:pt>
                <c:pt idx="2983">
                  <c:v>69.38</c:v>
                </c:pt>
                <c:pt idx="2984">
                  <c:v>68.41</c:v>
                </c:pt>
                <c:pt idx="2985">
                  <c:v>68.89</c:v>
                </c:pt>
                <c:pt idx="2986">
                  <c:v>71.12</c:v>
                </c:pt>
                <c:pt idx="2987">
                  <c:v>70.709999999999994</c:v>
                </c:pt>
                <c:pt idx="2988">
                  <c:v>71</c:v>
                </c:pt>
                <c:pt idx="2989">
                  <c:v>69.459999999999994</c:v>
                </c:pt>
                <c:pt idx="2990">
                  <c:v>69.23</c:v>
                </c:pt>
                <c:pt idx="2991">
                  <c:v>68.790000000000006</c:v>
                </c:pt>
                <c:pt idx="2992">
                  <c:v>70.03</c:v>
                </c:pt>
                <c:pt idx="2993">
                  <c:v>71.790000000000006</c:v>
                </c:pt>
                <c:pt idx="2994">
                  <c:v>71.38</c:v>
                </c:pt>
                <c:pt idx="2995">
                  <c:v>71.36</c:v>
                </c:pt>
                <c:pt idx="2996">
                  <c:v>71.5</c:v>
                </c:pt>
                <c:pt idx="2997">
                  <c:v>70.45</c:v>
                </c:pt>
                <c:pt idx="2998">
                  <c:v>70.900000000000006</c:v>
                </c:pt>
                <c:pt idx="2999">
                  <c:v>70.83</c:v>
                </c:pt>
                <c:pt idx="3000">
                  <c:v>69.540000000000006</c:v>
                </c:pt>
                <c:pt idx="3001">
                  <c:v>70.2</c:v>
                </c:pt>
                <c:pt idx="3002">
                  <c:v>68.319999999999993</c:v>
                </c:pt>
                <c:pt idx="3003">
                  <c:v>68.72</c:v>
                </c:pt>
                <c:pt idx="3004">
                  <c:v>67.209999999999994</c:v>
                </c:pt>
                <c:pt idx="3005">
                  <c:v>68.41</c:v>
                </c:pt>
                <c:pt idx="3006">
                  <c:v>68.5</c:v>
                </c:pt>
                <c:pt idx="3007">
                  <c:v>69.64</c:v>
                </c:pt>
                <c:pt idx="3008">
                  <c:v>70.33</c:v>
                </c:pt>
                <c:pt idx="3009">
                  <c:v>72.09</c:v>
                </c:pt>
                <c:pt idx="3010">
                  <c:v>74.59</c:v>
                </c:pt>
                <c:pt idx="3011">
                  <c:v>73.150000000000006</c:v>
                </c:pt>
                <c:pt idx="3012">
                  <c:v>73.73</c:v>
                </c:pt>
                <c:pt idx="3013">
                  <c:v>73.55</c:v>
                </c:pt>
                <c:pt idx="3014">
                  <c:v>74.290000000000006</c:v>
                </c:pt>
                <c:pt idx="3015">
                  <c:v>75.17</c:v>
                </c:pt>
                <c:pt idx="3016">
                  <c:v>76.13</c:v>
                </c:pt>
                <c:pt idx="3017">
                  <c:v>76.650000000000006</c:v>
                </c:pt>
                <c:pt idx="3018">
                  <c:v>76.599999999999994</c:v>
                </c:pt>
                <c:pt idx="3019">
                  <c:v>76.34</c:v>
                </c:pt>
                <c:pt idx="3020">
                  <c:v>77.760000000000005</c:v>
                </c:pt>
                <c:pt idx="3021">
                  <c:v>77.66</c:v>
                </c:pt>
                <c:pt idx="3022">
                  <c:v>78.56</c:v>
                </c:pt>
                <c:pt idx="3023">
                  <c:v>78.75</c:v>
                </c:pt>
                <c:pt idx="3024">
                  <c:v>78.59</c:v>
                </c:pt>
                <c:pt idx="3025">
                  <c:v>77.989999999999995</c:v>
                </c:pt>
                <c:pt idx="3026">
                  <c:v>78.400000000000006</c:v>
                </c:pt>
                <c:pt idx="3027">
                  <c:v>77.69</c:v>
                </c:pt>
                <c:pt idx="3028">
                  <c:v>77.459999999999994</c:v>
                </c:pt>
                <c:pt idx="3029">
                  <c:v>78.17</c:v>
                </c:pt>
                <c:pt idx="3030">
                  <c:v>78.5</c:v>
                </c:pt>
                <c:pt idx="3031">
                  <c:v>77.64</c:v>
                </c:pt>
                <c:pt idx="3032">
                  <c:v>78.31</c:v>
                </c:pt>
                <c:pt idx="3033">
                  <c:v>80.17</c:v>
                </c:pt>
                <c:pt idx="3034">
                  <c:v>79.81</c:v>
                </c:pt>
                <c:pt idx="3035">
                  <c:v>80.72</c:v>
                </c:pt>
                <c:pt idx="3036">
                  <c:v>80.239999999999995</c:v>
                </c:pt>
                <c:pt idx="3037">
                  <c:v>80.97</c:v>
                </c:pt>
                <c:pt idx="3038">
                  <c:v>81.19</c:v>
                </c:pt>
                <c:pt idx="3039">
                  <c:v>80.739999999999995</c:v>
                </c:pt>
                <c:pt idx="3040">
                  <c:v>80.27</c:v>
                </c:pt>
                <c:pt idx="3041">
                  <c:v>79.47</c:v>
                </c:pt>
                <c:pt idx="3042">
                  <c:v>79.260000000000005</c:v>
                </c:pt>
                <c:pt idx="3043">
                  <c:v>79.790000000000006</c:v>
                </c:pt>
                <c:pt idx="3044">
                  <c:v>80.099999999999994</c:v>
                </c:pt>
                <c:pt idx="3045">
                  <c:v>80.87</c:v>
                </c:pt>
                <c:pt idx="3046">
                  <c:v>80.569999999999993</c:v>
                </c:pt>
                <c:pt idx="3047">
                  <c:v>79.8</c:v>
                </c:pt>
                <c:pt idx="3048">
                  <c:v>79.33</c:v>
                </c:pt>
                <c:pt idx="3049">
                  <c:v>79.010000000000005</c:v>
                </c:pt>
                <c:pt idx="3050">
                  <c:v>79.94</c:v>
                </c:pt>
                <c:pt idx="3051">
                  <c:v>80.53</c:v>
                </c:pt>
                <c:pt idx="3052">
                  <c:v>80.38</c:v>
                </c:pt>
                <c:pt idx="3053">
                  <c:v>80.47</c:v>
                </c:pt>
                <c:pt idx="3054">
                  <c:v>81.42</c:v>
                </c:pt>
                <c:pt idx="3055">
                  <c:v>81.53</c:v>
                </c:pt>
                <c:pt idx="3056">
                  <c:v>82.02</c:v>
                </c:pt>
                <c:pt idx="3057">
                  <c:v>81.27</c:v>
                </c:pt>
                <c:pt idx="3058">
                  <c:v>81.83</c:v>
                </c:pt>
                <c:pt idx="3059">
                  <c:v>80.47</c:v>
                </c:pt>
                <c:pt idx="3060">
                  <c:v>81.66</c:v>
                </c:pt>
                <c:pt idx="3061">
                  <c:v>81.819999999999993</c:v>
                </c:pt>
                <c:pt idx="3062">
                  <c:v>81.99</c:v>
                </c:pt>
                <c:pt idx="3063">
                  <c:v>82.56</c:v>
                </c:pt>
                <c:pt idx="3064">
                  <c:v>82.49</c:v>
                </c:pt>
                <c:pt idx="3065">
                  <c:v>82.36</c:v>
                </c:pt>
                <c:pt idx="3066">
                  <c:v>82.09</c:v>
                </c:pt>
                <c:pt idx="3067">
                  <c:v>82.23</c:v>
                </c:pt>
                <c:pt idx="3068">
                  <c:v>82.46</c:v>
                </c:pt>
                <c:pt idx="3069">
                  <c:v>83.05</c:v>
                </c:pt>
                <c:pt idx="3070">
                  <c:v>82</c:v>
                </c:pt>
                <c:pt idx="3071">
                  <c:v>82.24</c:v>
                </c:pt>
                <c:pt idx="3072">
                  <c:v>81.87</c:v>
                </c:pt>
                <c:pt idx="3073">
                  <c:v>81.099999999999994</c:v>
                </c:pt>
                <c:pt idx="3074">
                  <c:v>82.28</c:v>
                </c:pt>
                <c:pt idx="3075">
                  <c:v>82.02</c:v>
                </c:pt>
                <c:pt idx="3076">
                  <c:v>82.12</c:v>
                </c:pt>
                <c:pt idx="3077">
                  <c:v>82.43</c:v>
                </c:pt>
                <c:pt idx="3078">
                  <c:v>83.12</c:v>
                </c:pt>
                <c:pt idx="3079">
                  <c:v>82.79</c:v>
                </c:pt>
                <c:pt idx="3080">
                  <c:v>82.37</c:v>
                </c:pt>
                <c:pt idx="3081">
                  <c:v>82.23</c:v>
                </c:pt>
                <c:pt idx="3082">
                  <c:v>82.1</c:v>
                </c:pt>
                <c:pt idx="3083">
                  <c:v>81.64</c:v>
                </c:pt>
                <c:pt idx="3084">
                  <c:v>81.73</c:v>
                </c:pt>
                <c:pt idx="3085">
                  <c:v>82.75</c:v>
                </c:pt>
                <c:pt idx="3086">
                  <c:v>82.35</c:v>
                </c:pt>
                <c:pt idx="3087">
                  <c:v>81.98</c:v>
                </c:pt>
                <c:pt idx="3088">
                  <c:v>82.01</c:v>
                </c:pt>
                <c:pt idx="3089">
                  <c:v>80.45</c:v>
                </c:pt>
                <c:pt idx="3090">
                  <c:v>80.77</c:v>
                </c:pt>
                <c:pt idx="3091">
                  <c:v>80.5</c:v>
                </c:pt>
                <c:pt idx="3092">
                  <c:v>79.78</c:v>
                </c:pt>
                <c:pt idx="3093">
                  <c:v>78.84</c:v>
                </c:pt>
                <c:pt idx="3094">
                  <c:v>79.040000000000006</c:v>
                </c:pt>
                <c:pt idx="3095">
                  <c:v>79.23</c:v>
                </c:pt>
                <c:pt idx="3096">
                  <c:v>79.349999999999994</c:v>
                </c:pt>
                <c:pt idx="3097">
                  <c:v>78.97</c:v>
                </c:pt>
                <c:pt idx="3098">
                  <c:v>78.39</c:v>
                </c:pt>
                <c:pt idx="3099">
                  <c:v>79.36</c:v>
                </c:pt>
                <c:pt idx="3100">
                  <c:v>78.72</c:v>
                </c:pt>
                <c:pt idx="3101">
                  <c:v>78.599999999999994</c:v>
                </c:pt>
                <c:pt idx="3102">
                  <c:v>78.81</c:v>
                </c:pt>
                <c:pt idx="3103">
                  <c:v>78.150000000000006</c:v>
                </c:pt>
                <c:pt idx="3104">
                  <c:v>78.459999999999994</c:v>
                </c:pt>
                <c:pt idx="3105">
                  <c:v>79.09</c:v>
                </c:pt>
                <c:pt idx="3106">
                  <c:v>79.56</c:v>
                </c:pt>
                <c:pt idx="3107">
                  <c:v>79.209999999999994</c:v>
                </c:pt>
                <c:pt idx="3108">
                  <c:v>78.78</c:v>
                </c:pt>
                <c:pt idx="3109">
                  <c:v>79.25</c:v>
                </c:pt>
                <c:pt idx="3110">
                  <c:v>78.94</c:v>
                </c:pt>
                <c:pt idx="3111">
                  <c:v>78.73</c:v>
                </c:pt>
                <c:pt idx="3112">
                  <c:v>78.67</c:v>
                </c:pt>
                <c:pt idx="3113">
                  <c:v>79.77</c:v>
                </c:pt>
                <c:pt idx="3114">
                  <c:v>79.91</c:v>
                </c:pt>
                <c:pt idx="3115">
                  <c:v>79.62</c:v>
                </c:pt>
                <c:pt idx="3116">
                  <c:v>80.5</c:v>
                </c:pt>
                <c:pt idx="3117">
                  <c:v>80.31</c:v>
                </c:pt>
                <c:pt idx="3118">
                  <c:v>79.47</c:v>
                </c:pt>
                <c:pt idx="3119">
                  <c:v>79.47</c:v>
                </c:pt>
                <c:pt idx="3120">
                  <c:v>79.430000000000007</c:v>
                </c:pt>
                <c:pt idx="3121">
                  <c:v>79.05</c:v>
                </c:pt>
                <c:pt idx="3122">
                  <c:v>78.739999999999995</c:v>
                </c:pt>
                <c:pt idx="3123">
                  <c:v>76.510000000000005</c:v>
                </c:pt>
                <c:pt idx="3124">
                  <c:v>75.8</c:v>
                </c:pt>
                <c:pt idx="3125">
                  <c:v>75.459999999999994</c:v>
                </c:pt>
                <c:pt idx="3126">
                  <c:v>75.760000000000005</c:v>
                </c:pt>
                <c:pt idx="3127">
                  <c:v>75.47</c:v>
                </c:pt>
                <c:pt idx="3128">
                  <c:v>75.180000000000007</c:v>
                </c:pt>
                <c:pt idx="3129">
                  <c:v>75.58</c:v>
                </c:pt>
                <c:pt idx="3130">
                  <c:v>75.7</c:v>
                </c:pt>
                <c:pt idx="3131">
                  <c:v>74.73</c:v>
                </c:pt>
                <c:pt idx="3132">
                  <c:v>74.84</c:v>
                </c:pt>
                <c:pt idx="3133">
                  <c:v>74.09</c:v>
                </c:pt>
                <c:pt idx="3134">
                  <c:v>73.33</c:v>
                </c:pt>
                <c:pt idx="3135">
                  <c:v>73.41</c:v>
                </c:pt>
                <c:pt idx="3136">
                  <c:v>74.47</c:v>
                </c:pt>
                <c:pt idx="3137">
                  <c:v>73.66</c:v>
                </c:pt>
                <c:pt idx="3138">
                  <c:v>73.099999999999994</c:v>
                </c:pt>
                <c:pt idx="3139">
                  <c:v>73.19</c:v>
                </c:pt>
                <c:pt idx="3140">
                  <c:v>73.180000000000007</c:v>
                </c:pt>
                <c:pt idx="3141">
                  <c:v>73.13</c:v>
                </c:pt>
                <c:pt idx="3142">
                  <c:v>73.23</c:v>
                </c:pt>
                <c:pt idx="3143">
                  <c:v>73.06</c:v>
                </c:pt>
                <c:pt idx="3144">
                  <c:v>73.290000000000006</c:v>
                </c:pt>
                <c:pt idx="3145">
                  <c:v>72.459999999999994</c:v>
                </c:pt>
                <c:pt idx="3146">
                  <c:v>72.239999999999995</c:v>
                </c:pt>
                <c:pt idx="3147">
                  <c:v>72.010000000000005</c:v>
                </c:pt>
                <c:pt idx="3148">
                  <c:v>71.38</c:v>
                </c:pt>
                <c:pt idx="3149">
                  <c:v>71.260000000000005</c:v>
                </c:pt>
                <c:pt idx="3150">
                  <c:v>71.2</c:v>
                </c:pt>
                <c:pt idx="3151">
                  <c:v>71.64</c:v>
                </c:pt>
                <c:pt idx="3152">
                  <c:v>72.22</c:v>
                </c:pt>
                <c:pt idx="3153">
                  <c:v>71.849999999999994</c:v>
                </c:pt>
                <c:pt idx="3154">
                  <c:v>71.37</c:v>
                </c:pt>
                <c:pt idx="3155">
                  <c:v>71.05</c:v>
                </c:pt>
                <c:pt idx="3156">
                  <c:v>72.430000000000007</c:v>
                </c:pt>
                <c:pt idx="3157">
                  <c:v>72.680000000000007</c:v>
                </c:pt>
                <c:pt idx="3158">
                  <c:v>73.2</c:v>
                </c:pt>
                <c:pt idx="3159">
                  <c:v>72.81</c:v>
                </c:pt>
                <c:pt idx="3160">
                  <c:v>72.63</c:v>
                </c:pt>
                <c:pt idx="3161">
                  <c:v>72.959999999999994</c:v>
                </c:pt>
                <c:pt idx="3162">
                  <c:v>73.22</c:v>
                </c:pt>
                <c:pt idx="3163">
                  <c:v>71.790000000000006</c:v>
                </c:pt>
                <c:pt idx="3164">
                  <c:v>72.87</c:v>
                </c:pt>
                <c:pt idx="3165">
                  <c:v>72.900000000000006</c:v>
                </c:pt>
                <c:pt idx="3166">
                  <c:v>72.97</c:v>
                </c:pt>
                <c:pt idx="3167">
                  <c:v>73.290000000000006</c:v>
                </c:pt>
                <c:pt idx="3168">
                  <c:v>73.97</c:v>
                </c:pt>
                <c:pt idx="3169">
                  <c:v>73.47</c:v>
                </c:pt>
                <c:pt idx="3170">
                  <c:v>73.34</c:v>
                </c:pt>
                <c:pt idx="3171">
                  <c:v>72.3</c:v>
                </c:pt>
                <c:pt idx="3172">
                  <c:v>72.53</c:v>
                </c:pt>
                <c:pt idx="3173">
                  <c:v>71.59</c:v>
                </c:pt>
                <c:pt idx="3174">
                  <c:v>71.150000000000006</c:v>
                </c:pt>
                <c:pt idx="3175">
                  <c:v>70.23</c:v>
                </c:pt>
                <c:pt idx="3176">
                  <c:v>70.7</c:v>
                </c:pt>
                <c:pt idx="3177">
                  <c:v>69.12</c:v>
                </c:pt>
                <c:pt idx="3178">
                  <c:v>69.209999999999994</c:v>
                </c:pt>
                <c:pt idx="3179">
                  <c:v>68.78</c:v>
                </c:pt>
                <c:pt idx="3180">
                  <c:v>67.86</c:v>
                </c:pt>
                <c:pt idx="3181">
                  <c:v>67.81</c:v>
                </c:pt>
                <c:pt idx="3182">
                  <c:v>69.099999999999994</c:v>
                </c:pt>
                <c:pt idx="3183">
                  <c:v>71.349999999999994</c:v>
                </c:pt>
                <c:pt idx="3184">
                  <c:v>70.5</c:v>
                </c:pt>
                <c:pt idx="3185">
                  <c:v>70.540000000000006</c:v>
                </c:pt>
                <c:pt idx="3186">
                  <c:v>70.63</c:v>
                </c:pt>
                <c:pt idx="3187">
                  <c:v>71.05</c:v>
                </c:pt>
                <c:pt idx="3188">
                  <c:v>72.37</c:v>
                </c:pt>
                <c:pt idx="3189">
                  <c:v>72.09</c:v>
                </c:pt>
                <c:pt idx="3190">
                  <c:v>71.28</c:v>
                </c:pt>
                <c:pt idx="3191">
                  <c:v>70.569999999999993</c:v>
                </c:pt>
                <c:pt idx="3192">
                  <c:v>71.739999999999995</c:v>
                </c:pt>
                <c:pt idx="3193">
                  <c:v>71.37</c:v>
                </c:pt>
                <c:pt idx="3194">
                  <c:v>71.489999999999995</c:v>
                </c:pt>
                <c:pt idx="3195">
                  <c:v>71.05</c:v>
                </c:pt>
                <c:pt idx="3196">
                  <c:v>72</c:v>
                </c:pt>
                <c:pt idx="3197">
                  <c:v>70.650000000000006</c:v>
                </c:pt>
                <c:pt idx="3198">
                  <c:v>70.41</c:v>
                </c:pt>
                <c:pt idx="3199">
                  <c:v>70.92</c:v>
                </c:pt>
                <c:pt idx="3200">
                  <c:v>70.31</c:v>
                </c:pt>
                <c:pt idx="3201">
                  <c:v>70.78</c:v>
                </c:pt>
                <c:pt idx="3202">
                  <c:v>70.650000000000006</c:v>
                </c:pt>
                <c:pt idx="3203">
                  <c:v>71.27</c:v>
                </c:pt>
                <c:pt idx="3204">
                  <c:v>70.790000000000006</c:v>
                </c:pt>
                <c:pt idx="3205">
                  <c:v>71.069999999999993</c:v>
                </c:pt>
                <c:pt idx="3206">
                  <c:v>70.73</c:v>
                </c:pt>
                <c:pt idx="3207">
                  <c:v>70.34</c:v>
                </c:pt>
                <c:pt idx="3208">
                  <c:v>70.099999999999994</c:v>
                </c:pt>
                <c:pt idx="3209">
                  <c:v>69.55</c:v>
                </c:pt>
                <c:pt idx="3210">
                  <c:v>69.13</c:v>
                </c:pt>
                <c:pt idx="3211">
                  <c:v>68.47</c:v>
                </c:pt>
                <c:pt idx="3212">
                  <c:v>67.44</c:v>
                </c:pt>
                <c:pt idx="3213">
                  <c:v>67.55</c:v>
                </c:pt>
                <c:pt idx="3214">
                  <c:v>66.569999999999993</c:v>
                </c:pt>
                <c:pt idx="3215">
                  <c:v>67.069999999999993</c:v>
                </c:pt>
                <c:pt idx="3216">
                  <c:v>68.150000000000006</c:v>
                </c:pt>
                <c:pt idx="3217">
                  <c:v>68.2</c:v>
                </c:pt>
                <c:pt idx="3218">
                  <c:v>67.959999999999994</c:v>
                </c:pt>
                <c:pt idx="3219">
                  <c:v>67.7</c:v>
                </c:pt>
                <c:pt idx="3220">
                  <c:v>65.819999999999993</c:v>
                </c:pt>
                <c:pt idx="3221">
                  <c:v>65.959999999999994</c:v>
                </c:pt>
                <c:pt idx="3222">
                  <c:v>66.64</c:v>
                </c:pt>
                <c:pt idx="3223">
                  <c:v>66.459999999999994</c:v>
                </c:pt>
                <c:pt idx="3224">
                  <c:v>66.7</c:v>
                </c:pt>
                <c:pt idx="3225">
                  <c:v>66.66</c:v>
                </c:pt>
                <c:pt idx="3226">
                  <c:v>66.87</c:v>
                </c:pt>
                <c:pt idx="3227">
                  <c:v>67.510000000000005</c:v>
                </c:pt>
                <c:pt idx="3228">
                  <c:v>68.16</c:v>
                </c:pt>
                <c:pt idx="3229">
                  <c:v>67.709999999999994</c:v>
                </c:pt>
                <c:pt idx="3230">
                  <c:v>67.48</c:v>
                </c:pt>
                <c:pt idx="3231">
                  <c:v>67.47</c:v>
                </c:pt>
                <c:pt idx="3232">
                  <c:v>67.47</c:v>
                </c:pt>
                <c:pt idx="3233">
                  <c:v>67.510000000000005</c:v>
                </c:pt>
                <c:pt idx="3234">
                  <c:v>66.28</c:v>
                </c:pt>
                <c:pt idx="3235">
                  <c:v>65.680000000000007</c:v>
                </c:pt>
                <c:pt idx="3236">
                  <c:v>66.290000000000006</c:v>
                </c:pt>
                <c:pt idx="3237">
                  <c:v>66.33</c:v>
                </c:pt>
                <c:pt idx="3238">
                  <c:v>66.069999999999993</c:v>
                </c:pt>
                <c:pt idx="3239">
                  <c:v>66.040000000000006</c:v>
                </c:pt>
                <c:pt idx="3240">
                  <c:v>67.05</c:v>
                </c:pt>
                <c:pt idx="3241">
                  <c:v>66.739999999999995</c:v>
                </c:pt>
                <c:pt idx="3242">
                  <c:v>67.13</c:v>
                </c:pt>
                <c:pt idx="3243">
                  <c:v>66.81</c:v>
                </c:pt>
                <c:pt idx="3244">
                  <c:v>66.680000000000007</c:v>
                </c:pt>
                <c:pt idx="3245">
                  <c:v>69.75</c:v>
                </c:pt>
                <c:pt idx="3246">
                  <c:v>69.489999999999995</c:v>
                </c:pt>
                <c:pt idx="3247">
                  <c:v>68.790000000000006</c:v>
                </c:pt>
                <c:pt idx="3248">
                  <c:v>68.83</c:v>
                </c:pt>
                <c:pt idx="3249">
                  <c:v>68.180000000000007</c:v>
                </c:pt>
                <c:pt idx="3250">
                  <c:v>67.650000000000006</c:v>
                </c:pt>
                <c:pt idx="3251">
                  <c:v>67.87</c:v>
                </c:pt>
                <c:pt idx="3252">
                  <c:v>67.459999999999994</c:v>
                </c:pt>
                <c:pt idx="3253">
                  <c:v>66.94</c:v>
                </c:pt>
                <c:pt idx="3254">
                  <c:v>66.36</c:v>
                </c:pt>
                <c:pt idx="3255">
                  <c:v>65.709999999999994</c:v>
                </c:pt>
                <c:pt idx="3256">
                  <c:v>65.27</c:v>
                </c:pt>
                <c:pt idx="3257">
                  <c:v>64.94</c:v>
                </c:pt>
                <c:pt idx="3258">
                  <c:v>64.56</c:v>
                </c:pt>
                <c:pt idx="3259">
                  <c:v>64.2</c:v>
                </c:pt>
                <c:pt idx="3260">
                  <c:v>63.44</c:v>
                </c:pt>
                <c:pt idx="3261">
                  <c:v>63.93</c:v>
                </c:pt>
                <c:pt idx="3262">
                  <c:v>64.760000000000005</c:v>
                </c:pt>
                <c:pt idx="3263">
                  <c:v>65.489999999999995</c:v>
                </c:pt>
                <c:pt idx="3264">
                  <c:v>65.52</c:v>
                </c:pt>
                <c:pt idx="3265">
                  <c:v>65.489999999999995</c:v>
                </c:pt>
                <c:pt idx="3266">
                  <c:v>65.23</c:v>
                </c:pt>
                <c:pt idx="3267">
                  <c:v>65.680000000000007</c:v>
                </c:pt>
                <c:pt idx="3268">
                  <c:v>65.88</c:v>
                </c:pt>
                <c:pt idx="3269">
                  <c:v>65.81</c:v>
                </c:pt>
                <c:pt idx="3270">
                  <c:v>65.63</c:v>
                </c:pt>
                <c:pt idx="3271">
                  <c:v>65.540000000000006</c:v>
                </c:pt>
                <c:pt idx="3272">
                  <c:v>65.63</c:v>
                </c:pt>
                <c:pt idx="3273">
                  <c:v>65.89</c:v>
                </c:pt>
                <c:pt idx="3274">
                  <c:v>66.41</c:v>
                </c:pt>
                <c:pt idx="3275">
                  <c:v>66.239999999999995</c:v>
                </c:pt>
                <c:pt idx="3276">
                  <c:v>64.959999999999994</c:v>
                </c:pt>
                <c:pt idx="3277">
                  <c:v>65.25</c:v>
                </c:pt>
                <c:pt idx="3278">
                  <c:v>65.489999999999995</c:v>
                </c:pt>
                <c:pt idx="3279">
                  <c:v>65.38</c:v>
                </c:pt>
                <c:pt idx="3280">
                  <c:v>65.489999999999995</c:v>
                </c:pt>
                <c:pt idx="3281">
                  <c:v>64.650000000000006</c:v>
                </c:pt>
                <c:pt idx="3282">
                  <c:v>64.930000000000007</c:v>
                </c:pt>
                <c:pt idx="3283">
                  <c:v>64.91</c:v>
                </c:pt>
                <c:pt idx="3284">
                  <c:v>64.7</c:v>
                </c:pt>
                <c:pt idx="3285">
                  <c:v>64.790000000000006</c:v>
                </c:pt>
                <c:pt idx="3286">
                  <c:v>64.75</c:v>
                </c:pt>
                <c:pt idx="3287">
                  <c:v>64.59</c:v>
                </c:pt>
                <c:pt idx="3288">
                  <c:v>65.349999999999994</c:v>
                </c:pt>
                <c:pt idx="3289">
                  <c:v>66.06</c:v>
                </c:pt>
                <c:pt idx="3290">
                  <c:v>64.819999999999993</c:v>
                </c:pt>
                <c:pt idx="3291">
                  <c:v>64.239999999999995</c:v>
                </c:pt>
                <c:pt idx="3292">
                  <c:v>64.42</c:v>
                </c:pt>
                <c:pt idx="3293">
                  <c:v>63.67</c:v>
                </c:pt>
                <c:pt idx="3294">
                  <c:v>63.64</c:v>
                </c:pt>
                <c:pt idx="3295">
                  <c:v>63.83</c:v>
                </c:pt>
                <c:pt idx="3296">
                  <c:v>63.8</c:v>
                </c:pt>
                <c:pt idx="3297">
                  <c:v>64</c:v>
                </c:pt>
                <c:pt idx="3298">
                  <c:v>63.62</c:v>
                </c:pt>
                <c:pt idx="3299">
                  <c:v>63.88</c:v>
                </c:pt>
                <c:pt idx="3300">
                  <c:v>64.73</c:v>
                </c:pt>
                <c:pt idx="3301">
                  <c:v>64.400000000000006</c:v>
                </c:pt>
                <c:pt idx="3302">
                  <c:v>64.77</c:v>
                </c:pt>
                <c:pt idx="3303">
                  <c:v>64.55</c:v>
                </c:pt>
                <c:pt idx="3304">
                  <c:v>64.03</c:v>
                </c:pt>
                <c:pt idx="3305">
                  <c:v>64.3</c:v>
                </c:pt>
                <c:pt idx="3306">
                  <c:v>64.44</c:v>
                </c:pt>
                <c:pt idx="3307">
                  <c:v>64.25</c:v>
                </c:pt>
                <c:pt idx="3308">
                  <c:v>64.47</c:v>
                </c:pt>
                <c:pt idx="3309">
                  <c:v>68.349999999999994</c:v>
                </c:pt>
                <c:pt idx="3310">
                  <c:v>67.33</c:v>
                </c:pt>
                <c:pt idx="3311">
                  <c:v>67.680000000000007</c:v>
                </c:pt>
                <c:pt idx="3312">
                  <c:v>68.510000000000005</c:v>
                </c:pt>
                <c:pt idx="3313">
                  <c:v>68.680000000000007</c:v>
                </c:pt>
                <c:pt idx="3314">
                  <c:v>68.55</c:v>
                </c:pt>
                <c:pt idx="3315">
                  <c:v>68.41</c:v>
                </c:pt>
                <c:pt idx="3316">
                  <c:v>68.150000000000006</c:v>
                </c:pt>
                <c:pt idx="3317">
                  <c:v>68.02</c:v>
                </c:pt>
                <c:pt idx="3318">
                  <c:v>67.709999999999994</c:v>
                </c:pt>
                <c:pt idx="3319">
                  <c:v>67.430000000000007</c:v>
                </c:pt>
                <c:pt idx="3320">
                  <c:v>67.17</c:v>
                </c:pt>
                <c:pt idx="3321">
                  <c:v>66.39</c:v>
                </c:pt>
                <c:pt idx="3322">
                  <c:v>66.97</c:v>
                </c:pt>
                <c:pt idx="3323">
                  <c:v>66.84</c:v>
                </c:pt>
                <c:pt idx="3324">
                  <c:v>65.22</c:v>
                </c:pt>
                <c:pt idx="3325">
                  <c:v>64.56</c:v>
                </c:pt>
                <c:pt idx="3326">
                  <c:v>63.88</c:v>
                </c:pt>
                <c:pt idx="3327">
                  <c:v>63.22</c:v>
                </c:pt>
                <c:pt idx="3328">
                  <c:v>63.41</c:v>
                </c:pt>
                <c:pt idx="3329">
                  <c:v>63.68</c:v>
                </c:pt>
                <c:pt idx="3330">
                  <c:v>63.99</c:v>
                </c:pt>
                <c:pt idx="3331">
                  <c:v>63.8</c:v>
                </c:pt>
                <c:pt idx="3332">
                  <c:v>64.33</c:v>
                </c:pt>
                <c:pt idx="3333">
                  <c:v>63.7</c:v>
                </c:pt>
                <c:pt idx="3334">
                  <c:v>62.98</c:v>
                </c:pt>
                <c:pt idx="3335">
                  <c:v>63.43</c:v>
                </c:pt>
                <c:pt idx="3336">
                  <c:v>64.19</c:v>
                </c:pt>
                <c:pt idx="3337">
                  <c:v>64.290000000000006</c:v>
                </c:pt>
                <c:pt idx="3338">
                  <c:v>65.28</c:v>
                </c:pt>
                <c:pt idx="3339">
                  <c:v>65.989999999999995</c:v>
                </c:pt>
                <c:pt idx="3340">
                  <c:v>65.900000000000006</c:v>
                </c:pt>
                <c:pt idx="3341">
                  <c:v>65.45</c:v>
                </c:pt>
                <c:pt idx="3342">
                  <c:v>66.34</c:v>
                </c:pt>
                <c:pt idx="3343">
                  <c:v>65.72</c:v>
                </c:pt>
                <c:pt idx="3344">
                  <c:v>65.989999999999995</c:v>
                </c:pt>
                <c:pt idx="3345">
                  <c:v>66.05</c:v>
                </c:pt>
                <c:pt idx="3346">
                  <c:v>65.209999999999994</c:v>
                </c:pt>
                <c:pt idx="3347">
                  <c:v>65.53</c:v>
                </c:pt>
                <c:pt idx="3348">
                  <c:v>65.37</c:v>
                </c:pt>
                <c:pt idx="3349">
                  <c:v>66.38</c:v>
                </c:pt>
                <c:pt idx="3350">
                  <c:v>66.849999999999994</c:v>
                </c:pt>
                <c:pt idx="3351">
                  <c:v>66.37</c:v>
                </c:pt>
                <c:pt idx="3352">
                  <c:v>67.64</c:v>
                </c:pt>
                <c:pt idx="3353">
                  <c:v>67.67</c:v>
                </c:pt>
                <c:pt idx="3354">
                  <c:v>67.5</c:v>
                </c:pt>
                <c:pt idx="3355">
                  <c:v>67.400000000000006</c:v>
                </c:pt>
                <c:pt idx="3356">
                  <c:v>67.8</c:v>
                </c:pt>
                <c:pt idx="3357">
                  <c:v>67.58</c:v>
                </c:pt>
                <c:pt idx="3358">
                  <c:v>68.38</c:v>
                </c:pt>
                <c:pt idx="3359">
                  <c:v>67.900000000000006</c:v>
                </c:pt>
                <c:pt idx="3360">
                  <c:v>67.8</c:v>
                </c:pt>
                <c:pt idx="3361">
                  <c:v>67.319999999999993</c:v>
                </c:pt>
                <c:pt idx="3362">
                  <c:v>67.56</c:v>
                </c:pt>
                <c:pt idx="3363">
                  <c:v>69.75</c:v>
                </c:pt>
                <c:pt idx="3364">
                  <c:v>69.05</c:v>
                </c:pt>
                <c:pt idx="3365">
                  <c:v>69.06</c:v>
                </c:pt>
                <c:pt idx="3366">
                  <c:v>69.23</c:v>
                </c:pt>
                <c:pt idx="3367">
                  <c:v>69.599999999999994</c:v>
                </c:pt>
                <c:pt idx="3368">
                  <c:v>68.67</c:v>
                </c:pt>
                <c:pt idx="3369">
                  <c:v>68.75</c:v>
                </c:pt>
                <c:pt idx="3370">
                  <c:v>69.069999999999993</c:v>
                </c:pt>
                <c:pt idx="3371">
                  <c:v>68.44</c:v>
                </c:pt>
                <c:pt idx="3372">
                  <c:v>67.69</c:v>
                </c:pt>
                <c:pt idx="3373">
                  <c:v>67.97</c:v>
                </c:pt>
                <c:pt idx="3374">
                  <c:v>67.48</c:v>
                </c:pt>
                <c:pt idx="3375">
                  <c:v>66.78</c:v>
                </c:pt>
                <c:pt idx="3376">
                  <c:v>67.02</c:v>
                </c:pt>
                <c:pt idx="3377">
                  <c:v>66.47</c:v>
                </c:pt>
                <c:pt idx="3378">
                  <c:v>65.77</c:v>
                </c:pt>
                <c:pt idx="3379">
                  <c:v>64.62</c:v>
                </c:pt>
                <c:pt idx="3380">
                  <c:v>64.040000000000006</c:v>
                </c:pt>
                <c:pt idx="3381">
                  <c:v>64.02</c:v>
                </c:pt>
                <c:pt idx="3382">
                  <c:v>63.93</c:v>
                </c:pt>
                <c:pt idx="3383">
                  <c:v>65.02</c:v>
                </c:pt>
                <c:pt idx="3384">
                  <c:v>64.349999999999994</c:v>
                </c:pt>
                <c:pt idx="3385">
                  <c:v>65.260000000000005</c:v>
                </c:pt>
                <c:pt idx="3386">
                  <c:v>65.38</c:v>
                </c:pt>
                <c:pt idx="3387">
                  <c:v>64.72</c:v>
                </c:pt>
                <c:pt idx="3388">
                  <c:v>64.260000000000005</c:v>
                </c:pt>
                <c:pt idx="3389">
                  <c:v>63.81</c:v>
                </c:pt>
                <c:pt idx="3390">
                  <c:v>64.150000000000006</c:v>
                </c:pt>
                <c:pt idx="3391">
                  <c:v>64.14</c:v>
                </c:pt>
                <c:pt idx="3392">
                  <c:v>64.709999999999994</c:v>
                </c:pt>
                <c:pt idx="3393">
                  <c:v>64.989999999999995</c:v>
                </c:pt>
                <c:pt idx="3394">
                  <c:v>65</c:v>
                </c:pt>
                <c:pt idx="3395">
                  <c:v>65.16</c:v>
                </c:pt>
                <c:pt idx="3396">
                  <c:v>65.13</c:v>
                </c:pt>
                <c:pt idx="3397">
                  <c:v>65.64</c:v>
                </c:pt>
                <c:pt idx="3398">
                  <c:v>64.87</c:v>
                </c:pt>
                <c:pt idx="3399">
                  <c:v>65.72</c:v>
                </c:pt>
                <c:pt idx="3400">
                  <c:v>65.31</c:v>
                </c:pt>
                <c:pt idx="3401">
                  <c:v>65.930000000000007</c:v>
                </c:pt>
                <c:pt idx="3402">
                  <c:v>65.62</c:v>
                </c:pt>
                <c:pt idx="3403">
                  <c:v>65.569999999999993</c:v>
                </c:pt>
                <c:pt idx="3404">
                  <c:v>66.2</c:v>
                </c:pt>
                <c:pt idx="3405">
                  <c:v>66.58</c:v>
                </c:pt>
                <c:pt idx="3406">
                  <c:v>65.930000000000007</c:v>
                </c:pt>
                <c:pt idx="3407">
                  <c:v>65.98</c:v>
                </c:pt>
                <c:pt idx="3408">
                  <c:v>66.150000000000006</c:v>
                </c:pt>
                <c:pt idx="3409">
                  <c:v>66.17</c:v>
                </c:pt>
                <c:pt idx="3410">
                  <c:v>66.900000000000006</c:v>
                </c:pt>
                <c:pt idx="3411">
                  <c:v>66.53</c:v>
                </c:pt>
                <c:pt idx="3412">
                  <c:v>66.63</c:v>
                </c:pt>
                <c:pt idx="3413">
                  <c:v>65.819999999999993</c:v>
                </c:pt>
                <c:pt idx="3414">
                  <c:v>65.78</c:v>
                </c:pt>
                <c:pt idx="3415">
                  <c:v>65.650000000000006</c:v>
                </c:pt>
                <c:pt idx="3416">
                  <c:v>65.540000000000006</c:v>
                </c:pt>
                <c:pt idx="3417">
                  <c:v>64.89</c:v>
                </c:pt>
                <c:pt idx="3418">
                  <c:v>64.53</c:v>
                </c:pt>
                <c:pt idx="3419">
                  <c:v>66</c:v>
                </c:pt>
                <c:pt idx="3420">
                  <c:v>65.180000000000007</c:v>
                </c:pt>
                <c:pt idx="3421">
                  <c:v>65.569999999999993</c:v>
                </c:pt>
                <c:pt idx="3422">
                  <c:v>66.58</c:v>
                </c:pt>
                <c:pt idx="3423">
                  <c:v>65.62</c:v>
                </c:pt>
                <c:pt idx="3424">
                  <c:v>66.209999999999994</c:v>
                </c:pt>
                <c:pt idx="3425">
                  <c:v>66.959999999999994</c:v>
                </c:pt>
                <c:pt idx="3426">
                  <c:v>67.760000000000005</c:v>
                </c:pt>
                <c:pt idx="3427">
                  <c:v>67.33</c:v>
                </c:pt>
                <c:pt idx="3428">
                  <c:v>67.47</c:v>
                </c:pt>
                <c:pt idx="3429">
                  <c:v>67.61</c:v>
                </c:pt>
                <c:pt idx="3430">
                  <c:v>68.849999999999994</c:v>
                </c:pt>
                <c:pt idx="3431">
                  <c:v>68.819999999999993</c:v>
                </c:pt>
                <c:pt idx="3432">
                  <c:v>68.95</c:v>
                </c:pt>
                <c:pt idx="3433">
                  <c:v>70.91</c:v>
                </c:pt>
                <c:pt idx="3434">
                  <c:v>70.52</c:v>
                </c:pt>
                <c:pt idx="3435">
                  <c:v>72.72</c:v>
                </c:pt>
                <c:pt idx="3436">
                  <c:v>72.61</c:v>
                </c:pt>
                <c:pt idx="3437">
                  <c:v>71.59</c:v>
                </c:pt>
                <c:pt idx="3438">
                  <c:v>71.459999999999994</c:v>
                </c:pt>
                <c:pt idx="3439">
                  <c:v>70.36</c:v>
                </c:pt>
                <c:pt idx="3440">
                  <c:v>70.25</c:v>
                </c:pt>
                <c:pt idx="3441">
                  <c:v>70.44</c:v>
                </c:pt>
                <c:pt idx="3442">
                  <c:v>70.150000000000006</c:v>
                </c:pt>
                <c:pt idx="3443">
                  <c:v>70.05</c:v>
                </c:pt>
                <c:pt idx="3444">
                  <c:v>69.12</c:v>
                </c:pt>
                <c:pt idx="3445">
                  <c:v>69.7</c:v>
                </c:pt>
                <c:pt idx="3446">
                  <c:v>69.66</c:v>
                </c:pt>
                <c:pt idx="3447">
                  <c:v>69.61</c:v>
                </c:pt>
                <c:pt idx="3448">
                  <c:v>69.180000000000007</c:v>
                </c:pt>
                <c:pt idx="3449">
                  <c:v>68.47</c:v>
                </c:pt>
                <c:pt idx="3450">
                  <c:v>68.84</c:v>
                </c:pt>
                <c:pt idx="3451">
                  <c:v>68.989999999999995</c:v>
                </c:pt>
                <c:pt idx="3452">
                  <c:v>69.38</c:v>
                </c:pt>
                <c:pt idx="3453">
                  <c:v>69</c:v>
                </c:pt>
                <c:pt idx="3454">
                  <c:v>69.23</c:v>
                </c:pt>
                <c:pt idx="3455">
                  <c:v>68.95</c:v>
                </c:pt>
                <c:pt idx="3456">
                  <c:v>68.5</c:v>
                </c:pt>
                <c:pt idx="3457">
                  <c:v>69.53</c:v>
                </c:pt>
                <c:pt idx="3458">
                  <c:v>68.98</c:v>
                </c:pt>
                <c:pt idx="3459">
                  <c:v>68.739999999999995</c:v>
                </c:pt>
                <c:pt idx="3460">
                  <c:v>69.290000000000006</c:v>
                </c:pt>
                <c:pt idx="3461">
                  <c:v>69.739999999999995</c:v>
                </c:pt>
                <c:pt idx="3462">
                  <c:v>69.400000000000006</c:v>
                </c:pt>
                <c:pt idx="3463">
                  <c:v>69.760000000000005</c:v>
                </c:pt>
                <c:pt idx="3464">
                  <c:v>68.89</c:v>
                </c:pt>
                <c:pt idx="3465">
                  <c:v>68.61</c:v>
                </c:pt>
                <c:pt idx="3466">
                  <c:v>68.37</c:v>
                </c:pt>
                <c:pt idx="3467">
                  <c:v>68.599999999999994</c:v>
                </c:pt>
                <c:pt idx="3468">
                  <c:v>67.81</c:v>
                </c:pt>
                <c:pt idx="3469">
                  <c:v>67.56</c:v>
                </c:pt>
                <c:pt idx="3470">
                  <c:v>67.040000000000006</c:v>
                </c:pt>
                <c:pt idx="3471">
                  <c:v>67.16</c:v>
                </c:pt>
                <c:pt idx="3472">
                  <c:v>66.97</c:v>
                </c:pt>
                <c:pt idx="3473">
                  <c:v>66.97</c:v>
                </c:pt>
                <c:pt idx="3474">
                  <c:v>66.69</c:v>
                </c:pt>
                <c:pt idx="3475">
                  <c:v>66.97</c:v>
                </c:pt>
                <c:pt idx="3476">
                  <c:v>66.89</c:v>
                </c:pt>
                <c:pt idx="3477">
                  <c:v>66.849999999999994</c:v>
                </c:pt>
                <c:pt idx="3478">
                  <c:v>66.319999999999993</c:v>
                </c:pt>
                <c:pt idx="3479">
                  <c:v>66.77</c:v>
                </c:pt>
                <c:pt idx="3480">
                  <c:v>66.989999999999995</c:v>
                </c:pt>
                <c:pt idx="3481">
                  <c:v>66.19</c:v>
                </c:pt>
                <c:pt idx="3482">
                  <c:v>66.040000000000006</c:v>
                </c:pt>
                <c:pt idx="3483">
                  <c:v>66.239999999999995</c:v>
                </c:pt>
                <c:pt idx="3484">
                  <c:v>65.03</c:v>
                </c:pt>
                <c:pt idx="3485">
                  <c:v>65.55</c:v>
                </c:pt>
                <c:pt idx="3486">
                  <c:v>66.19</c:v>
                </c:pt>
                <c:pt idx="3487">
                  <c:v>67.900000000000006</c:v>
                </c:pt>
                <c:pt idx="3488">
                  <c:v>68.099999999999994</c:v>
                </c:pt>
                <c:pt idx="3489">
                  <c:v>68</c:v>
                </c:pt>
                <c:pt idx="3490">
                  <c:v>68.02</c:v>
                </c:pt>
                <c:pt idx="3491">
                  <c:v>68.989999999999995</c:v>
                </c:pt>
                <c:pt idx="3492">
                  <c:v>69.53</c:v>
                </c:pt>
                <c:pt idx="3493">
                  <c:v>69.34</c:v>
                </c:pt>
                <c:pt idx="3494">
                  <c:v>69.459999999999994</c:v>
                </c:pt>
                <c:pt idx="3495">
                  <c:v>69.989999999999995</c:v>
                </c:pt>
                <c:pt idx="3496">
                  <c:v>68.48</c:v>
                </c:pt>
                <c:pt idx="3497">
                  <c:v>67.81</c:v>
                </c:pt>
                <c:pt idx="3498">
                  <c:v>67.73</c:v>
                </c:pt>
                <c:pt idx="3499">
                  <c:v>67.81</c:v>
                </c:pt>
                <c:pt idx="3500">
                  <c:v>67.599999999999994</c:v>
                </c:pt>
                <c:pt idx="3501">
                  <c:v>69.069999999999993</c:v>
                </c:pt>
                <c:pt idx="3502">
                  <c:v>68.739999999999995</c:v>
                </c:pt>
                <c:pt idx="3503">
                  <c:v>69.239999999999995</c:v>
                </c:pt>
                <c:pt idx="3504">
                  <c:v>70.44</c:v>
                </c:pt>
                <c:pt idx="3505">
                  <c:v>69.63</c:v>
                </c:pt>
                <c:pt idx="3506">
                  <c:v>69.150000000000006</c:v>
                </c:pt>
                <c:pt idx="3507">
                  <c:v>68.97</c:v>
                </c:pt>
                <c:pt idx="3508">
                  <c:v>69.03</c:v>
                </c:pt>
                <c:pt idx="3509">
                  <c:v>68.84</c:v>
                </c:pt>
                <c:pt idx="3510">
                  <c:v>69.28</c:v>
                </c:pt>
                <c:pt idx="3511">
                  <c:v>69.89</c:v>
                </c:pt>
                <c:pt idx="3512">
                  <c:v>69.87</c:v>
                </c:pt>
                <c:pt idx="3513">
                  <c:v>69.8</c:v>
                </c:pt>
                <c:pt idx="3514">
                  <c:v>69.510000000000005</c:v>
                </c:pt>
                <c:pt idx="3515">
                  <c:v>69.92</c:v>
                </c:pt>
                <c:pt idx="3516">
                  <c:v>69.42</c:v>
                </c:pt>
                <c:pt idx="3517">
                  <c:v>69.41</c:v>
                </c:pt>
                <c:pt idx="3518">
                  <c:v>70.56</c:v>
                </c:pt>
                <c:pt idx="3519">
                  <c:v>70.45</c:v>
                </c:pt>
                <c:pt idx="3520">
                  <c:v>71.03</c:v>
                </c:pt>
                <c:pt idx="3521">
                  <c:v>71.37</c:v>
                </c:pt>
                <c:pt idx="3522">
                  <c:v>71.59</c:v>
                </c:pt>
                <c:pt idx="3523">
                  <c:v>71.42</c:v>
                </c:pt>
                <c:pt idx="3524">
                  <c:v>72.150000000000006</c:v>
                </c:pt>
                <c:pt idx="3525">
                  <c:v>72.510000000000005</c:v>
                </c:pt>
                <c:pt idx="3526">
                  <c:v>72.650000000000006</c:v>
                </c:pt>
                <c:pt idx="3527">
                  <c:v>72.56</c:v>
                </c:pt>
                <c:pt idx="3528">
                  <c:v>73.239999999999995</c:v>
                </c:pt>
                <c:pt idx="3529">
                  <c:v>71.73</c:v>
                </c:pt>
                <c:pt idx="3530">
                  <c:v>71.73</c:v>
                </c:pt>
                <c:pt idx="3531">
                  <c:v>70.98</c:v>
                </c:pt>
                <c:pt idx="3532">
                  <c:v>71.59</c:v>
                </c:pt>
                <c:pt idx="3533">
                  <c:v>70.959999999999994</c:v>
                </c:pt>
                <c:pt idx="3534">
                  <c:v>69.28</c:v>
                </c:pt>
                <c:pt idx="3535">
                  <c:v>69.540000000000006</c:v>
                </c:pt>
                <c:pt idx="3536">
                  <c:v>69.97</c:v>
                </c:pt>
                <c:pt idx="3537">
                  <c:v>69.78</c:v>
                </c:pt>
                <c:pt idx="3538">
                  <c:v>70.05</c:v>
                </c:pt>
                <c:pt idx="3539">
                  <c:v>70.5</c:v>
                </c:pt>
                <c:pt idx="3540">
                  <c:v>70.16</c:v>
                </c:pt>
                <c:pt idx="3541">
                  <c:v>70.349999999999994</c:v>
                </c:pt>
                <c:pt idx="3542">
                  <c:v>70.260000000000005</c:v>
                </c:pt>
                <c:pt idx="3543">
                  <c:v>70.489999999999995</c:v>
                </c:pt>
                <c:pt idx="3544">
                  <c:v>70.62</c:v>
                </c:pt>
                <c:pt idx="3545">
                  <c:v>70.739999999999995</c:v>
                </c:pt>
                <c:pt idx="3546">
                  <c:v>70.709999999999994</c:v>
                </c:pt>
                <c:pt idx="3547">
                  <c:v>70.89</c:v>
                </c:pt>
                <c:pt idx="3548">
                  <c:v>70.95</c:v>
                </c:pt>
                <c:pt idx="3549">
                  <c:v>70.84</c:v>
                </c:pt>
                <c:pt idx="3550">
                  <c:v>70.650000000000006</c:v>
                </c:pt>
                <c:pt idx="3551">
                  <c:v>70.92</c:v>
                </c:pt>
                <c:pt idx="3552">
                  <c:v>71</c:v>
                </c:pt>
                <c:pt idx="3553">
                  <c:v>70.59</c:v>
                </c:pt>
                <c:pt idx="3554">
                  <c:v>71.13</c:v>
                </c:pt>
                <c:pt idx="3555">
                  <c:v>69.94</c:v>
                </c:pt>
                <c:pt idx="3556">
                  <c:v>69.92</c:v>
                </c:pt>
                <c:pt idx="3557">
                  <c:v>68.31</c:v>
                </c:pt>
                <c:pt idx="3558">
                  <c:v>68.650000000000006</c:v>
                </c:pt>
                <c:pt idx="3559">
                  <c:v>68.2</c:v>
                </c:pt>
                <c:pt idx="3560">
                  <c:v>68.47</c:v>
                </c:pt>
                <c:pt idx="3561">
                  <c:v>67.680000000000007</c:v>
                </c:pt>
                <c:pt idx="3562">
                  <c:v>67.34</c:v>
                </c:pt>
                <c:pt idx="3563">
                  <c:v>68.06</c:v>
                </c:pt>
                <c:pt idx="3564">
                  <c:v>67.459999999999994</c:v>
                </c:pt>
                <c:pt idx="3565">
                  <c:v>68.17</c:v>
                </c:pt>
                <c:pt idx="3566">
                  <c:v>69.31</c:v>
                </c:pt>
                <c:pt idx="3567">
                  <c:v>69.69</c:v>
                </c:pt>
                <c:pt idx="3568">
                  <c:v>69.599999999999994</c:v>
                </c:pt>
                <c:pt idx="3569">
                  <c:v>69.319999999999993</c:v>
                </c:pt>
                <c:pt idx="3570">
                  <c:v>69.42</c:v>
                </c:pt>
                <c:pt idx="3571">
                  <c:v>68.73</c:v>
                </c:pt>
                <c:pt idx="3572">
                  <c:v>68.040000000000006</c:v>
                </c:pt>
                <c:pt idx="3573">
                  <c:v>68.430000000000007</c:v>
                </c:pt>
                <c:pt idx="3574">
                  <c:v>67.53</c:v>
                </c:pt>
                <c:pt idx="3575">
                  <c:v>67.34</c:v>
                </c:pt>
                <c:pt idx="3576">
                  <c:v>67.8</c:v>
                </c:pt>
                <c:pt idx="3577">
                  <c:v>68.010000000000005</c:v>
                </c:pt>
                <c:pt idx="3578">
                  <c:v>68.459999999999994</c:v>
                </c:pt>
                <c:pt idx="3579">
                  <c:v>67.790000000000006</c:v>
                </c:pt>
                <c:pt idx="3580">
                  <c:v>67.430000000000007</c:v>
                </c:pt>
                <c:pt idx="3581">
                  <c:v>65.900000000000006</c:v>
                </c:pt>
                <c:pt idx="3582">
                  <c:v>65.62</c:v>
                </c:pt>
                <c:pt idx="3583">
                  <c:v>65.290000000000006</c:v>
                </c:pt>
                <c:pt idx="3584">
                  <c:v>64.790000000000006</c:v>
                </c:pt>
                <c:pt idx="3585">
                  <c:v>65.97</c:v>
                </c:pt>
                <c:pt idx="3586">
                  <c:v>65.36</c:v>
                </c:pt>
                <c:pt idx="3587">
                  <c:v>67.760000000000005</c:v>
                </c:pt>
                <c:pt idx="3588">
                  <c:v>67.569999999999993</c:v>
                </c:pt>
                <c:pt idx="3589">
                  <c:v>66.209999999999994</c:v>
                </c:pt>
                <c:pt idx="3590">
                  <c:v>66.52</c:v>
                </c:pt>
                <c:pt idx="3591">
                  <c:v>64.97</c:v>
                </c:pt>
                <c:pt idx="3592">
                  <c:v>64.319999999999993</c:v>
                </c:pt>
                <c:pt idx="3593">
                  <c:v>64.23</c:v>
                </c:pt>
                <c:pt idx="3594">
                  <c:v>63.17</c:v>
                </c:pt>
                <c:pt idx="3595">
                  <c:v>63.22</c:v>
                </c:pt>
                <c:pt idx="3596">
                  <c:v>63.32</c:v>
                </c:pt>
                <c:pt idx="3597">
                  <c:v>63.37</c:v>
                </c:pt>
                <c:pt idx="3598">
                  <c:v>61.55</c:v>
                </c:pt>
                <c:pt idx="3599">
                  <c:v>61.34</c:v>
                </c:pt>
                <c:pt idx="3600">
                  <c:v>61.16</c:v>
                </c:pt>
                <c:pt idx="3601">
                  <c:v>62.18</c:v>
                </c:pt>
                <c:pt idx="3602">
                  <c:v>61.8</c:v>
                </c:pt>
                <c:pt idx="3603">
                  <c:v>62.98</c:v>
                </c:pt>
                <c:pt idx="3604">
                  <c:v>62.83</c:v>
                </c:pt>
                <c:pt idx="3605">
                  <c:v>63.02</c:v>
                </c:pt>
                <c:pt idx="3606">
                  <c:v>62.7</c:v>
                </c:pt>
                <c:pt idx="3607">
                  <c:v>63.2</c:v>
                </c:pt>
                <c:pt idx="3608">
                  <c:v>63.27</c:v>
                </c:pt>
                <c:pt idx="3609">
                  <c:v>62.22</c:v>
                </c:pt>
                <c:pt idx="3610">
                  <c:v>62.57</c:v>
                </c:pt>
                <c:pt idx="3611">
                  <c:v>63.72</c:v>
                </c:pt>
                <c:pt idx="3612">
                  <c:v>63.84</c:v>
                </c:pt>
                <c:pt idx="3613">
                  <c:v>64.739999999999995</c:v>
                </c:pt>
                <c:pt idx="3614">
                  <c:v>65.95</c:v>
                </c:pt>
                <c:pt idx="3615">
                  <c:v>66.34</c:v>
                </c:pt>
                <c:pt idx="3616">
                  <c:v>66.150000000000006</c:v>
                </c:pt>
                <c:pt idx="3617">
                  <c:v>68.17</c:v>
                </c:pt>
                <c:pt idx="3618">
                  <c:v>69.77</c:v>
                </c:pt>
                <c:pt idx="3619">
                  <c:v>69.17</c:v>
                </c:pt>
                <c:pt idx="3620">
                  <c:v>70.739999999999995</c:v>
                </c:pt>
                <c:pt idx="3621">
                  <c:v>70.709999999999994</c:v>
                </c:pt>
                <c:pt idx="3622">
                  <c:v>71.709999999999994</c:v>
                </c:pt>
                <c:pt idx="3623">
                  <c:v>71.540000000000006</c:v>
                </c:pt>
                <c:pt idx="3624">
                  <c:v>71.31</c:v>
                </c:pt>
                <c:pt idx="3625">
                  <c:v>71.5</c:v>
                </c:pt>
                <c:pt idx="3626">
                  <c:v>68.86</c:v>
                </c:pt>
                <c:pt idx="3627">
                  <c:v>68.400000000000006</c:v>
                </c:pt>
                <c:pt idx="3628">
                  <c:v>68.28</c:v>
                </c:pt>
                <c:pt idx="3629">
                  <c:v>68.709999999999994</c:v>
                </c:pt>
                <c:pt idx="3630">
                  <c:v>68.22</c:v>
                </c:pt>
                <c:pt idx="3631">
                  <c:v>68.849999999999994</c:v>
                </c:pt>
                <c:pt idx="3632">
                  <c:v>68.94</c:v>
                </c:pt>
                <c:pt idx="3633">
                  <c:v>67.84</c:v>
                </c:pt>
                <c:pt idx="3634">
                  <c:v>67.239999999999995</c:v>
                </c:pt>
                <c:pt idx="3635">
                  <c:v>67.86</c:v>
                </c:pt>
                <c:pt idx="3636">
                  <c:v>67.75</c:v>
                </c:pt>
                <c:pt idx="3637">
                  <c:v>66.95</c:v>
                </c:pt>
                <c:pt idx="3638">
                  <c:v>68.67</c:v>
                </c:pt>
                <c:pt idx="3639">
                  <c:v>68.81</c:v>
                </c:pt>
                <c:pt idx="3640">
                  <c:v>69.06</c:v>
                </c:pt>
                <c:pt idx="3641">
                  <c:v>70.010000000000005</c:v>
                </c:pt>
                <c:pt idx="3642">
                  <c:v>71.19</c:v>
                </c:pt>
                <c:pt idx="3643">
                  <c:v>70.13</c:v>
                </c:pt>
                <c:pt idx="3644">
                  <c:v>70.180000000000007</c:v>
                </c:pt>
                <c:pt idx="3645">
                  <c:v>70.7</c:v>
                </c:pt>
                <c:pt idx="3646">
                  <c:v>70.739999999999995</c:v>
                </c:pt>
                <c:pt idx="3647">
                  <c:v>72.17</c:v>
                </c:pt>
                <c:pt idx="3648">
                  <c:v>70.56</c:v>
                </c:pt>
                <c:pt idx="3649">
                  <c:v>70.28</c:v>
                </c:pt>
                <c:pt idx="3650">
                  <c:v>70.83</c:v>
                </c:pt>
                <c:pt idx="3651">
                  <c:v>71.09</c:v>
                </c:pt>
                <c:pt idx="3652">
                  <c:v>71.989999999999995</c:v>
                </c:pt>
                <c:pt idx="3653">
                  <c:v>71.48</c:v>
                </c:pt>
                <c:pt idx="3654">
                  <c:v>71.459999999999994</c:v>
                </c:pt>
                <c:pt idx="3655">
                  <c:v>71.23</c:v>
                </c:pt>
                <c:pt idx="3656">
                  <c:v>72.180000000000007</c:v>
                </c:pt>
                <c:pt idx="3657">
                  <c:v>71.45</c:v>
                </c:pt>
                <c:pt idx="3658">
                  <c:v>71.489999999999995</c:v>
                </c:pt>
                <c:pt idx="3659">
                  <c:v>72.75</c:v>
                </c:pt>
                <c:pt idx="3660">
                  <c:v>70.95</c:v>
                </c:pt>
                <c:pt idx="3661">
                  <c:v>70.88</c:v>
                </c:pt>
                <c:pt idx="3662">
                  <c:v>72.53</c:v>
                </c:pt>
                <c:pt idx="3663">
                  <c:v>72.75</c:v>
                </c:pt>
                <c:pt idx="3664">
                  <c:v>73.62</c:v>
                </c:pt>
                <c:pt idx="3665">
                  <c:v>73.09</c:v>
                </c:pt>
                <c:pt idx="3666">
                  <c:v>73.790000000000006</c:v>
                </c:pt>
                <c:pt idx="3667">
                  <c:v>73.34</c:v>
                </c:pt>
                <c:pt idx="3668">
                  <c:v>73.540000000000006</c:v>
                </c:pt>
                <c:pt idx="3669">
                  <c:v>73.709999999999994</c:v>
                </c:pt>
                <c:pt idx="3670">
                  <c:v>72.81</c:v>
                </c:pt>
                <c:pt idx="3671">
                  <c:v>72.900000000000006</c:v>
                </c:pt>
                <c:pt idx="3672">
                  <c:v>72.87</c:v>
                </c:pt>
                <c:pt idx="3673">
                  <c:v>73.040000000000006</c:v>
                </c:pt>
                <c:pt idx="3674">
                  <c:v>71.959999999999994</c:v>
                </c:pt>
                <c:pt idx="3675">
                  <c:v>72.989999999999995</c:v>
                </c:pt>
                <c:pt idx="3676">
                  <c:v>72.900000000000006</c:v>
                </c:pt>
                <c:pt idx="3677">
                  <c:v>72.05</c:v>
                </c:pt>
                <c:pt idx="3678">
                  <c:v>72.78</c:v>
                </c:pt>
                <c:pt idx="3679">
                  <c:v>72.540000000000006</c:v>
                </c:pt>
                <c:pt idx="3680">
                  <c:v>72.760000000000005</c:v>
                </c:pt>
                <c:pt idx="3681">
                  <c:v>71.69</c:v>
                </c:pt>
                <c:pt idx="3682">
                  <c:v>72.48</c:v>
                </c:pt>
                <c:pt idx="3683">
                  <c:v>71.739999999999995</c:v>
                </c:pt>
                <c:pt idx="3684">
                  <c:v>72.23</c:v>
                </c:pt>
                <c:pt idx="3685">
                  <c:v>71.36</c:v>
                </c:pt>
                <c:pt idx="3686">
                  <c:v>70.92</c:v>
                </c:pt>
                <c:pt idx="3687">
                  <c:v>70.260000000000005</c:v>
                </c:pt>
                <c:pt idx="3688">
                  <c:v>71.540000000000006</c:v>
                </c:pt>
                <c:pt idx="3689">
                  <c:v>71.91</c:v>
                </c:pt>
                <c:pt idx="3690">
                  <c:v>72.13</c:v>
                </c:pt>
                <c:pt idx="3691">
                  <c:v>72.02</c:v>
                </c:pt>
                <c:pt idx="3692">
                  <c:v>70.42</c:v>
                </c:pt>
                <c:pt idx="3693">
                  <c:v>71.02</c:v>
                </c:pt>
                <c:pt idx="3694">
                  <c:v>70.349999999999994</c:v>
                </c:pt>
                <c:pt idx="3695">
                  <c:v>69.64</c:v>
                </c:pt>
                <c:pt idx="3696">
                  <c:v>69.209999999999994</c:v>
                </c:pt>
                <c:pt idx="3697">
                  <c:v>69.94</c:v>
                </c:pt>
                <c:pt idx="3698">
                  <c:v>71.709999999999994</c:v>
                </c:pt>
                <c:pt idx="3699">
                  <c:v>74.34</c:v>
                </c:pt>
                <c:pt idx="3700">
                  <c:v>73.98</c:v>
                </c:pt>
                <c:pt idx="3701">
                  <c:v>73.760000000000005</c:v>
                </c:pt>
                <c:pt idx="3702">
                  <c:v>72.959999999999994</c:v>
                </c:pt>
                <c:pt idx="3703">
                  <c:v>74.27</c:v>
                </c:pt>
                <c:pt idx="3704">
                  <c:v>74.22</c:v>
                </c:pt>
                <c:pt idx="3705">
                  <c:v>73.09</c:v>
                </c:pt>
                <c:pt idx="3706">
                  <c:v>73.12</c:v>
                </c:pt>
                <c:pt idx="3707">
                  <c:v>72.22</c:v>
                </c:pt>
                <c:pt idx="3708">
                  <c:v>73.430000000000007</c:v>
                </c:pt>
                <c:pt idx="3709">
                  <c:v>73.11</c:v>
                </c:pt>
                <c:pt idx="3710">
                  <c:v>72.97</c:v>
                </c:pt>
                <c:pt idx="3711">
                  <c:v>71.790000000000006</c:v>
                </c:pt>
                <c:pt idx="3712">
                  <c:v>71.52</c:v>
                </c:pt>
                <c:pt idx="3713">
                  <c:v>69.73</c:v>
                </c:pt>
                <c:pt idx="3714">
                  <c:v>70.790000000000006</c:v>
                </c:pt>
                <c:pt idx="3715">
                  <c:v>70.13</c:v>
                </c:pt>
                <c:pt idx="3716">
                  <c:v>69.59</c:v>
                </c:pt>
                <c:pt idx="3717">
                  <c:v>71.209999999999994</c:v>
                </c:pt>
                <c:pt idx="3718">
                  <c:v>70.63</c:v>
                </c:pt>
                <c:pt idx="3719">
                  <c:v>71.91</c:v>
                </c:pt>
                <c:pt idx="3720">
                  <c:v>70.14</c:v>
                </c:pt>
                <c:pt idx="3721">
                  <c:v>71.72</c:v>
                </c:pt>
                <c:pt idx="3722">
                  <c:v>71.06</c:v>
                </c:pt>
                <c:pt idx="3723">
                  <c:v>70.39</c:v>
                </c:pt>
                <c:pt idx="3724">
                  <c:v>69.599999999999994</c:v>
                </c:pt>
                <c:pt idx="3725">
                  <c:v>69.33</c:v>
                </c:pt>
                <c:pt idx="3726">
                  <c:v>70</c:v>
                </c:pt>
                <c:pt idx="3727">
                  <c:v>66.849999999999994</c:v>
                </c:pt>
                <c:pt idx="3728">
                  <c:v>66.02</c:v>
                </c:pt>
                <c:pt idx="3729">
                  <c:v>64.77</c:v>
                </c:pt>
                <c:pt idx="3730">
                  <c:v>65.36</c:v>
                </c:pt>
                <c:pt idx="3731">
                  <c:v>67.05</c:v>
                </c:pt>
                <c:pt idx="3732">
                  <c:v>67.92</c:v>
                </c:pt>
                <c:pt idx="3733">
                  <c:v>69.599999999999994</c:v>
                </c:pt>
                <c:pt idx="3734">
                  <c:v>69.459999999999994</c:v>
                </c:pt>
                <c:pt idx="3735">
                  <c:v>69.61</c:v>
                </c:pt>
                <c:pt idx="3736">
                  <c:v>70.27</c:v>
                </c:pt>
                <c:pt idx="3737">
                  <c:v>70.63</c:v>
                </c:pt>
                <c:pt idx="3738">
                  <c:v>70.73</c:v>
                </c:pt>
                <c:pt idx="3739">
                  <c:v>69.55</c:v>
                </c:pt>
                <c:pt idx="3740">
                  <c:v>68.34</c:v>
                </c:pt>
                <c:pt idx="3741">
                  <c:v>71.930000000000007</c:v>
                </c:pt>
                <c:pt idx="3742">
                  <c:v>70.510000000000005</c:v>
                </c:pt>
                <c:pt idx="3743">
                  <c:v>69.959999999999994</c:v>
                </c:pt>
                <c:pt idx="3744">
                  <c:v>70.7</c:v>
                </c:pt>
                <c:pt idx="3745">
                  <c:v>68.92</c:v>
                </c:pt>
                <c:pt idx="3746">
                  <c:v>69.569999999999993</c:v>
                </c:pt>
                <c:pt idx="3747">
                  <c:v>70.91</c:v>
                </c:pt>
                <c:pt idx="3748">
                  <c:v>72.430000000000007</c:v>
                </c:pt>
                <c:pt idx="3749">
                  <c:v>73.31</c:v>
                </c:pt>
                <c:pt idx="3750">
                  <c:v>72.37</c:v>
                </c:pt>
                <c:pt idx="3751">
                  <c:v>71.239999999999995</c:v>
                </c:pt>
                <c:pt idx="3752">
                  <c:v>71.459999999999994</c:v>
                </c:pt>
                <c:pt idx="3753">
                  <c:v>71.78</c:v>
                </c:pt>
                <c:pt idx="3754">
                  <c:v>70.27</c:v>
                </c:pt>
                <c:pt idx="3755">
                  <c:v>69.290000000000006</c:v>
                </c:pt>
                <c:pt idx="3756">
                  <c:v>69.66</c:v>
                </c:pt>
                <c:pt idx="3757">
                  <c:v>68.64</c:v>
                </c:pt>
                <c:pt idx="3758">
                  <c:v>69.42</c:v>
                </c:pt>
                <c:pt idx="3759">
                  <c:v>67.91</c:v>
                </c:pt>
                <c:pt idx="3760">
                  <c:v>66.790000000000006</c:v>
                </c:pt>
                <c:pt idx="3761">
                  <c:v>66.36</c:v>
                </c:pt>
                <c:pt idx="3762">
                  <c:v>66.22</c:v>
                </c:pt>
                <c:pt idx="3763">
                  <c:v>63.9</c:v>
                </c:pt>
                <c:pt idx="3764">
                  <c:v>63.28</c:v>
                </c:pt>
                <c:pt idx="3765">
                  <c:v>62.58</c:v>
                </c:pt>
                <c:pt idx="3766">
                  <c:v>61.11</c:v>
                </c:pt>
                <c:pt idx="3767">
                  <c:v>59.7</c:v>
                </c:pt>
                <c:pt idx="3768">
                  <c:v>61.52</c:v>
                </c:pt>
                <c:pt idx="3769">
                  <c:v>62.96</c:v>
                </c:pt>
                <c:pt idx="3770">
                  <c:v>61.26</c:v>
                </c:pt>
                <c:pt idx="3771">
                  <c:v>62.89</c:v>
                </c:pt>
                <c:pt idx="3772">
                  <c:v>61.96</c:v>
                </c:pt>
                <c:pt idx="3773">
                  <c:v>61.32</c:v>
                </c:pt>
                <c:pt idx="3774">
                  <c:v>61.65</c:v>
                </c:pt>
                <c:pt idx="3775">
                  <c:v>63.15</c:v>
                </c:pt>
                <c:pt idx="3776">
                  <c:v>65.760000000000005</c:v>
                </c:pt>
                <c:pt idx="3777">
                  <c:v>65.38</c:v>
                </c:pt>
                <c:pt idx="3778">
                  <c:v>66.34</c:v>
                </c:pt>
                <c:pt idx="3779">
                  <c:v>66.86</c:v>
                </c:pt>
                <c:pt idx="3780">
                  <c:v>64.89</c:v>
                </c:pt>
                <c:pt idx="3781">
                  <c:v>64.319999999999993</c:v>
                </c:pt>
                <c:pt idx="3782">
                  <c:v>63.82</c:v>
                </c:pt>
                <c:pt idx="3783">
                  <c:v>63.82</c:v>
                </c:pt>
                <c:pt idx="3784">
                  <c:v>65.180000000000007</c:v>
                </c:pt>
                <c:pt idx="3785">
                  <c:v>65.98</c:v>
                </c:pt>
                <c:pt idx="3786">
                  <c:v>64.069999999999993</c:v>
                </c:pt>
                <c:pt idx="3787">
                  <c:v>65.67</c:v>
                </c:pt>
                <c:pt idx="3788">
                  <c:v>66.569999999999993</c:v>
                </c:pt>
                <c:pt idx="3789">
                  <c:v>67.05</c:v>
                </c:pt>
                <c:pt idx="3790">
                  <c:v>65.760000000000005</c:v>
                </c:pt>
                <c:pt idx="3791">
                  <c:v>65.33</c:v>
                </c:pt>
                <c:pt idx="3792">
                  <c:v>64.22</c:v>
                </c:pt>
                <c:pt idx="3793">
                  <c:v>63.16</c:v>
                </c:pt>
                <c:pt idx="3794">
                  <c:v>64.89</c:v>
                </c:pt>
                <c:pt idx="3795">
                  <c:v>65.44</c:v>
                </c:pt>
                <c:pt idx="3796">
                  <c:v>63.08</c:v>
                </c:pt>
                <c:pt idx="3797">
                  <c:v>61.72</c:v>
                </c:pt>
                <c:pt idx="3798">
                  <c:v>63.59</c:v>
                </c:pt>
                <c:pt idx="3799">
                  <c:v>65.97</c:v>
                </c:pt>
                <c:pt idx="3800">
                  <c:v>65.650000000000006</c:v>
                </c:pt>
                <c:pt idx="3801">
                  <c:v>66.66</c:v>
                </c:pt>
                <c:pt idx="3802">
                  <c:v>65.64</c:v>
                </c:pt>
                <c:pt idx="3803">
                  <c:v>64.12</c:v>
                </c:pt>
                <c:pt idx="3804">
                  <c:v>61.35</c:v>
                </c:pt>
                <c:pt idx="3805">
                  <c:v>63.93</c:v>
                </c:pt>
                <c:pt idx="3806">
                  <c:v>60.01</c:v>
                </c:pt>
                <c:pt idx="3807">
                  <c:v>64.400000000000006</c:v>
                </c:pt>
                <c:pt idx="3808">
                  <c:v>64.58</c:v>
                </c:pt>
                <c:pt idx="3809">
                  <c:v>69.48</c:v>
                </c:pt>
                <c:pt idx="3810">
                  <c:v>71.510000000000005</c:v>
                </c:pt>
                <c:pt idx="3811">
                  <c:v>72.55</c:v>
                </c:pt>
                <c:pt idx="3812">
                  <c:v>73.56</c:v>
                </c:pt>
                <c:pt idx="3813">
                  <c:v>73.55</c:v>
                </c:pt>
                <c:pt idx="3814">
                  <c:v>73.48</c:v>
                </c:pt>
                <c:pt idx="3815">
                  <c:v>75.14</c:v>
                </c:pt>
                <c:pt idx="3816">
                  <c:v>74.64</c:v>
                </c:pt>
                <c:pt idx="3817">
                  <c:v>74.13</c:v>
                </c:pt>
                <c:pt idx="3818">
                  <c:v>74.31</c:v>
                </c:pt>
                <c:pt idx="3819">
                  <c:v>72.209999999999994</c:v>
                </c:pt>
                <c:pt idx="3820">
                  <c:v>72.13</c:v>
                </c:pt>
                <c:pt idx="3821">
                  <c:v>71.42</c:v>
                </c:pt>
                <c:pt idx="3822">
                  <c:v>71.900000000000006</c:v>
                </c:pt>
                <c:pt idx="3823">
                  <c:v>71.31</c:v>
                </c:pt>
                <c:pt idx="3824">
                  <c:v>71.14</c:v>
                </c:pt>
                <c:pt idx="3825">
                  <c:v>70.47</c:v>
                </c:pt>
                <c:pt idx="3826">
                  <c:v>71.040000000000006</c:v>
                </c:pt>
                <c:pt idx="3827">
                  <c:v>73.03</c:v>
                </c:pt>
                <c:pt idx="3828">
                  <c:v>73.16</c:v>
                </c:pt>
                <c:pt idx="3829">
                  <c:v>72.14</c:v>
                </c:pt>
                <c:pt idx="3830">
                  <c:v>71.760000000000005</c:v>
                </c:pt>
                <c:pt idx="3831">
                  <c:v>71.52</c:v>
                </c:pt>
                <c:pt idx="3832">
                  <c:v>71.13</c:v>
                </c:pt>
                <c:pt idx="3833">
                  <c:v>69.97</c:v>
                </c:pt>
                <c:pt idx="3834">
                  <c:v>69.05</c:v>
                </c:pt>
                <c:pt idx="3835">
                  <c:v>68.11</c:v>
                </c:pt>
                <c:pt idx="3836">
                  <c:v>67.36</c:v>
                </c:pt>
                <c:pt idx="3837">
                  <c:v>68.58</c:v>
                </c:pt>
                <c:pt idx="3838">
                  <c:v>69.3</c:v>
                </c:pt>
                <c:pt idx="3839">
                  <c:v>70.31</c:v>
                </c:pt>
                <c:pt idx="3840">
                  <c:v>68.7</c:v>
                </c:pt>
                <c:pt idx="3841">
                  <c:v>68.45</c:v>
                </c:pt>
                <c:pt idx="3842">
                  <c:v>67.790000000000006</c:v>
                </c:pt>
                <c:pt idx="3843">
                  <c:v>68.3</c:v>
                </c:pt>
                <c:pt idx="3844">
                  <c:v>70.13</c:v>
                </c:pt>
                <c:pt idx="3845">
                  <c:v>69.09</c:v>
                </c:pt>
                <c:pt idx="3846">
                  <c:v>68.8</c:v>
                </c:pt>
                <c:pt idx="3847">
                  <c:v>70.34</c:v>
                </c:pt>
                <c:pt idx="3848">
                  <c:v>69.290000000000006</c:v>
                </c:pt>
                <c:pt idx="3849">
                  <c:v>69.400000000000006</c:v>
                </c:pt>
                <c:pt idx="3850">
                  <c:v>69.34</c:v>
                </c:pt>
                <c:pt idx="3851">
                  <c:v>69.86</c:v>
                </c:pt>
                <c:pt idx="3852">
                  <c:v>69.959999999999994</c:v>
                </c:pt>
                <c:pt idx="3853">
                  <c:v>69.92</c:v>
                </c:pt>
                <c:pt idx="3854">
                  <c:v>71.430000000000007</c:v>
                </c:pt>
                <c:pt idx="3855">
                  <c:v>70.03</c:v>
                </c:pt>
                <c:pt idx="3856">
                  <c:v>70.28</c:v>
                </c:pt>
                <c:pt idx="3857">
                  <c:v>69.010000000000005</c:v>
                </c:pt>
                <c:pt idx="3858">
                  <c:v>68.680000000000007</c:v>
                </c:pt>
                <c:pt idx="3859">
                  <c:v>68</c:v>
                </c:pt>
                <c:pt idx="3860">
                  <c:v>69.64</c:v>
                </c:pt>
                <c:pt idx="3861">
                  <c:v>70.63</c:v>
                </c:pt>
                <c:pt idx="3862">
                  <c:v>70.040000000000006</c:v>
                </c:pt>
                <c:pt idx="3863">
                  <c:v>69.430000000000007</c:v>
                </c:pt>
                <c:pt idx="3864">
                  <c:v>69.03</c:v>
                </c:pt>
                <c:pt idx="3865">
                  <c:v>69.63</c:v>
                </c:pt>
                <c:pt idx="3866">
                  <c:v>71.09</c:v>
                </c:pt>
                <c:pt idx="3867">
                  <c:v>71.650000000000006</c:v>
                </c:pt>
                <c:pt idx="3868">
                  <c:v>73.61</c:v>
                </c:pt>
                <c:pt idx="3869">
                  <c:v>72.44</c:v>
                </c:pt>
                <c:pt idx="3870">
                  <c:v>71.83</c:v>
                </c:pt>
                <c:pt idx="3871">
                  <c:v>72.84</c:v>
                </c:pt>
                <c:pt idx="3872">
                  <c:v>75.45</c:v>
                </c:pt>
                <c:pt idx="3873">
                  <c:v>76.14</c:v>
                </c:pt>
                <c:pt idx="3874">
                  <c:v>77.400000000000006</c:v>
                </c:pt>
                <c:pt idx="3875">
                  <c:v>77.48</c:v>
                </c:pt>
                <c:pt idx="3876">
                  <c:v>77.61</c:v>
                </c:pt>
                <c:pt idx="3877">
                  <c:v>76.849999999999994</c:v>
                </c:pt>
                <c:pt idx="3878">
                  <c:v>75.569999999999993</c:v>
                </c:pt>
                <c:pt idx="3879">
                  <c:v>75.05</c:v>
                </c:pt>
                <c:pt idx="3880">
                  <c:v>74.69</c:v>
                </c:pt>
                <c:pt idx="3881">
                  <c:v>74.150000000000006</c:v>
                </c:pt>
                <c:pt idx="3882">
                  <c:v>71.59</c:v>
                </c:pt>
                <c:pt idx="3883">
                  <c:v>71.22</c:v>
                </c:pt>
                <c:pt idx="3884">
                  <c:v>72.86</c:v>
                </c:pt>
                <c:pt idx="3885">
                  <c:v>73.36</c:v>
                </c:pt>
                <c:pt idx="3886">
                  <c:v>72.94</c:v>
                </c:pt>
                <c:pt idx="3887">
                  <c:v>72.53</c:v>
                </c:pt>
                <c:pt idx="3888">
                  <c:v>74.48</c:v>
                </c:pt>
                <c:pt idx="3889">
                  <c:v>75.02</c:v>
                </c:pt>
                <c:pt idx="3890">
                  <c:v>74.099999999999994</c:v>
                </c:pt>
                <c:pt idx="3891">
                  <c:v>74.180000000000007</c:v>
                </c:pt>
                <c:pt idx="3892">
                  <c:v>73.739999999999995</c:v>
                </c:pt>
                <c:pt idx="3893">
                  <c:v>73.75</c:v>
                </c:pt>
                <c:pt idx="3894">
                  <c:v>73.319999999999993</c:v>
                </c:pt>
                <c:pt idx="3895">
                  <c:v>72.86</c:v>
                </c:pt>
                <c:pt idx="3896">
                  <c:v>72.8</c:v>
                </c:pt>
                <c:pt idx="3897">
                  <c:v>72.3</c:v>
                </c:pt>
                <c:pt idx="3898">
                  <c:v>71.55</c:v>
                </c:pt>
                <c:pt idx="3899">
                  <c:v>72.7</c:v>
                </c:pt>
                <c:pt idx="3900">
                  <c:v>72.239999999999995</c:v>
                </c:pt>
                <c:pt idx="3901">
                  <c:v>71.67</c:v>
                </c:pt>
                <c:pt idx="3902">
                  <c:v>71.7</c:v>
                </c:pt>
                <c:pt idx="3903">
                  <c:v>70.87</c:v>
                </c:pt>
                <c:pt idx="3904">
                  <c:v>69.87</c:v>
                </c:pt>
                <c:pt idx="3905">
                  <c:v>68.92</c:v>
                </c:pt>
                <c:pt idx="3906">
                  <c:v>66.53</c:v>
                </c:pt>
                <c:pt idx="3907">
                  <c:v>68.13</c:v>
                </c:pt>
                <c:pt idx="3908">
                  <c:v>69.11</c:v>
                </c:pt>
                <c:pt idx="3909">
                  <c:v>68.86</c:v>
                </c:pt>
                <c:pt idx="3910">
                  <c:v>68.78</c:v>
                </c:pt>
                <c:pt idx="3911">
                  <c:v>70.39</c:v>
                </c:pt>
                <c:pt idx="3912">
                  <c:v>70.959999999999994</c:v>
                </c:pt>
                <c:pt idx="3913">
                  <c:v>71.72</c:v>
                </c:pt>
                <c:pt idx="3914">
                  <c:v>72.209999999999994</c:v>
                </c:pt>
                <c:pt idx="3915">
                  <c:v>72.28</c:v>
                </c:pt>
                <c:pt idx="3916">
                  <c:v>71.349999999999994</c:v>
                </c:pt>
                <c:pt idx="3917">
                  <c:v>70.959999999999994</c:v>
                </c:pt>
                <c:pt idx="3918">
                  <c:v>72.25</c:v>
                </c:pt>
                <c:pt idx="3919">
                  <c:v>71.599999999999994</c:v>
                </c:pt>
                <c:pt idx="3920">
                  <c:v>70.5</c:v>
                </c:pt>
                <c:pt idx="3921">
                  <c:v>70.92</c:v>
                </c:pt>
                <c:pt idx="3922">
                  <c:v>70.400000000000006</c:v>
                </c:pt>
                <c:pt idx="3923">
                  <c:v>71.010000000000005</c:v>
                </c:pt>
                <c:pt idx="3924">
                  <c:v>70.53</c:v>
                </c:pt>
                <c:pt idx="3925">
                  <c:v>69.75</c:v>
                </c:pt>
                <c:pt idx="3926">
                  <c:v>68.760000000000005</c:v>
                </c:pt>
                <c:pt idx="3927">
                  <c:v>68.3</c:v>
                </c:pt>
                <c:pt idx="3928">
                  <c:v>68.400000000000006</c:v>
                </c:pt>
                <c:pt idx="3929">
                  <c:v>69.14</c:v>
                </c:pt>
                <c:pt idx="3930">
                  <c:v>69.3</c:v>
                </c:pt>
                <c:pt idx="3931">
                  <c:v>70.12</c:v>
                </c:pt>
                <c:pt idx="3932">
                  <c:v>70.150000000000006</c:v>
                </c:pt>
                <c:pt idx="3933">
                  <c:v>69.680000000000007</c:v>
                </c:pt>
                <c:pt idx="3934">
                  <c:v>71.25</c:v>
                </c:pt>
                <c:pt idx="3935">
                  <c:v>73.430000000000007</c:v>
                </c:pt>
                <c:pt idx="3936">
                  <c:v>73.349999999999994</c:v>
                </c:pt>
                <c:pt idx="3937">
                  <c:v>70.989999999999995</c:v>
                </c:pt>
                <c:pt idx="3938">
                  <c:v>70.28</c:v>
                </c:pt>
                <c:pt idx="3939">
                  <c:v>70.72</c:v>
                </c:pt>
                <c:pt idx="3940">
                  <c:v>69.69</c:v>
                </c:pt>
                <c:pt idx="3941">
                  <c:v>69.08</c:v>
                </c:pt>
                <c:pt idx="3942">
                  <c:v>69.53</c:v>
                </c:pt>
                <c:pt idx="3943">
                  <c:v>68.849999999999994</c:v>
                </c:pt>
                <c:pt idx="3944">
                  <c:v>67.849999999999994</c:v>
                </c:pt>
                <c:pt idx="3945">
                  <c:v>68.28</c:v>
                </c:pt>
                <c:pt idx="3946">
                  <c:v>68.47</c:v>
                </c:pt>
                <c:pt idx="3947">
                  <c:v>68.12</c:v>
                </c:pt>
                <c:pt idx="3948">
                  <c:v>67.52</c:v>
                </c:pt>
                <c:pt idx="3949">
                  <c:v>67.56</c:v>
                </c:pt>
                <c:pt idx="3950">
                  <c:v>66.87</c:v>
                </c:pt>
                <c:pt idx="3951">
                  <c:v>66.599999999999994</c:v>
                </c:pt>
                <c:pt idx="3952">
                  <c:v>65.75</c:v>
                </c:pt>
                <c:pt idx="3953">
                  <c:v>65.739999999999995</c:v>
                </c:pt>
                <c:pt idx="3954">
                  <c:v>66.849999999999994</c:v>
                </c:pt>
                <c:pt idx="3955">
                  <c:v>67.459999999999994</c:v>
                </c:pt>
                <c:pt idx="3956">
                  <c:v>67.08</c:v>
                </c:pt>
                <c:pt idx="3957">
                  <c:v>66.78</c:v>
                </c:pt>
                <c:pt idx="3958">
                  <c:v>66.8</c:v>
                </c:pt>
                <c:pt idx="3959">
                  <c:v>66.45</c:v>
                </c:pt>
                <c:pt idx="3960">
                  <c:v>66.290000000000006</c:v>
                </c:pt>
                <c:pt idx="3961">
                  <c:v>66.08</c:v>
                </c:pt>
                <c:pt idx="3962">
                  <c:v>65.680000000000007</c:v>
                </c:pt>
                <c:pt idx="3963">
                  <c:v>65.44</c:v>
                </c:pt>
                <c:pt idx="3964">
                  <c:v>65.069999999999993</c:v>
                </c:pt>
                <c:pt idx="3965">
                  <c:v>64.53</c:v>
                </c:pt>
                <c:pt idx="3966">
                  <c:v>64.34</c:v>
                </c:pt>
                <c:pt idx="3967">
                  <c:v>64.88</c:v>
                </c:pt>
                <c:pt idx="3968">
                  <c:v>64.75</c:v>
                </c:pt>
                <c:pt idx="3969">
                  <c:v>65.959999999999994</c:v>
                </c:pt>
                <c:pt idx="3970">
                  <c:v>65.42</c:v>
                </c:pt>
                <c:pt idx="3971">
                  <c:v>65</c:v>
                </c:pt>
                <c:pt idx="3972">
                  <c:v>64.290000000000006</c:v>
                </c:pt>
                <c:pt idx="3973">
                  <c:v>64.459999999999994</c:v>
                </c:pt>
                <c:pt idx="3974">
                  <c:v>64.239999999999995</c:v>
                </c:pt>
                <c:pt idx="3975">
                  <c:v>63.84</c:v>
                </c:pt>
                <c:pt idx="3976">
                  <c:v>63.87</c:v>
                </c:pt>
                <c:pt idx="3977">
                  <c:v>63.27</c:v>
                </c:pt>
                <c:pt idx="3978">
                  <c:v>62.29</c:v>
                </c:pt>
                <c:pt idx="3979">
                  <c:v>60.67</c:v>
                </c:pt>
                <c:pt idx="3980">
                  <c:v>61.4</c:v>
                </c:pt>
                <c:pt idx="3981">
                  <c:v>62.23</c:v>
                </c:pt>
                <c:pt idx="3982">
                  <c:v>63.12</c:v>
                </c:pt>
                <c:pt idx="3983">
                  <c:v>62.59</c:v>
                </c:pt>
                <c:pt idx="3984">
                  <c:v>64.319999999999993</c:v>
                </c:pt>
                <c:pt idx="3985">
                  <c:v>65.44</c:v>
                </c:pt>
                <c:pt idx="3986">
                  <c:v>65.55</c:v>
                </c:pt>
                <c:pt idx="3987">
                  <c:v>64.319999999999993</c:v>
                </c:pt>
                <c:pt idx="3988">
                  <c:v>64.040000000000006</c:v>
                </c:pt>
                <c:pt idx="3989">
                  <c:v>65.45</c:v>
                </c:pt>
                <c:pt idx="3990">
                  <c:v>65.849999999999994</c:v>
                </c:pt>
                <c:pt idx="3991">
                  <c:v>66.34</c:v>
                </c:pt>
                <c:pt idx="3992">
                  <c:v>66.099999999999994</c:v>
                </c:pt>
                <c:pt idx="3993">
                  <c:v>65.63</c:v>
                </c:pt>
                <c:pt idx="3994">
                  <c:v>66.87</c:v>
                </c:pt>
                <c:pt idx="3995">
                  <c:v>67.91</c:v>
                </c:pt>
                <c:pt idx="3996">
                  <c:v>68.290000000000006</c:v>
                </c:pt>
                <c:pt idx="3997">
                  <c:v>67.19</c:v>
                </c:pt>
                <c:pt idx="3998">
                  <c:v>67.349999999999994</c:v>
                </c:pt>
                <c:pt idx="3999">
                  <c:v>65.5</c:v>
                </c:pt>
                <c:pt idx="4000">
                  <c:v>64.930000000000007</c:v>
                </c:pt>
                <c:pt idx="4001">
                  <c:v>63.79</c:v>
                </c:pt>
                <c:pt idx="4002">
                  <c:v>62.75</c:v>
                </c:pt>
                <c:pt idx="4003">
                  <c:v>63.41</c:v>
                </c:pt>
                <c:pt idx="4004">
                  <c:v>62.83</c:v>
                </c:pt>
                <c:pt idx="4005">
                  <c:v>62.87</c:v>
                </c:pt>
                <c:pt idx="4006">
                  <c:v>62.47</c:v>
                </c:pt>
                <c:pt idx="4007">
                  <c:v>63</c:v>
                </c:pt>
                <c:pt idx="4008">
                  <c:v>62.26</c:v>
                </c:pt>
                <c:pt idx="4009">
                  <c:v>64.16</c:v>
                </c:pt>
                <c:pt idx="4010">
                  <c:v>63.53</c:v>
                </c:pt>
                <c:pt idx="4011">
                  <c:v>63.65</c:v>
                </c:pt>
                <c:pt idx="4012">
                  <c:v>63.22</c:v>
                </c:pt>
                <c:pt idx="4013">
                  <c:v>62.61</c:v>
                </c:pt>
                <c:pt idx="4014">
                  <c:v>62.87</c:v>
                </c:pt>
                <c:pt idx="4015">
                  <c:v>62.89</c:v>
                </c:pt>
                <c:pt idx="4016">
                  <c:v>62.7</c:v>
                </c:pt>
                <c:pt idx="4017">
                  <c:v>62.54</c:v>
                </c:pt>
                <c:pt idx="4018">
                  <c:v>62.31</c:v>
                </c:pt>
                <c:pt idx="4019">
                  <c:v>60.83</c:v>
                </c:pt>
                <c:pt idx="4020">
                  <c:v>61.78</c:v>
                </c:pt>
                <c:pt idx="4021">
                  <c:v>60.3</c:v>
                </c:pt>
                <c:pt idx="4022">
                  <c:v>60.53</c:v>
                </c:pt>
                <c:pt idx="4023">
                  <c:v>60.54</c:v>
                </c:pt>
                <c:pt idx="4024">
                  <c:v>60.31</c:v>
                </c:pt>
                <c:pt idx="4025">
                  <c:v>60.3</c:v>
                </c:pt>
                <c:pt idx="4026">
                  <c:v>58.95</c:v>
                </c:pt>
                <c:pt idx="4027">
                  <c:v>59.14</c:v>
                </c:pt>
                <c:pt idx="4028">
                  <c:v>59.51</c:v>
                </c:pt>
                <c:pt idx="4029">
                  <c:v>59.39</c:v>
                </c:pt>
                <c:pt idx="4030">
                  <c:v>58.24</c:v>
                </c:pt>
                <c:pt idx="4031">
                  <c:v>58.78</c:v>
                </c:pt>
                <c:pt idx="4032">
                  <c:v>58.34</c:v>
                </c:pt>
                <c:pt idx="4033">
                  <c:v>57.83</c:v>
                </c:pt>
                <c:pt idx="4034">
                  <c:v>57.33</c:v>
                </c:pt>
                <c:pt idx="4035">
                  <c:v>56.66</c:v>
                </c:pt>
                <c:pt idx="4036">
                  <c:v>56.21</c:v>
                </c:pt>
                <c:pt idx="4037">
                  <c:v>56.22</c:v>
                </c:pt>
                <c:pt idx="4038">
                  <c:v>55.24</c:v>
                </c:pt>
                <c:pt idx="4039">
                  <c:v>56.28</c:v>
                </c:pt>
                <c:pt idx="4040">
                  <c:v>55.44</c:v>
                </c:pt>
                <c:pt idx="4041">
                  <c:v>55.03</c:v>
                </c:pt>
                <c:pt idx="4042">
                  <c:v>53.05</c:v>
                </c:pt>
                <c:pt idx="4043">
                  <c:v>53.09</c:v>
                </c:pt>
                <c:pt idx="4044">
                  <c:v>54.23</c:v>
                </c:pt>
                <c:pt idx="4045">
                  <c:v>52.94</c:v>
                </c:pt>
                <c:pt idx="4046">
                  <c:v>53.26</c:v>
                </c:pt>
                <c:pt idx="4047">
                  <c:v>53.17</c:v>
                </c:pt>
                <c:pt idx="4048">
                  <c:v>53.9</c:v>
                </c:pt>
                <c:pt idx="4049">
                  <c:v>53.81</c:v>
                </c:pt>
                <c:pt idx="4050">
                  <c:v>54.46</c:v>
                </c:pt>
                <c:pt idx="4051">
                  <c:v>56.03</c:v>
                </c:pt>
                <c:pt idx="4052">
                  <c:v>56.09</c:v>
                </c:pt>
                <c:pt idx="4053">
                  <c:v>55.46</c:v>
                </c:pt>
                <c:pt idx="4054">
                  <c:v>55.47</c:v>
                </c:pt>
                <c:pt idx="4055">
                  <c:v>55.4</c:v>
                </c:pt>
                <c:pt idx="4056">
                  <c:v>55.94</c:v>
                </c:pt>
                <c:pt idx="4057">
                  <c:v>58.07</c:v>
                </c:pt>
                <c:pt idx="4058">
                  <c:v>58.17</c:v>
                </c:pt>
                <c:pt idx="4059">
                  <c:v>57.83</c:v>
                </c:pt>
                <c:pt idx="4060">
                  <c:v>57.7</c:v>
                </c:pt>
                <c:pt idx="4061">
                  <c:v>57.95</c:v>
                </c:pt>
                <c:pt idx="4062">
                  <c:v>58.56</c:v>
                </c:pt>
                <c:pt idx="4063">
                  <c:v>57.85</c:v>
                </c:pt>
                <c:pt idx="4064">
                  <c:v>55.42</c:v>
                </c:pt>
                <c:pt idx="4065">
                  <c:v>55.98</c:v>
                </c:pt>
                <c:pt idx="4066">
                  <c:v>55.91</c:v>
                </c:pt>
                <c:pt idx="4067">
                  <c:v>56.81</c:v>
                </c:pt>
                <c:pt idx="4068">
                  <c:v>56.64</c:v>
                </c:pt>
                <c:pt idx="4069">
                  <c:v>56.46</c:v>
                </c:pt>
                <c:pt idx="4070">
                  <c:v>55.87</c:v>
                </c:pt>
                <c:pt idx="4071">
                  <c:v>53.87</c:v>
                </c:pt>
                <c:pt idx="4072">
                  <c:v>54.81</c:v>
                </c:pt>
                <c:pt idx="4073">
                  <c:v>54.91</c:v>
                </c:pt>
                <c:pt idx="4074">
                  <c:v>54.71</c:v>
                </c:pt>
                <c:pt idx="4075">
                  <c:v>55.84</c:v>
                </c:pt>
                <c:pt idx="4076">
                  <c:v>55.35</c:v>
                </c:pt>
                <c:pt idx="4077">
                  <c:v>54.9</c:v>
                </c:pt>
                <c:pt idx="4078">
                  <c:v>53.51</c:v>
                </c:pt>
                <c:pt idx="4079">
                  <c:v>53.51</c:v>
                </c:pt>
                <c:pt idx="4080">
                  <c:v>53.32</c:v>
                </c:pt>
                <c:pt idx="4081">
                  <c:v>51.73</c:v>
                </c:pt>
                <c:pt idx="4082">
                  <c:v>50.52</c:v>
                </c:pt>
                <c:pt idx="4083">
                  <c:v>50.01</c:v>
                </c:pt>
                <c:pt idx="4084">
                  <c:v>49.53</c:v>
                </c:pt>
                <c:pt idx="4085">
                  <c:v>50.22</c:v>
                </c:pt>
                <c:pt idx="4086">
                  <c:v>51.19</c:v>
                </c:pt>
                <c:pt idx="4087">
                  <c:v>52.86</c:v>
                </c:pt>
                <c:pt idx="4088">
                  <c:v>52.91</c:v>
                </c:pt>
                <c:pt idx="4089">
                  <c:v>52.83</c:v>
                </c:pt>
                <c:pt idx="4090">
                  <c:v>54.09</c:v>
                </c:pt>
                <c:pt idx="4091">
                  <c:v>54.17</c:v>
                </c:pt>
                <c:pt idx="4092">
                  <c:v>54.44</c:v>
                </c:pt>
                <c:pt idx="4093">
                  <c:v>54.65</c:v>
                </c:pt>
                <c:pt idx="4094">
                  <c:v>54.76</c:v>
                </c:pt>
                <c:pt idx="4095">
                  <c:v>54.5</c:v>
                </c:pt>
                <c:pt idx="4096">
                  <c:v>54.05</c:v>
                </c:pt>
                <c:pt idx="4097">
                  <c:v>52.38</c:v>
                </c:pt>
                <c:pt idx="4098">
                  <c:v>52.4</c:v>
                </c:pt>
                <c:pt idx="4099">
                  <c:v>52.35</c:v>
                </c:pt>
                <c:pt idx="4100">
                  <c:v>50.74</c:v>
                </c:pt>
                <c:pt idx="4101">
                  <c:v>51.87</c:v>
                </c:pt>
                <c:pt idx="4102">
                  <c:v>51.19</c:v>
                </c:pt>
                <c:pt idx="4103">
                  <c:v>51.78</c:v>
                </c:pt>
                <c:pt idx="4104">
                  <c:v>54.06</c:v>
                </c:pt>
                <c:pt idx="4105">
                  <c:v>53.81</c:v>
                </c:pt>
                <c:pt idx="4106">
                  <c:v>52.14</c:v>
                </c:pt>
                <c:pt idx="4107">
                  <c:v>52.4</c:v>
                </c:pt>
                <c:pt idx="4108">
                  <c:v>53.01</c:v>
                </c:pt>
                <c:pt idx="4109">
                  <c:v>50.35</c:v>
                </c:pt>
                <c:pt idx="4110">
                  <c:v>51.72</c:v>
                </c:pt>
                <c:pt idx="4111">
                  <c:v>51.09</c:v>
                </c:pt>
                <c:pt idx="4112">
                  <c:v>52.78</c:v>
                </c:pt>
                <c:pt idx="4113">
                  <c:v>52.67</c:v>
                </c:pt>
                <c:pt idx="4114">
                  <c:v>53.6</c:v>
                </c:pt>
                <c:pt idx="4115">
                  <c:v>52.88</c:v>
                </c:pt>
                <c:pt idx="4116">
                  <c:v>54.06</c:v>
                </c:pt>
                <c:pt idx="4117">
                  <c:v>54.43</c:v>
                </c:pt>
                <c:pt idx="4118">
                  <c:v>55.12</c:v>
                </c:pt>
                <c:pt idx="4119">
                  <c:v>56.13</c:v>
                </c:pt>
                <c:pt idx="4120">
                  <c:v>56.15</c:v>
                </c:pt>
                <c:pt idx="4121">
                  <c:v>56.53</c:v>
                </c:pt>
                <c:pt idx="4122">
                  <c:v>54.14</c:v>
                </c:pt>
                <c:pt idx="4123">
                  <c:v>55.59</c:v>
                </c:pt>
                <c:pt idx="4124">
                  <c:v>57.58</c:v>
                </c:pt>
                <c:pt idx="4125">
                  <c:v>60.09</c:v>
                </c:pt>
                <c:pt idx="4126">
                  <c:v>61.94</c:v>
                </c:pt>
                <c:pt idx="4127">
                  <c:v>62.75</c:v>
                </c:pt>
                <c:pt idx="4128">
                  <c:v>61.69</c:v>
                </c:pt>
                <c:pt idx="4129">
                  <c:v>62.59</c:v>
                </c:pt>
                <c:pt idx="4130">
                  <c:v>61.07</c:v>
                </c:pt>
                <c:pt idx="4131">
                  <c:v>61.18</c:v>
                </c:pt>
                <c:pt idx="4132">
                  <c:v>61.93</c:v>
                </c:pt>
                <c:pt idx="4133">
                  <c:v>61.12</c:v>
                </c:pt>
                <c:pt idx="4134">
                  <c:v>61.55</c:v>
                </c:pt>
                <c:pt idx="4135">
                  <c:v>61.7</c:v>
                </c:pt>
                <c:pt idx="4136">
                  <c:v>61</c:v>
                </c:pt>
                <c:pt idx="4137">
                  <c:v>61.11</c:v>
                </c:pt>
                <c:pt idx="4138">
                  <c:v>61.77</c:v>
                </c:pt>
                <c:pt idx="4139">
                  <c:v>61.8</c:v>
                </c:pt>
                <c:pt idx="4140">
                  <c:v>60.66</c:v>
                </c:pt>
                <c:pt idx="4141">
                  <c:v>60.62</c:v>
                </c:pt>
                <c:pt idx="4142">
                  <c:v>60.7</c:v>
                </c:pt>
                <c:pt idx="4143">
                  <c:v>59.31</c:v>
                </c:pt>
                <c:pt idx="4144">
                  <c:v>58.8</c:v>
                </c:pt>
                <c:pt idx="4145">
                  <c:v>59.62</c:v>
                </c:pt>
                <c:pt idx="4146">
                  <c:v>59.55</c:v>
                </c:pt>
                <c:pt idx="4147">
                  <c:v>58.96</c:v>
                </c:pt>
                <c:pt idx="4148">
                  <c:v>57.86</c:v>
                </c:pt>
                <c:pt idx="4149">
                  <c:v>57.54</c:v>
                </c:pt>
                <c:pt idx="4150">
                  <c:v>57.59</c:v>
                </c:pt>
                <c:pt idx="4151">
                  <c:v>57.38</c:v>
                </c:pt>
                <c:pt idx="4152">
                  <c:v>56.94</c:v>
                </c:pt>
                <c:pt idx="4153">
                  <c:v>57.69</c:v>
                </c:pt>
                <c:pt idx="4154">
                  <c:v>58.69</c:v>
                </c:pt>
                <c:pt idx="4155">
                  <c:v>58.26</c:v>
                </c:pt>
                <c:pt idx="4156">
                  <c:v>58.5</c:v>
                </c:pt>
                <c:pt idx="4157">
                  <c:v>59.75</c:v>
                </c:pt>
                <c:pt idx="4158">
                  <c:v>59.9</c:v>
                </c:pt>
                <c:pt idx="4159">
                  <c:v>59.01</c:v>
                </c:pt>
                <c:pt idx="4160">
                  <c:v>57.93</c:v>
                </c:pt>
                <c:pt idx="4161">
                  <c:v>58.25</c:v>
                </c:pt>
                <c:pt idx="4162">
                  <c:v>58.06</c:v>
                </c:pt>
                <c:pt idx="4163">
                  <c:v>57.59</c:v>
                </c:pt>
                <c:pt idx="4164">
                  <c:v>57.24</c:v>
                </c:pt>
                <c:pt idx="4165">
                  <c:v>57.15</c:v>
                </c:pt>
                <c:pt idx="4166">
                  <c:v>57.06</c:v>
                </c:pt>
                <c:pt idx="4167">
                  <c:v>56.06</c:v>
                </c:pt>
                <c:pt idx="4168">
                  <c:v>56.34</c:v>
                </c:pt>
                <c:pt idx="4169">
                  <c:v>55.71</c:v>
                </c:pt>
                <c:pt idx="4170">
                  <c:v>55.38</c:v>
                </c:pt>
                <c:pt idx="4171">
                  <c:v>54.74</c:v>
                </c:pt>
                <c:pt idx="4172">
                  <c:v>54.81</c:v>
                </c:pt>
                <c:pt idx="4173">
                  <c:v>55.38</c:v>
                </c:pt>
                <c:pt idx="4174">
                  <c:v>54.54</c:v>
                </c:pt>
                <c:pt idx="4175">
                  <c:v>55.57</c:v>
                </c:pt>
                <c:pt idx="4176">
                  <c:v>55.7</c:v>
                </c:pt>
                <c:pt idx="4177">
                  <c:v>55.86</c:v>
                </c:pt>
                <c:pt idx="4178">
                  <c:v>55.24</c:v>
                </c:pt>
                <c:pt idx="4179">
                  <c:v>55.75</c:v>
                </c:pt>
                <c:pt idx="4180">
                  <c:v>54.55</c:v>
                </c:pt>
                <c:pt idx="4181">
                  <c:v>55.43</c:v>
                </c:pt>
                <c:pt idx="4182">
                  <c:v>53.77</c:v>
                </c:pt>
                <c:pt idx="4183">
                  <c:v>55.24</c:v>
                </c:pt>
                <c:pt idx="4184">
                  <c:v>53.85</c:v>
                </c:pt>
                <c:pt idx="4185">
                  <c:v>54.38</c:v>
                </c:pt>
                <c:pt idx="4186">
                  <c:v>54.42</c:v>
                </c:pt>
                <c:pt idx="4187">
                  <c:v>56.73</c:v>
                </c:pt>
                <c:pt idx="4188">
                  <c:v>57.26</c:v>
                </c:pt>
                <c:pt idx="4189">
                  <c:v>56.71</c:v>
                </c:pt>
                <c:pt idx="4190">
                  <c:v>55.39</c:v>
                </c:pt>
                <c:pt idx="4191">
                  <c:v>56.42</c:v>
                </c:pt>
                <c:pt idx="4192">
                  <c:v>57.68</c:v>
                </c:pt>
                <c:pt idx="4193">
                  <c:v>58.18</c:v>
                </c:pt>
                <c:pt idx="4194">
                  <c:v>58.34</c:v>
                </c:pt>
                <c:pt idx="4195">
                  <c:v>57.59</c:v>
                </c:pt>
                <c:pt idx="4196">
                  <c:v>59.14</c:v>
                </c:pt>
                <c:pt idx="4197">
                  <c:v>60.38</c:v>
                </c:pt>
                <c:pt idx="4198">
                  <c:v>61.64</c:v>
                </c:pt>
                <c:pt idx="4199">
                  <c:v>60.51</c:v>
                </c:pt>
                <c:pt idx="4200">
                  <c:v>60.96</c:v>
                </c:pt>
                <c:pt idx="4201">
                  <c:v>61.11</c:v>
                </c:pt>
                <c:pt idx="4202">
                  <c:v>61.07</c:v>
                </c:pt>
                <c:pt idx="4203">
                  <c:v>62.48</c:v>
                </c:pt>
                <c:pt idx="4204">
                  <c:v>61.52</c:v>
                </c:pt>
                <c:pt idx="4205">
                  <c:v>61.61</c:v>
                </c:pt>
                <c:pt idx="4206">
                  <c:v>61.91</c:v>
                </c:pt>
                <c:pt idx="4207">
                  <c:v>62.42</c:v>
                </c:pt>
                <c:pt idx="4208">
                  <c:v>62.35</c:v>
                </c:pt>
                <c:pt idx="4209">
                  <c:v>60.11</c:v>
                </c:pt>
                <c:pt idx="4210">
                  <c:v>60.66</c:v>
                </c:pt>
                <c:pt idx="4211">
                  <c:v>60.79</c:v>
                </c:pt>
                <c:pt idx="4212">
                  <c:v>60.86</c:v>
                </c:pt>
                <c:pt idx="4213">
                  <c:v>60.83</c:v>
                </c:pt>
                <c:pt idx="4214">
                  <c:v>60.45</c:v>
                </c:pt>
                <c:pt idx="4215">
                  <c:v>59.94</c:v>
                </c:pt>
                <c:pt idx="4216">
                  <c:v>59.24</c:v>
                </c:pt>
                <c:pt idx="4217">
                  <c:v>58.07</c:v>
                </c:pt>
                <c:pt idx="4218">
                  <c:v>58.15</c:v>
                </c:pt>
                <c:pt idx="4219">
                  <c:v>59.57</c:v>
                </c:pt>
                <c:pt idx="4220">
                  <c:v>59.07</c:v>
                </c:pt>
                <c:pt idx="4221">
                  <c:v>59.77</c:v>
                </c:pt>
                <c:pt idx="4222">
                  <c:v>59.29</c:v>
                </c:pt>
                <c:pt idx="4223">
                  <c:v>59.44</c:v>
                </c:pt>
                <c:pt idx="4224">
                  <c:v>59.59</c:v>
                </c:pt>
                <c:pt idx="4225">
                  <c:v>59.32</c:v>
                </c:pt>
                <c:pt idx="4226">
                  <c:v>60.83</c:v>
                </c:pt>
                <c:pt idx="4227">
                  <c:v>61.14</c:v>
                </c:pt>
                <c:pt idx="4228">
                  <c:v>60.8</c:v>
                </c:pt>
                <c:pt idx="4229">
                  <c:v>60.93</c:v>
                </c:pt>
                <c:pt idx="4230">
                  <c:v>61.03</c:v>
                </c:pt>
                <c:pt idx="4231">
                  <c:v>59.76</c:v>
                </c:pt>
                <c:pt idx="4232">
                  <c:v>60.74</c:v>
                </c:pt>
                <c:pt idx="4233">
                  <c:v>62.26</c:v>
                </c:pt>
                <c:pt idx="4234">
                  <c:v>61.96</c:v>
                </c:pt>
                <c:pt idx="4235">
                  <c:v>61.84</c:v>
                </c:pt>
                <c:pt idx="4236">
                  <c:v>60.66</c:v>
                </c:pt>
                <c:pt idx="4237">
                  <c:v>61.78</c:v>
                </c:pt>
                <c:pt idx="4238">
                  <c:v>62.86</c:v>
                </c:pt>
                <c:pt idx="4239">
                  <c:v>63.18</c:v>
                </c:pt>
                <c:pt idx="4240">
                  <c:v>62.88</c:v>
                </c:pt>
                <c:pt idx="4241">
                  <c:v>62.14</c:v>
                </c:pt>
                <c:pt idx="4242">
                  <c:v>61.24</c:v>
                </c:pt>
                <c:pt idx="4243">
                  <c:v>62.2</c:v>
                </c:pt>
                <c:pt idx="4244">
                  <c:v>62.19</c:v>
                </c:pt>
                <c:pt idx="4245">
                  <c:v>62.07</c:v>
                </c:pt>
                <c:pt idx="4246">
                  <c:v>60.33</c:v>
                </c:pt>
                <c:pt idx="4247">
                  <c:v>60.49</c:v>
                </c:pt>
                <c:pt idx="4248">
                  <c:v>59.37</c:v>
                </c:pt>
                <c:pt idx="4249">
                  <c:v>60.08</c:v>
                </c:pt>
                <c:pt idx="4250">
                  <c:v>59.35</c:v>
                </c:pt>
                <c:pt idx="4251">
                  <c:v>59.41</c:v>
                </c:pt>
                <c:pt idx="4252">
                  <c:v>61.36</c:v>
                </c:pt>
                <c:pt idx="4253">
                  <c:v>61.82</c:v>
                </c:pt>
                <c:pt idx="4254">
                  <c:v>62.76</c:v>
                </c:pt>
                <c:pt idx="4255">
                  <c:v>61.78</c:v>
                </c:pt>
                <c:pt idx="4256">
                  <c:v>62.15</c:v>
                </c:pt>
                <c:pt idx="4257">
                  <c:v>63.06</c:v>
                </c:pt>
                <c:pt idx="4258">
                  <c:v>62.73</c:v>
                </c:pt>
                <c:pt idx="4259">
                  <c:v>62.34</c:v>
                </c:pt>
                <c:pt idx="4260">
                  <c:v>62.37</c:v>
                </c:pt>
                <c:pt idx="4261">
                  <c:v>61.39</c:v>
                </c:pt>
                <c:pt idx="4262">
                  <c:v>60.48</c:v>
                </c:pt>
                <c:pt idx="4263">
                  <c:v>59.96</c:v>
                </c:pt>
                <c:pt idx="4264">
                  <c:v>58.21</c:v>
                </c:pt>
                <c:pt idx="4265">
                  <c:v>57.87</c:v>
                </c:pt>
                <c:pt idx="4266">
                  <c:v>57.35</c:v>
                </c:pt>
                <c:pt idx="4267">
                  <c:v>57.09</c:v>
                </c:pt>
                <c:pt idx="4268">
                  <c:v>56.83</c:v>
                </c:pt>
                <c:pt idx="4269">
                  <c:v>57.08</c:v>
                </c:pt>
                <c:pt idx="4270">
                  <c:v>55.9</c:v>
                </c:pt>
                <c:pt idx="4271">
                  <c:v>55.56</c:v>
                </c:pt>
                <c:pt idx="4272">
                  <c:v>55.74</c:v>
                </c:pt>
                <c:pt idx="4273">
                  <c:v>57.19</c:v>
                </c:pt>
                <c:pt idx="4274">
                  <c:v>57.79</c:v>
                </c:pt>
                <c:pt idx="4275">
                  <c:v>58.22</c:v>
                </c:pt>
                <c:pt idx="4276">
                  <c:v>57.55</c:v>
                </c:pt>
                <c:pt idx="4277">
                  <c:v>57.79</c:v>
                </c:pt>
                <c:pt idx="4278">
                  <c:v>58.65</c:v>
                </c:pt>
                <c:pt idx="4279">
                  <c:v>59.6</c:v>
                </c:pt>
                <c:pt idx="4280">
                  <c:v>58.71</c:v>
                </c:pt>
                <c:pt idx="4281">
                  <c:v>58.7</c:v>
                </c:pt>
                <c:pt idx="4282">
                  <c:v>58.7</c:v>
                </c:pt>
                <c:pt idx="4283">
                  <c:v>58.76</c:v>
                </c:pt>
                <c:pt idx="4284">
                  <c:v>58.36</c:v>
                </c:pt>
                <c:pt idx="4285">
                  <c:v>58.1</c:v>
                </c:pt>
                <c:pt idx="4286">
                  <c:v>57.89</c:v>
                </c:pt>
                <c:pt idx="4287">
                  <c:v>58.6</c:v>
                </c:pt>
                <c:pt idx="4288">
                  <c:v>57.97</c:v>
                </c:pt>
                <c:pt idx="4289">
                  <c:v>56.94</c:v>
                </c:pt>
                <c:pt idx="4290">
                  <c:v>55.68</c:v>
                </c:pt>
                <c:pt idx="4291">
                  <c:v>55.25</c:v>
                </c:pt>
                <c:pt idx="4292">
                  <c:v>55.18</c:v>
                </c:pt>
                <c:pt idx="4293">
                  <c:v>54.31</c:v>
                </c:pt>
                <c:pt idx="4294">
                  <c:v>55.47</c:v>
                </c:pt>
                <c:pt idx="4295">
                  <c:v>55.77</c:v>
                </c:pt>
                <c:pt idx="4296">
                  <c:v>55.75</c:v>
                </c:pt>
                <c:pt idx="4297">
                  <c:v>55.23</c:v>
                </c:pt>
                <c:pt idx="4298">
                  <c:v>55.43</c:v>
                </c:pt>
                <c:pt idx="4299">
                  <c:v>54.93</c:v>
                </c:pt>
                <c:pt idx="4300">
                  <c:v>55.03</c:v>
                </c:pt>
                <c:pt idx="4301">
                  <c:v>53.33</c:v>
                </c:pt>
                <c:pt idx="4302">
                  <c:v>52.77</c:v>
                </c:pt>
                <c:pt idx="4303">
                  <c:v>52.02</c:v>
                </c:pt>
                <c:pt idx="4304">
                  <c:v>51.61</c:v>
                </c:pt>
                <c:pt idx="4305">
                  <c:v>52.69</c:v>
                </c:pt>
                <c:pt idx="4306">
                  <c:v>52.92</c:v>
                </c:pt>
                <c:pt idx="4307">
                  <c:v>52.78</c:v>
                </c:pt>
                <c:pt idx="4308">
                  <c:v>51.76</c:v>
                </c:pt>
                <c:pt idx="4309">
                  <c:v>51.54</c:v>
                </c:pt>
                <c:pt idx="4310">
                  <c:v>51.89</c:v>
                </c:pt>
                <c:pt idx="4311">
                  <c:v>51.91</c:v>
                </c:pt>
                <c:pt idx="4312">
                  <c:v>51.9</c:v>
                </c:pt>
                <c:pt idx="4313">
                  <c:v>53.65</c:v>
                </c:pt>
                <c:pt idx="4314">
                  <c:v>53.56</c:v>
                </c:pt>
                <c:pt idx="4315">
                  <c:v>52.64</c:v>
                </c:pt>
                <c:pt idx="4316">
                  <c:v>52.53</c:v>
                </c:pt>
                <c:pt idx="4317">
                  <c:v>52.46</c:v>
                </c:pt>
                <c:pt idx="4318">
                  <c:v>52.42</c:v>
                </c:pt>
                <c:pt idx="4319">
                  <c:v>52.89</c:v>
                </c:pt>
                <c:pt idx="4320">
                  <c:v>52.24</c:v>
                </c:pt>
                <c:pt idx="4321">
                  <c:v>51.99</c:v>
                </c:pt>
                <c:pt idx="4322">
                  <c:v>50.94</c:v>
                </c:pt>
                <c:pt idx="4323">
                  <c:v>51.36</c:v>
                </c:pt>
                <c:pt idx="4324">
                  <c:v>51.37</c:v>
                </c:pt>
                <c:pt idx="4325">
                  <c:v>50.1</c:v>
                </c:pt>
                <c:pt idx="4326">
                  <c:v>50.24</c:v>
                </c:pt>
                <c:pt idx="4327">
                  <c:v>49.64</c:v>
                </c:pt>
                <c:pt idx="4328">
                  <c:v>47.75</c:v>
                </c:pt>
                <c:pt idx="4329">
                  <c:v>47.51</c:v>
                </c:pt>
                <c:pt idx="4330">
                  <c:v>46.82</c:v>
                </c:pt>
                <c:pt idx="4331">
                  <c:v>47.24</c:v>
                </c:pt>
                <c:pt idx="4332">
                  <c:v>46.89</c:v>
                </c:pt>
                <c:pt idx="4333">
                  <c:v>46.66</c:v>
                </c:pt>
                <c:pt idx="4334">
                  <c:v>47.96</c:v>
                </c:pt>
                <c:pt idx="4335">
                  <c:v>48.86</c:v>
                </c:pt>
                <c:pt idx="4336">
                  <c:v>50.93</c:v>
                </c:pt>
                <c:pt idx="4337">
                  <c:v>50.19</c:v>
                </c:pt>
                <c:pt idx="4338">
                  <c:v>50.79</c:v>
                </c:pt>
                <c:pt idx="4339">
                  <c:v>49.64</c:v>
                </c:pt>
                <c:pt idx="4340">
                  <c:v>49.86</c:v>
                </c:pt>
                <c:pt idx="4341">
                  <c:v>49.6</c:v>
                </c:pt>
                <c:pt idx="4342">
                  <c:v>50.11</c:v>
                </c:pt>
                <c:pt idx="4343">
                  <c:v>49.38</c:v>
                </c:pt>
                <c:pt idx="4344">
                  <c:v>51.9</c:v>
                </c:pt>
                <c:pt idx="4345">
                  <c:v>50.81</c:v>
                </c:pt>
                <c:pt idx="4346">
                  <c:v>51.4</c:v>
                </c:pt>
                <c:pt idx="4347">
                  <c:v>51.61</c:v>
                </c:pt>
                <c:pt idx="4348">
                  <c:v>51.97</c:v>
                </c:pt>
                <c:pt idx="4349">
                  <c:v>54.41</c:v>
                </c:pt>
                <c:pt idx="4350">
                  <c:v>55.42</c:v>
                </c:pt>
                <c:pt idx="4351">
                  <c:v>55.05</c:v>
                </c:pt>
                <c:pt idx="4352">
                  <c:v>54.72</c:v>
                </c:pt>
                <c:pt idx="4353">
                  <c:v>54.45</c:v>
                </c:pt>
                <c:pt idx="4354">
                  <c:v>54.41</c:v>
                </c:pt>
                <c:pt idx="4355">
                  <c:v>54.77</c:v>
                </c:pt>
                <c:pt idx="4356">
                  <c:v>54.27</c:v>
                </c:pt>
                <c:pt idx="4357">
                  <c:v>55.75</c:v>
                </c:pt>
                <c:pt idx="4358">
                  <c:v>55.47</c:v>
                </c:pt>
                <c:pt idx="4359">
                  <c:v>53.91</c:v>
                </c:pt>
                <c:pt idx="4360">
                  <c:v>52.67</c:v>
                </c:pt>
                <c:pt idx="4361">
                  <c:v>51.46</c:v>
                </c:pt>
                <c:pt idx="4362">
                  <c:v>52.75</c:v>
                </c:pt>
                <c:pt idx="4363">
                  <c:v>51.41</c:v>
                </c:pt>
                <c:pt idx="4364">
                  <c:v>51.32</c:v>
                </c:pt>
                <c:pt idx="4365">
                  <c:v>51.37</c:v>
                </c:pt>
                <c:pt idx="4366">
                  <c:v>50.26</c:v>
                </c:pt>
                <c:pt idx="4367">
                  <c:v>50.34</c:v>
                </c:pt>
                <c:pt idx="4368">
                  <c:v>48.43</c:v>
                </c:pt>
                <c:pt idx="4369">
                  <c:v>49.19</c:v>
                </c:pt>
                <c:pt idx="4370">
                  <c:v>49.07</c:v>
                </c:pt>
                <c:pt idx="4371">
                  <c:v>49.63</c:v>
                </c:pt>
                <c:pt idx="4372">
                  <c:v>47.9</c:v>
                </c:pt>
                <c:pt idx="4373">
                  <c:v>49.83</c:v>
                </c:pt>
                <c:pt idx="4374">
                  <c:v>47.84</c:v>
                </c:pt>
                <c:pt idx="4375">
                  <c:v>48.09</c:v>
                </c:pt>
                <c:pt idx="4376">
                  <c:v>48.01</c:v>
                </c:pt>
                <c:pt idx="4377">
                  <c:v>48.57</c:v>
                </c:pt>
                <c:pt idx="4378">
                  <c:v>46.98</c:v>
                </c:pt>
                <c:pt idx="4379">
                  <c:v>45.68</c:v>
                </c:pt>
                <c:pt idx="4380">
                  <c:v>45.95</c:v>
                </c:pt>
                <c:pt idx="4381">
                  <c:v>45.27</c:v>
                </c:pt>
                <c:pt idx="4382">
                  <c:v>45.01</c:v>
                </c:pt>
                <c:pt idx="4383">
                  <c:v>45.61</c:v>
                </c:pt>
                <c:pt idx="4384">
                  <c:v>44.14</c:v>
                </c:pt>
                <c:pt idx="4385">
                  <c:v>42.13</c:v>
                </c:pt>
                <c:pt idx="4386">
                  <c:v>42.74</c:v>
                </c:pt>
                <c:pt idx="4387">
                  <c:v>41.65</c:v>
                </c:pt>
                <c:pt idx="4388">
                  <c:v>42.96</c:v>
                </c:pt>
                <c:pt idx="4389">
                  <c:v>43.39</c:v>
                </c:pt>
                <c:pt idx="4390">
                  <c:v>42.95</c:v>
                </c:pt>
                <c:pt idx="4391">
                  <c:v>42.92</c:v>
                </c:pt>
                <c:pt idx="4392">
                  <c:v>43.55</c:v>
                </c:pt>
                <c:pt idx="4393">
                  <c:v>43.42</c:v>
                </c:pt>
                <c:pt idx="4394">
                  <c:v>43.31</c:v>
                </c:pt>
                <c:pt idx="4395">
                  <c:v>43.79</c:v>
                </c:pt>
                <c:pt idx="4396">
                  <c:v>45.23</c:v>
                </c:pt>
                <c:pt idx="4397">
                  <c:v>47</c:v>
                </c:pt>
                <c:pt idx="4398">
                  <c:v>46.58</c:v>
                </c:pt>
                <c:pt idx="4399">
                  <c:v>44.73</c:v>
                </c:pt>
                <c:pt idx="4400">
                  <c:v>44.3</c:v>
                </c:pt>
                <c:pt idx="4401">
                  <c:v>44.27</c:v>
                </c:pt>
                <c:pt idx="4402">
                  <c:v>46.02</c:v>
                </c:pt>
                <c:pt idx="4403">
                  <c:v>46.83</c:v>
                </c:pt>
                <c:pt idx="4404">
                  <c:v>47.34</c:v>
                </c:pt>
                <c:pt idx="4405">
                  <c:v>45.94</c:v>
                </c:pt>
                <c:pt idx="4406">
                  <c:v>47.36</c:v>
                </c:pt>
                <c:pt idx="4407">
                  <c:v>44.49</c:v>
                </c:pt>
                <c:pt idx="4408">
                  <c:v>45.49</c:v>
                </c:pt>
                <c:pt idx="4409">
                  <c:v>45.74</c:v>
                </c:pt>
                <c:pt idx="4410">
                  <c:v>46</c:v>
                </c:pt>
                <c:pt idx="4411">
                  <c:v>45.63</c:v>
                </c:pt>
                <c:pt idx="4412">
                  <c:v>45.51</c:v>
                </c:pt>
                <c:pt idx="4413">
                  <c:v>45.18</c:v>
                </c:pt>
                <c:pt idx="4414">
                  <c:v>43.32</c:v>
                </c:pt>
                <c:pt idx="4415">
                  <c:v>43.29</c:v>
                </c:pt>
                <c:pt idx="4416">
                  <c:v>41.19</c:v>
                </c:pt>
                <c:pt idx="4417">
                  <c:v>41.89</c:v>
                </c:pt>
                <c:pt idx="4418">
                  <c:v>40.08</c:v>
                </c:pt>
                <c:pt idx="4419">
                  <c:v>41.12</c:v>
                </c:pt>
                <c:pt idx="4420">
                  <c:v>38.79</c:v>
                </c:pt>
                <c:pt idx="4421">
                  <c:v>40.19</c:v>
                </c:pt>
                <c:pt idx="4422">
                  <c:v>43.97</c:v>
                </c:pt>
                <c:pt idx="4423">
                  <c:v>44.79</c:v>
                </c:pt>
                <c:pt idx="4424">
                  <c:v>45.74</c:v>
                </c:pt>
                <c:pt idx="4425">
                  <c:v>47.02</c:v>
                </c:pt>
                <c:pt idx="4426">
                  <c:v>45.69</c:v>
                </c:pt>
                <c:pt idx="4427">
                  <c:v>47.54</c:v>
                </c:pt>
                <c:pt idx="4428">
                  <c:v>48.87</c:v>
                </c:pt>
                <c:pt idx="4429">
                  <c:v>48.47</c:v>
                </c:pt>
                <c:pt idx="4430">
                  <c:v>48.28</c:v>
                </c:pt>
                <c:pt idx="4431">
                  <c:v>51.03</c:v>
                </c:pt>
                <c:pt idx="4432">
                  <c:v>50.29</c:v>
                </c:pt>
                <c:pt idx="4433">
                  <c:v>49.63</c:v>
                </c:pt>
                <c:pt idx="4434">
                  <c:v>49.11</c:v>
                </c:pt>
                <c:pt idx="4435">
                  <c:v>51.46</c:v>
                </c:pt>
                <c:pt idx="4436">
                  <c:v>51.82</c:v>
                </c:pt>
                <c:pt idx="4437">
                  <c:v>50.64</c:v>
                </c:pt>
                <c:pt idx="4438">
                  <c:v>50</c:v>
                </c:pt>
                <c:pt idx="4439">
                  <c:v>51.09</c:v>
                </c:pt>
                <c:pt idx="4440">
                  <c:v>49.67</c:v>
                </c:pt>
                <c:pt idx="4441">
                  <c:v>49.23</c:v>
                </c:pt>
                <c:pt idx="4442">
                  <c:v>51.11</c:v>
                </c:pt>
                <c:pt idx="4443">
                  <c:v>50.86</c:v>
                </c:pt>
                <c:pt idx="4444">
                  <c:v>50.2</c:v>
                </c:pt>
                <c:pt idx="4445">
                  <c:v>49.55</c:v>
                </c:pt>
                <c:pt idx="4446">
                  <c:v>48.3</c:v>
                </c:pt>
                <c:pt idx="4447">
                  <c:v>47.01</c:v>
                </c:pt>
                <c:pt idx="4448">
                  <c:v>48.26</c:v>
                </c:pt>
                <c:pt idx="4449">
                  <c:v>47.44</c:v>
                </c:pt>
                <c:pt idx="4450">
                  <c:v>50.67</c:v>
                </c:pt>
                <c:pt idx="4451">
                  <c:v>49.95</c:v>
                </c:pt>
                <c:pt idx="4452">
                  <c:v>49.97</c:v>
                </c:pt>
                <c:pt idx="4453">
                  <c:v>52.76</c:v>
                </c:pt>
                <c:pt idx="4454">
                  <c:v>52.81</c:v>
                </c:pt>
                <c:pt idx="4455">
                  <c:v>53.98</c:v>
                </c:pt>
                <c:pt idx="4456">
                  <c:v>55.91</c:v>
                </c:pt>
                <c:pt idx="4457">
                  <c:v>54.56</c:v>
                </c:pt>
                <c:pt idx="4458">
                  <c:v>55.43</c:v>
                </c:pt>
                <c:pt idx="4459">
                  <c:v>54.75</c:v>
                </c:pt>
                <c:pt idx="4460">
                  <c:v>55.11</c:v>
                </c:pt>
                <c:pt idx="4461">
                  <c:v>52.94</c:v>
                </c:pt>
                <c:pt idx="4462">
                  <c:v>52.95</c:v>
                </c:pt>
                <c:pt idx="4463">
                  <c:v>51.34</c:v>
                </c:pt>
                <c:pt idx="4464">
                  <c:v>51.92</c:v>
                </c:pt>
                <c:pt idx="4465">
                  <c:v>51.11</c:v>
                </c:pt>
                <c:pt idx="4466">
                  <c:v>51.4</c:v>
                </c:pt>
                <c:pt idx="4467">
                  <c:v>52.31</c:v>
                </c:pt>
                <c:pt idx="4468">
                  <c:v>52.82</c:v>
                </c:pt>
                <c:pt idx="4469">
                  <c:v>53.42</c:v>
                </c:pt>
                <c:pt idx="4470">
                  <c:v>55.93</c:v>
                </c:pt>
                <c:pt idx="4471">
                  <c:v>55.53</c:v>
                </c:pt>
                <c:pt idx="4472">
                  <c:v>52.9</c:v>
                </c:pt>
                <c:pt idx="4473">
                  <c:v>52.55</c:v>
                </c:pt>
                <c:pt idx="4474">
                  <c:v>53.1</c:v>
                </c:pt>
                <c:pt idx="4475">
                  <c:v>52.57</c:v>
                </c:pt>
                <c:pt idx="4476">
                  <c:v>50.88</c:v>
                </c:pt>
                <c:pt idx="4477">
                  <c:v>50.46</c:v>
                </c:pt>
                <c:pt idx="4478">
                  <c:v>47.9</c:v>
                </c:pt>
                <c:pt idx="4479">
                  <c:v>47.09</c:v>
                </c:pt>
                <c:pt idx="4480">
                  <c:v>50</c:v>
                </c:pt>
                <c:pt idx="4481">
                  <c:v>51.06</c:v>
                </c:pt>
                <c:pt idx="4482">
                  <c:v>48</c:v>
                </c:pt>
                <c:pt idx="4483">
                  <c:v>53.45</c:v>
                </c:pt>
                <c:pt idx="4484">
                  <c:v>52.55</c:v>
                </c:pt>
                <c:pt idx="4485">
                  <c:v>52.21</c:v>
                </c:pt>
                <c:pt idx="4486">
                  <c:v>50.8</c:v>
                </c:pt>
                <c:pt idx="4487">
                  <c:v>45.68</c:v>
                </c:pt>
                <c:pt idx="4488">
                  <c:v>41.95</c:v>
                </c:pt>
                <c:pt idx="4489">
                  <c:v>47.09</c:v>
                </c:pt>
                <c:pt idx="4490">
                  <c:v>50.78</c:v>
                </c:pt>
                <c:pt idx="4491">
                  <c:v>48.85</c:v>
                </c:pt>
                <c:pt idx="4492">
                  <c:v>49.84</c:v>
                </c:pt>
                <c:pt idx="4493">
                  <c:v>51.7</c:v>
                </c:pt>
                <c:pt idx="4494">
                  <c:v>47.02</c:v>
                </c:pt>
                <c:pt idx="4495">
                  <c:v>50.45</c:v>
                </c:pt>
                <c:pt idx="4496">
                  <c:v>52.94</c:v>
                </c:pt>
                <c:pt idx="4497">
                  <c:v>53.92</c:v>
                </c:pt>
                <c:pt idx="4498">
                  <c:v>51.6</c:v>
                </c:pt>
                <c:pt idx="4499">
                  <c:v>55.31</c:v>
                </c:pt>
                <c:pt idx="4500">
                  <c:v>59.65</c:v>
                </c:pt>
                <c:pt idx="4501">
                  <c:v>54.81</c:v>
                </c:pt>
                <c:pt idx="4502">
                  <c:v>55.81</c:v>
                </c:pt>
                <c:pt idx="4503">
                  <c:v>54.1</c:v>
                </c:pt>
                <c:pt idx="4504">
                  <c:v>55.82</c:v>
                </c:pt>
                <c:pt idx="4505">
                  <c:v>51.69</c:v>
                </c:pt>
                <c:pt idx="4506">
                  <c:v>44.7</c:v>
                </c:pt>
                <c:pt idx="4507">
                  <c:v>46.78</c:v>
                </c:pt>
                <c:pt idx="4508">
                  <c:v>50.19</c:v>
                </c:pt>
                <c:pt idx="4509">
                  <c:v>46.99</c:v>
                </c:pt>
                <c:pt idx="4510">
                  <c:v>51.53</c:v>
                </c:pt>
                <c:pt idx="4511">
                  <c:v>54.68</c:v>
                </c:pt>
                <c:pt idx="4512">
                  <c:v>48.57</c:v>
                </c:pt>
                <c:pt idx="4513">
                  <c:v>48.11</c:v>
                </c:pt>
                <c:pt idx="4514">
                  <c:v>46.14</c:v>
                </c:pt>
                <c:pt idx="4515">
                  <c:v>51.61</c:v>
                </c:pt>
                <c:pt idx="4516">
                  <c:v>52.31</c:v>
                </c:pt>
                <c:pt idx="4517">
                  <c:v>44.7</c:v>
                </c:pt>
                <c:pt idx="4518">
                  <c:v>47.44</c:v>
                </c:pt>
                <c:pt idx="4519">
                  <c:v>52.31</c:v>
                </c:pt>
                <c:pt idx="4520">
                  <c:v>51.68</c:v>
                </c:pt>
                <c:pt idx="4521">
                  <c:v>53.61</c:v>
                </c:pt>
                <c:pt idx="4522">
                  <c:v>55.59</c:v>
                </c:pt>
                <c:pt idx="4523">
                  <c:v>55.25</c:v>
                </c:pt>
                <c:pt idx="4524">
                  <c:v>59</c:v>
                </c:pt>
                <c:pt idx="4525">
                  <c:v>59.01</c:v>
                </c:pt>
                <c:pt idx="4526">
                  <c:v>57.2</c:v>
                </c:pt>
                <c:pt idx="4527">
                  <c:v>63.48</c:v>
                </c:pt>
                <c:pt idx="4528">
                  <c:v>64.290000000000006</c:v>
                </c:pt>
                <c:pt idx="4529">
                  <c:v>62.72</c:v>
                </c:pt>
                <c:pt idx="4530">
                  <c:v>62.34</c:v>
                </c:pt>
                <c:pt idx="4531">
                  <c:v>63.6</c:v>
                </c:pt>
                <c:pt idx="4532">
                  <c:v>62.43</c:v>
                </c:pt>
                <c:pt idx="4533">
                  <c:v>58.85</c:v>
                </c:pt>
                <c:pt idx="4534">
                  <c:v>58.16</c:v>
                </c:pt>
                <c:pt idx="4535">
                  <c:v>59.33</c:v>
                </c:pt>
                <c:pt idx="4536">
                  <c:v>60.14</c:v>
                </c:pt>
                <c:pt idx="4537">
                  <c:v>63.08</c:v>
                </c:pt>
                <c:pt idx="4538">
                  <c:v>61.51</c:v>
                </c:pt>
                <c:pt idx="4539">
                  <c:v>61.51</c:v>
                </c:pt>
                <c:pt idx="4540">
                  <c:v>60.28</c:v>
                </c:pt>
                <c:pt idx="4541">
                  <c:v>62.05</c:v>
                </c:pt>
                <c:pt idx="4542">
                  <c:v>62.57</c:v>
                </c:pt>
                <c:pt idx="4543">
                  <c:v>63.61</c:v>
                </c:pt>
                <c:pt idx="4544">
                  <c:v>66.239999999999995</c:v>
                </c:pt>
                <c:pt idx="4545">
                  <c:v>66.150000000000006</c:v>
                </c:pt>
                <c:pt idx="4546">
                  <c:v>69.52</c:v>
                </c:pt>
                <c:pt idx="4547">
                  <c:v>69.959999999999994</c:v>
                </c:pt>
                <c:pt idx="4548">
                  <c:v>70.010000000000005</c:v>
                </c:pt>
                <c:pt idx="4549">
                  <c:v>68.58</c:v>
                </c:pt>
                <c:pt idx="4550">
                  <c:v>68.36</c:v>
                </c:pt>
                <c:pt idx="4551">
                  <c:v>69.62</c:v>
                </c:pt>
                <c:pt idx="4552">
                  <c:v>69.77</c:v>
                </c:pt>
                <c:pt idx="4553">
                  <c:v>68.73</c:v>
                </c:pt>
                <c:pt idx="4554">
                  <c:v>67.58</c:v>
                </c:pt>
                <c:pt idx="4555">
                  <c:v>67.31</c:v>
                </c:pt>
                <c:pt idx="4556">
                  <c:v>67.37</c:v>
                </c:pt>
                <c:pt idx="4557">
                  <c:v>68.540000000000006</c:v>
                </c:pt>
                <c:pt idx="4558">
                  <c:v>68.8</c:v>
                </c:pt>
                <c:pt idx="4559">
                  <c:v>68.849999999999994</c:v>
                </c:pt>
                <c:pt idx="4560">
                  <c:v>68.14</c:v>
                </c:pt>
                <c:pt idx="4561">
                  <c:v>67.61</c:v>
                </c:pt>
                <c:pt idx="4562">
                  <c:v>68.849999999999994</c:v>
                </c:pt>
                <c:pt idx="4563">
                  <c:v>69.900000000000006</c:v>
                </c:pt>
                <c:pt idx="4564">
                  <c:v>69.540000000000006</c:v>
                </c:pt>
                <c:pt idx="4565">
                  <c:v>69.14</c:v>
                </c:pt>
                <c:pt idx="4566">
                  <c:v>70.12</c:v>
                </c:pt>
                <c:pt idx="4567">
                  <c:v>70.790000000000006</c:v>
                </c:pt>
                <c:pt idx="4568">
                  <c:v>73.69</c:v>
                </c:pt>
                <c:pt idx="4569">
                  <c:v>71.91</c:v>
                </c:pt>
                <c:pt idx="4570">
                  <c:v>72.62</c:v>
                </c:pt>
                <c:pt idx="4571">
                  <c:v>72.5</c:v>
                </c:pt>
                <c:pt idx="4572">
                  <c:v>72.260000000000005</c:v>
                </c:pt>
                <c:pt idx="4573">
                  <c:v>73.010000000000005</c:v>
                </c:pt>
                <c:pt idx="4574">
                  <c:v>74.28</c:v>
                </c:pt>
                <c:pt idx="4575">
                  <c:v>73.86</c:v>
                </c:pt>
                <c:pt idx="4576">
                  <c:v>72.709999999999994</c:v>
                </c:pt>
                <c:pt idx="4577">
                  <c:v>72.28</c:v>
                </c:pt>
                <c:pt idx="4578">
                  <c:v>72.680000000000007</c:v>
                </c:pt>
                <c:pt idx="4579">
                  <c:v>74.08</c:v>
                </c:pt>
                <c:pt idx="4580">
                  <c:v>76.23</c:v>
                </c:pt>
                <c:pt idx="4581">
                  <c:v>77.56</c:v>
                </c:pt>
                <c:pt idx="4582">
                  <c:v>77.3</c:v>
                </c:pt>
                <c:pt idx="4583">
                  <c:v>77.64</c:v>
                </c:pt>
                <c:pt idx="4584">
                  <c:v>79.05</c:v>
                </c:pt>
                <c:pt idx="4585">
                  <c:v>78.95</c:v>
                </c:pt>
                <c:pt idx="4586">
                  <c:v>78.89</c:v>
                </c:pt>
                <c:pt idx="4587">
                  <c:v>78.209999999999994</c:v>
                </c:pt>
                <c:pt idx="4588">
                  <c:v>80.25</c:v>
                </c:pt>
                <c:pt idx="4589">
                  <c:v>81.709999999999994</c:v>
                </c:pt>
                <c:pt idx="4590">
                  <c:v>80.06</c:v>
                </c:pt>
                <c:pt idx="4591">
                  <c:v>79.45</c:v>
                </c:pt>
                <c:pt idx="4592">
                  <c:v>79.349999999999994</c:v>
                </c:pt>
                <c:pt idx="4593">
                  <c:v>78.33</c:v>
                </c:pt>
                <c:pt idx="4594">
                  <c:v>78.23</c:v>
                </c:pt>
                <c:pt idx="4595">
                  <c:v>77.5</c:v>
                </c:pt>
                <c:pt idx="4596">
                  <c:v>78.33</c:v>
                </c:pt>
                <c:pt idx="4597">
                  <c:v>79.489999999999995</c:v>
                </c:pt>
                <c:pt idx="4598">
                  <c:v>81.599999999999994</c:v>
                </c:pt>
                <c:pt idx="4599">
                  <c:v>80.989999999999995</c:v>
                </c:pt>
                <c:pt idx="4600">
                  <c:v>79.72</c:v>
                </c:pt>
                <c:pt idx="4601">
                  <c:v>80.67</c:v>
                </c:pt>
                <c:pt idx="4602">
                  <c:v>82.7</c:v>
                </c:pt>
                <c:pt idx="4603">
                  <c:v>81.48</c:v>
                </c:pt>
                <c:pt idx="4604">
                  <c:v>84.48</c:v>
                </c:pt>
                <c:pt idx="4605">
                  <c:v>82.79</c:v>
                </c:pt>
                <c:pt idx="4606">
                  <c:v>83.02</c:v>
                </c:pt>
                <c:pt idx="4607">
                  <c:v>79.89</c:v>
                </c:pt>
                <c:pt idx="4608">
                  <c:v>82.42</c:v>
                </c:pt>
                <c:pt idx="4609">
                  <c:v>83.7</c:v>
                </c:pt>
                <c:pt idx="4610">
                  <c:v>85.49</c:v>
                </c:pt>
                <c:pt idx="4611">
                  <c:v>85.86</c:v>
                </c:pt>
                <c:pt idx="4612">
                  <c:v>86.34</c:v>
                </c:pt>
                <c:pt idx="4613">
                  <c:v>85.07</c:v>
                </c:pt>
                <c:pt idx="4614">
                  <c:v>86.16</c:v>
                </c:pt>
                <c:pt idx="4615">
                  <c:v>86.44</c:v>
                </c:pt>
                <c:pt idx="4616">
                  <c:v>87.32</c:v>
                </c:pt>
                <c:pt idx="4617">
                  <c:v>85.18</c:v>
                </c:pt>
                <c:pt idx="4618">
                  <c:v>84.76</c:v>
                </c:pt>
                <c:pt idx="4619">
                  <c:v>83.31</c:v>
                </c:pt>
                <c:pt idx="4620">
                  <c:v>80.25</c:v>
                </c:pt>
                <c:pt idx="4621">
                  <c:v>79.349999999999994</c:v>
                </c:pt>
                <c:pt idx="4622">
                  <c:v>80.05</c:v>
                </c:pt>
                <c:pt idx="4623">
                  <c:v>81.12</c:v>
                </c:pt>
                <c:pt idx="4624">
                  <c:v>80.400000000000006</c:v>
                </c:pt>
                <c:pt idx="4625">
                  <c:v>80.37</c:v>
                </c:pt>
                <c:pt idx="4626">
                  <c:v>80.680000000000007</c:v>
                </c:pt>
                <c:pt idx="4627">
                  <c:v>81.19</c:v>
                </c:pt>
                <c:pt idx="4628">
                  <c:v>80.430000000000007</c:v>
                </c:pt>
                <c:pt idx="4629">
                  <c:v>80.180000000000007</c:v>
                </c:pt>
                <c:pt idx="4630">
                  <c:v>79.709999999999994</c:v>
                </c:pt>
                <c:pt idx="4631">
                  <c:v>80.31</c:v>
                </c:pt>
                <c:pt idx="4632">
                  <c:v>80.19</c:v>
                </c:pt>
                <c:pt idx="4633">
                  <c:v>76.72</c:v>
                </c:pt>
                <c:pt idx="4634">
                  <c:v>77.23</c:v>
                </c:pt>
                <c:pt idx="4635">
                  <c:v>75.86</c:v>
                </c:pt>
                <c:pt idx="4636">
                  <c:v>77.77</c:v>
                </c:pt>
                <c:pt idx="4637">
                  <c:v>76.459999999999994</c:v>
                </c:pt>
                <c:pt idx="4638">
                  <c:v>76.92</c:v>
                </c:pt>
                <c:pt idx="4639">
                  <c:v>76.39</c:v>
                </c:pt>
                <c:pt idx="4640">
                  <c:v>75.67</c:v>
                </c:pt>
                <c:pt idx="4641">
                  <c:v>76.239999999999995</c:v>
                </c:pt>
                <c:pt idx="4642">
                  <c:v>73.81</c:v>
                </c:pt>
                <c:pt idx="4643">
                  <c:v>73.400000000000006</c:v>
                </c:pt>
                <c:pt idx="4644">
                  <c:v>72.709999999999994</c:v>
                </c:pt>
                <c:pt idx="4645">
                  <c:v>72.959999999999994</c:v>
                </c:pt>
                <c:pt idx="4646">
                  <c:v>73.569999999999993</c:v>
                </c:pt>
                <c:pt idx="4647">
                  <c:v>72.849999999999994</c:v>
                </c:pt>
                <c:pt idx="4648">
                  <c:v>72.13</c:v>
                </c:pt>
                <c:pt idx="4649">
                  <c:v>71.69</c:v>
                </c:pt>
                <c:pt idx="4650">
                  <c:v>71.08</c:v>
                </c:pt>
                <c:pt idx="4651">
                  <c:v>70.22</c:v>
                </c:pt>
                <c:pt idx="4652">
                  <c:v>69.900000000000006</c:v>
                </c:pt>
                <c:pt idx="4653">
                  <c:v>68.98</c:v>
                </c:pt>
                <c:pt idx="4654">
                  <c:v>67.75</c:v>
                </c:pt>
                <c:pt idx="4655">
                  <c:v>68.260000000000005</c:v>
                </c:pt>
                <c:pt idx="4656">
                  <c:v>68.540000000000006</c:v>
                </c:pt>
                <c:pt idx="4657">
                  <c:v>67.22</c:v>
                </c:pt>
                <c:pt idx="4658">
                  <c:v>66.599999999999994</c:v>
                </c:pt>
                <c:pt idx="4659">
                  <c:v>65.680000000000007</c:v>
                </c:pt>
                <c:pt idx="4660">
                  <c:v>66.5</c:v>
                </c:pt>
                <c:pt idx="4661">
                  <c:v>69.67</c:v>
                </c:pt>
                <c:pt idx="4662">
                  <c:v>68.2</c:v>
                </c:pt>
                <c:pt idx="4663">
                  <c:v>69.91</c:v>
                </c:pt>
                <c:pt idx="4664">
                  <c:v>70.739999999999995</c:v>
                </c:pt>
                <c:pt idx="4665">
                  <c:v>70.58</c:v>
                </c:pt>
                <c:pt idx="4666">
                  <c:v>70.040000000000006</c:v>
                </c:pt>
                <c:pt idx="4667">
                  <c:v>69.03</c:v>
                </c:pt>
                <c:pt idx="4668">
                  <c:v>68.62</c:v>
                </c:pt>
                <c:pt idx="4669">
                  <c:v>69.12</c:v>
                </c:pt>
                <c:pt idx="4670">
                  <c:v>70.760000000000005</c:v>
                </c:pt>
                <c:pt idx="4671">
                  <c:v>69.06</c:v>
                </c:pt>
                <c:pt idx="4672">
                  <c:v>70.42</c:v>
                </c:pt>
                <c:pt idx="4673">
                  <c:v>71.45</c:v>
                </c:pt>
                <c:pt idx="4674">
                  <c:v>73.28</c:v>
                </c:pt>
                <c:pt idx="4675">
                  <c:v>73.260000000000005</c:v>
                </c:pt>
                <c:pt idx="4676">
                  <c:v>73.25</c:v>
                </c:pt>
                <c:pt idx="4677">
                  <c:v>72.900000000000006</c:v>
                </c:pt>
                <c:pt idx="4678">
                  <c:v>72.47</c:v>
                </c:pt>
                <c:pt idx="4679">
                  <c:v>70.7</c:v>
                </c:pt>
                <c:pt idx="4680">
                  <c:v>70.89</c:v>
                </c:pt>
                <c:pt idx="4681">
                  <c:v>71.12</c:v>
                </c:pt>
                <c:pt idx="4682">
                  <c:v>69.739999999999995</c:v>
                </c:pt>
                <c:pt idx="4683">
                  <c:v>70.58</c:v>
                </c:pt>
                <c:pt idx="4684">
                  <c:v>71.09</c:v>
                </c:pt>
                <c:pt idx="4685">
                  <c:v>69.66</c:v>
                </c:pt>
                <c:pt idx="4686">
                  <c:v>67.72</c:v>
                </c:pt>
                <c:pt idx="4687">
                  <c:v>67.53</c:v>
                </c:pt>
                <c:pt idx="4688">
                  <c:v>67.13</c:v>
                </c:pt>
                <c:pt idx="4689">
                  <c:v>68.349999999999994</c:v>
                </c:pt>
                <c:pt idx="4690">
                  <c:v>68.849999999999994</c:v>
                </c:pt>
                <c:pt idx="4691">
                  <c:v>71.52</c:v>
                </c:pt>
                <c:pt idx="4692">
                  <c:v>71.66</c:v>
                </c:pt>
                <c:pt idx="4693">
                  <c:v>71.41</c:v>
                </c:pt>
                <c:pt idx="4694">
                  <c:v>71</c:v>
                </c:pt>
                <c:pt idx="4695">
                  <c:v>71.73</c:v>
                </c:pt>
                <c:pt idx="4696">
                  <c:v>72.75</c:v>
                </c:pt>
                <c:pt idx="4697">
                  <c:v>71.849999999999994</c:v>
                </c:pt>
                <c:pt idx="4698">
                  <c:v>73.180000000000007</c:v>
                </c:pt>
                <c:pt idx="4699">
                  <c:v>69.95</c:v>
                </c:pt>
                <c:pt idx="4700">
                  <c:v>72.88</c:v>
                </c:pt>
                <c:pt idx="4701">
                  <c:v>75.260000000000005</c:v>
                </c:pt>
                <c:pt idx="4702">
                  <c:v>75.75</c:v>
                </c:pt>
                <c:pt idx="4703">
                  <c:v>77.510000000000005</c:v>
                </c:pt>
                <c:pt idx="4704">
                  <c:v>80.239999999999995</c:v>
                </c:pt>
                <c:pt idx="4705">
                  <c:v>82.4</c:v>
                </c:pt>
                <c:pt idx="4706">
                  <c:v>81.599999999999994</c:v>
                </c:pt>
                <c:pt idx="4707">
                  <c:v>83.36</c:v>
                </c:pt>
                <c:pt idx="4708">
                  <c:v>84.25</c:v>
                </c:pt>
                <c:pt idx="4709">
                  <c:v>83.1</c:v>
                </c:pt>
                <c:pt idx="4710">
                  <c:v>86.2</c:v>
                </c:pt>
                <c:pt idx="4711">
                  <c:v>84.13</c:v>
                </c:pt>
                <c:pt idx="4712">
                  <c:v>85.87</c:v>
                </c:pt>
                <c:pt idx="4713">
                  <c:v>84.07</c:v>
                </c:pt>
                <c:pt idx="4714">
                  <c:v>84.2</c:v>
                </c:pt>
                <c:pt idx="4715">
                  <c:v>84.85</c:v>
                </c:pt>
                <c:pt idx="4716">
                  <c:v>84.41</c:v>
                </c:pt>
                <c:pt idx="4717">
                  <c:v>83.8</c:v>
                </c:pt>
                <c:pt idx="4718">
                  <c:v>83.46</c:v>
                </c:pt>
                <c:pt idx="4719">
                  <c:v>83.27</c:v>
                </c:pt>
                <c:pt idx="4720">
                  <c:v>82.2</c:v>
                </c:pt>
                <c:pt idx="4721">
                  <c:v>81.5</c:v>
                </c:pt>
                <c:pt idx="4722">
                  <c:v>80.44</c:v>
                </c:pt>
                <c:pt idx="4723">
                  <c:v>80.11</c:v>
                </c:pt>
                <c:pt idx="4724">
                  <c:v>81.02</c:v>
                </c:pt>
                <c:pt idx="4725">
                  <c:v>82.4</c:v>
                </c:pt>
                <c:pt idx="4726">
                  <c:v>82.73</c:v>
                </c:pt>
                <c:pt idx="4727">
                  <c:v>80.569999999999993</c:v>
                </c:pt>
                <c:pt idx="4728">
                  <c:v>81.58</c:v>
                </c:pt>
                <c:pt idx="4729">
                  <c:v>81.84</c:v>
                </c:pt>
                <c:pt idx="4730">
                  <c:v>82.4</c:v>
                </c:pt>
                <c:pt idx="4731">
                  <c:v>81.67</c:v>
                </c:pt>
                <c:pt idx="4732">
                  <c:v>80.400000000000006</c:v>
                </c:pt>
                <c:pt idx="4733">
                  <c:v>80.63</c:v>
                </c:pt>
                <c:pt idx="4734">
                  <c:v>81.430000000000007</c:v>
                </c:pt>
                <c:pt idx="4735">
                  <c:v>80.400000000000006</c:v>
                </c:pt>
                <c:pt idx="4736">
                  <c:v>81.7</c:v>
                </c:pt>
                <c:pt idx="4737">
                  <c:v>80.67</c:v>
                </c:pt>
                <c:pt idx="4738">
                  <c:v>80.52</c:v>
                </c:pt>
                <c:pt idx="4739">
                  <c:v>81.75</c:v>
                </c:pt>
                <c:pt idx="4740">
                  <c:v>82.65</c:v>
                </c:pt>
                <c:pt idx="4741">
                  <c:v>82.21</c:v>
                </c:pt>
                <c:pt idx="4742">
                  <c:v>79.95</c:v>
                </c:pt>
                <c:pt idx="4743">
                  <c:v>80.650000000000006</c:v>
                </c:pt>
                <c:pt idx="4744">
                  <c:v>79.52</c:v>
                </c:pt>
                <c:pt idx="4745">
                  <c:v>80.290000000000006</c:v>
                </c:pt>
                <c:pt idx="4746">
                  <c:v>81.63</c:v>
                </c:pt>
                <c:pt idx="4747">
                  <c:v>80.47</c:v>
                </c:pt>
                <c:pt idx="4748">
                  <c:v>83.42</c:v>
                </c:pt>
                <c:pt idx="4749">
                  <c:v>84.64</c:v>
                </c:pt>
                <c:pt idx="4750">
                  <c:v>84.58</c:v>
                </c:pt>
                <c:pt idx="4751">
                  <c:v>84.78</c:v>
                </c:pt>
                <c:pt idx="4752">
                  <c:v>84.79</c:v>
                </c:pt>
                <c:pt idx="4753">
                  <c:v>85.65</c:v>
                </c:pt>
                <c:pt idx="4754">
                  <c:v>84.9</c:v>
                </c:pt>
                <c:pt idx="4755">
                  <c:v>87.51</c:v>
                </c:pt>
                <c:pt idx="4756">
                  <c:v>86.7</c:v>
                </c:pt>
                <c:pt idx="4757">
                  <c:v>87.95</c:v>
                </c:pt>
                <c:pt idx="4758">
                  <c:v>87.83</c:v>
                </c:pt>
                <c:pt idx="4759">
                  <c:v>85</c:v>
                </c:pt>
                <c:pt idx="4760">
                  <c:v>85.22</c:v>
                </c:pt>
                <c:pt idx="4761">
                  <c:v>83.72</c:v>
                </c:pt>
                <c:pt idx="4762">
                  <c:v>82.81</c:v>
                </c:pt>
                <c:pt idx="4763">
                  <c:v>83.94</c:v>
                </c:pt>
                <c:pt idx="4764">
                  <c:v>85.65</c:v>
                </c:pt>
                <c:pt idx="4765">
                  <c:v>84.35</c:v>
                </c:pt>
                <c:pt idx="4766">
                  <c:v>84.77</c:v>
                </c:pt>
                <c:pt idx="4767">
                  <c:v>84</c:v>
                </c:pt>
                <c:pt idx="4768">
                  <c:v>83.15</c:v>
                </c:pt>
                <c:pt idx="4769">
                  <c:v>81.89</c:v>
                </c:pt>
                <c:pt idx="4770">
                  <c:v>81.42</c:v>
                </c:pt>
                <c:pt idx="4771">
                  <c:v>81.150000000000006</c:v>
                </c:pt>
                <c:pt idx="4772">
                  <c:v>79.16</c:v>
                </c:pt>
                <c:pt idx="4773">
                  <c:v>80.13</c:v>
                </c:pt>
                <c:pt idx="4774">
                  <c:v>80.06</c:v>
                </c:pt>
                <c:pt idx="4775">
                  <c:v>79.48</c:v>
                </c:pt>
                <c:pt idx="4776">
                  <c:v>81.16</c:v>
                </c:pt>
                <c:pt idx="4777">
                  <c:v>83.35</c:v>
                </c:pt>
                <c:pt idx="4778">
                  <c:v>82.18</c:v>
                </c:pt>
                <c:pt idx="4779">
                  <c:v>82.81</c:v>
                </c:pt>
                <c:pt idx="4780">
                  <c:v>82.59</c:v>
                </c:pt>
                <c:pt idx="4781">
                  <c:v>82.83</c:v>
                </c:pt>
                <c:pt idx="4782">
                  <c:v>83.7</c:v>
                </c:pt>
                <c:pt idx="4783">
                  <c:v>83.62</c:v>
                </c:pt>
                <c:pt idx="4784">
                  <c:v>84.2</c:v>
                </c:pt>
                <c:pt idx="4785">
                  <c:v>82.76</c:v>
                </c:pt>
                <c:pt idx="4786">
                  <c:v>82.81</c:v>
                </c:pt>
                <c:pt idx="4787">
                  <c:v>80.87</c:v>
                </c:pt>
                <c:pt idx="4788">
                  <c:v>81.680000000000007</c:v>
                </c:pt>
                <c:pt idx="4789">
                  <c:v>82.19</c:v>
                </c:pt>
                <c:pt idx="4790">
                  <c:v>81.599999999999994</c:v>
                </c:pt>
                <c:pt idx="4791">
                  <c:v>81.05</c:v>
                </c:pt>
                <c:pt idx="4792">
                  <c:v>79.89</c:v>
                </c:pt>
                <c:pt idx="4793">
                  <c:v>79.849999999999994</c:v>
                </c:pt>
                <c:pt idx="4794">
                  <c:v>80.510000000000005</c:v>
                </c:pt>
                <c:pt idx="4795">
                  <c:v>79.37</c:v>
                </c:pt>
                <c:pt idx="4796">
                  <c:v>79.8</c:v>
                </c:pt>
                <c:pt idx="4797">
                  <c:v>77.349999999999994</c:v>
                </c:pt>
                <c:pt idx="4798">
                  <c:v>76</c:v>
                </c:pt>
                <c:pt idx="4799">
                  <c:v>75.489999999999995</c:v>
                </c:pt>
                <c:pt idx="4800">
                  <c:v>73.599999999999994</c:v>
                </c:pt>
                <c:pt idx="4801">
                  <c:v>75.260000000000005</c:v>
                </c:pt>
                <c:pt idx="4802">
                  <c:v>76.02</c:v>
                </c:pt>
                <c:pt idx="4803">
                  <c:v>74.8</c:v>
                </c:pt>
                <c:pt idx="4804">
                  <c:v>74.38</c:v>
                </c:pt>
                <c:pt idx="4805">
                  <c:v>73.38</c:v>
                </c:pt>
                <c:pt idx="4806">
                  <c:v>73.52</c:v>
                </c:pt>
                <c:pt idx="4807">
                  <c:v>73.2</c:v>
                </c:pt>
                <c:pt idx="4808">
                  <c:v>71.3</c:v>
                </c:pt>
                <c:pt idx="4809">
                  <c:v>72.400000000000006</c:v>
                </c:pt>
                <c:pt idx="4810">
                  <c:v>73.5</c:v>
                </c:pt>
                <c:pt idx="4811">
                  <c:v>74.19</c:v>
                </c:pt>
                <c:pt idx="4812">
                  <c:v>74.13</c:v>
                </c:pt>
                <c:pt idx="4813">
                  <c:v>74.59</c:v>
                </c:pt>
                <c:pt idx="4814">
                  <c:v>77.41</c:v>
                </c:pt>
                <c:pt idx="4815">
                  <c:v>76.569999999999993</c:v>
                </c:pt>
                <c:pt idx="4816">
                  <c:v>75.930000000000007</c:v>
                </c:pt>
                <c:pt idx="4817">
                  <c:v>74.42</c:v>
                </c:pt>
                <c:pt idx="4818">
                  <c:v>76.53</c:v>
                </c:pt>
                <c:pt idx="4819">
                  <c:v>77.39</c:v>
                </c:pt>
                <c:pt idx="4820">
                  <c:v>77.59</c:v>
                </c:pt>
                <c:pt idx="4821">
                  <c:v>77.94</c:v>
                </c:pt>
                <c:pt idx="4822">
                  <c:v>77.290000000000006</c:v>
                </c:pt>
                <c:pt idx="4823">
                  <c:v>79.47</c:v>
                </c:pt>
                <c:pt idx="4824">
                  <c:v>81.099999999999994</c:v>
                </c:pt>
                <c:pt idx="4825">
                  <c:v>80.53</c:v>
                </c:pt>
                <c:pt idx="4826">
                  <c:v>83.32</c:v>
                </c:pt>
                <c:pt idx="4827">
                  <c:v>82.32</c:v>
                </c:pt>
                <c:pt idx="4828">
                  <c:v>83.32</c:v>
                </c:pt>
                <c:pt idx="4829">
                  <c:v>83.75</c:v>
                </c:pt>
                <c:pt idx="4830">
                  <c:v>83.4</c:v>
                </c:pt>
                <c:pt idx="4831">
                  <c:v>82.91</c:v>
                </c:pt>
                <c:pt idx="4832">
                  <c:v>84.22</c:v>
                </c:pt>
                <c:pt idx="4833">
                  <c:v>85.47</c:v>
                </c:pt>
                <c:pt idx="4834">
                  <c:v>84.22</c:v>
                </c:pt>
                <c:pt idx="4835">
                  <c:v>83.88</c:v>
                </c:pt>
                <c:pt idx="4836">
                  <c:v>85.34</c:v>
                </c:pt>
                <c:pt idx="4837">
                  <c:v>85.18</c:v>
                </c:pt>
                <c:pt idx="4838">
                  <c:v>82.89</c:v>
                </c:pt>
                <c:pt idx="4839">
                  <c:v>83.95</c:v>
                </c:pt>
                <c:pt idx="4840">
                  <c:v>83.39</c:v>
                </c:pt>
                <c:pt idx="4841">
                  <c:v>81.2</c:v>
                </c:pt>
                <c:pt idx="4842">
                  <c:v>80.14</c:v>
                </c:pt>
                <c:pt idx="4843">
                  <c:v>78.86</c:v>
                </c:pt>
                <c:pt idx="4844">
                  <c:v>78.48</c:v>
                </c:pt>
                <c:pt idx="4845">
                  <c:v>78.92</c:v>
                </c:pt>
                <c:pt idx="4846">
                  <c:v>78.760000000000005</c:v>
                </c:pt>
                <c:pt idx="4847">
                  <c:v>79.8</c:v>
                </c:pt>
                <c:pt idx="4848">
                  <c:v>78.38</c:v>
                </c:pt>
                <c:pt idx="4849">
                  <c:v>79.38</c:v>
                </c:pt>
                <c:pt idx="4850">
                  <c:v>79.36</c:v>
                </c:pt>
                <c:pt idx="4851">
                  <c:v>79.14</c:v>
                </c:pt>
                <c:pt idx="4852">
                  <c:v>77.510000000000005</c:v>
                </c:pt>
                <c:pt idx="4853">
                  <c:v>75.760000000000005</c:v>
                </c:pt>
                <c:pt idx="4854">
                  <c:v>74.900000000000006</c:v>
                </c:pt>
                <c:pt idx="4855">
                  <c:v>76.12</c:v>
                </c:pt>
                <c:pt idx="4856">
                  <c:v>77.099999999999994</c:v>
                </c:pt>
                <c:pt idx="4857">
                  <c:v>75.75</c:v>
                </c:pt>
                <c:pt idx="4858">
                  <c:v>76.209999999999994</c:v>
                </c:pt>
                <c:pt idx="4859">
                  <c:v>76.7</c:v>
                </c:pt>
                <c:pt idx="4860">
                  <c:v>76.52</c:v>
                </c:pt>
                <c:pt idx="4861">
                  <c:v>75.400000000000006</c:v>
                </c:pt>
                <c:pt idx="4862">
                  <c:v>74.3</c:v>
                </c:pt>
                <c:pt idx="4863">
                  <c:v>73.97</c:v>
                </c:pt>
                <c:pt idx="4864">
                  <c:v>73.78</c:v>
                </c:pt>
                <c:pt idx="4865">
                  <c:v>74.989999999999995</c:v>
                </c:pt>
                <c:pt idx="4866">
                  <c:v>74.290000000000006</c:v>
                </c:pt>
                <c:pt idx="4867">
                  <c:v>74.84</c:v>
                </c:pt>
                <c:pt idx="4868">
                  <c:v>74.52</c:v>
                </c:pt>
                <c:pt idx="4869">
                  <c:v>74.84</c:v>
                </c:pt>
                <c:pt idx="4870">
                  <c:v>74.28</c:v>
                </c:pt>
                <c:pt idx="4871">
                  <c:v>72.709999999999994</c:v>
                </c:pt>
                <c:pt idx="4872">
                  <c:v>70.510000000000005</c:v>
                </c:pt>
                <c:pt idx="4873">
                  <c:v>70.239999999999995</c:v>
                </c:pt>
                <c:pt idx="4874">
                  <c:v>70.5</c:v>
                </c:pt>
                <c:pt idx="4875">
                  <c:v>70.099999999999994</c:v>
                </c:pt>
                <c:pt idx="4876">
                  <c:v>69.14</c:v>
                </c:pt>
                <c:pt idx="4877">
                  <c:v>71.069999999999993</c:v>
                </c:pt>
                <c:pt idx="4878">
                  <c:v>71.989999999999995</c:v>
                </c:pt>
                <c:pt idx="4879">
                  <c:v>72</c:v>
                </c:pt>
                <c:pt idx="4880">
                  <c:v>72.22</c:v>
                </c:pt>
                <c:pt idx="4881">
                  <c:v>71.45</c:v>
                </c:pt>
                <c:pt idx="4882">
                  <c:v>70.69</c:v>
                </c:pt>
                <c:pt idx="4883">
                  <c:v>69.47</c:v>
                </c:pt>
                <c:pt idx="4884">
                  <c:v>69.349999999999994</c:v>
                </c:pt>
                <c:pt idx="4885">
                  <c:v>70.11</c:v>
                </c:pt>
                <c:pt idx="4886">
                  <c:v>70.05</c:v>
                </c:pt>
                <c:pt idx="4887">
                  <c:v>70.56</c:v>
                </c:pt>
                <c:pt idx="4888">
                  <c:v>69.5</c:v>
                </c:pt>
                <c:pt idx="4889">
                  <c:v>69.900000000000006</c:v>
                </c:pt>
                <c:pt idx="4890">
                  <c:v>70.239999999999995</c:v>
                </c:pt>
                <c:pt idx="4891">
                  <c:v>69.44</c:v>
                </c:pt>
                <c:pt idx="4892">
                  <c:v>69.709999999999994</c:v>
                </c:pt>
                <c:pt idx="4893">
                  <c:v>69.59</c:v>
                </c:pt>
                <c:pt idx="4894">
                  <c:v>69.349999999999994</c:v>
                </c:pt>
                <c:pt idx="4895">
                  <c:v>69.12</c:v>
                </c:pt>
                <c:pt idx="4896">
                  <c:v>67.88</c:v>
                </c:pt>
                <c:pt idx="4897">
                  <c:v>66.94</c:v>
                </c:pt>
                <c:pt idx="4898">
                  <c:v>66.66</c:v>
                </c:pt>
                <c:pt idx="4899">
                  <c:v>66.599999999999994</c:v>
                </c:pt>
                <c:pt idx="4900">
                  <c:v>67.040000000000006</c:v>
                </c:pt>
                <c:pt idx="4901">
                  <c:v>66.44</c:v>
                </c:pt>
                <c:pt idx="4902">
                  <c:v>66.599999999999994</c:v>
                </c:pt>
                <c:pt idx="4903">
                  <c:v>66.84</c:v>
                </c:pt>
                <c:pt idx="4904">
                  <c:v>66.3</c:v>
                </c:pt>
                <c:pt idx="4905">
                  <c:v>67.27</c:v>
                </c:pt>
                <c:pt idx="4906">
                  <c:v>66.73</c:v>
                </c:pt>
                <c:pt idx="4907">
                  <c:v>66.61</c:v>
                </c:pt>
                <c:pt idx="4908">
                  <c:v>66.55</c:v>
                </c:pt>
                <c:pt idx="4909">
                  <c:v>66.09</c:v>
                </c:pt>
                <c:pt idx="4910">
                  <c:v>65.290000000000006</c:v>
                </c:pt>
                <c:pt idx="4911">
                  <c:v>65.33</c:v>
                </c:pt>
                <c:pt idx="4912">
                  <c:v>64.2</c:v>
                </c:pt>
                <c:pt idx="4913">
                  <c:v>63.89</c:v>
                </c:pt>
                <c:pt idx="4914">
                  <c:v>63.45</c:v>
                </c:pt>
                <c:pt idx="4915">
                  <c:v>63.9</c:v>
                </c:pt>
                <c:pt idx="4916">
                  <c:v>64.290000000000006</c:v>
                </c:pt>
                <c:pt idx="4917">
                  <c:v>63.78</c:v>
                </c:pt>
                <c:pt idx="4918">
                  <c:v>64.97</c:v>
                </c:pt>
                <c:pt idx="4919">
                  <c:v>65.12</c:v>
                </c:pt>
                <c:pt idx="4920">
                  <c:v>65.05</c:v>
                </c:pt>
                <c:pt idx="4921">
                  <c:v>65.260000000000005</c:v>
                </c:pt>
                <c:pt idx="4922">
                  <c:v>64.39</c:v>
                </c:pt>
                <c:pt idx="4923">
                  <c:v>63.08</c:v>
                </c:pt>
                <c:pt idx="4924">
                  <c:v>64.2</c:v>
                </c:pt>
                <c:pt idx="4925">
                  <c:v>65.7</c:v>
                </c:pt>
                <c:pt idx="4926">
                  <c:v>65.010000000000005</c:v>
                </c:pt>
                <c:pt idx="4927">
                  <c:v>65.92</c:v>
                </c:pt>
                <c:pt idx="4928">
                  <c:v>67.17</c:v>
                </c:pt>
                <c:pt idx="4929">
                  <c:v>67.06</c:v>
                </c:pt>
                <c:pt idx="4930">
                  <c:v>66.599999999999994</c:v>
                </c:pt>
                <c:pt idx="4931">
                  <c:v>65.989999999999995</c:v>
                </c:pt>
                <c:pt idx="4932">
                  <c:v>65.77</c:v>
                </c:pt>
                <c:pt idx="4933">
                  <c:v>66.59</c:v>
                </c:pt>
                <c:pt idx="4934">
                  <c:v>67.13</c:v>
                </c:pt>
                <c:pt idx="4935">
                  <c:v>66.849999999999994</c:v>
                </c:pt>
                <c:pt idx="4936">
                  <c:v>66.95</c:v>
                </c:pt>
                <c:pt idx="4937">
                  <c:v>66.3</c:v>
                </c:pt>
                <c:pt idx="4938">
                  <c:v>66.53</c:v>
                </c:pt>
                <c:pt idx="4939">
                  <c:v>67.739999999999995</c:v>
                </c:pt>
                <c:pt idx="4940">
                  <c:v>67.319999999999993</c:v>
                </c:pt>
                <c:pt idx="4941">
                  <c:v>68.33</c:v>
                </c:pt>
                <c:pt idx="4942">
                  <c:v>68.39</c:v>
                </c:pt>
                <c:pt idx="4943">
                  <c:v>68.02</c:v>
                </c:pt>
                <c:pt idx="4944">
                  <c:v>69.48</c:v>
                </c:pt>
                <c:pt idx="4945">
                  <c:v>68.25</c:v>
                </c:pt>
                <c:pt idx="4946">
                  <c:v>68.400000000000006</c:v>
                </c:pt>
                <c:pt idx="4947">
                  <c:v>67.55</c:v>
                </c:pt>
                <c:pt idx="4948">
                  <c:v>68.2</c:v>
                </c:pt>
                <c:pt idx="4949">
                  <c:v>67.81</c:v>
                </c:pt>
                <c:pt idx="4950">
                  <c:v>69.3</c:v>
                </c:pt>
                <c:pt idx="4951">
                  <c:v>69.180000000000007</c:v>
                </c:pt>
                <c:pt idx="4952">
                  <c:v>67.92</c:v>
                </c:pt>
                <c:pt idx="4953">
                  <c:v>68.8</c:v>
                </c:pt>
                <c:pt idx="4954">
                  <c:v>68.11</c:v>
                </c:pt>
                <c:pt idx="4955">
                  <c:v>68.239999999999995</c:v>
                </c:pt>
                <c:pt idx="4956">
                  <c:v>67.48</c:v>
                </c:pt>
                <c:pt idx="4957">
                  <c:v>67.81</c:v>
                </c:pt>
                <c:pt idx="4958">
                  <c:v>66.28</c:v>
                </c:pt>
                <c:pt idx="4959">
                  <c:v>65.97</c:v>
                </c:pt>
                <c:pt idx="4960">
                  <c:v>66.53</c:v>
                </c:pt>
                <c:pt idx="4961">
                  <c:v>66.8</c:v>
                </c:pt>
                <c:pt idx="4962">
                  <c:v>67.39</c:v>
                </c:pt>
                <c:pt idx="4963">
                  <c:v>68.650000000000006</c:v>
                </c:pt>
                <c:pt idx="4964">
                  <c:v>69.77</c:v>
                </c:pt>
                <c:pt idx="4965">
                  <c:v>70.790000000000006</c:v>
                </c:pt>
                <c:pt idx="4966">
                  <c:v>70.55</c:v>
                </c:pt>
                <c:pt idx="4967">
                  <c:v>70.91</c:v>
                </c:pt>
                <c:pt idx="4968">
                  <c:v>69.900000000000006</c:v>
                </c:pt>
                <c:pt idx="4969">
                  <c:v>69.42</c:v>
                </c:pt>
                <c:pt idx="4970">
                  <c:v>70.53</c:v>
                </c:pt>
                <c:pt idx="4971">
                  <c:v>70.239999999999995</c:v>
                </c:pt>
                <c:pt idx="4972">
                  <c:v>71.5</c:v>
                </c:pt>
                <c:pt idx="4973">
                  <c:v>70.02</c:v>
                </c:pt>
                <c:pt idx="4974">
                  <c:v>71.150000000000006</c:v>
                </c:pt>
                <c:pt idx="4975">
                  <c:v>71.22</c:v>
                </c:pt>
                <c:pt idx="4976">
                  <c:v>70.88</c:v>
                </c:pt>
                <c:pt idx="4977">
                  <c:v>70.38</c:v>
                </c:pt>
                <c:pt idx="4978">
                  <c:v>70.849999999999994</c:v>
                </c:pt>
                <c:pt idx="4979">
                  <c:v>70.87</c:v>
                </c:pt>
                <c:pt idx="4980">
                  <c:v>71.09</c:v>
                </c:pt>
                <c:pt idx="4981">
                  <c:v>70.900000000000006</c:v>
                </c:pt>
                <c:pt idx="4982">
                  <c:v>71.510000000000005</c:v>
                </c:pt>
                <c:pt idx="4983">
                  <c:v>70.48</c:v>
                </c:pt>
                <c:pt idx="4984">
                  <c:v>71.209999999999994</c:v>
                </c:pt>
                <c:pt idx="4985">
                  <c:v>71.03</c:v>
                </c:pt>
                <c:pt idx="4986">
                  <c:v>71.14</c:v>
                </c:pt>
                <c:pt idx="4987">
                  <c:v>70.849999999999994</c:v>
                </c:pt>
                <c:pt idx="4988">
                  <c:v>70.08</c:v>
                </c:pt>
                <c:pt idx="4989">
                  <c:v>70.209999999999994</c:v>
                </c:pt>
                <c:pt idx="4990">
                  <c:v>70.05</c:v>
                </c:pt>
                <c:pt idx="4991">
                  <c:v>70.260000000000005</c:v>
                </c:pt>
                <c:pt idx="4992">
                  <c:v>69.459999999999994</c:v>
                </c:pt>
                <c:pt idx="4993">
                  <c:v>70.39</c:v>
                </c:pt>
                <c:pt idx="4994">
                  <c:v>69.87</c:v>
                </c:pt>
                <c:pt idx="4995">
                  <c:v>70.91</c:v>
                </c:pt>
                <c:pt idx="4996">
                  <c:v>71.09</c:v>
                </c:pt>
                <c:pt idx="4997">
                  <c:v>70.88</c:v>
                </c:pt>
                <c:pt idx="4998">
                  <c:v>71.78</c:v>
                </c:pt>
                <c:pt idx="4999">
                  <c:v>71.03</c:v>
                </c:pt>
                <c:pt idx="5000">
                  <c:v>70.959999999999994</c:v>
                </c:pt>
                <c:pt idx="5001">
                  <c:v>70.08</c:v>
                </c:pt>
                <c:pt idx="5002">
                  <c:v>69.98</c:v>
                </c:pt>
                <c:pt idx="5003">
                  <c:v>69.209999999999994</c:v>
                </c:pt>
                <c:pt idx="5004">
                  <c:v>68.680000000000007</c:v>
                </c:pt>
                <c:pt idx="5005">
                  <c:v>68.680000000000007</c:v>
                </c:pt>
                <c:pt idx="5006">
                  <c:v>69.62</c:v>
                </c:pt>
                <c:pt idx="5007">
                  <c:v>69.05</c:v>
                </c:pt>
                <c:pt idx="5008">
                  <c:v>69.13</c:v>
                </c:pt>
                <c:pt idx="5009">
                  <c:v>69.459999999999994</c:v>
                </c:pt>
                <c:pt idx="5010">
                  <c:v>67.64</c:v>
                </c:pt>
                <c:pt idx="5011">
                  <c:v>66.77</c:v>
                </c:pt>
                <c:pt idx="5012">
                  <c:v>66.290000000000006</c:v>
                </c:pt>
                <c:pt idx="5013">
                  <c:v>66.59</c:v>
                </c:pt>
                <c:pt idx="5014">
                  <c:v>67.06</c:v>
                </c:pt>
                <c:pt idx="5015">
                  <c:v>65.959999999999994</c:v>
                </c:pt>
                <c:pt idx="5016">
                  <c:v>66.88</c:v>
                </c:pt>
                <c:pt idx="5017">
                  <c:v>66.92</c:v>
                </c:pt>
                <c:pt idx="5018">
                  <c:v>65.7</c:v>
                </c:pt>
                <c:pt idx="5019">
                  <c:v>65.52</c:v>
                </c:pt>
                <c:pt idx="5020">
                  <c:v>64.7</c:v>
                </c:pt>
                <c:pt idx="5021">
                  <c:v>65.209999999999994</c:v>
                </c:pt>
                <c:pt idx="5022">
                  <c:v>64.31</c:v>
                </c:pt>
                <c:pt idx="5023">
                  <c:v>64.819999999999993</c:v>
                </c:pt>
                <c:pt idx="5024">
                  <c:v>65.16</c:v>
                </c:pt>
                <c:pt idx="5025">
                  <c:v>65.41</c:v>
                </c:pt>
                <c:pt idx="5026">
                  <c:v>64.66</c:v>
                </c:pt>
                <c:pt idx="5027">
                  <c:v>65.709999999999994</c:v>
                </c:pt>
                <c:pt idx="5028">
                  <c:v>66.099999999999994</c:v>
                </c:pt>
                <c:pt idx="5029">
                  <c:v>66.010000000000005</c:v>
                </c:pt>
                <c:pt idx="5030">
                  <c:v>66.010000000000005</c:v>
                </c:pt>
                <c:pt idx="5031">
                  <c:v>65.25</c:v>
                </c:pt>
                <c:pt idx="5032">
                  <c:v>65.38</c:v>
                </c:pt>
                <c:pt idx="5033">
                  <c:v>64.97</c:v>
                </c:pt>
                <c:pt idx="5034">
                  <c:v>65.680000000000007</c:v>
                </c:pt>
                <c:pt idx="5035">
                  <c:v>64.64</c:v>
                </c:pt>
                <c:pt idx="5036">
                  <c:v>64.45</c:v>
                </c:pt>
                <c:pt idx="5037">
                  <c:v>65.989999999999995</c:v>
                </c:pt>
                <c:pt idx="5038">
                  <c:v>65.08</c:v>
                </c:pt>
                <c:pt idx="5039">
                  <c:v>65.41</c:v>
                </c:pt>
                <c:pt idx="5040">
                  <c:v>66.069999999999993</c:v>
                </c:pt>
                <c:pt idx="5041">
                  <c:v>65.650000000000006</c:v>
                </c:pt>
                <c:pt idx="5042">
                  <c:v>65.62</c:v>
                </c:pt>
                <c:pt idx="5043">
                  <c:v>66.569999999999993</c:v>
                </c:pt>
                <c:pt idx="5044">
                  <c:v>67.5</c:v>
                </c:pt>
                <c:pt idx="5045">
                  <c:v>68.06</c:v>
                </c:pt>
                <c:pt idx="5046">
                  <c:v>69.150000000000006</c:v>
                </c:pt>
                <c:pt idx="5047">
                  <c:v>69.2</c:v>
                </c:pt>
                <c:pt idx="5048">
                  <c:v>68.94</c:v>
                </c:pt>
                <c:pt idx="5049">
                  <c:v>70.150000000000006</c:v>
                </c:pt>
                <c:pt idx="5050">
                  <c:v>70.19</c:v>
                </c:pt>
                <c:pt idx="5051">
                  <c:v>70.5</c:v>
                </c:pt>
                <c:pt idx="5052">
                  <c:v>70.62</c:v>
                </c:pt>
                <c:pt idx="5053">
                  <c:v>71.09</c:v>
                </c:pt>
                <c:pt idx="5054">
                  <c:v>71</c:v>
                </c:pt>
                <c:pt idx="5055">
                  <c:v>71.25</c:v>
                </c:pt>
                <c:pt idx="5056">
                  <c:v>72.03</c:v>
                </c:pt>
                <c:pt idx="5057">
                  <c:v>71.650000000000006</c:v>
                </c:pt>
                <c:pt idx="5058">
                  <c:v>69.959999999999994</c:v>
                </c:pt>
                <c:pt idx="5059">
                  <c:v>70.349999999999994</c:v>
                </c:pt>
                <c:pt idx="5060">
                  <c:v>70.91</c:v>
                </c:pt>
                <c:pt idx="5061">
                  <c:v>69.819999999999993</c:v>
                </c:pt>
                <c:pt idx="5062">
                  <c:v>70.33</c:v>
                </c:pt>
                <c:pt idx="5063">
                  <c:v>70.64</c:v>
                </c:pt>
                <c:pt idx="5064">
                  <c:v>71.38</c:v>
                </c:pt>
                <c:pt idx="5065">
                  <c:v>70.67</c:v>
                </c:pt>
                <c:pt idx="5066">
                  <c:v>71.13</c:v>
                </c:pt>
                <c:pt idx="5067">
                  <c:v>71.150000000000006</c:v>
                </c:pt>
                <c:pt idx="5068">
                  <c:v>70.209999999999994</c:v>
                </c:pt>
                <c:pt idx="5069">
                  <c:v>70.92</c:v>
                </c:pt>
                <c:pt idx="5070">
                  <c:v>71.06</c:v>
                </c:pt>
                <c:pt idx="5071">
                  <c:v>70.8</c:v>
                </c:pt>
                <c:pt idx="5072">
                  <c:v>71.010000000000005</c:v>
                </c:pt>
                <c:pt idx="5073">
                  <c:v>70.510000000000005</c:v>
                </c:pt>
                <c:pt idx="5074">
                  <c:v>69.5</c:v>
                </c:pt>
                <c:pt idx="5075">
                  <c:v>68.010000000000005</c:v>
                </c:pt>
                <c:pt idx="5076">
                  <c:v>67.95</c:v>
                </c:pt>
                <c:pt idx="5077">
                  <c:v>66.900000000000006</c:v>
                </c:pt>
                <c:pt idx="5078">
                  <c:v>66.58</c:v>
                </c:pt>
                <c:pt idx="5079">
                  <c:v>67.31</c:v>
                </c:pt>
                <c:pt idx="5080">
                  <c:v>66.52</c:v>
                </c:pt>
                <c:pt idx="5081">
                  <c:v>66.44</c:v>
                </c:pt>
                <c:pt idx="5082">
                  <c:v>67.66</c:v>
                </c:pt>
                <c:pt idx="5083">
                  <c:v>67.62</c:v>
                </c:pt>
                <c:pt idx="5084">
                  <c:v>67.989999999999995</c:v>
                </c:pt>
                <c:pt idx="5085">
                  <c:v>68.88</c:v>
                </c:pt>
                <c:pt idx="5086">
                  <c:v>68</c:v>
                </c:pt>
                <c:pt idx="5087">
                  <c:v>68</c:v>
                </c:pt>
                <c:pt idx="5088">
                  <c:v>67.62</c:v>
                </c:pt>
                <c:pt idx="5089">
                  <c:v>67.69</c:v>
                </c:pt>
                <c:pt idx="5090">
                  <c:v>67.88</c:v>
                </c:pt>
                <c:pt idx="5091">
                  <c:v>66.98</c:v>
                </c:pt>
                <c:pt idx="5092">
                  <c:v>66.459999999999994</c:v>
                </c:pt>
                <c:pt idx="5093">
                  <c:v>64.77</c:v>
                </c:pt>
                <c:pt idx="5094">
                  <c:v>63.54</c:v>
                </c:pt>
                <c:pt idx="5095">
                  <c:v>63.8</c:v>
                </c:pt>
                <c:pt idx="5096">
                  <c:v>63.65</c:v>
                </c:pt>
                <c:pt idx="5097">
                  <c:v>63.43</c:v>
                </c:pt>
                <c:pt idx="5098">
                  <c:v>63.26</c:v>
                </c:pt>
                <c:pt idx="5099">
                  <c:v>62.6</c:v>
                </c:pt>
                <c:pt idx="5100">
                  <c:v>62.06</c:v>
                </c:pt>
                <c:pt idx="5101">
                  <c:v>63.5</c:v>
                </c:pt>
                <c:pt idx="5102">
                  <c:v>63.65</c:v>
                </c:pt>
                <c:pt idx="5103">
                  <c:v>62.02</c:v>
                </c:pt>
                <c:pt idx="5104">
                  <c:v>61.49</c:v>
                </c:pt>
                <c:pt idx="5105">
                  <c:v>62.49</c:v>
                </c:pt>
                <c:pt idx="5106">
                  <c:v>63.25</c:v>
                </c:pt>
                <c:pt idx="5107">
                  <c:v>63.73</c:v>
                </c:pt>
                <c:pt idx="5108">
                  <c:v>63.98</c:v>
                </c:pt>
                <c:pt idx="5109">
                  <c:v>64.98</c:v>
                </c:pt>
                <c:pt idx="5110">
                  <c:v>65.59</c:v>
                </c:pt>
                <c:pt idx="5111">
                  <c:v>66.52</c:v>
                </c:pt>
                <c:pt idx="5112">
                  <c:v>66.06</c:v>
                </c:pt>
                <c:pt idx="5113">
                  <c:v>66.31</c:v>
                </c:pt>
                <c:pt idx="5114">
                  <c:v>65.77</c:v>
                </c:pt>
                <c:pt idx="5115">
                  <c:v>66.53</c:v>
                </c:pt>
                <c:pt idx="5116">
                  <c:v>66.84</c:v>
                </c:pt>
                <c:pt idx="5117">
                  <c:v>64.66</c:v>
                </c:pt>
                <c:pt idx="5118">
                  <c:v>65.099999999999994</c:v>
                </c:pt>
                <c:pt idx="5119">
                  <c:v>65.11</c:v>
                </c:pt>
                <c:pt idx="5120">
                  <c:v>65.53</c:v>
                </c:pt>
                <c:pt idx="5121">
                  <c:v>65.05</c:v>
                </c:pt>
                <c:pt idx="5122">
                  <c:v>65.010000000000005</c:v>
                </c:pt>
                <c:pt idx="5123">
                  <c:v>67.510000000000005</c:v>
                </c:pt>
                <c:pt idx="5124">
                  <c:v>66.930000000000007</c:v>
                </c:pt>
                <c:pt idx="5125">
                  <c:v>67.77</c:v>
                </c:pt>
                <c:pt idx="5126">
                  <c:v>69.05</c:v>
                </c:pt>
                <c:pt idx="5127">
                  <c:v>69.13</c:v>
                </c:pt>
                <c:pt idx="5128">
                  <c:v>69.17</c:v>
                </c:pt>
                <c:pt idx="5129">
                  <c:v>69.150000000000006</c:v>
                </c:pt>
                <c:pt idx="5130">
                  <c:v>69.75</c:v>
                </c:pt>
                <c:pt idx="5131">
                  <c:v>68.89</c:v>
                </c:pt>
                <c:pt idx="5132">
                  <c:v>68.66</c:v>
                </c:pt>
                <c:pt idx="5133">
                  <c:v>70.08</c:v>
                </c:pt>
                <c:pt idx="5134">
                  <c:v>68.7</c:v>
                </c:pt>
                <c:pt idx="5135">
                  <c:v>68.13</c:v>
                </c:pt>
                <c:pt idx="5136">
                  <c:v>68.540000000000006</c:v>
                </c:pt>
                <c:pt idx="5137">
                  <c:v>69.17</c:v>
                </c:pt>
                <c:pt idx="5138">
                  <c:v>69.540000000000006</c:v>
                </c:pt>
                <c:pt idx="5139">
                  <c:v>69.739999999999995</c:v>
                </c:pt>
                <c:pt idx="5140">
                  <c:v>69.900000000000006</c:v>
                </c:pt>
                <c:pt idx="5141">
                  <c:v>67.569999999999993</c:v>
                </c:pt>
                <c:pt idx="5142">
                  <c:v>68.540000000000006</c:v>
                </c:pt>
                <c:pt idx="5143">
                  <c:v>68.400000000000006</c:v>
                </c:pt>
                <c:pt idx="5144">
                  <c:v>66.55</c:v>
                </c:pt>
                <c:pt idx="5145">
                  <c:v>65.709999999999994</c:v>
                </c:pt>
                <c:pt idx="5146">
                  <c:v>65.569999999999993</c:v>
                </c:pt>
                <c:pt idx="5147">
                  <c:v>65.680000000000007</c:v>
                </c:pt>
                <c:pt idx="5148">
                  <c:v>65.28</c:v>
                </c:pt>
                <c:pt idx="5149">
                  <c:v>64.069999999999993</c:v>
                </c:pt>
                <c:pt idx="5150">
                  <c:v>64.48</c:v>
                </c:pt>
                <c:pt idx="5151">
                  <c:v>64.47</c:v>
                </c:pt>
                <c:pt idx="5152">
                  <c:v>63.92</c:v>
                </c:pt>
                <c:pt idx="5153">
                  <c:v>62.85</c:v>
                </c:pt>
                <c:pt idx="5154">
                  <c:v>62.26</c:v>
                </c:pt>
                <c:pt idx="5155">
                  <c:v>63.01</c:v>
                </c:pt>
                <c:pt idx="5156">
                  <c:v>62.47</c:v>
                </c:pt>
                <c:pt idx="5157">
                  <c:v>61.52</c:v>
                </c:pt>
                <c:pt idx="5158">
                  <c:v>61.7</c:v>
                </c:pt>
                <c:pt idx="5159">
                  <c:v>61.52</c:v>
                </c:pt>
                <c:pt idx="5160">
                  <c:v>60.58</c:v>
                </c:pt>
                <c:pt idx="5161">
                  <c:v>60.78</c:v>
                </c:pt>
                <c:pt idx="5162">
                  <c:v>60.75</c:v>
                </c:pt>
                <c:pt idx="5163">
                  <c:v>61.28</c:v>
                </c:pt>
                <c:pt idx="5164">
                  <c:v>62.24</c:v>
                </c:pt>
                <c:pt idx="5165">
                  <c:v>63.02</c:v>
                </c:pt>
                <c:pt idx="5166">
                  <c:v>62.35</c:v>
                </c:pt>
                <c:pt idx="5167">
                  <c:v>62.37</c:v>
                </c:pt>
                <c:pt idx="5168">
                  <c:v>61.73</c:v>
                </c:pt>
                <c:pt idx="5169">
                  <c:v>61.43</c:v>
                </c:pt>
                <c:pt idx="5170">
                  <c:v>60.81</c:v>
                </c:pt>
                <c:pt idx="5171">
                  <c:v>60.99</c:v>
                </c:pt>
                <c:pt idx="5172">
                  <c:v>60.64</c:v>
                </c:pt>
                <c:pt idx="5173">
                  <c:v>61.1</c:v>
                </c:pt>
                <c:pt idx="5174">
                  <c:v>61.99</c:v>
                </c:pt>
                <c:pt idx="5175">
                  <c:v>61.74</c:v>
                </c:pt>
                <c:pt idx="5176">
                  <c:v>61.92</c:v>
                </c:pt>
                <c:pt idx="5177">
                  <c:v>60.48</c:v>
                </c:pt>
                <c:pt idx="5178">
                  <c:v>60.91</c:v>
                </c:pt>
                <c:pt idx="5179">
                  <c:v>61</c:v>
                </c:pt>
                <c:pt idx="5180">
                  <c:v>60.95</c:v>
                </c:pt>
                <c:pt idx="5181">
                  <c:v>61.52</c:v>
                </c:pt>
                <c:pt idx="5182">
                  <c:v>62.27</c:v>
                </c:pt>
                <c:pt idx="5183">
                  <c:v>62.74</c:v>
                </c:pt>
                <c:pt idx="5184">
                  <c:v>62.36</c:v>
                </c:pt>
                <c:pt idx="5185">
                  <c:v>61.94</c:v>
                </c:pt>
                <c:pt idx="5186">
                  <c:v>62.3</c:v>
                </c:pt>
                <c:pt idx="5187">
                  <c:v>62.63</c:v>
                </c:pt>
                <c:pt idx="5188">
                  <c:v>62.67</c:v>
                </c:pt>
                <c:pt idx="5189">
                  <c:v>62.71</c:v>
                </c:pt>
                <c:pt idx="5190">
                  <c:v>62.82</c:v>
                </c:pt>
                <c:pt idx="5191">
                  <c:v>63.21</c:v>
                </c:pt>
                <c:pt idx="5192">
                  <c:v>64.95</c:v>
                </c:pt>
                <c:pt idx="5193">
                  <c:v>64.89</c:v>
                </c:pt>
                <c:pt idx="5194">
                  <c:v>66.19</c:v>
                </c:pt>
                <c:pt idx="5195">
                  <c:v>67.290000000000006</c:v>
                </c:pt>
                <c:pt idx="5196">
                  <c:v>68.11</c:v>
                </c:pt>
                <c:pt idx="5197">
                  <c:v>67.47</c:v>
                </c:pt>
                <c:pt idx="5198">
                  <c:v>66.52</c:v>
                </c:pt>
                <c:pt idx="5199">
                  <c:v>65.489999999999995</c:v>
                </c:pt>
                <c:pt idx="5200">
                  <c:v>64.98</c:v>
                </c:pt>
                <c:pt idx="5201">
                  <c:v>65.19</c:v>
                </c:pt>
                <c:pt idx="5202">
                  <c:v>65.77</c:v>
                </c:pt>
                <c:pt idx="5203">
                  <c:v>64.97</c:v>
                </c:pt>
                <c:pt idx="5204">
                  <c:v>64.89</c:v>
                </c:pt>
                <c:pt idx="5205">
                  <c:v>64.97</c:v>
                </c:pt>
                <c:pt idx="5206">
                  <c:v>65.55</c:v>
                </c:pt>
                <c:pt idx="5207">
                  <c:v>65.19</c:v>
                </c:pt>
                <c:pt idx="5208">
                  <c:v>64.599999999999994</c:v>
                </c:pt>
                <c:pt idx="5209">
                  <c:v>65.11</c:v>
                </c:pt>
                <c:pt idx="5210">
                  <c:v>64.83</c:v>
                </c:pt>
                <c:pt idx="5211">
                  <c:v>65.010000000000005</c:v>
                </c:pt>
                <c:pt idx="5212">
                  <c:v>65.099999999999994</c:v>
                </c:pt>
                <c:pt idx="5213">
                  <c:v>63.88</c:v>
                </c:pt>
                <c:pt idx="5214">
                  <c:v>64.66</c:v>
                </c:pt>
                <c:pt idx="5215">
                  <c:v>64</c:v>
                </c:pt>
                <c:pt idx="5216">
                  <c:v>61.49</c:v>
                </c:pt>
                <c:pt idx="5217">
                  <c:v>61.36</c:v>
                </c:pt>
                <c:pt idx="5218">
                  <c:v>61.1</c:v>
                </c:pt>
                <c:pt idx="5219">
                  <c:v>61</c:v>
                </c:pt>
                <c:pt idx="5220">
                  <c:v>61.88</c:v>
                </c:pt>
                <c:pt idx="5221">
                  <c:v>61.82</c:v>
                </c:pt>
                <c:pt idx="5222">
                  <c:v>61.6</c:v>
                </c:pt>
                <c:pt idx="5223">
                  <c:v>61.13</c:v>
                </c:pt>
                <c:pt idx="5224">
                  <c:v>61.55</c:v>
                </c:pt>
                <c:pt idx="5225">
                  <c:v>62.29</c:v>
                </c:pt>
                <c:pt idx="5226">
                  <c:v>62.38</c:v>
                </c:pt>
                <c:pt idx="5227">
                  <c:v>63.57</c:v>
                </c:pt>
                <c:pt idx="5228">
                  <c:v>63.56</c:v>
                </c:pt>
                <c:pt idx="5229">
                  <c:v>63.5</c:v>
                </c:pt>
                <c:pt idx="5230">
                  <c:v>62.99</c:v>
                </c:pt>
                <c:pt idx="5231">
                  <c:v>64.09</c:v>
                </c:pt>
                <c:pt idx="5232">
                  <c:v>62.5</c:v>
                </c:pt>
                <c:pt idx="5233">
                  <c:v>63.47</c:v>
                </c:pt>
                <c:pt idx="5234">
                  <c:v>63.31</c:v>
                </c:pt>
                <c:pt idx="5235">
                  <c:v>63.01</c:v>
                </c:pt>
                <c:pt idx="5236">
                  <c:v>62.74</c:v>
                </c:pt>
                <c:pt idx="5237">
                  <c:v>61.62</c:v>
                </c:pt>
                <c:pt idx="5238">
                  <c:v>62.15</c:v>
                </c:pt>
                <c:pt idx="5239">
                  <c:v>61.97</c:v>
                </c:pt>
                <c:pt idx="5240">
                  <c:v>62.94</c:v>
                </c:pt>
                <c:pt idx="5241">
                  <c:v>63.6</c:v>
                </c:pt>
                <c:pt idx="5242">
                  <c:v>63.92</c:v>
                </c:pt>
                <c:pt idx="5243">
                  <c:v>62.74</c:v>
                </c:pt>
                <c:pt idx="5244">
                  <c:v>62.45</c:v>
                </c:pt>
                <c:pt idx="5245">
                  <c:v>61.29</c:v>
                </c:pt>
                <c:pt idx="5246">
                  <c:v>60.87</c:v>
                </c:pt>
                <c:pt idx="5247">
                  <c:v>60.42</c:v>
                </c:pt>
                <c:pt idx="5248">
                  <c:v>60.56</c:v>
                </c:pt>
                <c:pt idx="5249">
                  <c:v>59.75</c:v>
                </c:pt>
                <c:pt idx="5250">
                  <c:v>60.34</c:v>
                </c:pt>
                <c:pt idx="5251">
                  <c:v>61.15</c:v>
                </c:pt>
                <c:pt idx="5252">
                  <c:v>61.16</c:v>
                </c:pt>
                <c:pt idx="5253">
                  <c:v>61.03</c:v>
                </c:pt>
                <c:pt idx="5254">
                  <c:v>61.56</c:v>
                </c:pt>
                <c:pt idx="5255">
                  <c:v>62.42</c:v>
                </c:pt>
                <c:pt idx="5256">
                  <c:v>61.83</c:v>
                </c:pt>
                <c:pt idx="5257">
                  <c:v>61.34</c:v>
                </c:pt>
                <c:pt idx="5258">
                  <c:v>62.04</c:v>
                </c:pt>
                <c:pt idx="5259">
                  <c:v>61.62</c:v>
                </c:pt>
                <c:pt idx="5260">
                  <c:v>60.65</c:v>
                </c:pt>
                <c:pt idx="5261">
                  <c:v>59.5</c:v>
                </c:pt>
                <c:pt idx="5262">
                  <c:v>59.88</c:v>
                </c:pt>
                <c:pt idx="5263">
                  <c:v>59.3</c:v>
                </c:pt>
                <c:pt idx="5264">
                  <c:v>58.17</c:v>
                </c:pt>
                <c:pt idx="5265">
                  <c:v>58.26</c:v>
                </c:pt>
                <c:pt idx="5266">
                  <c:v>60.39</c:v>
                </c:pt>
                <c:pt idx="5267">
                  <c:v>59.57</c:v>
                </c:pt>
                <c:pt idx="5268">
                  <c:v>61.78</c:v>
                </c:pt>
                <c:pt idx="5269">
                  <c:v>61.63</c:v>
                </c:pt>
                <c:pt idx="5270">
                  <c:v>61.24</c:v>
                </c:pt>
                <c:pt idx="5271">
                  <c:v>61.65</c:v>
                </c:pt>
                <c:pt idx="5272">
                  <c:v>62.7</c:v>
                </c:pt>
                <c:pt idx="5273">
                  <c:v>62.38</c:v>
                </c:pt>
                <c:pt idx="5274">
                  <c:v>63.06</c:v>
                </c:pt>
                <c:pt idx="5275">
                  <c:v>62.7</c:v>
                </c:pt>
                <c:pt idx="5276">
                  <c:v>62.97</c:v>
                </c:pt>
                <c:pt idx="5277">
                  <c:v>63.85</c:v>
                </c:pt>
                <c:pt idx="5278">
                  <c:v>65.58</c:v>
                </c:pt>
                <c:pt idx="5279">
                  <c:v>65.64</c:v>
                </c:pt>
                <c:pt idx="5280">
                  <c:v>66.150000000000006</c:v>
                </c:pt>
                <c:pt idx="5281">
                  <c:v>65.94</c:v>
                </c:pt>
                <c:pt idx="5282">
                  <c:v>65.069999999999993</c:v>
                </c:pt>
                <c:pt idx="5283">
                  <c:v>65.44</c:v>
                </c:pt>
                <c:pt idx="5284">
                  <c:v>64.790000000000006</c:v>
                </c:pt>
                <c:pt idx="5285">
                  <c:v>66.11</c:v>
                </c:pt>
                <c:pt idx="5286">
                  <c:v>66.45</c:v>
                </c:pt>
                <c:pt idx="5287">
                  <c:v>65.760000000000005</c:v>
                </c:pt>
                <c:pt idx="5288">
                  <c:v>66.28</c:v>
                </c:pt>
                <c:pt idx="5289">
                  <c:v>65.78</c:v>
                </c:pt>
                <c:pt idx="5290">
                  <c:v>64.930000000000007</c:v>
                </c:pt>
                <c:pt idx="5291">
                  <c:v>64.290000000000006</c:v>
                </c:pt>
                <c:pt idx="5292">
                  <c:v>63.47</c:v>
                </c:pt>
                <c:pt idx="5293">
                  <c:v>63.98</c:v>
                </c:pt>
                <c:pt idx="5294">
                  <c:v>64.86</c:v>
                </c:pt>
                <c:pt idx="5295">
                  <c:v>64.25</c:v>
                </c:pt>
                <c:pt idx="5296">
                  <c:v>65.14</c:v>
                </c:pt>
                <c:pt idx="5297">
                  <c:v>66.53</c:v>
                </c:pt>
                <c:pt idx="5298">
                  <c:v>66.45</c:v>
                </c:pt>
                <c:pt idx="5299">
                  <c:v>66.75</c:v>
                </c:pt>
                <c:pt idx="5300">
                  <c:v>64.959999999999994</c:v>
                </c:pt>
                <c:pt idx="5301">
                  <c:v>63.48</c:v>
                </c:pt>
                <c:pt idx="5302">
                  <c:v>63.12</c:v>
                </c:pt>
                <c:pt idx="5303">
                  <c:v>63.25</c:v>
                </c:pt>
                <c:pt idx="5304">
                  <c:v>63.76</c:v>
                </c:pt>
                <c:pt idx="5305">
                  <c:v>63.74</c:v>
                </c:pt>
                <c:pt idx="5306">
                  <c:v>64</c:v>
                </c:pt>
                <c:pt idx="5307">
                  <c:v>64.14</c:v>
                </c:pt>
                <c:pt idx="5308">
                  <c:v>64.47</c:v>
                </c:pt>
                <c:pt idx="5309">
                  <c:v>63.45</c:v>
                </c:pt>
                <c:pt idx="5310">
                  <c:v>64.5</c:v>
                </c:pt>
                <c:pt idx="5311">
                  <c:v>65.849999999999994</c:v>
                </c:pt>
                <c:pt idx="5312">
                  <c:v>66.81</c:v>
                </c:pt>
                <c:pt idx="5313">
                  <c:v>67.28</c:v>
                </c:pt>
                <c:pt idx="5314">
                  <c:v>67.44</c:v>
                </c:pt>
                <c:pt idx="5315">
                  <c:v>66.88</c:v>
                </c:pt>
                <c:pt idx="5316">
                  <c:v>65.28</c:v>
                </c:pt>
                <c:pt idx="5317">
                  <c:v>63.86</c:v>
                </c:pt>
                <c:pt idx="5318">
                  <c:v>63.32</c:v>
                </c:pt>
                <c:pt idx="5319">
                  <c:v>63.25</c:v>
                </c:pt>
                <c:pt idx="5320">
                  <c:v>63.99</c:v>
                </c:pt>
                <c:pt idx="5321">
                  <c:v>63.52</c:v>
                </c:pt>
                <c:pt idx="5322">
                  <c:v>63.03</c:v>
                </c:pt>
                <c:pt idx="5323">
                  <c:v>61.28</c:v>
                </c:pt>
                <c:pt idx="5324">
                  <c:v>60.33</c:v>
                </c:pt>
                <c:pt idx="5325">
                  <c:v>60.67</c:v>
                </c:pt>
                <c:pt idx="5326">
                  <c:v>60.99</c:v>
                </c:pt>
                <c:pt idx="5327">
                  <c:v>61.11</c:v>
                </c:pt>
                <c:pt idx="5328">
                  <c:v>61.2</c:v>
                </c:pt>
                <c:pt idx="5329">
                  <c:v>61.4</c:v>
                </c:pt>
                <c:pt idx="5330">
                  <c:v>62.04</c:v>
                </c:pt>
                <c:pt idx="5331">
                  <c:v>62.15</c:v>
                </c:pt>
                <c:pt idx="5332">
                  <c:v>63.71</c:v>
                </c:pt>
                <c:pt idx="5333">
                  <c:v>64.209999999999994</c:v>
                </c:pt>
                <c:pt idx="5334">
                  <c:v>64.61</c:v>
                </c:pt>
                <c:pt idx="5335">
                  <c:v>64.760000000000005</c:v>
                </c:pt>
                <c:pt idx="5336">
                  <c:v>65.39</c:v>
                </c:pt>
                <c:pt idx="5337">
                  <c:v>65.099999999999994</c:v>
                </c:pt>
                <c:pt idx="5338">
                  <c:v>65.72</c:v>
                </c:pt>
                <c:pt idx="5339">
                  <c:v>66.12</c:v>
                </c:pt>
                <c:pt idx="5340">
                  <c:v>66.67</c:v>
                </c:pt>
                <c:pt idx="5341">
                  <c:v>67.05</c:v>
                </c:pt>
                <c:pt idx="5342">
                  <c:v>66.010000000000005</c:v>
                </c:pt>
                <c:pt idx="5343">
                  <c:v>64.900000000000006</c:v>
                </c:pt>
                <c:pt idx="5344">
                  <c:v>65.08</c:v>
                </c:pt>
                <c:pt idx="5345">
                  <c:v>65.97</c:v>
                </c:pt>
                <c:pt idx="5346">
                  <c:v>64.45</c:v>
                </c:pt>
                <c:pt idx="5347">
                  <c:v>63.25</c:v>
                </c:pt>
                <c:pt idx="5348">
                  <c:v>62.71</c:v>
                </c:pt>
                <c:pt idx="5349">
                  <c:v>62.74</c:v>
                </c:pt>
                <c:pt idx="5350">
                  <c:v>62.71</c:v>
                </c:pt>
                <c:pt idx="5351">
                  <c:v>63.34</c:v>
                </c:pt>
                <c:pt idx="5352">
                  <c:v>63.49</c:v>
                </c:pt>
                <c:pt idx="5353">
                  <c:v>61.88</c:v>
                </c:pt>
                <c:pt idx="5354">
                  <c:v>61.01</c:v>
                </c:pt>
                <c:pt idx="5355">
                  <c:v>60.63</c:v>
                </c:pt>
                <c:pt idx="5356">
                  <c:v>60.36</c:v>
                </c:pt>
                <c:pt idx="5357">
                  <c:v>59.4</c:v>
                </c:pt>
                <c:pt idx="5358">
                  <c:v>59.75</c:v>
                </c:pt>
                <c:pt idx="5359">
                  <c:v>58.88</c:v>
                </c:pt>
                <c:pt idx="5360">
                  <c:v>59.41</c:v>
                </c:pt>
                <c:pt idx="5361">
                  <c:v>59.11</c:v>
                </c:pt>
                <c:pt idx="5362">
                  <c:v>59.33</c:v>
                </c:pt>
                <c:pt idx="5363">
                  <c:v>59.5</c:v>
                </c:pt>
                <c:pt idx="5364">
                  <c:v>58.38</c:v>
                </c:pt>
                <c:pt idx="5365">
                  <c:v>58.58</c:v>
                </c:pt>
                <c:pt idx="5366">
                  <c:v>59.82</c:v>
                </c:pt>
                <c:pt idx="5367">
                  <c:v>59.49</c:v>
                </c:pt>
                <c:pt idx="5368">
                  <c:v>59.36</c:v>
                </c:pt>
                <c:pt idx="5369">
                  <c:v>59.11</c:v>
                </c:pt>
                <c:pt idx="5370">
                  <c:v>58.9</c:v>
                </c:pt>
                <c:pt idx="5371">
                  <c:v>58.3</c:v>
                </c:pt>
                <c:pt idx="5372">
                  <c:v>58.63</c:v>
                </c:pt>
                <c:pt idx="5373">
                  <c:v>57.82</c:v>
                </c:pt>
                <c:pt idx="5374">
                  <c:v>57.02</c:v>
                </c:pt>
                <c:pt idx="5375">
                  <c:v>56.69</c:v>
                </c:pt>
                <c:pt idx="5376">
                  <c:v>56.44</c:v>
                </c:pt>
                <c:pt idx="5377">
                  <c:v>57.25</c:v>
                </c:pt>
                <c:pt idx="5378">
                  <c:v>58.59</c:v>
                </c:pt>
                <c:pt idx="5379">
                  <c:v>58.77</c:v>
                </c:pt>
                <c:pt idx="5380">
                  <c:v>59.48</c:v>
                </c:pt>
                <c:pt idx="5381">
                  <c:v>59.29</c:v>
                </c:pt>
                <c:pt idx="5382">
                  <c:v>59.53</c:v>
                </c:pt>
                <c:pt idx="5383">
                  <c:v>59.04</c:v>
                </c:pt>
                <c:pt idx="5384">
                  <c:v>58.35</c:v>
                </c:pt>
                <c:pt idx="5385">
                  <c:v>58.89</c:v>
                </c:pt>
                <c:pt idx="5386">
                  <c:v>58.25</c:v>
                </c:pt>
                <c:pt idx="5387">
                  <c:v>58.33</c:v>
                </c:pt>
                <c:pt idx="5388">
                  <c:v>58.48</c:v>
                </c:pt>
                <c:pt idx="5389">
                  <c:v>59.94</c:v>
                </c:pt>
                <c:pt idx="5390">
                  <c:v>60.37</c:v>
                </c:pt>
                <c:pt idx="5391">
                  <c:v>59.75</c:v>
                </c:pt>
                <c:pt idx="5392">
                  <c:v>59.54</c:v>
                </c:pt>
                <c:pt idx="5393">
                  <c:v>58.8</c:v>
                </c:pt>
                <c:pt idx="5394">
                  <c:v>60.13</c:v>
                </c:pt>
                <c:pt idx="5395">
                  <c:v>59.32</c:v>
                </c:pt>
                <c:pt idx="5396">
                  <c:v>58.96</c:v>
                </c:pt>
                <c:pt idx="5397">
                  <c:v>59.77</c:v>
                </c:pt>
                <c:pt idx="5398">
                  <c:v>60.09</c:v>
                </c:pt>
                <c:pt idx="5399">
                  <c:v>60.72</c:v>
                </c:pt>
                <c:pt idx="5400">
                  <c:v>61.4</c:v>
                </c:pt>
                <c:pt idx="5401">
                  <c:v>61.04</c:v>
                </c:pt>
                <c:pt idx="5402">
                  <c:v>61.47</c:v>
                </c:pt>
                <c:pt idx="5403">
                  <c:v>60.74</c:v>
                </c:pt>
                <c:pt idx="5404">
                  <c:v>60.35</c:v>
                </c:pt>
                <c:pt idx="5405">
                  <c:v>59.76</c:v>
                </c:pt>
                <c:pt idx="5406">
                  <c:v>60.06</c:v>
                </c:pt>
                <c:pt idx="5407">
                  <c:v>60.04</c:v>
                </c:pt>
                <c:pt idx="5408">
                  <c:v>60.09</c:v>
                </c:pt>
                <c:pt idx="5409">
                  <c:v>59.27</c:v>
                </c:pt>
                <c:pt idx="5410">
                  <c:v>59.32</c:v>
                </c:pt>
                <c:pt idx="5411">
                  <c:v>59.68</c:v>
                </c:pt>
                <c:pt idx="5412">
                  <c:v>60.02</c:v>
                </c:pt>
                <c:pt idx="5413">
                  <c:v>60.91</c:v>
                </c:pt>
                <c:pt idx="5414">
                  <c:v>61.91</c:v>
                </c:pt>
                <c:pt idx="5415">
                  <c:v>62.54</c:v>
                </c:pt>
                <c:pt idx="5416">
                  <c:v>62.19</c:v>
                </c:pt>
                <c:pt idx="5417">
                  <c:v>62.42</c:v>
                </c:pt>
                <c:pt idx="5418">
                  <c:v>62.45</c:v>
                </c:pt>
                <c:pt idx="5419">
                  <c:v>63.15</c:v>
                </c:pt>
                <c:pt idx="5420">
                  <c:v>63.14</c:v>
                </c:pt>
                <c:pt idx="5421">
                  <c:v>63.11</c:v>
                </c:pt>
                <c:pt idx="5422">
                  <c:v>63.16</c:v>
                </c:pt>
                <c:pt idx="5423">
                  <c:v>64.59</c:v>
                </c:pt>
                <c:pt idx="5424">
                  <c:v>64.290000000000006</c:v>
                </c:pt>
                <c:pt idx="5425">
                  <c:v>64.94</c:v>
                </c:pt>
                <c:pt idx="5426">
                  <c:v>63.81</c:v>
                </c:pt>
                <c:pt idx="5427">
                  <c:v>63.33</c:v>
                </c:pt>
                <c:pt idx="5428">
                  <c:v>63.15</c:v>
                </c:pt>
                <c:pt idx="5429">
                  <c:v>63.09</c:v>
                </c:pt>
                <c:pt idx="5430">
                  <c:v>62.85</c:v>
                </c:pt>
                <c:pt idx="5431">
                  <c:v>61.97</c:v>
                </c:pt>
                <c:pt idx="5432">
                  <c:v>62.07</c:v>
                </c:pt>
                <c:pt idx="5433">
                  <c:v>62.08</c:v>
                </c:pt>
                <c:pt idx="5434">
                  <c:v>61.68</c:v>
                </c:pt>
                <c:pt idx="5435">
                  <c:v>60.84</c:v>
                </c:pt>
                <c:pt idx="5436">
                  <c:v>60.74</c:v>
                </c:pt>
                <c:pt idx="5437">
                  <c:v>59.99</c:v>
                </c:pt>
                <c:pt idx="5438">
                  <c:v>59.04</c:v>
                </c:pt>
                <c:pt idx="5439">
                  <c:v>58.85</c:v>
                </c:pt>
                <c:pt idx="5440">
                  <c:v>58.56</c:v>
                </c:pt>
                <c:pt idx="5441">
                  <c:v>58.07</c:v>
                </c:pt>
                <c:pt idx="5442">
                  <c:v>58.58</c:v>
                </c:pt>
                <c:pt idx="5443">
                  <c:v>58.69</c:v>
                </c:pt>
                <c:pt idx="5444">
                  <c:v>59.39</c:v>
                </c:pt>
                <c:pt idx="5445">
                  <c:v>59.51</c:v>
                </c:pt>
                <c:pt idx="5446">
                  <c:v>59.91</c:v>
                </c:pt>
                <c:pt idx="5447">
                  <c:v>59.96</c:v>
                </c:pt>
                <c:pt idx="5448">
                  <c:v>58.47</c:v>
                </c:pt>
                <c:pt idx="5449">
                  <c:v>57.85</c:v>
                </c:pt>
                <c:pt idx="5450">
                  <c:v>57.94</c:v>
                </c:pt>
                <c:pt idx="5451">
                  <c:v>58.2</c:v>
                </c:pt>
                <c:pt idx="5452">
                  <c:v>57.25</c:v>
                </c:pt>
                <c:pt idx="5453">
                  <c:v>57.35</c:v>
                </c:pt>
                <c:pt idx="5454">
                  <c:v>56.74</c:v>
                </c:pt>
                <c:pt idx="5455">
                  <c:v>55.57</c:v>
                </c:pt>
                <c:pt idx="5456">
                  <c:v>55.77</c:v>
                </c:pt>
                <c:pt idx="5457">
                  <c:v>55.95</c:v>
                </c:pt>
                <c:pt idx="5458">
                  <c:v>55.9</c:v>
                </c:pt>
                <c:pt idx="5459">
                  <c:v>56.13</c:v>
                </c:pt>
                <c:pt idx="5460">
                  <c:v>56.08</c:v>
                </c:pt>
                <c:pt idx="5461">
                  <c:v>55.68</c:v>
                </c:pt>
                <c:pt idx="5462">
                  <c:v>55.77</c:v>
                </c:pt>
                <c:pt idx="5463">
                  <c:v>55.72</c:v>
                </c:pt>
                <c:pt idx="5464">
                  <c:v>55.93</c:v>
                </c:pt>
                <c:pt idx="5465">
                  <c:v>55.76</c:v>
                </c:pt>
                <c:pt idx="5466">
                  <c:v>55.75</c:v>
                </c:pt>
                <c:pt idx="5467">
                  <c:v>56.46</c:v>
                </c:pt>
                <c:pt idx="5468">
                  <c:v>57.38</c:v>
                </c:pt>
                <c:pt idx="5469">
                  <c:v>57.39</c:v>
                </c:pt>
                <c:pt idx="5470">
                  <c:v>57.39</c:v>
                </c:pt>
                <c:pt idx="5471">
                  <c:v>57.27</c:v>
                </c:pt>
                <c:pt idx="5472">
                  <c:v>56.97</c:v>
                </c:pt>
                <c:pt idx="5473">
                  <c:v>56.95</c:v>
                </c:pt>
                <c:pt idx="5474">
                  <c:v>56.28</c:v>
                </c:pt>
                <c:pt idx="5475">
                  <c:v>56.21</c:v>
                </c:pt>
                <c:pt idx="5476">
                  <c:v>56.24</c:v>
                </c:pt>
                <c:pt idx="5477">
                  <c:v>55.63</c:v>
                </c:pt>
                <c:pt idx="5478">
                  <c:v>55.92</c:v>
                </c:pt>
                <c:pt idx="5479">
                  <c:v>56.9</c:v>
                </c:pt>
                <c:pt idx="5480">
                  <c:v>56.73</c:v>
                </c:pt>
                <c:pt idx="5481">
                  <c:v>56.81</c:v>
                </c:pt>
                <c:pt idx="5482">
                  <c:v>55.77</c:v>
                </c:pt>
                <c:pt idx="5483">
                  <c:v>56.54</c:v>
                </c:pt>
                <c:pt idx="5484">
                  <c:v>56.52</c:v>
                </c:pt>
                <c:pt idx="5485">
                  <c:v>56.57</c:v>
                </c:pt>
                <c:pt idx="5486">
                  <c:v>57.15</c:v>
                </c:pt>
                <c:pt idx="5487">
                  <c:v>57.25</c:v>
                </c:pt>
                <c:pt idx="5488">
                  <c:v>56.66</c:v>
                </c:pt>
                <c:pt idx="5489">
                  <c:v>57.26</c:v>
                </c:pt>
                <c:pt idx="5490">
                  <c:v>57.26</c:v>
                </c:pt>
                <c:pt idx="5491">
                  <c:v>57.44</c:v>
                </c:pt>
                <c:pt idx="5492">
                  <c:v>57.7</c:v>
                </c:pt>
                <c:pt idx="5493">
                  <c:v>56.29</c:v>
                </c:pt>
                <c:pt idx="5494">
                  <c:v>56.03</c:v>
                </c:pt>
                <c:pt idx="5495">
                  <c:v>56.13</c:v>
                </c:pt>
                <c:pt idx="5496">
                  <c:v>56.12</c:v>
                </c:pt>
                <c:pt idx="5497">
                  <c:v>55.78</c:v>
                </c:pt>
                <c:pt idx="5498">
                  <c:v>55.97</c:v>
                </c:pt>
                <c:pt idx="5499">
                  <c:v>55.2</c:v>
                </c:pt>
                <c:pt idx="5500">
                  <c:v>55.63</c:v>
                </c:pt>
                <c:pt idx="5501">
                  <c:v>56.32</c:v>
                </c:pt>
                <c:pt idx="5502">
                  <c:v>56.01</c:v>
                </c:pt>
                <c:pt idx="5503">
                  <c:v>55.7</c:v>
                </c:pt>
                <c:pt idx="5504">
                  <c:v>55.29</c:v>
                </c:pt>
                <c:pt idx="5505">
                  <c:v>55.26</c:v>
                </c:pt>
                <c:pt idx="5506">
                  <c:v>55.34</c:v>
                </c:pt>
                <c:pt idx="5507">
                  <c:v>55.33</c:v>
                </c:pt>
                <c:pt idx="5508">
                  <c:v>54.85</c:v>
                </c:pt>
                <c:pt idx="5509">
                  <c:v>53.71</c:v>
                </c:pt>
                <c:pt idx="5510">
                  <c:v>53.97</c:v>
                </c:pt>
                <c:pt idx="5511">
                  <c:v>54.24</c:v>
                </c:pt>
                <c:pt idx="5512">
                  <c:v>54.11</c:v>
                </c:pt>
                <c:pt idx="5513">
                  <c:v>53.83</c:v>
                </c:pt>
                <c:pt idx="5514">
                  <c:v>53.15</c:v>
                </c:pt>
                <c:pt idx="5515">
                  <c:v>53.04</c:v>
                </c:pt>
                <c:pt idx="5516">
                  <c:v>53.35</c:v>
                </c:pt>
                <c:pt idx="5517">
                  <c:v>53.47</c:v>
                </c:pt>
                <c:pt idx="5518">
                  <c:v>53.07</c:v>
                </c:pt>
                <c:pt idx="5519">
                  <c:v>52.8</c:v>
                </c:pt>
                <c:pt idx="5520">
                  <c:v>52.6</c:v>
                </c:pt>
                <c:pt idx="5521">
                  <c:v>52.99</c:v>
                </c:pt>
                <c:pt idx="5522">
                  <c:v>52.58</c:v>
                </c:pt>
                <c:pt idx="5523">
                  <c:v>52.12</c:v>
                </c:pt>
                <c:pt idx="5524">
                  <c:v>52.29</c:v>
                </c:pt>
                <c:pt idx="5525">
                  <c:v>53.11</c:v>
                </c:pt>
                <c:pt idx="5526">
                  <c:v>52.92</c:v>
                </c:pt>
                <c:pt idx="5527">
                  <c:v>52.62</c:v>
                </c:pt>
                <c:pt idx="5528">
                  <c:v>52.74</c:v>
                </c:pt>
                <c:pt idx="5529">
                  <c:v>52.33</c:v>
                </c:pt>
                <c:pt idx="5530">
                  <c:v>51.72</c:v>
                </c:pt>
                <c:pt idx="5531">
                  <c:v>52.38</c:v>
                </c:pt>
                <c:pt idx="5532">
                  <c:v>51.6</c:v>
                </c:pt>
                <c:pt idx="5533">
                  <c:v>51.26</c:v>
                </c:pt>
                <c:pt idx="5534">
                  <c:v>51.3</c:v>
                </c:pt>
                <c:pt idx="5535">
                  <c:v>51.26</c:v>
                </c:pt>
                <c:pt idx="5536">
                  <c:v>50.51</c:v>
                </c:pt>
                <c:pt idx="5537">
                  <c:v>50.72</c:v>
                </c:pt>
                <c:pt idx="5538">
                  <c:v>51.93</c:v>
                </c:pt>
                <c:pt idx="5539">
                  <c:v>53.73</c:v>
                </c:pt>
                <c:pt idx="5540">
                  <c:v>52.12</c:v>
                </c:pt>
                <c:pt idx="5541">
                  <c:v>52.16</c:v>
                </c:pt>
                <c:pt idx="5542">
                  <c:v>51.54</c:v>
                </c:pt>
                <c:pt idx="5543">
                  <c:v>51.68</c:v>
                </c:pt>
                <c:pt idx="5544">
                  <c:v>51.68</c:v>
                </c:pt>
                <c:pt idx="5545">
                  <c:v>51.75</c:v>
                </c:pt>
                <c:pt idx="5546">
                  <c:v>51.68</c:v>
                </c:pt>
                <c:pt idx="5547">
                  <c:v>51.8</c:v>
                </c:pt>
                <c:pt idx="5548">
                  <c:v>51.52</c:v>
                </c:pt>
                <c:pt idx="5549">
                  <c:v>51.62</c:v>
                </c:pt>
                <c:pt idx="5550">
                  <c:v>51.52</c:v>
                </c:pt>
                <c:pt idx="5551">
                  <c:v>51.73</c:v>
                </c:pt>
                <c:pt idx="5552">
                  <c:v>51.19</c:v>
                </c:pt>
                <c:pt idx="5553">
                  <c:v>50.69</c:v>
                </c:pt>
                <c:pt idx="5554">
                  <c:v>50.18</c:v>
                </c:pt>
                <c:pt idx="5555">
                  <c:v>50.45</c:v>
                </c:pt>
                <c:pt idx="5556">
                  <c:v>50.25</c:v>
                </c:pt>
                <c:pt idx="5557">
                  <c:v>49.88</c:v>
                </c:pt>
                <c:pt idx="5558">
                  <c:v>49.68</c:v>
                </c:pt>
                <c:pt idx="5559">
                  <c:v>50.24</c:v>
                </c:pt>
                <c:pt idx="5560">
                  <c:v>50.66</c:v>
                </c:pt>
                <c:pt idx="5561">
                  <c:v>50.08</c:v>
                </c:pt>
                <c:pt idx="5562">
                  <c:v>50.34</c:v>
                </c:pt>
                <c:pt idx="5563">
                  <c:v>49.86</c:v>
                </c:pt>
                <c:pt idx="5564">
                  <c:v>50.61</c:v>
                </c:pt>
                <c:pt idx="5565">
                  <c:v>49.5</c:v>
                </c:pt>
                <c:pt idx="5566">
                  <c:v>49.21</c:v>
                </c:pt>
                <c:pt idx="5567">
                  <c:v>49.3</c:v>
                </c:pt>
                <c:pt idx="5568">
                  <c:v>49.66</c:v>
                </c:pt>
                <c:pt idx="5569">
                  <c:v>49.4</c:v>
                </c:pt>
                <c:pt idx="5570">
                  <c:v>49</c:v>
                </c:pt>
                <c:pt idx="5571">
                  <c:v>49.77</c:v>
                </c:pt>
                <c:pt idx="5572">
                  <c:v>50.07</c:v>
                </c:pt>
                <c:pt idx="5573">
                  <c:v>50.75</c:v>
                </c:pt>
                <c:pt idx="5574">
                  <c:v>50.11</c:v>
                </c:pt>
                <c:pt idx="5575">
                  <c:v>50.3</c:v>
                </c:pt>
                <c:pt idx="5576">
                  <c:v>50.99</c:v>
                </c:pt>
                <c:pt idx="5577">
                  <c:v>50.14</c:v>
                </c:pt>
                <c:pt idx="5578">
                  <c:v>49.98</c:v>
                </c:pt>
                <c:pt idx="5579">
                  <c:v>49.85</c:v>
                </c:pt>
                <c:pt idx="5580">
                  <c:v>50.24</c:v>
                </c:pt>
                <c:pt idx="5581">
                  <c:v>51.02</c:v>
                </c:pt>
                <c:pt idx="5582">
                  <c:v>51.13</c:v>
                </c:pt>
                <c:pt idx="5583">
                  <c:v>51.96</c:v>
                </c:pt>
                <c:pt idx="5584">
                  <c:v>52.28</c:v>
                </c:pt>
                <c:pt idx="5585">
                  <c:v>52.89</c:v>
                </c:pt>
                <c:pt idx="5586">
                  <c:v>52.2</c:v>
                </c:pt>
                <c:pt idx="5587">
                  <c:v>52.25</c:v>
                </c:pt>
                <c:pt idx="5588">
                  <c:v>51.78</c:v>
                </c:pt>
                <c:pt idx="5589">
                  <c:v>52.33</c:v>
                </c:pt>
                <c:pt idx="5590">
                  <c:v>52.65</c:v>
                </c:pt>
                <c:pt idx="5591">
                  <c:v>52.2</c:v>
                </c:pt>
                <c:pt idx="5592">
                  <c:v>52.13</c:v>
                </c:pt>
                <c:pt idx="5593">
                  <c:v>51.61</c:v>
                </c:pt>
                <c:pt idx="5594">
                  <c:v>51.72</c:v>
                </c:pt>
                <c:pt idx="5595">
                  <c:v>51.61</c:v>
                </c:pt>
                <c:pt idx="5596">
                  <c:v>51.67</c:v>
                </c:pt>
                <c:pt idx="5597">
                  <c:v>51.73</c:v>
                </c:pt>
                <c:pt idx="5598">
                  <c:v>52.26</c:v>
                </c:pt>
                <c:pt idx="5599">
                  <c:v>52.28</c:v>
                </c:pt>
                <c:pt idx="5600">
                  <c:v>52.63</c:v>
                </c:pt>
                <c:pt idx="5601">
                  <c:v>52.22</c:v>
                </c:pt>
                <c:pt idx="5602">
                  <c:v>52.01</c:v>
                </c:pt>
                <c:pt idx="5603">
                  <c:v>52.31</c:v>
                </c:pt>
                <c:pt idx="5604">
                  <c:v>52.65</c:v>
                </c:pt>
                <c:pt idx="5605">
                  <c:v>52.13</c:v>
                </c:pt>
                <c:pt idx="5606">
                  <c:v>51.33</c:v>
                </c:pt>
                <c:pt idx="5607">
                  <c:v>50.42</c:v>
                </c:pt>
                <c:pt idx="5608">
                  <c:v>49.96</c:v>
                </c:pt>
                <c:pt idx="5609">
                  <c:v>50.81</c:v>
                </c:pt>
                <c:pt idx="5610">
                  <c:v>50.16</c:v>
                </c:pt>
                <c:pt idx="5611">
                  <c:v>50.56</c:v>
                </c:pt>
                <c:pt idx="5612">
                  <c:v>51.18</c:v>
                </c:pt>
                <c:pt idx="5613">
                  <c:v>50.35</c:v>
                </c:pt>
                <c:pt idx="5614">
                  <c:v>50.35</c:v>
                </c:pt>
                <c:pt idx="5615">
                  <c:v>50.46</c:v>
                </c:pt>
                <c:pt idx="5616">
                  <c:v>50.36</c:v>
                </c:pt>
                <c:pt idx="5617">
                  <c:v>50.09</c:v>
                </c:pt>
                <c:pt idx="5618">
                  <c:v>50.61</c:v>
                </c:pt>
                <c:pt idx="5619">
                  <c:v>49.95</c:v>
                </c:pt>
                <c:pt idx="5620">
                  <c:v>50.08</c:v>
                </c:pt>
                <c:pt idx="5621">
                  <c:v>49.1</c:v>
                </c:pt>
                <c:pt idx="5622">
                  <c:v>48.34</c:v>
                </c:pt>
                <c:pt idx="5623">
                  <c:v>48.35</c:v>
                </c:pt>
                <c:pt idx="5624">
                  <c:v>48.64</c:v>
                </c:pt>
                <c:pt idx="5625">
                  <c:v>48.16</c:v>
                </c:pt>
                <c:pt idx="5626">
                  <c:v>48.47</c:v>
                </c:pt>
                <c:pt idx="5627">
                  <c:v>49.01</c:v>
                </c:pt>
                <c:pt idx="5628">
                  <c:v>48.53</c:v>
                </c:pt>
                <c:pt idx="5629">
                  <c:v>49.16</c:v>
                </c:pt>
                <c:pt idx="5630">
                  <c:v>49</c:v>
                </c:pt>
                <c:pt idx="5631">
                  <c:v>48.16</c:v>
                </c:pt>
                <c:pt idx="5632">
                  <c:v>49.32</c:v>
                </c:pt>
                <c:pt idx="5633">
                  <c:v>50.31</c:v>
                </c:pt>
                <c:pt idx="5634">
                  <c:v>50.95</c:v>
                </c:pt>
                <c:pt idx="5635">
                  <c:v>49.9</c:v>
                </c:pt>
                <c:pt idx="5636">
                  <c:v>49.28</c:v>
                </c:pt>
                <c:pt idx="5637">
                  <c:v>48.66</c:v>
                </c:pt>
                <c:pt idx="5638">
                  <c:v>48.59</c:v>
                </c:pt>
                <c:pt idx="5639">
                  <c:v>47.73</c:v>
                </c:pt>
                <c:pt idx="5640">
                  <c:v>48.58</c:v>
                </c:pt>
                <c:pt idx="5641">
                  <c:v>48.45</c:v>
                </c:pt>
                <c:pt idx="5642">
                  <c:v>49.46</c:v>
                </c:pt>
                <c:pt idx="5643">
                  <c:v>49.68</c:v>
                </c:pt>
                <c:pt idx="5644">
                  <c:v>49.25</c:v>
                </c:pt>
                <c:pt idx="5645">
                  <c:v>49.14</c:v>
                </c:pt>
                <c:pt idx="5646">
                  <c:v>50.1</c:v>
                </c:pt>
                <c:pt idx="5647">
                  <c:v>50</c:v>
                </c:pt>
                <c:pt idx="5648">
                  <c:v>49.55</c:v>
                </c:pt>
                <c:pt idx="5649">
                  <c:v>48.73</c:v>
                </c:pt>
                <c:pt idx="5650">
                  <c:v>48.5</c:v>
                </c:pt>
                <c:pt idx="5651">
                  <c:v>49.07</c:v>
                </c:pt>
                <c:pt idx="5652">
                  <c:v>48.64</c:v>
                </c:pt>
                <c:pt idx="5653">
                  <c:v>48.8</c:v>
                </c:pt>
                <c:pt idx="5654">
                  <c:v>48.58</c:v>
                </c:pt>
                <c:pt idx="5655">
                  <c:v>48.13</c:v>
                </c:pt>
                <c:pt idx="5656">
                  <c:v>48.16</c:v>
                </c:pt>
                <c:pt idx="5657">
                  <c:v>47.8</c:v>
                </c:pt>
                <c:pt idx="5658">
                  <c:v>47.58</c:v>
                </c:pt>
                <c:pt idx="5659">
                  <c:v>47.7</c:v>
                </c:pt>
                <c:pt idx="5660">
                  <c:v>47.14</c:v>
                </c:pt>
                <c:pt idx="5661">
                  <c:v>46.53</c:v>
                </c:pt>
                <c:pt idx="5662">
                  <c:v>46.13</c:v>
                </c:pt>
                <c:pt idx="5663">
                  <c:v>46.1</c:v>
                </c:pt>
                <c:pt idx="5664">
                  <c:v>46.36</c:v>
                </c:pt>
                <c:pt idx="5665">
                  <c:v>46.51</c:v>
                </c:pt>
                <c:pt idx="5666">
                  <c:v>47.05</c:v>
                </c:pt>
                <c:pt idx="5667">
                  <c:v>47.71</c:v>
                </c:pt>
                <c:pt idx="5668">
                  <c:v>48.31</c:v>
                </c:pt>
                <c:pt idx="5669">
                  <c:v>47.88</c:v>
                </c:pt>
                <c:pt idx="5670">
                  <c:v>48.01</c:v>
                </c:pt>
                <c:pt idx="5671">
                  <c:v>48.9</c:v>
                </c:pt>
                <c:pt idx="5672">
                  <c:v>48.62</c:v>
                </c:pt>
                <c:pt idx="5673">
                  <c:v>49.77</c:v>
                </c:pt>
                <c:pt idx="5674">
                  <c:v>50.01</c:v>
                </c:pt>
                <c:pt idx="5675">
                  <c:v>50.44</c:v>
                </c:pt>
                <c:pt idx="5676">
                  <c:v>50.23</c:v>
                </c:pt>
                <c:pt idx="5677">
                  <c:v>50.2</c:v>
                </c:pt>
                <c:pt idx="5678">
                  <c:v>50.65</c:v>
                </c:pt>
                <c:pt idx="5679">
                  <c:v>49.64</c:v>
                </c:pt>
                <c:pt idx="5680">
                  <c:v>50.61</c:v>
                </c:pt>
                <c:pt idx="5681">
                  <c:v>49.59</c:v>
                </c:pt>
                <c:pt idx="5682">
                  <c:v>49.28</c:v>
                </c:pt>
                <c:pt idx="5683">
                  <c:v>48.8</c:v>
                </c:pt>
                <c:pt idx="5684">
                  <c:v>48.73</c:v>
                </c:pt>
                <c:pt idx="5685">
                  <c:v>48.92</c:v>
                </c:pt>
                <c:pt idx="5686">
                  <c:v>48.4</c:v>
                </c:pt>
                <c:pt idx="5687">
                  <c:v>48.5</c:v>
                </c:pt>
                <c:pt idx="5688">
                  <c:v>47.76</c:v>
                </c:pt>
                <c:pt idx="5689">
                  <c:v>48.47</c:v>
                </c:pt>
                <c:pt idx="5690">
                  <c:v>47.72</c:v>
                </c:pt>
                <c:pt idx="5691">
                  <c:v>47.88</c:v>
                </c:pt>
                <c:pt idx="5692">
                  <c:v>48.15</c:v>
                </c:pt>
                <c:pt idx="5693">
                  <c:v>47.88</c:v>
                </c:pt>
                <c:pt idx="5694">
                  <c:v>47.53</c:v>
                </c:pt>
                <c:pt idx="5695">
                  <c:v>46.57</c:v>
                </c:pt>
                <c:pt idx="5696">
                  <c:v>47.06</c:v>
                </c:pt>
                <c:pt idx="5697">
                  <c:v>47.55</c:v>
                </c:pt>
                <c:pt idx="5698">
                  <c:v>47.93</c:v>
                </c:pt>
                <c:pt idx="5699">
                  <c:v>47.46</c:v>
                </c:pt>
                <c:pt idx="5700">
                  <c:v>47.4</c:v>
                </c:pt>
                <c:pt idx="5701">
                  <c:v>47.8</c:v>
                </c:pt>
                <c:pt idx="5702">
                  <c:v>47.83</c:v>
                </c:pt>
                <c:pt idx="5703">
                  <c:v>48.24</c:v>
                </c:pt>
                <c:pt idx="5704">
                  <c:v>48.1</c:v>
                </c:pt>
                <c:pt idx="5705">
                  <c:v>47.97</c:v>
                </c:pt>
                <c:pt idx="5706">
                  <c:v>48.23</c:v>
                </c:pt>
                <c:pt idx="5707">
                  <c:v>48.53</c:v>
                </c:pt>
                <c:pt idx="5708">
                  <c:v>48.01</c:v>
                </c:pt>
                <c:pt idx="5709">
                  <c:v>47</c:v>
                </c:pt>
                <c:pt idx="5710">
                  <c:v>47.45</c:v>
                </c:pt>
                <c:pt idx="5711">
                  <c:v>48</c:v>
                </c:pt>
                <c:pt idx="5712">
                  <c:v>48.5</c:v>
                </c:pt>
                <c:pt idx="5713">
                  <c:v>48.97</c:v>
                </c:pt>
                <c:pt idx="5714">
                  <c:v>48.61</c:v>
                </c:pt>
                <c:pt idx="5715">
                  <c:v>52.76</c:v>
                </c:pt>
                <c:pt idx="5716">
                  <c:v>52.65</c:v>
                </c:pt>
                <c:pt idx="5717">
                  <c:v>53.85</c:v>
                </c:pt>
                <c:pt idx="5718">
                  <c:v>53.53</c:v>
                </c:pt>
                <c:pt idx="5719">
                  <c:v>52.75</c:v>
                </c:pt>
                <c:pt idx="5720">
                  <c:v>52.39</c:v>
                </c:pt>
                <c:pt idx="5721">
                  <c:v>52.24</c:v>
                </c:pt>
                <c:pt idx="5722">
                  <c:v>51.78</c:v>
                </c:pt>
                <c:pt idx="5723">
                  <c:v>51.18</c:v>
                </c:pt>
                <c:pt idx="5724">
                  <c:v>50.97</c:v>
                </c:pt>
                <c:pt idx="5725">
                  <c:v>50.8</c:v>
                </c:pt>
                <c:pt idx="5726">
                  <c:v>50.94</c:v>
                </c:pt>
                <c:pt idx="5727">
                  <c:v>50.83</c:v>
                </c:pt>
                <c:pt idx="5728">
                  <c:v>50.8</c:v>
                </c:pt>
                <c:pt idx="5729">
                  <c:v>49.75</c:v>
                </c:pt>
                <c:pt idx="5730">
                  <c:v>48.75</c:v>
                </c:pt>
                <c:pt idx="5731">
                  <c:v>47.94</c:v>
                </c:pt>
                <c:pt idx="5732">
                  <c:v>48.45</c:v>
                </c:pt>
                <c:pt idx="5733">
                  <c:v>48.17</c:v>
                </c:pt>
                <c:pt idx="5734">
                  <c:v>47.5</c:v>
                </c:pt>
                <c:pt idx="5735">
                  <c:v>47.5</c:v>
                </c:pt>
                <c:pt idx="5736">
                  <c:v>46.88</c:v>
                </c:pt>
                <c:pt idx="5737">
                  <c:v>46.45</c:v>
                </c:pt>
                <c:pt idx="5738">
                  <c:v>46.51</c:v>
                </c:pt>
                <c:pt idx="5739">
                  <c:v>46.23</c:v>
                </c:pt>
                <c:pt idx="5740">
                  <c:v>45.96</c:v>
                </c:pt>
                <c:pt idx="5741">
                  <c:v>45.57</c:v>
                </c:pt>
                <c:pt idx="5742">
                  <c:v>44.9</c:v>
                </c:pt>
                <c:pt idx="5743">
                  <c:v>45.05</c:v>
                </c:pt>
                <c:pt idx="5744">
                  <c:v>44.6</c:v>
                </c:pt>
                <c:pt idx="5745">
                  <c:v>44.85</c:v>
                </c:pt>
                <c:pt idx="5746">
                  <c:v>44.36</c:v>
                </c:pt>
                <c:pt idx="5747">
                  <c:v>44.41</c:v>
                </c:pt>
                <c:pt idx="5748">
                  <c:v>44.58</c:v>
                </c:pt>
                <c:pt idx="5749">
                  <c:v>44.38</c:v>
                </c:pt>
                <c:pt idx="5750">
                  <c:v>44.56</c:v>
                </c:pt>
                <c:pt idx="5751">
                  <c:v>45.04</c:v>
                </c:pt>
                <c:pt idx="5752">
                  <c:v>44.89</c:v>
                </c:pt>
                <c:pt idx="5753">
                  <c:v>44.67</c:v>
                </c:pt>
                <c:pt idx="5754">
                  <c:v>44.25</c:v>
                </c:pt>
                <c:pt idx="5755">
                  <c:v>44.42</c:v>
                </c:pt>
                <c:pt idx="5756">
                  <c:v>44.73</c:v>
                </c:pt>
                <c:pt idx="5757">
                  <c:v>44.57</c:v>
                </c:pt>
                <c:pt idx="5758">
                  <c:v>44.31</c:v>
                </c:pt>
                <c:pt idx="5759">
                  <c:v>44.5</c:v>
                </c:pt>
                <c:pt idx="5760">
                  <c:v>44.46</c:v>
                </c:pt>
                <c:pt idx="5761">
                  <c:v>44.38</c:v>
                </c:pt>
                <c:pt idx="5762">
                  <c:v>44.15</c:v>
                </c:pt>
                <c:pt idx="5763">
                  <c:v>44.36</c:v>
                </c:pt>
                <c:pt idx="5764">
                  <c:v>44.59</c:v>
                </c:pt>
                <c:pt idx="5765">
                  <c:v>44.54</c:v>
                </c:pt>
                <c:pt idx="5766">
                  <c:v>44.72</c:v>
                </c:pt>
                <c:pt idx="5767">
                  <c:v>45.19</c:v>
                </c:pt>
                <c:pt idx="5768">
                  <c:v>46.17</c:v>
                </c:pt>
                <c:pt idx="5769">
                  <c:v>46.41</c:v>
                </c:pt>
                <c:pt idx="5770">
                  <c:v>46.4</c:v>
                </c:pt>
                <c:pt idx="5771">
                  <c:v>46.6</c:v>
                </c:pt>
                <c:pt idx="5772">
                  <c:v>46.68</c:v>
                </c:pt>
                <c:pt idx="5773">
                  <c:v>46.48</c:v>
                </c:pt>
                <c:pt idx="5774">
                  <c:v>46.8</c:v>
                </c:pt>
                <c:pt idx="5775">
                  <c:v>46.56</c:v>
                </c:pt>
                <c:pt idx="5776">
                  <c:v>46.02</c:v>
                </c:pt>
                <c:pt idx="5777">
                  <c:v>45.45</c:v>
                </c:pt>
                <c:pt idx="5778">
                  <c:v>45.28</c:v>
                </c:pt>
                <c:pt idx="5779">
                  <c:v>45.6</c:v>
                </c:pt>
                <c:pt idx="5780">
                  <c:v>45.5</c:v>
                </c:pt>
                <c:pt idx="5781">
                  <c:v>45.3</c:v>
                </c:pt>
                <c:pt idx="5782">
                  <c:v>44.5</c:v>
                </c:pt>
                <c:pt idx="5783">
                  <c:v>45.17</c:v>
                </c:pt>
                <c:pt idx="5784">
                  <c:v>44.2</c:v>
                </c:pt>
                <c:pt idx="5785">
                  <c:v>44.64</c:v>
                </c:pt>
                <c:pt idx="5786">
                  <c:v>44.3</c:v>
                </c:pt>
                <c:pt idx="5787">
                  <c:v>45.16</c:v>
                </c:pt>
                <c:pt idx="5788">
                  <c:v>45</c:v>
                </c:pt>
                <c:pt idx="5789">
                  <c:v>44.68</c:v>
                </c:pt>
                <c:pt idx="5790">
                  <c:v>44.88</c:v>
                </c:pt>
                <c:pt idx="5791">
                  <c:v>45.06</c:v>
                </c:pt>
                <c:pt idx="5792">
                  <c:v>45.11</c:v>
                </c:pt>
                <c:pt idx="5793">
                  <c:v>45.08</c:v>
                </c:pt>
                <c:pt idx="5794">
                  <c:v>45.5</c:v>
                </c:pt>
                <c:pt idx="5795">
                  <c:v>45.32</c:v>
                </c:pt>
                <c:pt idx="5796">
                  <c:v>45.45</c:v>
                </c:pt>
                <c:pt idx="5797">
                  <c:v>45.62</c:v>
                </c:pt>
                <c:pt idx="5798">
                  <c:v>45.41</c:v>
                </c:pt>
                <c:pt idx="5799">
                  <c:v>45.87</c:v>
                </c:pt>
                <c:pt idx="5800">
                  <c:v>46.42</c:v>
                </c:pt>
                <c:pt idx="5801">
                  <c:v>45.7</c:v>
                </c:pt>
                <c:pt idx="5802">
                  <c:v>45.72</c:v>
                </c:pt>
                <c:pt idx="5803">
                  <c:v>45.5</c:v>
                </c:pt>
                <c:pt idx="5804">
                  <c:v>45.22</c:v>
                </c:pt>
                <c:pt idx="5805">
                  <c:v>44.87</c:v>
                </c:pt>
                <c:pt idx="5806">
                  <c:v>45.15</c:v>
                </c:pt>
                <c:pt idx="5807">
                  <c:v>44.65</c:v>
                </c:pt>
                <c:pt idx="5808">
                  <c:v>44.51</c:v>
                </c:pt>
                <c:pt idx="5809">
                  <c:v>44.88</c:v>
                </c:pt>
                <c:pt idx="5810">
                  <c:v>44.88</c:v>
                </c:pt>
                <c:pt idx="5811">
                  <c:v>45.32</c:v>
                </c:pt>
                <c:pt idx="5812">
                  <c:v>45.44</c:v>
                </c:pt>
                <c:pt idx="5813">
                  <c:v>45.56</c:v>
                </c:pt>
                <c:pt idx="5814">
                  <c:v>46.16</c:v>
                </c:pt>
                <c:pt idx="5815">
                  <c:v>46.09</c:v>
                </c:pt>
                <c:pt idx="5816">
                  <c:v>46.11</c:v>
                </c:pt>
                <c:pt idx="5817">
                  <c:v>45.43</c:v>
                </c:pt>
                <c:pt idx="5818">
                  <c:v>45.77</c:v>
                </c:pt>
                <c:pt idx="5819">
                  <c:v>45.86</c:v>
                </c:pt>
                <c:pt idx="5820">
                  <c:v>44.97</c:v>
                </c:pt>
                <c:pt idx="5821">
                  <c:v>44.62</c:v>
                </c:pt>
                <c:pt idx="5822">
                  <c:v>43.5</c:v>
                </c:pt>
                <c:pt idx="5823">
                  <c:v>43.21</c:v>
                </c:pt>
                <c:pt idx="5824">
                  <c:v>43.28</c:v>
                </c:pt>
                <c:pt idx="5825">
                  <c:v>43.03</c:v>
                </c:pt>
                <c:pt idx="5826">
                  <c:v>43.58</c:v>
                </c:pt>
                <c:pt idx="5827">
                  <c:v>43.34</c:v>
                </c:pt>
                <c:pt idx="5828">
                  <c:v>43.9</c:v>
                </c:pt>
                <c:pt idx="5829">
                  <c:v>44.55</c:v>
                </c:pt>
                <c:pt idx="5830">
                  <c:v>44.66</c:v>
                </c:pt>
                <c:pt idx="5831">
                  <c:v>45.56</c:v>
                </c:pt>
                <c:pt idx="5832">
                  <c:v>46.05</c:v>
                </c:pt>
                <c:pt idx="5833">
                  <c:v>45.95</c:v>
                </c:pt>
                <c:pt idx="5834">
                  <c:v>45.38</c:v>
                </c:pt>
                <c:pt idx="5835">
                  <c:v>45.83</c:v>
                </c:pt>
                <c:pt idx="5836">
                  <c:v>45.12</c:v>
                </c:pt>
                <c:pt idx="5837">
                  <c:v>44.61</c:v>
                </c:pt>
                <c:pt idx="5838">
                  <c:v>44.51</c:v>
                </c:pt>
                <c:pt idx="5839">
                  <c:v>45.29</c:v>
                </c:pt>
                <c:pt idx="5840">
                  <c:v>45.5</c:v>
                </c:pt>
                <c:pt idx="5841">
                  <c:v>45</c:v>
                </c:pt>
                <c:pt idx="5842">
                  <c:v>45.5</c:v>
                </c:pt>
                <c:pt idx="5843">
                  <c:v>46.29</c:v>
                </c:pt>
                <c:pt idx="5844">
                  <c:v>46.49</c:v>
                </c:pt>
                <c:pt idx="5845">
                  <c:v>46.15</c:v>
                </c:pt>
                <c:pt idx="5846">
                  <c:v>46.69</c:v>
                </c:pt>
                <c:pt idx="5847">
                  <c:v>46.58</c:v>
                </c:pt>
                <c:pt idx="5848">
                  <c:v>46.62</c:v>
                </c:pt>
                <c:pt idx="5849">
                  <c:v>46.76</c:v>
                </c:pt>
                <c:pt idx="5850">
                  <c:v>47.15</c:v>
                </c:pt>
                <c:pt idx="5851">
                  <c:v>47.56</c:v>
                </c:pt>
                <c:pt idx="5852">
                  <c:v>47.66</c:v>
                </c:pt>
                <c:pt idx="5853">
                  <c:v>47.64</c:v>
                </c:pt>
                <c:pt idx="5854">
                  <c:v>48.19</c:v>
                </c:pt>
                <c:pt idx="5855">
                  <c:v>48.15</c:v>
                </c:pt>
                <c:pt idx="5856">
                  <c:v>48.86</c:v>
                </c:pt>
                <c:pt idx="5857">
                  <c:v>48.84</c:v>
                </c:pt>
                <c:pt idx="5858">
                  <c:v>49.79</c:v>
                </c:pt>
                <c:pt idx="5859">
                  <c:v>48.34</c:v>
                </c:pt>
                <c:pt idx="5860">
                  <c:v>49.1</c:v>
                </c:pt>
                <c:pt idx="5861">
                  <c:v>48.85</c:v>
                </c:pt>
                <c:pt idx="5862">
                  <c:v>47.29</c:v>
                </c:pt>
                <c:pt idx="5863">
                  <c:v>46.4</c:v>
                </c:pt>
                <c:pt idx="5864">
                  <c:v>46.78</c:v>
                </c:pt>
                <c:pt idx="5865">
                  <c:v>46.75</c:v>
                </c:pt>
                <c:pt idx="5866">
                  <c:v>46.79</c:v>
                </c:pt>
                <c:pt idx="5867">
                  <c:v>46.01</c:v>
                </c:pt>
                <c:pt idx="5868">
                  <c:v>45.53</c:v>
                </c:pt>
                <c:pt idx="5869">
                  <c:v>45.55</c:v>
                </c:pt>
                <c:pt idx="5870">
                  <c:v>45.37</c:v>
                </c:pt>
                <c:pt idx="5871">
                  <c:v>45.55</c:v>
                </c:pt>
                <c:pt idx="5872">
                  <c:v>45.85</c:v>
                </c:pt>
                <c:pt idx="5873">
                  <c:v>45.21</c:v>
                </c:pt>
                <c:pt idx="5874">
                  <c:v>45.31</c:v>
                </c:pt>
                <c:pt idx="5875">
                  <c:v>44.92</c:v>
                </c:pt>
                <c:pt idx="5876">
                  <c:v>44.83</c:v>
                </c:pt>
                <c:pt idx="5877">
                  <c:v>44.29</c:v>
                </c:pt>
                <c:pt idx="5878">
                  <c:v>45.5</c:v>
                </c:pt>
                <c:pt idx="5879">
                  <c:v>44.82</c:v>
                </c:pt>
                <c:pt idx="5880">
                  <c:v>44.74</c:v>
                </c:pt>
                <c:pt idx="5881">
                  <c:v>44.61</c:v>
                </c:pt>
                <c:pt idx="5882">
                  <c:v>44.54</c:v>
                </c:pt>
                <c:pt idx="5883">
                  <c:v>44.29</c:v>
                </c:pt>
                <c:pt idx="5884">
                  <c:v>43.35</c:v>
                </c:pt>
                <c:pt idx="5885">
                  <c:v>43.63</c:v>
                </c:pt>
                <c:pt idx="5886">
                  <c:v>43.68</c:v>
                </c:pt>
                <c:pt idx="5887">
                  <c:v>42.56</c:v>
                </c:pt>
                <c:pt idx="5888">
                  <c:v>42.35</c:v>
                </c:pt>
                <c:pt idx="5889">
                  <c:v>41.35</c:v>
                </c:pt>
                <c:pt idx="5890">
                  <c:v>40.880000000000003</c:v>
                </c:pt>
                <c:pt idx="5891">
                  <c:v>41.16</c:v>
                </c:pt>
                <c:pt idx="5892">
                  <c:v>41.69</c:v>
                </c:pt>
                <c:pt idx="5893">
                  <c:v>40.93</c:v>
                </c:pt>
                <c:pt idx="5894">
                  <c:v>42.07</c:v>
                </c:pt>
                <c:pt idx="5895">
                  <c:v>42.76</c:v>
                </c:pt>
                <c:pt idx="5896">
                  <c:v>43.69</c:v>
                </c:pt>
                <c:pt idx="5897">
                  <c:v>43.22</c:v>
                </c:pt>
                <c:pt idx="5898">
                  <c:v>43.34</c:v>
                </c:pt>
                <c:pt idx="5899">
                  <c:v>42.65</c:v>
                </c:pt>
                <c:pt idx="5900">
                  <c:v>42.85</c:v>
                </c:pt>
                <c:pt idx="5901">
                  <c:v>42.67</c:v>
                </c:pt>
                <c:pt idx="5902">
                  <c:v>42.17</c:v>
                </c:pt>
                <c:pt idx="5903">
                  <c:v>42.21</c:v>
                </c:pt>
                <c:pt idx="5904">
                  <c:v>42.5</c:v>
                </c:pt>
                <c:pt idx="5905">
                  <c:v>42.34</c:v>
                </c:pt>
                <c:pt idx="5906">
                  <c:v>42.32</c:v>
                </c:pt>
                <c:pt idx="5907">
                  <c:v>42.12</c:v>
                </c:pt>
                <c:pt idx="5908">
                  <c:v>41.68</c:v>
                </c:pt>
                <c:pt idx="5909">
                  <c:v>41.7</c:v>
                </c:pt>
                <c:pt idx="5910">
                  <c:v>42.08</c:v>
                </c:pt>
                <c:pt idx="5911">
                  <c:v>40.75</c:v>
                </c:pt>
                <c:pt idx="5912">
                  <c:v>41.7</c:v>
                </c:pt>
                <c:pt idx="5913">
                  <c:v>41.1</c:v>
                </c:pt>
                <c:pt idx="5914">
                  <c:v>41.73</c:v>
                </c:pt>
                <c:pt idx="5915">
                  <c:v>41.18</c:v>
                </c:pt>
                <c:pt idx="5916">
                  <c:v>39.83</c:v>
                </c:pt>
                <c:pt idx="5917">
                  <c:v>41</c:v>
                </c:pt>
                <c:pt idx="5918">
                  <c:v>40.54</c:v>
                </c:pt>
                <c:pt idx="5919">
                  <c:v>40.64</c:v>
                </c:pt>
                <c:pt idx="5920">
                  <c:v>40.31</c:v>
                </c:pt>
                <c:pt idx="5921">
                  <c:v>40.15</c:v>
                </c:pt>
                <c:pt idx="5922">
                  <c:v>38.9</c:v>
                </c:pt>
                <c:pt idx="5923">
                  <c:v>38.770000000000003</c:v>
                </c:pt>
                <c:pt idx="5924">
                  <c:v>37.53</c:v>
                </c:pt>
                <c:pt idx="5925">
                  <c:v>38.86</c:v>
                </c:pt>
                <c:pt idx="5926">
                  <c:v>38.71</c:v>
                </c:pt>
                <c:pt idx="5927">
                  <c:v>39.450000000000003</c:v>
                </c:pt>
                <c:pt idx="5928">
                  <c:v>40.090000000000003</c:v>
                </c:pt>
                <c:pt idx="5929">
                  <c:v>40.229999999999997</c:v>
                </c:pt>
                <c:pt idx="5930">
                  <c:v>40.14</c:v>
                </c:pt>
                <c:pt idx="5931">
                  <c:v>40.51</c:v>
                </c:pt>
                <c:pt idx="5932">
                  <c:v>39.67</c:v>
                </c:pt>
                <c:pt idx="5933">
                  <c:v>38.869999999999997</c:v>
                </c:pt>
                <c:pt idx="5934">
                  <c:v>39.01</c:v>
                </c:pt>
                <c:pt idx="5935">
                  <c:v>39.61</c:v>
                </c:pt>
                <c:pt idx="5936">
                  <c:v>40.1</c:v>
                </c:pt>
                <c:pt idx="5937">
                  <c:v>40.36</c:v>
                </c:pt>
                <c:pt idx="5938">
                  <c:v>39.31</c:v>
                </c:pt>
                <c:pt idx="5939">
                  <c:v>39.56</c:v>
                </c:pt>
                <c:pt idx="5940">
                  <c:v>39.82</c:v>
                </c:pt>
                <c:pt idx="5941">
                  <c:v>39.31</c:v>
                </c:pt>
                <c:pt idx="5942">
                  <c:v>38.83</c:v>
                </c:pt>
                <c:pt idx="5943">
                  <c:v>38.58</c:v>
                </c:pt>
                <c:pt idx="5944">
                  <c:v>39.57</c:v>
                </c:pt>
                <c:pt idx="5945">
                  <c:v>39.94</c:v>
                </c:pt>
                <c:pt idx="5946">
                  <c:v>39.89</c:v>
                </c:pt>
                <c:pt idx="5947">
                  <c:v>40.04</c:v>
                </c:pt>
                <c:pt idx="5948">
                  <c:v>41.5</c:v>
                </c:pt>
                <c:pt idx="5949">
                  <c:v>41.78</c:v>
                </c:pt>
                <c:pt idx="5950">
                  <c:v>41.83</c:v>
                </c:pt>
                <c:pt idx="5951">
                  <c:v>41.89</c:v>
                </c:pt>
                <c:pt idx="5952">
                  <c:v>40.619999999999997</c:v>
                </c:pt>
                <c:pt idx="5953">
                  <c:v>41.35</c:v>
                </c:pt>
                <c:pt idx="5954">
                  <c:v>40.25</c:v>
                </c:pt>
                <c:pt idx="5955">
                  <c:v>39.43</c:v>
                </c:pt>
                <c:pt idx="5956">
                  <c:v>40.450000000000003</c:v>
                </c:pt>
                <c:pt idx="5957">
                  <c:v>41.23</c:v>
                </c:pt>
                <c:pt idx="5958">
                  <c:v>41.21</c:v>
                </c:pt>
                <c:pt idx="5959">
                  <c:v>41.88</c:v>
                </c:pt>
                <c:pt idx="5960">
                  <c:v>43.89</c:v>
                </c:pt>
                <c:pt idx="5961">
                  <c:v>44.41</c:v>
                </c:pt>
                <c:pt idx="5962">
                  <c:v>44.2</c:v>
                </c:pt>
                <c:pt idx="5963">
                  <c:v>44.8</c:v>
                </c:pt>
                <c:pt idx="5964">
                  <c:v>45.03</c:v>
                </c:pt>
                <c:pt idx="5965">
                  <c:v>45.28</c:v>
                </c:pt>
                <c:pt idx="5966">
                  <c:v>45.49</c:v>
                </c:pt>
                <c:pt idx="5967">
                  <c:v>44.61</c:v>
                </c:pt>
                <c:pt idx="5968">
                  <c:v>45.53</c:v>
                </c:pt>
                <c:pt idx="5969">
                  <c:v>46.68</c:v>
                </c:pt>
                <c:pt idx="5970">
                  <c:v>44.78</c:v>
                </c:pt>
                <c:pt idx="5971">
                  <c:v>45.18</c:v>
                </c:pt>
                <c:pt idx="5972">
                  <c:v>44.02</c:v>
                </c:pt>
                <c:pt idx="5973">
                  <c:v>44</c:v>
                </c:pt>
                <c:pt idx="5974">
                  <c:v>43.41</c:v>
                </c:pt>
                <c:pt idx="5975">
                  <c:v>44.12</c:v>
                </c:pt>
                <c:pt idx="5976">
                  <c:v>44.06</c:v>
                </c:pt>
                <c:pt idx="5977">
                  <c:v>43.94</c:v>
                </c:pt>
                <c:pt idx="5978">
                  <c:v>43.21</c:v>
                </c:pt>
                <c:pt idx="5979">
                  <c:v>42.51</c:v>
                </c:pt>
                <c:pt idx="5980">
                  <c:v>42.58</c:v>
                </c:pt>
                <c:pt idx="5981">
                  <c:v>43.29</c:v>
                </c:pt>
                <c:pt idx="5982">
                  <c:v>43.95</c:v>
                </c:pt>
                <c:pt idx="5983">
                  <c:v>42.6</c:v>
                </c:pt>
                <c:pt idx="5984">
                  <c:v>42.7</c:v>
                </c:pt>
                <c:pt idx="5985">
                  <c:v>42.43</c:v>
                </c:pt>
                <c:pt idx="5986">
                  <c:v>42.6</c:v>
                </c:pt>
                <c:pt idx="5987">
                  <c:v>42.15</c:v>
                </c:pt>
                <c:pt idx="5988">
                  <c:v>43.05</c:v>
                </c:pt>
                <c:pt idx="5989">
                  <c:v>42.69</c:v>
                </c:pt>
                <c:pt idx="5990">
                  <c:v>42.56</c:v>
                </c:pt>
                <c:pt idx="5991">
                  <c:v>43.16</c:v>
                </c:pt>
                <c:pt idx="5992">
                  <c:v>43.45</c:v>
                </c:pt>
                <c:pt idx="5993">
                  <c:v>43.55</c:v>
                </c:pt>
                <c:pt idx="5994">
                  <c:v>43.94</c:v>
                </c:pt>
                <c:pt idx="5995">
                  <c:v>42.23</c:v>
                </c:pt>
                <c:pt idx="5996">
                  <c:v>43.21</c:v>
                </c:pt>
                <c:pt idx="5997">
                  <c:v>43.67</c:v>
                </c:pt>
                <c:pt idx="5998">
                  <c:v>44.4</c:v>
                </c:pt>
                <c:pt idx="5999">
                  <c:v>43.99</c:v>
                </c:pt>
                <c:pt idx="6000">
                  <c:v>44.18</c:v>
                </c:pt>
                <c:pt idx="6001">
                  <c:v>44.34</c:v>
                </c:pt>
                <c:pt idx="6002">
                  <c:v>44.38</c:v>
                </c:pt>
                <c:pt idx="6003">
                  <c:v>43.74</c:v>
                </c:pt>
                <c:pt idx="6004">
                  <c:v>42.52</c:v>
                </c:pt>
                <c:pt idx="6005">
                  <c:v>43.25</c:v>
                </c:pt>
                <c:pt idx="6006">
                  <c:v>43.11</c:v>
                </c:pt>
                <c:pt idx="6007">
                  <c:v>43.49</c:v>
                </c:pt>
                <c:pt idx="6008">
                  <c:v>42.92</c:v>
                </c:pt>
                <c:pt idx="6009">
                  <c:v>44.03</c:v>
                </c:pt>
                <c:pt idx="6010">
                  <c:v>44.33</c:v>
                </c:pt>
                <c:pt idx="6011">
                  <c:v>43.44</c:v>
                </c:pt>
                <c:pt idx="6012">
                  <c:v>43.45</c:v>
                </c:pt>
                <c:pt idx="6013">
                  <c:v>42.78</c:v>
                </c:pt>
                <c:pt idx="6014">
                  <c:v>41.68</c:v>
                </c:pt>
                <c:pt idx="6015">
                  <c:v>40.11</c:v>
                </c:pt>
                <c:pt idx="6016">
                  <c:v>42.33</c:v>
                </c:pt>
                <c:pt idx="6017">
                  <c:v>42.44</c:v>
                </c:pt>
                <c:pt idx="6018">
                  <c:v>42.26</c:v>
                </c:pt>
                <c:pt idx="6019">
                  <c:v>42.66</c:v>
                </c:pt>
                <c:pt idx="6020">
                  <c:v>42.51</c:v>
                </c:pt>
                <c:pt idx="6021">
                  <c:v>44.67</c:v>
                </c:pt>
                <c:pt idx="6022">
                  <c:v>44.21</c:v>
                </c:pt>
                <c:pt idx="6023">
                  <c:v>44.41</c:v>
                </c:pt>
                <c:pt idx="6024">
                  <c:v>43.24</c:v>
                </c:pt>
                <c:pt idx="6025">
                  <c:v>43.87</c:v>
                </c:pt>
                <c:pt idx="6026">
                  <c:v>42.3</c:v>
                </c:pt>
                <c:pt idx="6027">
                  <c:v>42.65</c:v>
                </c:pt>
                <c:pt idx="6028">
                  <c:v>41.6</c:v>
                </c:pt>
                <c:pt idx="6029">
                  <c:v>39.94</c:v>
                </c:pt>
                <c:pt idx="6030">
                  <c:v>40.65</c:v>
                </c:pt>
                <c:pt idx="6031">
                  <c:v>41.23</c:v>
                </c:pt>
                <c:pt idx="6032">
                  <c:v>41.48</c:v>
                </c:pt>
                <c:pt idx="6033">
                  <c:v>42.49</c:v>
                </c:pt>
                <c:pt idx="6034">
                  <c:v>42.41</c:v>
                </c:pt>
                <c:pt idx="6035">
                  <c:v>42.65</c:v>
                </c:pt>
                <c:pt idx="6036">
                  <c:v>40.17</c:v>
                </c:pt>
                <c:pt idx="6037">
                  <c:v>41.26</c:v>
                </c:pt>
                <c:pt idx="6038">
                  <c:v>41.75</c:v>
                </c:pt>
                <c:pt idx="6039">
                  <c:v>39.71</c:v>
                </c:pt>
                <c:pt idx="6040">
                  <c:v>39.25</c:v>
                </c:pt>
                <c:pt idx="6041">
                  <c:v>40.4</c:v>
                </c:pt>
                <c:pt idx="6042">
                  <c:v>40.409999999999997</c:v>
                </c:pt>
                <c:pt idx="6043">
                  <c:v>40.549999999999997</c:v>
                </c:pt>
                <c:pt idx="6044">
                  <c:v>41.23</c:v>
                </c:pt>
                <c:pt idx="6045">
                  <c:v>41.99</c:v>
                </c:pt>
                <c:pt idx="6046">
                  <c:v>43.4</c:v>
                </c:pt>
                <c:pt idx="6047">
                  <c:v>42.96</c:v>
                </c:pt>
                <c:pt idx="6048">
                  <c:v>43</c:v>
                </c:pt>
                <c:pt idx="6049">
                  <c:v>44.24</c:v>
                </c:pt>
                <c:pt idx="6050">
                  <c:v>43.64</c:v>
                </c:pt>
                <c:pt idx="6051">
                  <c:v>43.2</c:v>
                </c:pt>
                <c:pt idx="6052">
                  <c:v>43.26</c:v>
                </c:pt>
                <c:pt idx="6053">
                  <c:v>42.09</c:v>
                </c:pt>
                <c:pt idx="6054">
                  <c:v>43.01</c:v>
                </c:pt>
                <c:pt idx="6055">
                  <c:v>42.66</c:v>
                </c:pt>
                <c:pt idx="6056">
                  <c:v>45.2</c:v>
                </c:pt>
                <c:pt idx="6057">
                  <c:v>44.83</c:v>
                </c:pt>
                <c:pt idx="6058">
                  <c:v>44.9</c:v>
                </c:pt>
                <c:pt idx="6059">
                  <c:v>46.65</c:v>
                </c:pt>
                <c:pt idx="6060">
                  <c:v>45.92</c:v>
                </c:pt>
                <c:pt idx="6061">
                  <c:v>45.98</c:v>
                </c:pt>
                <c:pt idx="6062">
                  <c:v>46.95</c:v>
                </c:pt>
                <c:pt idx="6063">
                  <c:v>46.05</c:v>
                </c:pt>
                <c:pt idx="6064">
                  <c:v>44.78</c:v>
                </c:pt>
                <c:pt idx="6065">
                  <c:v>45.78</c:v>
                </c:pt>
                <c:pt idx="6066">
                  <c:v>45.3</c:v>
                </c:pt>
                <c:pt idx="6067">
                  <c:v>45.61</c:v>
                </c:pt>
                <c:pt idx="6068">
                  <c:v>44.7</c:v>
                </c:pt>
                <c:pt idx="6069">
                  <c:v>44.42</c:v>
                </c:pt>
                <c:pt idx="6070">
                  <c:v>44.91</c:v>
                </c:pt>
                <c:pt idx="6071">
                  <c:v>45.71</c:v>
                </c:pt>
                <c:pt idx="6072">
                  <c:v>45.65</c:v>
                </c:pt>
                <c:pt idx="6073">
                  <c:v>44.1</c:v>
                </c:pt>
                <c:pt idx="6074">
                  <c:v>42.85</c:v>
                </c:pt>
                <c:pt idx="6075">
                  <c:v>41.03</c:v>
                </c:pt>
                <c:pt idx="6076">
                  <c:v>42.26</c:v>
                </c:pt>
                <c:pt idx="6077">
                  <c:v>42.21</c:v>
                </c:pt>
                <c:pt idx="6078">
                  <c:v>45.7</c:v>
                </c:pt>
                <c:pt idx="6079">
                  <c:v>44.69</c:v>
                </c:pt>
                <c:pt idx="6080">
                  <c:v>44.38</c:v>
                </c:pt>
                <c:pt idx="6081">
                  <c:v>42.71</c:v>
                </c:pt>
                <c:pt idx="6082">
                  <c:v>42.39</c:v>
                </c:pt>
                <c:pt idx="6083">
                  <c:v>42.81</c:v>
                </c:pt>
                <c:pt idx="6084">
                  <c:v>41.19</c:v>
                </c:pt>
                <c:pt idx="6085">
                  <c:v>40.9</c:v>
                </c:pt>
                <c:pt idx="6086">
                  <c:v>42</c:v>
                </c:pt>
                <c:pt idx="6087">
                  <c:v>46</c:v>
                </c:pt>
                <c:pt idx="6088">
                  <c:v>45.51</c:v>
                </c:pt>
                <c:pt idx="6089">
                  <c:v>44.4</c:v>
                </c:pt>
                <c:pt idx="6090">
                  <c:v>46.3</c:v>
                </c:pt>
                <c:pt idx="6091">
                  <c:v>48.8</c:v>
                </c:pt>
                <c:pt idx="6092">
                  <c:v>50.56</c:v>
                </c:pt>
                <c:pt idx="6093">
                  <c:v>50.73</c:v>
                </c:pt>
                <c:pt idx="6094">
                  <c:v>55.89</c:v>
                </c:pt>
                <c:pt idx="6095">
                  <c:v>56.75</c:v>
                </c:pt>
                <c:pt idx="6096">
                  <c:v>57.16</c:v>
                </c:pt>
                <c:pt idx="6097">
                  <c:v>54.24</c:v>
                </c:pt>
                <c:pt idx="6098">
                  <c:v>53.65</c:v>
                </c:pt>
                <c:pt idx="6099">
                  <c:v>55.17</c:v>
                </c:pt>
                <c:pt idx="6100">
                  <c:v>55.27</c:v>
                </c:pt>
                <c:pt idx="6101">
                  <c:v>54.13</c:v>
                </c:pt>
                <c:pt idx="6102">
                  <c:v>52.89</c:v>
                </c:pt>
                <c:pt idx="6103">
                  <c:v>52.77</c:v>
                </c:pt>
                <c:pt idx="6104">
                  <c:v>52.11</c:v>
                </c:pt>
                <c:pt idx="6105">
                  <c:v>52.36</c:v>
                </c:pt>
                <c:pt idx="6106">
                  <c:v>52.17</c:v>
                </c:pt>
                <c:pt idx="6107">
                  <c:v>52.18</c:v>
                </c:pt>
                <c:pt idx="6108">
                  <c:v>53.12</c:v>
                </c:pt>
                <c:pt idx="6109">
                  <c:v>53.02</c:v>
                </c:pt>
                <c:pt idx="6110">
                  <c:v>51.1</c:v>
                </c:pt>
                <c:pt idx="6111">
                  <c:v>52.07</c:v>
                </c:pt>
                <c:pt idx="6112">
                  <c:v>52.56</c:v>
                </c:pt>
                <c:pt idx="6113">
                  <c:v>53.05</c:v>
                </c:pt>
                <c:pt idx="6114">
                  <c:v>52.85</c:v>
                </c:pt>
                <c:pt idx="6115">
                  <c:v>54</c:v>
                </c:pt>
                <c:pt idx="6116">
                  <c:v>54.07</c:v>
                </c:pt>
                <c:pt idx="6117">
                  <c:v>54.09</c:v>
                </c:pt>
                <c:pt idx="6118">
                  <c:v>54.08</c:v>
                </c:pt>
                <c:pt idx="6119">
                  <c:v>54.45</c:v>
                </c:pt>
                <c:pt idx="6120">
                  <c:v>55</c:v>
                </c:pt>
                <c:pt idx="6121">
                  <c:v>54.53</c:v>
                </c:pt>
                <c:pt idx="6122">
                  <c:v>55.2</c:v>
                </c:pt>
                <c:pt idx="6123">
                  <c:v>54.94</c:v>
                </c:pt>
                <c:pt idx="6124">
                  <c:v>55.72</c:v>
                </c:pt>
                <c:pt idx="6125">
                  <c:v>55.84</c:v>
                </c:pt>
                <c:pt idx="6126">
                  <c:v>55.3</c:v>
                </c:pt>
                <c:pt idx="6127">
                  <c:v>54.56</c:v>
                </c:pt>
                <c:pt idx="6128">
                  <c:v>54.54</c:v>
                </c:pt>
                <c:pt idx="6129">
                  <c:v>55.81</c:v>
                </c:pt>
                <c:pt idx="6130">
                  <c:v>56.05</c:v>
                </c:pt>
                <c:pt idx="6131">
                  <c:v>55.36</c:v>
                </c:pt>
                <c:pt idx="6132">
                  <c:v>55.75</c:v>
                </c:pt>
                <c:pt idx="6133">
                  <c:v>55.26</c:v>
                </c:pt>
                <c:pt idx="6134">
                  <c:v>54.01</c:v>
                </c:pt>
                <c:pt idx="6135">
                  <c:v>54.15</c:v>
                </c:pt>
                <c:pt idx="6136">
                  <c:v>54.56</c:v>
                </c:pt>
                <c:pt idx="6137">
                  <c:v>53.7</c:v>
                </c:pt>
                <c:pt idx="6138">
                  <c:v>53.41</c:v>
                </c:pt>
                <c:pt idx="6139">
                  <c:v>54.67</c:v>
                </c:pt>
                <c:pt idx="6140">
                  <c:v>53.69</c:v>
                </c:pt>
                <c:pt idx="6141">
                  <c:v>52.65</c:v>
                </c:pt>
                <c:pt idx="6142">
                  <c:v>52.26</c:v>
                </c:pt>
                <c:pt idx="6143">
                  <c:v>52.01</c:v>
                </c:pt>
                <c:pt idx="6144">
                  <c:v>51.96</c:v>
                </c:pt>
                <c:pt idx="6145">
                  <c:v>52.52</c:v>
                </c:pt>
                <c:pt idx="6146">
                  <c:v>52.13</c:v>
                </c:pt>
                <c:pt idx="6147">
                  <c:v>53.14</c:v>
                </c:pt>
                <c:pt idx="6148">
                  <c:v>53.88</c:v>
                </c:pt>
                <c:pt idx="6149">
                  <c:v>54.66</c:v>
                </c:pt>
                <c:pt idx="6150">
                  <c:v>54.25</c:v>
                </c:pt>
                <c:pt idx="6151">
                  <c:v>54.46</c:v>
                </c:pt>
                <c:pt idx="6152">
                  <c:v>53.86</c:v>
                </c:pt>
                <c:pt idx="6153">
                  <c:v>52.49</c:v>
                </c:pt>
                <c:pt idx="6154">
                  <c:v>51.24</c:v>
                </c:pt>
                <c:pt idx="6155">
                  <c:v>52.68</c:v>
                </c:pt>
                <c:pt idx="6156">
                  <c:v>53.56</c:v>
                </c:pt>
                <c:pt idx="6157">
                  <c:v>53.07</c:v>
                </c:pt>
                <c:pt idx="6158">
                  <c:v>53.06</c:v>
                </c:pt>
                <c:pt idx="6159">
                  <c:v>52.92</c:v>
                </c:pt>
                <c:pt idx="6160">
                  <c:v>53.39</c:v>
                </c:pt>
                <c:pt idx="6161">
                  <c:v>54.59</c:v>
                </c:pt>
                <c:pt idx="6162">
                  <c:v>55.48</c:v>
                </c:pt>
                <c:pt idx="6163">
                  <c:v>55.09</c:v>
                </c:pt>
                <c:pt idx="6164">
                  <c:v>54.32</c:v>
                </c:pt>
                <c:pt idx="6165">
                  <c:v>54.1</c:v>
                </c:pt>
                <c:pt idx="6166">
                  <c:v>53.45</c:v>
                </c:pt>
                <c:pt idx="6167">
                  <c:v>52.8</c:v>
                </c:pt>
                <c:pt idx="6168">
                  <c:v>53.8</c:v>
                </c:pt>
                <c:pt idx="6169">
                  <c:v>54.35</c:v>
                </c:pt>
                <c:pt idx="6170">
                  <c:v>54.67</c:v>
                </c:pt>
                <c:pt idx="6171">
                  <c:v>55.4</c:v>
                </c:pt>
                <c:pt idx="6172">
                  <c:v>55.02</c:v>
                </c:pt>
                <c:pt idx="6173">
                  <c:v>54.79</c:v>
                </c:pt>
                <c:pt idx="6174">
                  <c:v>54.44</c:v>
                </c:pt>
                <c:pt idx="6175">
                  <c:v>54.56</c:v>
                </c:pt>
                <c:pt idx="6176">
                  <c:v>54.89</c:v>
                </c:pt>
                <c:pt idx="6177">
                  <c:v>54.65</c:v>
                </c:pt>
                <c:pt idx="6178">
                  <c:v>53.66</c:v>
                </c:pt>
                <c:pt idx="6179">
                  <c:v>53.75</c:v>
                </c:pt>
                <c:pt idx="6180">
                  <c:v>53.39</c:v>
                </c:pt>
                <c:pt idx="6181">
                  <c:v>52.36</c:v>
                </c:pt>
                <c:pt idx="6182">
                  <c:v>52.7</c:v>
                </c:pt>
                <c:pt idx="6183">
                  <c:v>52.24</c:v>
                </c:pt>
                <c:pt idx="6184">
                  <c:v>51.37</c:v>
                </c:pt>
                <c:pt idx="6185">
                  <c:v>51.41</c:v>
                </c:pt>
                <c:pt idx="6186">
                  <c:v>50.99</c:v>
                </c:pt>
                <c:pt idx="6187">
                  <c:v>51.26</c:v>
                </c:pt>
                <c:pt idx="6188">
                  <c:v>50.95</c:v>
                </c:pt>
                <c:pt idx="6189">
                  <c:v>49.52</c:v>
                </c:pt>
                <c:pt idx="6190">
                  <c:v>49.34</c:v>
                </c:pt>
                <c:pt idx="6191">
                  <c:v>49.45</c:v>
                </c:pt>
                <c:pt idx="6192">
                  <c:v>50.4</c:v>
                </c:pt>
                <c:pt idx="6193">
                  <c:v>49.9</c:v>
                </c:pt>
                <c:pt idx="6194">
                  <c:v>49.8</c:v>
                </c:pt>
                <c:pt idx="6195">
                  <c:v>49.48</c:v>
                </c:pt>
                <c:pt idx="6196">
                  <c:v>49.74</c:v>
                </c:pt>
                <c:pt idx="6197">
                  <c:v>49.13</c:v>
                </c:pt>
                <c:pt idx="6198">
                  <c:v>49.14</c:v>
                </c:pt>
                <c:pt idx="6199">
                  <c:v>50.09</c:v>
                </c:pt>
                <c:pt idx="6200">
                  <c:v>49.45</c:v>
                </c:pt>
                <c:pt idx="6201">
                  <c:v>49.87</c:v>
                </c:pt>
                <c:pt idx="6202">
                  <c:v>50.44</c:v>
                </c:pt>
                <c:pt idx="6203">
                  <c:v>49.97</c:v>
                </c:pt>
                <c:pt idx="6204">
                  <c:v>49.03</c:v>
                </c:pt>
                <c:pt idx="6205">
                  <c:v>48.38</c:v>
                </c:pt>
                <c:pt idx="6206">
                  <c:v>49.3</c:v>
                </c:pt>
                <c:pt idx="6207">
                  <c:v>49.16</c:v>
                </c:pt>
                <c:pt idx="6208">
                  <c:v>49.35</c:v>
                </c:pt>
                <c:pt idx="6209">
                  <c:v>48.66</c:v>
                </c:pt>
                <c:pt idx="6210">
                  <c:v>46.84</c:v>
                </c:pt>
                <c:pt idx="6211">
                  <c:v>46.77</c:v>
                </c:pt>
                <c:pt idx="6212">
                  <c:v>47.25</c:v>
                </c:pt>
                <c:pt idx="6213">
                  <c:v>46.63</c:v>
                </c:pt>
                <c:pt idx="6214">
                  <c:v>48.35</c:v>
                </c:pt>
                <c:pt idx="6215">
                  <c:v>47.4</c:v>
                </c:pt>
                <c:pt idx="6216">
                  <c:v>48.27</c:v>
                </c:pt>
                <c:pt idx="6217">
                  <c:v>48.51</c:v>
                </c:pt>
                <c:pt idx="6218">
                  <c:v>48.14</c:v>
                </c:pt>
                <c:pt idx="6219">
                  <c:v>48.36</c:v>
                </c:pt>
                <c:pt idx="6220">
                  <c:v>48.47</c:v>
                </c:pt>
                <c:pt idx="6221">
                  <c:v>49.26</c:v>
                </c:pt>
                <c:pt idx="6222">
                  <c:v>49.08</c:v>
                </c:pt>
                <c:pt idx="6223">
                  <c:v>49.24</c:v>
                </c:pt>
                <c:pt idx="6224">
                  <c:v>49.02</c:v>
                </c:pt>
                <c:pt idx="6225">
                  <c:v>49.79</c:v>
                </c:pt>
                <c:pt idx="6226">
                  <c:v>49.14</c:v>
                </c:pt>
                <c:pt idx="6227">
                  <c:v>48.83</c:v>
                </c:pt>
                <c:pt idx="6228">
                  <c:v>48.35</c:v>
                </c:pt>
                <c:pt idx="6229">
                  <c:v>47.66</c:v>
                </c:pt>
                <c:pt idx="6230">
                  <c:v>46.87</c:v>
                </c:pt>
                <c:pt idx="6231">
                  <c:v>47.19</c:v>
                </c:pt>
                <c:pt idx="6232">
                  <c:v>47.74</c:v>
                </c:pt>
                <c:pt idx="6233">
                  <c:v>47.87</c:v>
                </c:pt>
                <c:pt idx="6234">
                  <c:v>47.43</c:v>
                </c:pt>
                <c:pt idx="6235">
                  <c:v>46.65</c:v>
                </c:pt>
                <c:pt idx="6236">
                  <c:v>47.75</c:v>
                </c:pt>
                <c:pt idx="6237">
                  <c:v>47.99</c:v>
                </c:pt>
                <c:pt idx="6238">
                  <c:v>48.11</c:v>
                </c:pt>
                <c:pt idx="6239">
                  <c:v>49</c:v>
                </c:pt>
                <c:pt idx="6240">
                  <c:v>48.68</c:v>
                </c:pt>
                <c:pt idx="6241">
                  <c:v>50.19</c:v>
                </c:pt>
                <c:pt idx="6242">
                  <c:v>49.16</c:v>
                </c:pt>
                <c:pt idx="6243">
                  <c:v>48.9</c:v>
                </c:pt>
                <c:pt idx="6244">
                  <c:v>48.34</c:v>
                </c:pt>
                <c:pt idx="6245">
                  <c:v>48.38</c:v>
                </c:pt>
                <c:pt idx="6246">
                  <c:v>47.66</c:v>
                </c:pt>
                <c:pt idx="6247">
                  <c:v>48.4</c:v>
                </c:pt>
                <c:pt idx="6248">
                  <c:v>48.94</c:v>
                </c:pt>
                <c:pt idx="6249">
                  <c:v>49.9</c:v>
                </c:pt>
                <c:pt idx="6250">
                  <c:v>49.2</c:v>
                </c:pt>
                <c:pt idx="6251">
                  <c:v>49.88</c:v>
                </c:pt>
                <c:pt idx="6252">
                  <c:v>48.6</c:v>
                </c:pt>
                <c:pt idx="6253">
                  <c:v>48.94</c:v>
                </c:pt>
                <c:pt idx="6254">
                  <c:v>47.5</c:v>
                </c:pt>
                <c:pt idx="6255">
                  <c:v>49.05</c:v>
                </c:pt>
                <c:pt idx="6256">
                  <c:v>52.24</c:v>
                </c:pt>
                <c:pt idx="6257">
                  <c:v>51.05</c:v>
                </c:pt>
                <c:pt idx="6258">
                  <c:v>52.35</c:v>
                </c:pt>
                <c:pt idx="6259">
                  <c:v>51.2</c:v>
                </c:pt>
                <c:pt idx="6260">
                  <c:v>50.66</c:v>
                </c:pt>
                <c:pt idx="6261">
                  <c:v>50.45</c:v>
                </c:pt>
                <c:pt idx="6262">
                  <c:v>51.2</c:v>
                </c:pt>
                <c:pt idx="6263">
                  <c:v>50.89</c:v>
                </c:pt>
                <c:pt idx="6264">
                  <c:v>51.86</c:v>
                </c:pt>
                <c:pt idx="6265">
                  <c:v>50.51</c:v>
                </c:pt>
                <c:pt idx="6266">
                  <c:v>50.33</c:v>
                </c:pt>
                <c:pt idx="6267">
                  <c:v>52.1</c:v>
                </c:pt>
                <c:pt idx="6268">
                  <c:v>52.35</c:v>
                </c:pt>
                <c:pt idx="6269">
                  <c:v>51.3</c:v>
                </c:pt>
                <c:pt idx="6270">
                  <c:v>51.68</c:v>
                </c:pt>
                <c:pt idx="6271">
                  <c:v>51.42</c:v>
                </c:pt>
                <c:pt idx="6272">
                  <c:v>50.62</c:v>
                </c:pt>
                <c:pt idx="6273">
                  <c:v>50.58</c:v>
                </c:pt>
                <c:pt idx="6274">
                  <c:v>51.12</c:v>
                </c:pt>
                <c:pt idx="6275">
                  <c:v>53.05</c:v>
                </c:pt>
                <c:pt idx="6276">
                  <c:v>53.09</c:v>
                </c:pt>
                <c:pt idx="6277">
                  <c:v>52.9</c:v>
                </c:pt>
                <c:pt idx="6278">
                  <c:v>54.1</c:v>
                </c:pt>
                <c:pt idx="6279">
                  <c:v>53.49</c:v>
                </c:pt>
                <c:pt idx="6280">
                  <c:v>53.75</c:v>
                </c:pt>
                <c:pt idx="6281">
                  <c:v>51.24</c:v>
                </c:pt>
                <c:pt idx="6282">
                  <c:v>51.19</c:v>
                </c:pt>
                <c:pt idx="6283">
                  <c:v>51.89</c:v>
                </c:pt>
                <c:pt idx="6284">
                  <c:v>51.74</c:v>
                </c:pt>
                <c:pt idx="6285">
                  <c:v>50.48</c:v>
                </c:pt>
                <c:pt idx="6286">
                  <c:v>50.99</c:v>
                </c:pt>
                <c:pt idx="6287">
                  <c:v>49.32</c:v>
                </c:pt>
                <c:pt idx="6288">
                  <c:v>50.25</c:v>
                </c:pt>
                <c:pt idx="6289">
                  <c:v>48.74</c:v>
                </c:pt>
                <c:pt idx="6290">
                  <c:v>46.38</c:v>
                </c:pt>
                <c:pt idx="6291">
                  <c:v>46.1</c:v>
                </c:pt>
                <c:pt idx="6292">
                  <c:v>44.75</c:v>
                </c:pt>
                <c:pt idx="6293">
                  <c:v>44</c:v>
                </c:pt>
                <c:pt idx="6294">
                  <c:v>44.81</c:v>
                </c:pt>
                <c:pt idx="6295">
                  <c:v>48.05</c:v>
                </c:pt>
                <c:pt idx="6296">
                  <c:v>50.68</c:v>
                </c:pt>
                <c:pt idx="6297">
                  <c:v>52.1</c:v>
                </c:pt>
                <c:pt idx="6298">
                  <c:v>53.87</c:v>
                </c:pt>
                <c:pt idx="6299">
                  <c:v>54.55</c:v>
                </c:pt>
                <c:pt idx="6300">
                  <c:v>55.4</c:v>
                </c:pt>
                <c:pt idx="6301">
                  <c:v>56.27</c:v>
                </c:pt>
                <c:pt idx="6302">
                  <c:v>56.19</c:v>
                </c:pt>
                <c:pt idx="6303">
                  <c:v>56.63</c:v>
                </c:pt>
                <c:pt idx="6304">
                  <c:v>57.2</c:v>
                </c:pt>
                <c:pt idx="6305">
                  <c:v>57.56</c:v>
                </c:pt>
                <c:pt idx="6306">
                  <c:v>57.11</c:v>
                </c:pt>
                <c:pt idx="6307">
                  <c:v>58.02</c:v>
                </c:pt>
                <c:pt idx="6308">
                  <c:v>58.59</c:v>
                </c:pt>
                <c:pt idx="6309">
                  <c:v>57.5</c:v>
                </c:pt>
                <c:pt idx="6310">
                  <c:v>56.95</c:v>
                </c:pt>
                <c:pt idx="6311">
                  <c:v>56.14</c:v>
                </c:pt>
                <c:pt idx="6312">
                  <c:v>56.25</c:v>
                </c:pt>
                <c:pt idx="6313">
                  <c:v>56.34</c:v>
                </c:pt>
                <c:pt idx="6314">
                  <c:v>57.25</c:v>
                </c:pt>
                <c:pt idx="6315">
                  <c:v>56.26</c:v>
                </c:pt>
                <c:pt idx="6316">
                  <c:v>56.2</c:v>
                </c:pt>
                <c:pt idx="6317">
                  <c:v>55.39</c:v>
                </c:pt>
                <c:pt idx="6318">
                  <c:v>55.1</c:v>
                </c:pt>
                <c:pt idx="6319">
                  <c:v>54.5</c:v>
                </c:pt>
                <c:pt idx="6320">
                  <c:v>54.41</c:v>
                </c:pt>
                <c:pt idx="6321">
                  <c:v>55.46</c:v>
                </c:pt>
                <c:pt idx="6322">
                  <c:v>55.49</c:v>
                </c:pt>
                <c:pt idx="6323">
                  <c:v>55.49</c:v>
                </c:pt>
                <c:pt idx="6324">
                  <c:v>57.2</c:v>
                </c:pt>
                <c:pt idx="6325">
                  <c:v>58.23</c:v>
                </c:pt>
                <c:pt idx="6326">
                  <c:v>58</c:v>
                </c:pt>
                <c:pt idx="6327">
                  <c:v>57.54</c:v>
                </c:pt>
                <c:pt idx="6328">
                  <c:v>57.88</c:v>
                </c:pt>
                <c:pt idx="6329">
                  <c:v>57.63</c:v>
                </c:pt>
                <c:pt idx="6330">
                  <c:v>56.56</c:v>
                </c:pt>
                <c:pt idx="6331">
                  <c:v>54.4</c:v>
                </c:pt>
                <c:pt idx="6332">
                  <c:v>55.6</c:v>
                </c:pt>
                <c:pt idx="6333">
                  <c:v>56.48</c:v>
                </c:pt>
                <c:pt idx="6334">
                  <c:v>55.3</c:v>
                </c:pt>
                <c:pt idx="6335">
                  <c:v>54.57</c:v>
                </c:pt>
                <c:pt idx="6336">
                  <c:v>55.8</c:v>
                </c:pt>
                <c:pt idx="6337">
                  <c:v>55.77</c:v>
                </c:pt>
                <c:pt idx="6338">
                  <c:v>56.26</c:v>
                </c:pt>
                <c:pt idx="6339">
                  <c:v>56.17</c:v>
                </c:pt>
                <c:pt idx="6340">
                  <c:v>55.82</c:v>
                </c:pt>
                <c:pt idx="6341">
                  <c:v>55.94</c:v>
                </c:pt>
                <c:pt idx="6342">
                  <c:v>56.79</c:v>
                </c:pt>
                <c:pt idx="6343">
                  <c:v>56.62</c:v>
                </c:pt>
                <c:pt idx="6344">
                  <c:v>57.4</c:v>
                </c:pt>
                <c:pt idx="6345">
                  <c:v>56.99</c:v>
                </c:pt>
                <c:pt idx="6346">
                  <c:v>58.2</c:v>
                </c:pt>
                <c:pt idx="6347">
                  <c:v>58.27</c:v>
                </c:pt>
                <c:pt idx="6348">
                  <c:v>56.57</c:v>
                </c:pt>
                <c:pt idx="6349">
                  <c:v>58.5</c:v>
                </c:pt>
                <c:pt idx="6350">
                  <c:v>60.09</c:v>
                </c:pt>
                <c:pt idx="6351">
                  <c:v>60.56</c:v>
                </c:pt>
                <c:pt idx="6352">
                  <c:v>60.02</c:v>
                </c:pt>
                <c:pt idx="6353">
                  <c:v>60.1</c:v>
                </c:pt>
                <c:pt idx="6354">
                  <c:v>59.98</c:v>
                </c:pt>
                <c:pt idx="6355">
                  <c:v>60.6</c:v>
                </c:pt>
                <c:pt idx="6356">
                  <c:v>60.5</c:v>
                </c:pt>
                <c:pt idx="6357">
                  <c:v>61.67</c:v>
                </c:pt>
                <c:pt idx="6358">
                  <c:v>61.05</c:v>
                </c:pt>
                <c:pt idx="6359">
                  <c:v>61.24</c:v>
                </c:pt>
                <c:pt idx="6360">
                  <c:v>61.45</c:v>
                </c:pt>
                <c:pt idx="6361">
                  <c:v>60.95</c:v>
                </c:pt>
                <c:pt idx="6362">
                  <c:v>61.03</c:v>
                </c:pt>
                <c:pt idx="6363">
                  <c:v>60.99</c:v>
                </c:pt>
                <c:pt idx="6364">
                  <c:v>60.27</c:v>
                </c:pt>
                <c:pt idx="6365">
                  <c:v>62.25</c:v>
                </c:pt>
                <c:pt idx="6366">
                  <c:v>62.11</c:v>
                </c:pt>
                <c:pt idx="6367">
                  <c:v>60.89</c:v>
                </c:pt>
                <c:pt idx="6368">
                  <c:v>60.98</c:v>
                </c:pt>
                <c:pt idx="6369">
                  <c:v>61.16</c:v>
                </c:pt>
                <c:pt idx="6370">
                  <c:v>61.11</c:v>
                </c:pt>
                <c:pt idx="6371">
                  <c:v>60.77</c:v>
                </c:pt>
                <c:pt idx="6372">
                  <c:v>60.81</c:v>
                </c:pt>
                <c:pt idx="6373">
                  <c:v>60.29</c:v>
                </c:pt>
                <c:pt idx="6374">
                  <c:v>61</c:v>
                </c:pt>
                <c:pt idx="6375">
                  <c:v>61.56</c:v>
                </c:pt>
                <c:pt idx="6376">
                  <c:v>61.94</c:v>
                </c:pt>
                <c:pt idx="6377">
                  <c:v>60.78</c:v>
                </c:pt>
                <c:pt idx="6378">
                  <c:v>60.68</c:v>
                </c:pt>
                <c:pt idx="6379">
                  <c:v>59.92</c:v>
                </c:pt>
                <c:pt idx="6380">
                  <c:v>59.01</c:v>
                </c:pt>
                <c:pt idx="6381">
                  <c:v>59</c:v>
                </c:pt>
                <c:pt idx="6382">
                  <c:v>59.51</c:v>
                </c:pt>
                <c:pt idx="6383">
                  <c:v>59.93</c:v>
                </c:pt>
                <c:pt idx="6384">
                  <c:v>58.45</c:v>
                </c:pt>
                <c:pt idx="6385">
                  <c:v>58.7</c:v>
                </c:pt>
                <c:pt idx="6386">
                  <c:v>58.75</c:v>
                </c:pt>
                <c:pt idx="6387">
                  <c:v>57.78</c:v>
                </c:pt>
                <c:pt idx="6388">
                  <c:v>58.65</c:v>
                </c:pt>
                <c:pt idx="6389">
                  <c:v>60.19</c:v>
                </c:pt>
                <c:pt idx="6390">
                  <c:v>59.53</c:v>
                </c:pt>
                <c:pt idx="6391">
                  <c:v>60.15</c:v>
                </c:pt>
                <c:pt idx="6392">
                  <c:v>59.9</c:v>
                </c:pt>
                <c:pt idx="6393">
                  <c:v>59.44</c:v>
                </c:pt>
                <c:pt idx="6394">
                  <c:v>58.46</c:v>
                </c:pt>
                <c:pt idx="6395">
                  <c:v>57.85</c:v>
                </c:pt>
                <c:pt idx="6396">
                  <c:v>57.34</c:v>
                </c:pt>
                <c:pt idx="6397">
                  <c:v>56.81</c:v>
                </c:pt>
                <c:pt idx="6398">
                  <c:v>57.95</c:v>
                </c:pt>
                <c:pt idx="6399">
                  <c:v>58.13</c:v>
                </c:pt>
                <c:pt idx="6400">
                  <c:v>58.48</c:v>
                </c:pt>
                <c:pt idx="6401">
                  <c:v>57.45</c:v>
                </c:pt>
                <c:pt idx="6402">
                  <c:v>56.85</c:v>
                </c:pt>
                <c:pt idx="6403">
                  <c:v>57.87</c:v>
                </c:pt>
                <c:pt idx="6404">
                  <c:v>57.2</c:v>
                </c:pt>
                <c:pt idx="6405">
                  <c:v>56</c:v>
                </c:pt>
                <c:pt idx="6406">
                  <c:v>55.31</c:v>
                </c:pt>
                <c:pt idx="6407">
                  <c:v>54.61</c:v>
                </c:pt>
                <c:pt idx="6408">
                  <c:v>53.87</c:v>
                </c:pt>
                <c:pt idx="6409">
                  <c:v>54.8</c:v>
                </c:pt>
                <c:pt idx="6410">
                  <c:v>55.44</c:v>
                </c:pt>
                <c:pt idx="6411">
                  <c:v>55.45</c:v>
                </c:pt>
                <c:pt idx="6412">
                  <c:v>55.12</c:v>
                </c:pt>
                <c:pt idx="6413">
                  <c:v>57.1</c:v>
                </c:pt>
                <c:pt idx="6414">
                  <c:v>55.67</c:v>
                </c:pt>
                <c:pt idx="6415">
                  <c:v>54.89</c:v>
                </c:pt>
                <c:pt idx="6416">
                  <c:v>54.87</c:v>
                </c:pt>
                <c:pt idx="6417">
                  <c:v>56.36</c:v>
                </c:pt>
                <c:pt idx="6418">
                  <c:v>57.1</c:v>
                </c:pt>
                <c:pt idx="6419">
                  <c:v>56.76</c:v>
                </c:pt>
                <c:pt idx="6420">
                  <c:v>56.75</c:v>
                </c:pt>
                <c:pt idx="6421">
                  <c:v>57.83</c:v>
                </c:pt>
                <c:pt idx="6422">
                  <c:v>57.33</c:v>
                </c:pt>
                <c:pt idx="6423">
                  <c:v>57.97</c:v>
                </c:pt>
                <c:pt idx="6424">
                  <c:v>58.44</c:v>
                </c:pt>
                <c:pt idx="6425">
                  <c:v>60.1</c:v>
                </c:pt>
                <c:pt idx="6426">
                  <c:v>60.75</c:v>
                </c:pt>
                <c:pt idx="6427">
                  <c:v>60.46</c:v>
                </c:pt>
                <c:pt idx="6428">
                  <c:v>59.95</c:v>
                </c:pt>
                <c:pt idx="6429">
                  <c:v>59.53</c:v>
                </c:pt>
                <c:pt idx="6430">
                  <c:v>59.54</c:v>
                </c:pt>
                <c:pt idx="6431">
                  <c:v>59.1</c:v>
                </c:pt>
                <c:pt idx="6432">
                  <c:v>58.33</c:v>
                </c:pt>
                <c:pt idx="6433">
                  <c:v>59.44</c:v>
                </c:pt>
                <c:pt idx="6434">
                  <c:v>59.42</c:v>
                </c:pt>
                <c:pt idx="6435">
                  <c:v>58.67</c:v>
                </c:pt>
                <c:pt idx="6436">
                  <c:v>59.05</c:v>
                </c:pt>
                <c:pt idx="6437">
                  <c:v>59.16</c:v>
                </c:pt>
                <c:pt idx="6438">
                  <c:v>60</c:v>
                </c:pt>
                <c:pt idx="6439">
                  <c:v>60.65</c:v>
                </c:pt>
                <c:pt idx="6440">
                  <c:v>60.2</c:v>
                </c:pt>
                <c:pt idx="6441">
                  <c:v>61.01</c:v>
                </c:pt>
                <c:pt idx="6442">
                  <c:v>61.21</c:v>
                </c:pt>
                <c:pt idx="6443">
                  <c:v>62.75</c:v>
                </c:pt>
                <c:pt idx="6444">
                  <c:v>63.71</c:v>
                </c:pt>
                <c:pt idx="6445">
                  <c:v>61.33</c:v>
                </c:pt>
                <c:pt idx="6446">
                  <c:v>61.19</c:v>
                </c:pt>
                <c:pt idx="6447">
                  <c:v>61.37</c:v>
                </c:pt>
                <c:pt idx="6448">
                  <c:v>61.78</c:v>
                </c:pt>
                <c:pt idx="6449">
                  <c:v>60.41</c:v>
                </c:pt>
                <c:pt idx="6450">
                  <c:v>60.18</c:v>
                </c:pt>
                <c:pt idx="6451">
                  <c:v>60.35</c:v>
                </c:pt>
                <c:pt idx="6452">
                  <c:v>59.32</c:v>
                </c:pt>
                <c:pt idx="6453">
                  <c:v>58.89</c:v>
                </c:pt>
                <c:pt idx="6454">
                  <c:v>59.25</c:v>
                </c:pt>
                <c:pt idx="6455">
                  <c:v>59.875</c:v>
                </c:pt>
                <c:pt idx="6456">
                  <c:v>58.25</c:v>
                </c:pt>
                <c:pt idx="6457">
                  <c:v>58.125</c:v>
                </c:pt>
                <c:pt idx="6458">
                  <c:v>58.8125</c:v>
                </c:pt>
                <c:pt idx="6459">
                  <c:v>58.6875</c:v>
                </c:pt>
                <c:pt idx="6460">
                  <c:v>59.3125</c:v>
                </c:pt>
                <c:pt idx="6461">
                  <c:v>59.375</c:v>
                </c:pt>
                <c:pt idx="6462">
                  <c:v>60.125</c:v>
                </c:pt>
                <c:pt idx="6463">
                  <c:v>60.25</c:v>
                </c:pt>
                <c:pt idx="6464">
                  <c:v>60.125</c:v>
                </c:pt>
                <c:pt idx="6465">
                  <c:v>58.9375</c:v>
                </c:pt>
                <c:pt idx="6466">
                  <c:v>59.3125</c:v>
                </c:pt>
                <c:pt idx="6467">
                  <c:v>61.375</c:v>
                </c:pt>
                <c:pt idx="6468">
                  <c:v>61.875</c:v>
                </c:pt>
                <c:pt idx="6469">
                  <c:v>60.6875</c:v>
                </c:pt>
                <c:pt idx="6470">
                  <c:v>61.4375</c:v>
                </c:pt>
                <c:pt idx="6471">
                  <c:v>62.5</c:v>
                </c:pt>
                <c:pt idx="6472">
                  <c:v>60.5625</c:v>
                </c:pt>
                <c:pt idx="6473">
                  <c:v>61.5625</c:v>
                </c:pt>
                <c:pt idx="6474">
                  <c:v>61.375</c:v>
                </c:pt>
                <c:pt idx="6475">
                  <c:v>60.375</c:v>
                </c:pt>
                <c:pt idx="6476">
                  <c:v>59.25</c:v>
                </c:pt>
                <c:pt idx="6477">
                  <c:v>58.625</c:v>
                </c:pt>
                <c:pt idx="6478">
                  <c:v>57.1875</c:v>
                </c:pt>
                <c:pt idx="6479">
                  <c:v>58.3125</c:v>
                </c:pt>
                <c:pt idx="6480">
                  <c:v>56.6875</c:v>
                </c:pt>
                <c:pt idx="6481">
                  <c:v>55.875</c:v>
                </c:pt>
                <c:pt idx="6482">
                  <c:v>55.125</c:v>
                </c:pt>
                <c:pt idx="6483">
                  <c:v>57.125</c:v>
                </c:pt>
                <c:pt idx="6484">
                  <c:v>56</c:v>
                </c:pt>
                <c:pt idx="6485">
                  <c:v>54.9375</c:v>
                </c:pt>
                <c:pt idx="6486">
                  <c:v>56.8125</c:v>
                </c:pt>
                <c:pt idx="6487">
                  <c:v>57.5625</c:v>
                </c:pt>
                <c:pt idx="6488">
                  <c:v>57.5625</c:v>
                </c:pt>
                <c:pt idx="6489">
                  <c:v>59.125</c:v>
                </c:pt>
                <c:pt idx="6490">
                  <c:v>60.5625</c:v>
                </c:pt>
                <c:pt idx="6491">
                  <c:v>59.5</c:v>
                </c:pt>
                <c:pt idx="6492">
                  <c:v>59.6875</c:v>
                </c:pt>
                <c:pt idx="6493">
                  <c:v>61.0625</c:v>
                </c:pt>
                <c:pt idx="6494">
                  <c:v>62</c:v>
                </c:pt>
                <c:pt idx="6495">
                  <c:v>61.0625</c:v>
                </c:pt>
                <c:pt idx="6496">
                  <c:v>59.9375</c:v>
                </c:pt>
                <c:pt idx="6497">
                  <c:v>60.3125</c:v>
                </c:pt>
                <c:pt idx="6498">
                  <c:v>61.3125</c:v>
                </c:pt>
                <c:pt idx="6499">
                  <c:v>59.8125</c:v>
                </c:pt>
                <c:pt idx="6500">
                  <c:v>61.0625</c:v>
                </c:pt>
                <c:pt idx="6501">
                  <c:v>61.0625</c:v>
                </c:pt>
                <c:pt idx="6502">
                  <c:v>60.75</c:v>
                </c:pt>
                <c:pt idx="6503">
                  <c:v>60.25</c:v>
                </c:pt>
                <c:pt idx="6504">
                  <c:v>59.5625</c:v>
                </c:pt>
                <c:pt idx="6505">
                  <c:v>60</c:v>
                </c:pt>
                <c:pt idx="6506">
                  <c:v>59.8125</c:v>
                </c:pt>
                <c:pt idx="6507">
                  <c:v>59.6875</c:v>
                </c:pt>
                <c:pt idx="6508">
                  <c:v>59.125</c:v>
                </c:pt>
                <c:pt idx="6509">
                  <c:v>58.875</c:v>
                </c:pt>
                <c:pt idx="6510">
                  <c:v>58.625</c:v>
                </c:pt>
                <c:pt idx="6511">
                  <c:v>57.25</c:v>
                </c:pt>
                <c:pt idx="6512">
                  <c:v>61.4375</c:v>
                </c:pt>
                <c:pt idx="6513">
                  <c:v>59.375</c:v>
                </c:pt>
                <c:pt idx="6514">
                  <c:v>59.5625</c:v>
                </c:pt>
                <c:pt idx="6515">
                  <c:v>59.5</c:v>
                </c:pt>
                <c:pt idx="6516">
                  <c:v>59.25</c:v>
                </c:pt>
                <c:pt idx="6517">
                  <c:v>59.4375</c:v>
                </c:pt>
                <c:pt idx="6518">
                  <c:v>61</c:v>
                </c:pt>
                <c:pt idx="6519">
                  <c:v>61.3125</c:v>
                </c:pt>
                <c:pt idx="6520">
                  <c:v>62.0625</c:v>
                </c:pt>
                <c:pt idx="6521">
                  <c:v>60.625</c:v>
                </c:pt>
                <c:pt idx="6522">
                  <c:v>60.375</c:v>
                </c:pt>
                <c:pt idx="6523">
                  <c:v>62.3125</c:v>
                </c:pt>
                <c:pt idx="6524">
                  <c:v>62.3125</c:v>
                </c:pt>
                <c:pt idx="6525">
                  <c:v>62.75</c:v>
                </c:pt>
                <c:pt idx="6526">
                  <c:v>65.0625</c:v>
                </c:pt>
                <c:pt idx="6527">
                  <c:v>63.1875</c:v>
                </c:pt>
                <c:pt idx="6528">
                  <c:v>62.75</c:v>
                </c:pt>
                <c:pt idx="6529">
                  <c:v>61.6875</c:v>
                </c:pt>
                <c:pt idx="6530">
                  <c:v>61.0625</c:v>
                </c:pt>
                <c:pt idx="6531">
                  <c:v>61</c:v>
                </c:pt>
                <c:pt idx="6532">
                  <c:v>61.1875</c:v>
                </c:pt>
                <c:pt idx="6533">
                  <c:v>61.6875</c:v>
                </c:pt>
                <c:pt idx="6534">
                  <c:v>61.1875</c:v>
                </c:pt>
                <c:pt idx="6535">
                  <c:v>59.9375</c:v>
                </c:pt>
                <c:pt idx="6536">
                  <c:v>60.0625</c:v>
                </c:pt>
                <c:pt idx="6537">
                  <c:v>60.6875</c:v>
                </c:pt>
                <c:pt idx="6538">
                  <c:v>60</c:v>
                </c:pt>
                <c:pt idx="6539">
                  <c:v>59.3125</c:v>
                </c:pt>
                <c:pt idx="6540">
                  <c:v>60.625</c:v>
                </c:pt>
                <c:pt idx="6541">
                  <c:v>60.625</c:v>
                </c:pt>
                <c:pt idx="6542">
                  <c:v>60.875</c:v>
                </c:pt>
                <c:pt idx="6543">
                  <c:v>61.6875</c:v>
                </c:pt>
                <c:pt idx="6544">
                  <c:v>62.625</c:v>
                </c:pt>
                <c:pt idx="6545">
                  <c:v>62.6875</c:v>
                </c:pt>
                <c:pt idx="6546">
                  <c:v>61.6875</c:v>
                </c:pt>
                <c:pt idx="6547">
                  <c:v>62.25</c:v>
                </c:pt>
                <c:pt idx="6548">
                  <c:v>63.875</c:v>
                </c:pt>
                <c:pt idx="6549">
                  <c:v>64.125</c:v>
                </c:pt>
                <c:pt idx="6550">
                  <c:v>62.1875</c:v>
                </c:pt>
                <c:pt idx="6551">
                  <c:v>63.25</c:v>
                </c:pt>
                <c:pt idx="6552">
                  <c:v>62.75</c:v>
                </c:pt>
                <c:pt idx="6553">
                  <c:v>62</c:v>
                </c:pt>
                <c:pt idx="6554">
                  <c:v>62.125</c:v>
                </c:pt>
                <c:pt idx="6555">
                  <c:v>61.207000000000001</c:v>
                </c:pt>
                <c:pt idx="6556">
                  <c:v>61.8125</c:v>
                </c:pt>
                <c:pt idx="6557">
                  <c:v>62.0625</c:v>
                </c:pt>
                <c:pt idx="6558">
                  <c:v>61.9375</c:v>
                </c:pt>
                <c:pt idx="6559">
                  <c:v>61.8125</c:v>
                </c:pt>
                <c:pt idx="6560">
                  <c:v>61.625</c:v>
                </c:pt>
                <c:pt idx="6561">
                  <c:v>63.625</c:v>
                </c:pt>
                <c:pt idx="6562">
                  <c:v>62</c:v>
                </c:pt>
                <c:pt idx="6563">
                  <c:v>62</c:v>
                </c:pt>
                <c:pt idx="6564">
                  <c:v>61.625</c:v>
                </c:pt>
                <c:pt idx="6565">
                  <c:v>62.4375</c:v>
                </c:pt>
                <c:pt idx="6566">
                  <c:v>60.625</c:v>
                </c:pt>
                <c:pt idx="6567">
                  <c:v>61</c:v>
                </c:pt>
                <c:pt idx="6568">
                  <c:v>60.1875</c:v>
                </c:pt>
                <c:pt idx="6569">
                  <c:v>59.6875</c:v>
                </c:pt>
                <c:pt idx="6570">
                  <c:v>60.375</c:v>
                </c:pt>
                <c:pt idx="6571">
                  <c:v>59.625</c:v>
                </c:pt>
                <c:pt idx="6572">
                  <c:v>58.5625</c:v>
                </c:pt>
                <c:pt idx="6573">
                  <c:v>59.3125</c:v>
                </c:pt>
                <c:pt idx="6574">
                  <c:v>58.375</c:v>
                </c:pt>
                <c:pt idx="6575">
                  <c:v>59.25</c:v>
                </c:pt>
                <c:pt idx="6576">
                  <c:v>59.25</c:v>
                </c:pt>
                <c:pt idx="6577">
                  <c:v>58.125</c:v>
                </c:pt>
                <c:pt idx="6578">
                  <c:v>58.25</c:v>
                </c:pt>
                <c:pt idx="6579">
                  <c:v>58.625</c:v>
                </c:pt>
                <c:pt idx="6580">
                  <c:v>58.875</c:v>
                </c:pt>
                <c:pt idx="6581">
                  <c:v>57.5</c:v>
                </c:pt>
                <c:pt idx="6582">
                  <c:v>57.75</c:v>
                </c:pt>
                <c:pt idx="6583">
                  <c:v>57.3125</c:v>
                </c:pt>
                <c:pt idx="6584">
                  <c:v>58.1875</c:v>
                </c:pt>
                <c:pt idx="6585">
                  <c:v>58.875</c:v>
                </c:pt>
                <c:pt idx="6586">
                  <c:v>59.4375</c:v>
                </c:pt>
                <c:pt idx="6587">
                  <c:v>59.375</c:v>
                </c:pt>
                <c:pt idx="6588">
                  <c:v>59.593800000000002</c:v>
                </c:pt>
                <c:pt idx="6589">
                  <c:v>60.75</c:v>
                </c:pt>
                <c:pt idx="6590">
                  <c:v>61.3125</c:v>
                </c:pt>
                <c:pt idx="6591">
                  <c:v>61.625</c:v>
                </c:pt>
                <c:pt idx="6592">
                  <c:v>63.5625</c:v>
                </c:pt>
                <c:pt idx="6593">
                  <c:v>62.4375</c:v>
                </c:pt>
                <c:pt idx="6594">
                  <c:v>62</c:v>
                </c:pt>
                <c:pt idx="6595">
                  <c:v>61.125</c:v>
                </c:pt>
                <c:pt idx="6596">
                  <c:v>61.0625</c:v>
                </c:pt>
                <c:pt idx="6597">
                  <c:v>62.6875</c:v>
                </c:pt>
                <c:pt idx="6598">
                  <c:v>61.546900000000001</c:v>
                </c:pt>
                <c:pt idx="6599">
                  <c:v>61.5625</c:v>
                </c:pt>
                <c:pt idx="6600">
                  <c:v>61.488300000000002</c:v>
                </c:pt>
                <c:pt idx="6601">
                  <c:v>62.3125</c:v>
                </c:pt>
                <c:pt idx="6602">
                  <c:v>62.4375</c:v>
                </c:pt>
                <c:pt idx="6603">
                  <c:v>62</c:v>
                </c:pt>
                <c:pt idx="6604">
                  <c:v>61.0625</c:v>
                </c:pt>
                <c:pt idx="6605">
                  <c:v>62.625</c:v>
                </c:pt>
                <c:pt idx="6606">
                  <c:v>62</c:v>
                </c:pt>
                <c:pt idx="6607">
                  <c:v>62.1875</c:v>
                </c:pt>
                <c:pt idx="6608">
                  <c:v>63.8125</c:v>
                </c:pt>
                <c:pt idx="6609">
                  <c:v>62.4375</c:v>
                </c:pt>
                <c:pt idx="6610">
                  <c:v>63.8125</c:v>
                </c:pt>
                <c:pt idx="6611">
                  <c:v>64.8125</c:v>
                </c:pt>
                <c:pt idx="6612">
                  <c:v>63.9375</c:v>
                </c:pt>
                <c:pt idx="6613">
                  <c:v>62.5</c:v>
                </c:pt>
                <c:pt idx="6614">
                  <c:v>62.5</c:v>
                </c:pt>
                <c:pt idx="6615">
                  <c:v>62.6875</c:v>
                </c:pt>
                <c:pt idx="6616">
                  <c:v>63.0625</c:v>
                </c:pt>
                <c:pt idx="6617">
                  <c:v>61.75</c:v>
                </c:pt>
                <c:pt idx="6618">
                  <c:v>62.125</c:v>
                </c:pt>
                <c:pt idx="6619">
                  <c:v>62.1875</c:v>
                </c:pt>
                <c:pt idx="6620">
                  <c:v>62.4375</c:v>
                </c:pt>
                <c:pt idx="6621">
                  <c:v>61.5625</c:v>
                </c:pt>
                <c:pt idx="6622">
                  <c:v>61.0625</c:v>
                </c:pt>
                <c:pt idx="6623">
                  <c:v>60.125</c:v>
                </c:pt>
                <c:pt idx="6624">
                  <c:v>61.5</c:v>
                </c:pt>
                <c:pt idx="6625">
                  <c:v>62.6875</c:v>
                </c:pt>
                <c:pt idx="6626">
                  <c:v>63</c:v>
                </c:pt>
                <c:pt idx="6627">
                  <c:v>62.625</c:v>
                </c:pt>
                <c:pt idx="6628">
                  <c:v>61.75</c:v>
                </c:pt>
                <c:pt idx="6629">
                  <c:v>61.3125</c:v>
                </c:pt>
                <c:pt idx="6630">
                  <c:v>60.625</c:v>
                </c:pt>
                <c:pt idx="6631">
                  <c:v>62.5</c:v>
                </c:pt>
                <c:pt idx="6632">
                  <c:v>61.375</c:v>
                </c:pt>
                <c:pt idx="6633">
                  <c:v>61.25</c:v>
                </c:pt>
                <c:pt idx="6634">
                  <c:v>59.125</c:v>
                </c:pt>
                <c:pt idx="6635">
                  <c:v>59.5</c:v>
                </c:pt>
                <c:pt idx="6636">
                  <c:v>58.625</c:v>
                </c:pt>
                <c:pt idx="6637">
                  <c:v>58.25</c:v>
                </c:pt>
                <c:pt idx="6638">
                  <c:v>57.0625</c:v>
                </c:pt>
                <c:pt idx="6639">
                  <c:v>56.6875</c:v>
                </c:pt>
                <c:pt idx="6640">
                  <c:v>58.6875</c:v>
                </c:pt>
                <c:pt idx="6641">
                  <c:v>57.625</c:v>
                </c:pt>
                <c:pt idx="6642">
                  <c:v>57.375</c:v>
                </c:pt>
                <c:pt idx="6643">
                  <c:v>56.9375</c:v>
                </c:pt>
                <c:pt idx="6644">
                  <c:v>57</c:v>
                </c:pt>
                <c:pt idx="6645">
                  <c:v>56.6875</c:v>
                </c:pt>
                <c:pt idx="6646">
                  <c:v>56.625</c:v>
                </c:pt>
                <c:pt idx="6647">
                  <c:v>56.5</c:v>
                </c:pt>
                <c:pt idx="6648">
                  <c:v>56</c:v>
                </c:pt>
                <c:pt idx="6649">
                  <c:v>56.488300000000002</c:v>
                </c:pt>
                <c:pt idx="6650">
                  <c:v>56.75</c:v>
                </c:pt>
                <c:pt idx="6651">
                  <c:v>56.375</c:v>
                </c:pt>
                <c:pt idx="6652">
                  <c:v>56.8125</c:v>
                </c:pt>
                <c:pt idx="6653">
                  <c:v>57.375</c:v>
                </c:pt>
                <c:pt idx="6654">
                  <c:v>57.5</c:v>
                </c:pt>
                <c:pt idx="6655">
                  <c:v>57.0625</c:v>
                </c:pt>
                <c:pt idx="6656">
                  <c:v>56.9375</c:v>
                </c:pt>
                <c:pt idx="6657">
                  <c:v>58.4375</c:v>
                </c:pt>
                <c:pt idx="6658">
                  <c:v>56.75</c:v>
                </c:pt>
                <c:pt idx="6659">
                  <c:v>58.5</c:v>
                </c:pt>
                <c:pt idx="6660">
                  <c:v>58.3125</c:v>
                </c:pt>
                <c:pt idx="6661">
                  <c:v>57.8125</c:v>
                </c:pt>
                <c:pt idx="6662">
                  <c:v>57.8125</c:v>
                </c:pt>
                <c:pt idx="6663">
                  <c:v>57.25</c:v>
                </c:pt>
                <c:pt idx="6664">
                  <c:v>55.3125</c:v>
                </c:pt>
                <c:pt idx="6665">
                  <c:v>55.625</c:v>
                </c:pt>
                <c:pt idx="6666">
                  <c:v>56.5625</c:v>
                </c:pt>
                <c:pt idx="6667">
                  <c:v>57.125</c:v>
                </c:pt>
                <c:pt idx="6668">
                  <c:v>56.4375</c:v>
                </c:pt>
                <c:pt idx="6669">
                  <c:v>58.0625</c:v>
                </c:pt>
                <c:pt idx="6670">
                  <c:v>56.4375</c:v>
                </c:pt>
                <c:pt idx="6671">
                  <c:v>56.5</c:v>
                </c:pt>
                <c:pt idx="6672">
                  <c:v>60.375</c:v>
                </c:pt>
                <c:pt idx="6673">
                  <c:v>57</c:v>
                </c:pt>
                <c:pt idx="6674">
                  <c:v>55.5625</c:v>
                </c:pt>
                <c:pt idx="6675">
                  <c:v>55.4375</c:v>
                </c:pt>
                <c:pt idx="6676">
                  <c:v>56.375</c:v>
                </c:pt>
                <c:pt idx="6677">
                  <c:v>56.625</c:v>
                </c:pt>
                <c:pt idx="6678">
                  <c:v>55.5625</c:v>
                </c:pt>
                <c:pt idx="6679">
                  <c:v>55.25</c:v>
                </c:pt>
                <c:pt idx="6680">
                  <c:v>52.5625</c:v>
                </c:pt>
                <c:pt idx="6681">
                  <c:v>53.5625</c:v>
                </c:pt>
                <c:pt idx="6682">
                  <c:v>53.8125</c:v>
                </c:pt>
                <c:pt idx="6683">
                  <c:v>53</c:v>
                </c:pt>
                <c:pt idx="6684">
                  <c:v>52.75</c:v>
                </c:pt>
                <c:pt idx="6685">
                  <c:v>52.6875</c:v>
                </c:pt>
                <c:pt idx="6686">
                  <c:v>51.3125</c:v>
                </c:pt>
                <c:pt idx="6687">
                  <c:v>51.375</c:v>
                </c:pt>
                <c:pt idx="6688">
                  <c:v>52.6875</c:v>
                </c:pt>
                <c:pt idx="6689">
                  <c:v>55.25</c:v>
                </c:pt>
                <c:pt idx="6690">
                  <c:v>56</c:v>
                </c:pt>
                <c:pt idx="6691">
                  <c:v>58.3125</c:v>
                </c:pt>
                <c:pt idx="6692">
                  <c:v>56.625</c:v>
                </c:pt>
                <c:pt idx="6693">
                  <c:v>56.5625</c:v>
                </c:pt>
                <c:pt idx="6694">
                  <c:v>55.0625</c:v>
                </c:pt>
                <c:pt idx="6695">
                  <c:v>53.875</c:v>
                </c:pt>
                <c:pt idx="6696">
                  <c:v>54.625</c:v>
                </c:pt>
                <c:pt idx="6697">
                  <c:v>52</c:v>
                </c:pt>
                <c:pt idx="6698">
                  <c:v>54.625</c:v>
                </c:pt>
                <c:pt idx="6699">
                  <c:v>54.5625</c:v>
                </c:pt>
                <c:pt idx="6700">
                  <c:v>52.5</c:v>
                </c:pt>
                <c:pt idx="6701">
                  <c:v>55.3125</c:v>
                </c:pt>
                <c:pt idx="6702">
                  <c:v>55.4375</c:v>
                </c:pt>
                <c:pt idx="6703">
                  <c:v>55.125</c:v>
                </c:pt>
                <c:pt idx="6704">
                  <c:v>55.0625</c:v>
                </c:pt>
                <c:pt idx="6705">
                  <c:v>54.125</c:v>
                </c:pt>
                <c:pt idx="6706">
                  <c:v>56.1875</c:v>
                </c:pt>
                <c:pt idx="6707">
                  <c:v>57.875</c:v>
                </c:pt>
                <c:pt idx="6708">
                  <c:v>58.25</c:v>
                </c:pt>
                <c:pt idx="6709">
                  <c:v>58.8125</c:v>
                </c:pt>
                <c:pt idx="6710">
                  <c:v>59.75</c:v>
                </c:pt>
                <c:pt idx="6711">
                  <c:v>58.375</c:v>
                </c:pt>
                <c:pt idx="6712">
                  <c:v>59.75</c:v>
                </c:pt>
                <c:pt idx="6713">
                  <c:v>60.125</c:v>
                </c:pt>
                <c:pt idx="6714">
                  <c:v>61.1875</c:v>
                </c:pt>
                <c:pt idx="6715">
                  <c:v>62.25</c:v>
                </c:pt>
                <c:pt idx="6716">
                  <c:v>62</c:v>
                </c:pt>
                <c:pt idx="6717">
                  <c:v>62.1875</c:v>
                </c:pt>
                <c:pt idx="6718">
                  <c:v>62.5</c:v>
                </c:pt>
                <c:pt idx="6719">
                  <c:v>63.0625</c:v>
                </c:pt>
                <c:pt idx="6720">
                  <c:v>61</c:v>
                </c:pt>
                <c:pt idx="6721">
                  <c:v>59.75</c:v>
                </c:pt>
                <c:pt idx="6722">
                  <c:v>57.625</c:v>
                </c:pt>
                <c:pt idx="6723">
                  <c:v>59.375</c:v>
                </c:pt>
              </c:numCache>
            </c:numRef>
          </c:val>
          <c:smooth val="0"/>
          <c:extLst>
            <c:ext xmlns:c16="http://schemas.microsoft.com/office/drawing/2014/chart" uri="{C3380CC4-5D6E-409C-BE32-E72D297353CC}">
              <c16:uniqueId val="{00000000-3D07-4B1A-9BCA-EAA9EA67BA70}"/>
            </c:ext>
          </c:extLst>
        </c:ser>
        <c:ser>
          <c:idx val="1"/>
          <c:order val="1"/>
          <c:tx>
            <c:strRef>
              <c:f>'Shell chart'!$R$8</c:f>
              <c:strCache>
                <c:ptCount val="1"/>
                <c:pt idx="0">
                  <c:v>LON</c:v>
                </c:pt>
              </c:strCache>
            </c:strRef>
          </c:tx>
          <c:spPr>
            <a:ln w="28575" cap="rnd">
              <a:solidFill>
                <a:schemeClr val="accent2"/>
              </a:solidFill>
              <a:round/>
            </a:ln>
            <a:effectLst/>
          </c:spPr>
          <c:marker>
            <c:symbol val="none"/>
          </c:marker>
          <c:cat>
            <c:numRef>
              <c:f>'Shell chart'!$P$9:$P$6732</c:f>
              <c:numCache>
                <c:formatCode>m/d/yyyy</c:formatCode>
                <c:ptCount val="6724"/>
                <c:pt idx="0">
                  <c:v>46260</c:v>
                </c:pt>
                <c:pt idx="1">
                  <c:v>46259</c:v>
                </c:pt>
                <c:pt idx="2">
                  <c:v>46258</c:v>
                </c:pt>
                <c:pt idx="3">
                  <c:v>46255</c:v>
                </c:pt>
                <c:pt idx="4">
                  <c:v>46254</c:v>
                </c:pt>
                <c:pt idx="5">
                  <c:v>46253</c:v>
                </c:pt>
                <c:pt idx="6">
                  <c:v>46252</c:v>
                </c:pt>
                <c:pt idx="7">
                  <c:v>46251</c:v>
                </c:pt>
                <c:pt idx="8">
                  <c:v>46248</c:v>
                </c:pt>
                <c:pt idx="9">
                  <c:v>46247</c:v>
                </c:pt>
                <c:pt idx="10">
                  <c:v>46246</c:v>
                </c:pt>
                <c:pt idx="11">
                  <c:v>46245</c:v>
                </c:pt>
                <c:pt idx="12">
                  <c:v>46244</c:v>
                </c:pt>
                <c:pt idx="13">
                  <c:v>46241</c:v>
                </c:pt>
                <c:pt idx="14">
                  <c:v>46240</c:v>
                </c:pt>
                <c:pt idx="15">
                  <c:v>46239</c:v>
                </c:pt>
                <c:pt idx="16">
                  <c:v>46238</c:v>
                </c:pt>
                <c:pt idx="17">
                  <c:v>46237</c:v>
                </c:pt>
                <c:pt idx="18">
                  <c:v>46234</c:v>
                </c:pt>
                <c:pt idx="19">
                  <c:v>46233</c:v>
                </c:pt>
                <c:pt idx="20">
                  <c:v>46232</c:v>
                </c:pt>
                <c:pt idx="21">
                  <c:v>46231</c:v>
                </c:pt>
                <c:pt idx="22">
                  <c:v>46230</c:v>
                </c:pt>
                <c:pt idx="23">
                  <c:v>46227</c:v>
                </c:pt>
                <c:pt idx="24">
                  <c:v>46226</c:v>
                </c:pt>
                <c:pt idx="25">
                  <c:v>46225</c:v>
                </c:pt>
                <c:pt idx="26">
                  <c:v>46224</c:v>
                </c:pt>
                <c:pt idx="27">
                  <c:v>46223</c:v>
                </c:pt>
                <c:pt idx="28">
                  <c:v>46220</c:v>
                </c:pt>
                <c:pt idx="29">
                  <c:v>46219</c:v>
                </c:pt>
                <c:pt idx="30">
                  <c:v>46218</c:v>
                </c:pt>
                <c:pt idx="31">
                  <c:v>46217</c:v>
                </c:pt>
                <c:pt idx="32">
                  <c:v>46216</c:v>
                </c:pt>
                <c:pt idx="33">
                  <c:v>46213</c:v>
                </c:pt>
                <c:pt idx="34">
                  <c:v>46212</c:v>
                </c:pt>
                <c:pt idx="35">
                  <c:v>46211</c:v>
                </c:pt>
                <c:pt idx="36">
                  <c:v>46210</c:v>
                </c:pt>
                <c:pt idx="37">
                  <c:v>46209</c:v>
                </c:pt>
                <c:pt idx="38">
                  <c:v>46206</c:v>
                </c:pt>
                <c:pt idx="39">
                  <c:v>46205</c:v>
                </c:pt>
                <c:pt idx="40">
                  <c:v>46204</c:v>
                </c:pt>
                <c:pt idx="41">
                  <c:v>46203</c:v>
                </c:pt>
                <c:pt idx="42">
                  <c:v>46202</c:v>
                </c:pt>
                <c:pt idx="43">
                  <c:v>46199</c:v>
                </c:pt>
                <c:pt idx="44">
                  <c:v>46198</c:v>
                </c:pt>
                <c:pt idx="45">
                  <c:v>46197</c:v>
                </c:pt>
                <c:pt idx="46">
                  <c:v>46196</c:v>
                </c:pt>
                <c:pt idx="47">
                  <c:v>46195</c:v>
                </c:pt>
                <c:pt idx="48">
                  <c:v>46192</c:v>
                </c:pt>
                <c:pt idx="49">
                  <c:v>46191</c:v>
                </c:pt>
                <c:pt idx="50">
                  <c:v>46190</c:v>
                </c:pt>
                <c:pt idx="51">
                  <c:v>46189</c:v>
                </c:pt>
                <c:pt idx="52">
                  <c:v>46188</c:v>
                </c:pt>
                <c:pt idx="53">
                  <c:v>46185</c:v>
                </c:pt>
                <c:pt idx="54">
                  <c:v>46184</c:v>
                </c:pt>
                <c:pt idx="55">
                  <c:v>46183</c:v>
                </c:pt>
                <c:pt idx="56">
                  <c:v>46182</c:v>
                </c:pt>
                <c:pt idx="57">
                  <c:v>46181</c:v>
                </c:pt>
                <c:pt idx="58">
                  <c:v>46178</c:v>
                </c:pt>
                <c:pt idx="59">
                  <c:v>46177</c:v>
                </c:pt>
                <c:pt idx="60">
                  <c:v>46176</c:v>
                </c:pt>
                <c:pt idx="61">
                  <c:v>46175</c:v>
                </c:pt>
                <c:pt idx="62">
                  <c:v>46174</c:v>
                </c:pt>
                <c:pt idx="63">
                  <c:v>46171</c:v>
                </c:pt>
                <c:pt idx="64">
                  <c:v>46170</c:v>
                </c:pt>
                <c:pt idx="65">
                  <c:v>46169</c:v>
                </c:pt>
                <c:pt idx="66">
                  <c:v>46168</c:v>
                </c:pt>
                <c:pt idx="67">
                  <c:v>46167</c:v>
                </c:pt>
                <c:pt idx="68">
                  <c:v>46164</c:v>
                </c:pt>
                <c:pt idx="69">
                  <c:v>46163</c:v>
                </c:pt>
                <c:pt idx="70">
                  <c:v>46162</c:v>
                </c:pt>
                <c:pt idx="71">
                  <c:v>46161</c:v>
                </c:pt>
                <c:pt idx="72">
                  <c:v>46160</c:v>
                </c:pt>
                <c:pt idx="73">
                  <c:v>46157</c:v>
                </c:pt>
                <c:pt idx="74">
                  <c:v>46156</c:v>
                </c:pt>
                <c:pt idx="75">
                  <c:v>46155</c:v>
                </c:pt>
                <c:pt idx="76">
                  <c:v>46154</c:v>
                </c:pt>
                <c:pt idx="77">
                  <c:v>46153</c:v>
                </c:pt>
                <c:pt idx="78">
                  <c:v>46150</c:v>
                </c:pt>
                <c:pt idx="79">
                  <c:v>46149</c:v>
                </c:pt>
                <c:pt idx="80">
                  <c:v>46148</c:v>
                </c:pt>
                <c:pt idx="81">
                  <c:v>46147</c:v>
                </c:pt>
                <c:pt idx="82">
                  <c:v>46146</c:v>
                </c:pt>
                <c:pt idx="83">
                  <c:v>46143</c:v>
                </c:pt>
                <c:pt idx="84">
                  <c:v>46142</c:v>
                </c:pt>
                <c:pt idx="85">
                  <c:v>46141</c:v>
                </c:pt>
                <c:pt idx="86">
                  <c:v>46140</c:v>
                </c:pt>
                <c:pt idx="87">
                  <c:v>46139</c:v>
                </c:pt>
                <c:pt idx="88">
                  <c:v>46136</c:v>
                </c:pt>
                <c:pt idx="89">
                  <c:v>46135</c:v>
                </c:pt>
                <c:pt idx="90">
                  <c:v>46134</c:v>
                </c:pt>
                <c:pt idx="91">
                  <c:v>46133</c:v>
                </c:pt>
                <c:pt idx="92">
                  <c:v>46132</c:v>
                </c:pt>
                <c:pt idx="93">
                  <c:v>46129</c:v>
                </c:pt>
                <c:pt idx="94">
                  <c:v>46128</c:v>
                </c:pt>
                <c:pt idx="95">
                  <c:v>46127</c:v>
                </c:pt>
                <c:pt idx="96">
                  <c:v>46126</c:v>
                </c:pt>
                <c:pt idx="97">
                  <c:v>46125</c:v>
                </c:pt>
                <c:pt idx="98">
                  <c:v>46122</c:v>
                </c:pt>
                <c:pt idx="99">
                  <c:v>46121</c:v>
                </c:pt>
                <c:pt idx="100">
                  <c:v>46120</c:v>
                </c:pt>
                <c:pt idx="101">
                  <c:v>46119</c:v>
                </c:pt>
                <c:pt idx="102">
                  <c:v>46114</c:v>
                </c:pt>
                <c:pt idx="103">
                  <c:v>46113</c:v>
                </c:pt>
                <c:pt idx="104">
                  <c:v>46112</c:v>
                </c:pt>
                <c:pt idx="105">
                  <c:v>46111</c:v>
                </c:pt>
                <c:pt idx="106">
                  <c:v>46108</c:v>
                </c:pt>
                <c:pt idx="107">
                  <c:v>46107</c:v>
                </c:pt>
                <c:pt idx="108">
                  <c:v>46106</c:v>
                </c:pt>
                <c:pt idx="109">
                  <c:v>46105</c:v>
                </c:pt>
                <c:pt idx="110">
                  <c:v>46104</c:v>
                </c:pt>
                <c:pt idx="111">
                  <c:v>46101</c:v>
                </c:pt>
                <c:pt idx="112">
                  <c:v>46100</c:v>
                </c:pt>
                <c:pt idx="113">
                  <c:v>46099</c:v>
                </c:pt>
                <c:pt idx="114">
                  <c:v>46098</c:v>
                </c:pt>
                <c:pt idx="115">
                  <c:v>46097</c:v>
                </c:pt>
                <c:pt idx="116">
                  <c:v>46094</c:v>
                </c:pt>
                <c:pt idx="117">
                  <c:v>46093</c:v>
                </c:pt>
                <c:pt idx="118">
                  <c:v>46092</c:v>
                </c:pt>
                <c:pt idx="119">
                  <c:v>46091</c:v>
                </c:pt>
                <c:pt idx="120">
                  <c:v>46090</c:v>
                </c:pt>
                <c:pt idx="121">
                  <c:v>46087</c:v>
                </c:pt>
                <c:pt idx="122">
                  <c:v>46086</c:v>
                </c:pt>
                <c:pt idx="123">
                  <c:v>46085</c:v>
                </c:pt>
                <c:pt idx="124">
                  <c:v>46084</c:v>
                </c:pt>
                <c:pt idx="125">
                  <c:v>46083</c:v>
                </c:pt>
                <c:pt idx="126">
                  <c:v>46080</c:v>
                </c:pt>
                <c:pt idx="127">
                  <c:v>46079</c:v>
                </c:pt>
                <c:pt idx="128">
                  <c:v>46078</c:v>
                </c:pt>
                <c:pt idx="129">
                  <c:v>46077</c:v>
                </c:pt>
                <c:pt idx="130">
                  <c:v>46076</c:v>
                </c:pt>
                <c:pt idx="131">
                  <c:v>46073</c:v>
                </c:pt>
                <c:pt idx="132">
                  <c:v>46072</c:v>
                </c:pt>
                <c:pt idx="133">
                  <c:v>46071</c:v>
                </c:pt>
                <c:pt idx="134">
                  <c:v>46070</c:v>
                </c:pt>
                <c:pt idx="135">
                  <c:v>46069</c:v>
                </c:pt>
                <c:pt idx="136">
                  <c:v>46066</c:v>
                </c:pt>
                <c:pt idx="137">
                  <c:v>46065</c:v>
                </c:pt>
                <c:pt idx="138">
                  <c:v>46064</c:v>
                </c:pt>
                <c:pt idx="139">
                  <c:v>46063</c:v>
                </c:pt>
                <c:pt idx="140">
                  <c:v>46062</c:v>
                </c:pt>
                <c:pt idx="141">
                  <c:v>46059</c:v>
                </c:pt>
                <c:pt idx="142">
                  <c:v>46058</c:v>
                </c:pt>
                <c:pt idx="143">
                  <c:v>46057</c:v>
                </c:pt>
                <c:pt idx="144">
                  <c:v>46056</c:v>
                </c:pt>
                <c:pt idx="145">
                  <c:v>46055</c:v>
                </c:pt>
                <c:pt idx="146">
                  <c:v>46052</c:v>
                </c:pt>
                <c:pt idx="147">
                  <c:v>46051</c:v>
                </c:pt>
                <c:pt idx="148">
                  <c:v>46050</c:v>
                </c:pt>
                <c:pt idx="149">
                  <c:v>46049</c:v>
                </c:pt>
                <c:pt idx="150">
                  <c:v>46048</c:v>
                </c:pt>
                <c:pt idx="151">
                  <c:v>46045</c:v>
                </c:pt>
                <c:pt idx="152">
                  <c:v>46044</c:v>
                </c:pt>
                <c:pt idx="153">
                  <c:v>46043</c:v>
                </c:pt>
                <c:pt idx="154">
                  <c:v>46042</c:v>
                </c:pt>
                <c:pt idx="155">
                  <c:v>46041</c:v>
                </c:pt>
                <c:pt idx="156">
                  <c:v>46038</c:v>
                </c:pt>
                <c:pt idx="157">
                  <c:v>46037</c:v>
                </c:pt>
                <c:pt idx="158">
                  <c:v>46036</c:v>
                </c:pt>
                <c:pt idx="159">
                  <c:v>46035</c:v>
                </c:pt>
                <c:pt idx="160">
                  <c:v>46034</c:v>
                </c:pt>
                <c:pt idx="161">
                  <c:v>46031</c:v>
                </c:pt>
                <c:pt idx="162">
                  <c:v>46030</c:v>
                </c:pt>
                <c:pt idx="163">
                  <c:v>46029</c:v>
                </c:pt>
                <c:pt idx="164">
                  <c:v>46028</c:v>
                </c:pt>
                <c:pt idx="165">
                  <c:v>46027</c:v>
                </c:pt>
                <c:pt idx="166">
                  <c:v>46024</c:v>
                </c:pt>
                <c:pt idx="167">
                  <c:v>46022</c:v>
                </c:pt>
                <c:pt idx="168">
                  <c:v>46021</c:v>
                </c:pt>
                <c:pt idx="169">
                  <c:v>46020</c:v>
                </c:pt>
                <c:pt idx="170">
                  <c:v>46015</c:v>
                </c:pt>
                <c:pt idx="171">
                  <c:v>46014</c:v>
                </c:pt>
                <c:pt idx="172">
                  <c:v>46013</c:v>
                </c:pt>
                <c:pt idx="173">
                  <c:v>46010</c:v>
                </c:pt>
                <c:pt idx="174">
                  <c:v>46009</c:v>
                </c:pt>
                <c:pt idx="175">
                  <c:v>46008</c:v>
                </c:pt>
                <c:pt idx="176">
                  <c:v>46007</c:v>
                </c:pt>
                <c:pt idx="177">
                  <c:v>46006</c:v>
                </c:pt>
                <c:pt idx="178">
                  <c:v>46003</c:v>
                </c:pt>
                <c:pt idx="179">
                  <c:v>46002</c:v>
                </c:pt>
                <c:pt idx="180">
                  <c:v>46001</c:v>
                </c:pt>
                <c:pt idx="181">
                  <c:v>46000</c:v>
                </c:pt>
                <c:pt idx="182">
                  <c:v>45999</c:v>
                </c:pt>
                <c:pt idx="183">
                  <c:v>45996</c:v>
                </c:pt>
                <c:pt idx="184">
                  <c:v>45995</c:v>
                </c:pt>
                <c:pt idx="185">
                  <c:v>45994</c:v>
                </c:pt>
                <c:pt idx="186">
                  <c:v>45993</c:v>
                </c:pt>
                <c:pt idx="187">
                  <c:v>45992</c:v>
                </c:pt>
                <c:pt idx="188">
                  <c:v>45989</c:v>
                </c:pt>
                <c:pt idx="189">
                  <c:v>45988</c:v>
                </c:pt>
                <c:pt idx="190">
                  <c:v>45987</c:v>
                </c:pt>
                <c:pt idx="191">
                  <c:v>45986</c:v>
                </c:pt>
                <c:pt idx="192">
                  <c:v>45985</c:v>
                </c:pt>
                <c:pt idx="193">
                  <c:v>45982</c:v>
                </c:pt>
                <c:pt idx="194">
                  <c:v>45981</c:v>
                </c:pt>
                <c:pt idx="195">
                  <c:v>45980</c:v>
                </c:pt>
                <c:pt idx="196">
                  <c:v>45979</c:v>
                </c:pt>
                <c:pt idx="197">
                  <c:v>45978</c:v>
                </c:pt>
                <c:pt idx="198">
                  <c:v>45975</c:v>
                </c:pt>
                <c:pt idx="199">
                  <c:v>45974</c:v>
                </c:pt>
                <c:pt idx="200">
                  <c:v>45973</c:v>
                </c:pt>
                <c:pt idx="201">
                  <c:v>45972</c:v>
                </c:pt>
                <c:pt idx="202">
                  <c:v>45971</c:v>
                </c:pt>
                <c:pt idx="203">
                  <c:v>45968</c:v>
                </c:pt>
                <c:pt idx="204">
                  <c:v>45967</c:v>
                </c:pt>
                <c:pt idx="205">
                  <c:v>45966</c:v>
                </c:pt>
                <c:pt idx="206">
                  <c:v>45965</c:v>
                </c:pt>
                <c:pt idx="207">
                  <c:v>45964</c:v>
                </c:pt>
                <c:pt idx="208">
                  <c:v>45961</c:v>
                </c:pt>
                <c:pt idx="209">
                  <c:v>45960</c:v>
                </c:pt>
                <c:pt idx="210">
                  <c:v>45959</c:v>
                </c:pt>
                <c:pt idx="211">
                  <c:v>45958</c:v>
                </c:pt>
                <c:pt idx="212">
                  <c:v>45957</c:v>
                </c:pt>
                <c:pt idx="213">
                  <c:v>45954</c:v>
                </c:pt>
                <c:pt idx="214">
                  <c:v>45953</c:v>
                </c:pt>
                <c:pt idx="215">
                  <c:v>45952</c:v>
                </c:pt>
                <c:pt idx="216">
                  <c:v>45951</c:v>
                </c:pt>
                <c:pt idx="217">
                  <c:v>45950</c:v>
                </c:pt>
                <c:pt idx="218">
                  <c:v>45947</c:v>
                </c:pt>
                <c:pt idx="219">
                  <c:v>45946</c:v>
                </c:pt>
                <c:pt idx="220">
                  <c:v>45945</c:v>
                </c:pt>
                <c:pt idx="221">
                  <c:v>45944</c:v>
                </c:pt>
                <c:pt idx="222">
                  <c:v>45943</c:v>
                </c:pt>
                <c:pt idx="223">
                  <c:v>45940</c:v>
                </c:pt>
                <c:pt idx="224">
                  <c:v>45939</c:v>
                </c:pt>
                <c:pt idx="225">
                  <c:v>45938</c:v>
                </c:pt>
                <c:pt idx="226">
                  <c:v>45937</c:v>
                </c:pt>
                <c:pt idx="227">
                  <c:v>45936</c:v>
                </c:pt>
                <c:pt idx="228">
                  <c:v>45933</c:v>
                </c:pt>
                <c:pt idx="229">
                  <c:v>45932</c:v>
                </c:pt>
                <c:pt idx="230">
                  <c:v>45931</c:v>
                </c:pt>
                <c:pt idx="231">
                  <c:v>45930</c:v>
                </c:pt>
                <c:pt idx="232">
                  <c:v>45929</c:v>
                </c:pt>
                <c:pt idx="233">
                  <c:v>45926</c:v>
                </c:pt>
                <c:pt idx="234">
                  <c:v>45925</c:v>
                </c:pt>
                <c:pt idx="235">
                  <c:v>45924</c:v>
                </c:pt>
                <c:pt idx="236">
                  <c:v>45923</c:v>
                </c:pt>
                <c:pt idx="237">
                  <c:v>45922</c:v>
                </c:pt>
                <c:pt idx="238">
                  <c:v>45919</c:v>
                </c:pt>
                <c:pt idx="239">
                  <c:v>45918</c:v>
                </c:pt>
                <c:pt idx="240">
                  <c:v>45917</c:v>
                </c:pt>
                <c:pt idx="241">
                  <c:v>45916</c:v>
                </c:pt>
                <c:pt idx="242">
                  <c:v>45915</c:v>
                </c:pt>
                <c:pt idx="243">
                  <c:v>45912</c:v>
                </c:pt>
                <c:pt idx="244">
                  <c:v>45911</c:v>
                </c:pt>
                <c:pt idx="245">
                  <c:v>45910</c:v>
                </c:pt>
                <c:pt idx="246">
                  <c:v>45909</c:v>
                </c:pt>
                <c:pt idx="247">
                  <c:v>45908</c:v>
                </c:pt>
                <c:pt idx="248">
                  <c:v>45905</c:v>
                </c:pt>
                <c:pt idx="249">
                  <c:v>45904</c:v>
                </c:pt>
                <c:pt idx="250">
                  <c:v>45903</c:v>
                </c:pt>
                <c:pt idx="251">
                  <c:v>45902</c:v>
                </c:pt>
                <c:pt idx="252">
                  <c:v>45901</c:v>
                </c:pt>
                <c:pt idx="253">
                  <c:v>45898</c:v>
                </c:pt>
                <c:pt idx="254">
                  <c:v>45897</c:v>
                </c:pt>
                <c:pt idx="255">
                  <c:v>45896</c:v>
                </c:pt>
                <c:pt idx="256">
                  <c:v>45895</c:v>
                </c:pt>
                <c:pt idx="257">
                  <c:v>45894</c:v>
                </c:pt>
                <c:pt idx="258">
                  <c:v>45891</c:v>
                </c:pt>
                <c:pt idx="259">
                  <c:v>45890</c:v>
                </c:pt>
                <c:pt idx="260">
                  <c:v>45889</c:v>
                </c:pt>
                <c:pt idx="261">
                  <c:v>45888</c:v>
                </c:pt>
                <c:pt idx="262">
                  <c:v>45887</c:v>
                </c:pt>
                <c:pt idx="263">
                  <c:v>45884</c:v>
                </c:pt>
                <c:pt idx="264">
                  <c:v>45883</c:v>
                </c:pt>
                <c:pt idx="265">
                  <c:v>45882</c:v>
                </c:pt>
                <c:pt idx="266">
                  <c:v>45881</c:v>
                </c:pt>
                <c:pt idx="267">
                  <c:v>45880</c:v>
                </c:pt>
                <c:pt idx="268">
                  <c:v>45877</c:v>
                </c:pt>
                <c:pt idx="269">
                  <c:v>45876</c:v>
                </c:pt>
                <c:pt idx="270">
                  <c:v>45875</c:v>
                </c:pt>
                <c:pt idx="271">
                  <c:v>45874</c:v>
                </c:pt>
                <c:pt idx="272">
                  <c:v>45873</c:v>
                </c:pt>
                <c:pt idx="273">
                  <c:v>45870</c:v>
                </c:pt>
                <c:pt idx="274">
                  <c:v>45869</c:v>
                </c:pt>
                <c:pt idx="275">
                  <c:v>45868</c:v>
                </c:pt>
                <c:pt idx="276">
                  <c:v>45867</c:v>
                </c:pt>
                <c:pt idx="277">
                  <c:v>45866</c:v>
                </c:pt>
                <c:pt idx="278">
                  <c:v>45863</c:v>
                </c:pt>
                <c:pt idx="279">
                  <c:v>45862</c:v>
                </c:pt>
                <c:pt idx="280">
                  <c:v>45861</c:v>
                </c:pt>
                <c:pt idx="281">
                  <c:v>45860</c:v>
                </c:pt>
                <c:pt idx="282">
                  <c:v>45859</c:v>
                </c:pt>
                <c:pt idx="283">
                  <c:v>45856</c:v>
                </c:pt>
                <c:pt idx="284">
                  <c:v>45855</c:v>
                </c:pt>
                <c:pt idx="285">
                  <c:v>45854</c:v>
                </c:pt>
                <c:pt idx="286">
                  <c:v>45853</c:v>
                </c:pt>
                <c:pt idx="287">
                  <c:v>45852</c:v>
                </c:pt>
                <c:pt idx="288">
                  <c:v>45849</c:v>
                </c:pt>
                <c:pt idx="289">
                  <c:v>45848</c:v>
                </c:pt>
                <c:pt idx="290">
                  <c:v>45847</c:v>
                </c:pt>
                <c:pt idx="291">
                  <c:v>45846</c:v>
                </c:pt>
                <c:pt idx="292">
                  <c:v>45845</c:v>
                </c:pt>
                <c:pt idx="293">
                  <c:v>45842</c:v>
                </c:pt>
                <c:pt idx="294">
                  <c:v>45841</c:v>
                </c:pt>
                <c:pt idx="295">
                  <c:v>45840</c:v>
                </c:pt>
                <c:pt idx="296">
                  <c:v>45839</c:v>
                </c:pt>
                <c:pt idx="297">
                  <c:v>45838</c:v>
                </c:pt>
                <c:pt idx="298">
                  <c:v>45835</c:v>
                </c:pt>
                <c:pt idx="299">
                  <c:v>45834</c:v>
                </c:pt>
                <c:pt idx="300">
                  <c:v>45833</c:v>
                </c:pt>
                <c:pt idx="301">
                  <c:v>45832</c:v>
                </c:pt>
                <c:pt idx="302">
                  <c:v>45831</c:v>
                </c:pt>
                <c:pt idx="303">
                  <c:v>45828</c:v>
                </c:pt>
                <c:pt idx="304">
                  <c:v>45827</c:v>
                </c:pt>
                <c:pt idx="305">
                  <c:v>45826</c:v>
                </c:pt>
                <c:pt idx="306">
                  <c:v>45825</c:v>
                </c:pt>
                <c:pt idx="307">
                  <c:v>45824</c:v>
                </c:pt>
                <c:pt idx="308">
                  <c:v>45821</c:v>
                </c:pt>
                <c:pt idx="309">
                  <c:v>45820</c:v>
                </c:pt>
                <c:pt idx="310">
                  <c:v>45819</c:v>
                </c:pt>
                <c:pt idx="311">
                  <c:v>45818</c:v>
                </c:pt>
                <c:pt idx="312">
                  <c:v>45817</c:v>
                </c:pt>
                <c:pt idx="313">
                  <c:v>45814</c:v>
                </c:pt>
                <c:pt idx="314">
                  <c:v>45813</c:v>
                </c:pt>
                <c:pt idx="315">
                  <c:v>45812</c:v>
                </c:pt>
                <c:pt idx="316">
                  <c:v>45811</c:v>
                </c:pt>
                <c:pt idx="317">
                  <c:v>45810</c:v>
                </c:pt>
                <c:pt idx="318">
                  <c:v>45807</c:v>
                </c:pt>
                <c:pt idx="319">
                  <c:v>45806</c:v>
                </c:pt>
                <c:pt idx="320">
                  <c:v>45805</c:v>
                </c:pt>
                <c:pt idx="321">
                  <c:v>45804</c:v>
                </c:pt>
                <c:pt idx="322">
                  <c:v>45803</c:v>
                </c:pt>
                <c:pt idx="323">
                  <c:v>45800</c:v>
                </c:pt>
                <c:pt idx="324">
                  <c:v>45799</c:v>
                </c:pt>
                <c:pt idx="325">
                  <c:v>45798</c:v>
                </c:pt>
                <c:pt idx="326">
                  <c:v>45797</c:v>
                </c:pt>
                <c:pt idx="327">
                  <c:v>45796</c:v>
                </c:pt>
                <c:pt idx="328">
                  <c:v>45793</c:v>
                </c:pt>
                <c:pt idx="329">
                  <c:v>45792</c:v>
                </c:pt>
                <c:pt idx="330">
                  <c:v>45791</c:v>
                </c:pt>
                <c:pt idx="331">
                  <c:v>45790</c:v>
                </c:pt>
                <c:pt idx="332">
                  <c:v>45789</c:v>
                </c:pt>
                <c:pt idx="333">
                  <c:v>45786</c:v>
                </c:pt>
                <c:pt idx="334">
                  <c:v>45785</c:v>
                </c:pt>
                <c:pt idx="335">
                  <c:v>45784</c:v>
                </c:pt>
                <c:pt idx="336">
                  <c:v>45783</c:v>
                </c:pt>
                <c:pt idx="337">
                  <c:v>45782</c:v>
                </c:pt>
                <c:pt idx="338">
                  <c:v>45779</c:v>
                </c:pt>
                <c:pt idx="339">
                  <c:v>45778</c:v>
                </c:pt>
                <c:pt idx="340">
                  <c:v>45777</c:v>
                </c:pt>
                <c:pt idx="341">
                  <c:v>45776</c:v>
                </c:pt>
                <c:pt idx="342">
                  <c:v>45775</c:v>
                </c:pt>
                <c:pt idx="343">
                  <c:v>45772</c:v>
                </c:pt>
                <c:pt idx="344">
                  <c:v>45771</c:v>
                </c:pt>
                <c:pt idx="345">
                  <c:v>45770</c:v>
                </c:pt>
                <c:pt idx="346">
                  <c:v>45769</c:v>
                </c:pt>
                <c:pt idx="347">
                  <c:v>45764</c:v>
                </c:pt>
                <c:pt idx="348">
                  <c:v>45763</c:v>
                </c:pt>
                <c:pt idx="349">
                  <c:v>45762</c:v>
                </c:pt>
                <c:pt idx="350">
                  <c:v>45761</c:v>
                </c:pt>
                <c:pt idx="351">
                  <c:v>45758</c:v>
                </c:pt>
                <c:pt idx="352">
                  <c:v>45757</c:v>
                </c:pt>
                <c:pt idx="353">
                  <c:v>45756</c:v>
                </c:pt>
                <c:pt idx="354">
                  <c:v>45755</c:v>
                </c:pt>
                <c:pt idx="355">
                  <c:v>45754</c:v>
                </c:pt>
                <c:pt idx="356">
                  <c:v>45751</c:v>
                </c:pt>
                <c:pt idx="357">
                  <c:v>45750</c:v>
                </c:pt>
                <c:pt idx="358">
                  <c:v>45749</c:v>
                </c:pt>
                <c:pt idx="359">
                  <c:v>45748</c:v>
                </c:pt>
                <c:pt idx="360">
                  <c:v>45747</c:v>
                </c:pt>
                <c:pt idx="361">
                  <c:v>45744</c:v>
                </c:pt>
                <c:pt idx="362">
                  <c:v>45743</c:v>
                </c:pt>
                <c:pt idx="363">
                  <c:v>45742</c:v>
                </c:pt>
                <c:pt idx="364">
                  <c:v>45741</c:v>
                </c:pt>
                <c:pt idx="365">
                  <c:v>45740</c:v>
                </c:pt>
                <c:pt idx="366">
                  <c:v>45737</c:v>
                </c:pt>
                <c:pt idx="367">
                  <c:v>45736</c:v>
                </c:pt>
                <c:pt idx="368">
                  <c:v>45735</c:v>
                </c:pt>
                <c:pt idx="369">
                  <c:v>45734</c:v>
                </c:pt>
                <c:pt idx="370">
                  <c:v>45733</c:v>
                </c:pt>
                <c:pt idx="371">
                  <c:v>45730</c:v>
                </c:pt>
                <c:pt idx="372">
                  <c:v>45729</c:v>
                </c:pt>
                <c:pt idx="373">
                  <c:v>45728</c:v>
                </c:pt>
                <c:pt idx="374">
                  <c:v>45727</c:v>
                </c:pt>
                <c:pt idx="375">
                  <c:v>45726</c:v>
                </c:pt>
                <c:pt idx="376">
                  <c:v>45723</c:v>
                </c:pt>
                <c:pt idx="377">
                  <c:v>45722</c:v>
                </c:pt>
                <c:pt idx="378">
                  <c:v>45721</c:v>
                </c:pt>
                <c:pt idx="379">
                  <c:v>45720</c:v>
                </c:pt>
                <c:pt idx="380">
                  <c:v>45719</c:v>
                </c:pt>
                <c:pt idx="381">
                  <c:v>45716</c:v>
                </c:pt>
                <c:pt idx="382">
                  <c:v>45715</c:v>
                </c:pt>
                <c:pt idx="383">
                  <c:v>45714</c:v>
                </c:pt>
                <c:pt idx="384">
                  <c:v>45713</c:v>
                </c:pt>
                <c:pt idx="385">
                  <c:v>45712</c:v>
                </c:pt>
                <c:pt idx="386">
                  <c:v>45709</c:v>
                </c:pt>
                <c:pt idx="387">
                  <c:v>45708</c:v>
                </c:pt>
                <c:pt idx="388">
                  <c:v>45707</c:v>
                </c:pt>
                <c:pt idx="389">
                  <c:v>45706</c:v>
                </c:pt>
                <c:pt idx="390">
                  <c:v>45705</c:v>
                </c:pt>
                <c:pt idx="391">
                  <c:v>45702</c:v>
                </c:pt>
                <c:pt idx="392">
                  <c:v>45701</c:v>
                </c:pt>
                <c:pt idx="393">
                  <c:v>45700</c:v>
                </c:pt>
                <c:pt idx="394">
                  <c:v>45699</c:v>
                </c:pt>
                <c:pt idx="395">
                  <c:v>45698</c:v>
                </c:pt>
                <c:pt idx="396">
                  <c:v>45695</c:v>
                </c:pt>
                <c:pt idx="397">
                  <c:v>45694</c:v>
                </c:pt>
                <c:pt idx="398">
                  <c:v>45693</c:v>
                </c:pt>
                <c:pt idx="399">
                  <c:v>45692</c:v>
                </c:pt>
                <c:pt idx="400">
                  <c:v>45691</c:v>
                </c:pt>
                <c:pt idx="401">
                  <c:v>45688</c:v>
                </c:pt>
                <c:pt idx="402">
                  <c:v>45687</c:v>
                </c:pt>
                <c:pt idx="403">
                  <c:v>45686</c:v>
                </c:pt>
                <c:pt idx="404">
                  <c:v>45685</c:v>
                </c:pt>
                <c:pt idx="405">
                  <c:v>45684</c:v>
                </c:pt>
                <c:pt idx="406">
                  <c:v>45681</c:v>
                </c:pt>
                <c:pt idx="407">
                  <c:v>45680</c:v>
                </c:pt>
                <c:pt idx="408">
                  <c:v>45679</c:v>
                </c:pt>
                <c:pt idx="409">
                  <c:v>45678</c:v>
                </c:pt>
                <c:pt idx="410">
                  <c:v>45677</c:v>
                </c:pt>
                <c:pt idx="411">
                  <c:v>45674</c:v>
                </c:pt>
                <c:pt idx="412">
                  <c:v>45673</c:v>
                </c:pt>
                <c:pt idx="413">
                  <c:v>45672</c:v>
                </c:pt>
                <c:pt idx="414">
                  <c:v>45671</c:v>
                </c:pt>
                <c:pt idx="415">
                  <c:v>45670</c:v>
                </c:pt>
                <c:pt idx="416">
                  <c:v>45667</c:v>
                </c:pt>
                <c:pt idx="417">
                  <c:v>45666</c:v>
                </c:pt>
                <c:pt idx="418">
                  <c:v>45665</c:v>
                </c:pt>
                <c:pt idx="419">
                  <c:v>45664</c:v>
                </c:pt>
                <c:pt idx="420">
                  <c:v>45663</c:v>
                </c:pt>
                <c:pt idx="421">
                  <c:v>45660</c:v>
                </c:pt>
                <c:pt idx="422">
                  <c:v>45659</c:v>
                </c:pt>
                <c:pt idx="423">
                  <c:v>45657</c:v>
                </c:pt>
                <c:pt idx="424">
                  <c:v>45656</c:v>
                </c:pt>
                <c:pt idx="425">
                  <c:v>45653</c:v>
                </c:pt>
                <c:pt idx="426">
                  <c:v>45652</c:v>
                </c:pt>
                <c:pt idx="427">
                  <c:v>45650</c:v>
                </c:pt>
                <c:pt idx="428">
                  <c:v>45649</c:v>
                </c:pt>
                <c:pt idx="429">
                  <c:v>45646</c:v>
                </c:pt>
                <c:pt idx="430">
                  <c:v>45645</c:v>
                </c:pt>
                <c:pt idx="431">
                  <c:v>45644</c:v>
                </c:pt>
                <c:pt idx="432">
                  <c:v>45643</c:v>
                </c:pt>
                <c:pt idx="433">
                  <c:v>45642</c:v>
                </c:pt>
                <c:pt idx="434">
                  <c:v>45639</c:v>
                </c:pt>
                <c:pt idx="435">
                  <c:v>45638</c:v>
                </c:pt>
                <c:pt idx="436">
                  <c:v>45637</c:v>
                </c:pt>
                <c:pt idx="437">
                  <c:v>45636</c:v>
                </c:pt>
                <c:pt idx="438">
                  <c:v>45635</c:v>
                </c:pt>
                <c:pt idx="439">
                  <c:v>45632</c:v>
                </c:pt>
                <c:pt idx="440">
                  <c:v>45631</c:v>
                </c:pt>
                <c:pt idx="441">
                  <c:v>45630</c:v>
                </c:pt>
                <c:pt idx="442">
                  <c:v>45629</c:v>
                </c:pt>
                <c:pt idx="443">
                  <c:v>45628</c:v>
                </c:pt>
                <c:pt idx="444">
                  <c:v>45625</c:v>
                </c:pt>
                <c:pt idx="445">
                  <c:v>45624</c:v>
                </c:pt>
                <c:pt idx="446">
                  <c:v>45623</c:v>
                </c:pt>
                <c:pt idx="447">
                  <c:v>45622</c:v>
                </c:pt>
                <c:pt idx="448">
                  <c:v>45621</c:v>
                </c:pt>
                <c:pt idx="449">
                  <c:v>45618</c:v>
                </c:pt>
                <c:pt idx="450">
                  <c:v>45617</c:v>
                </c:pt>
                <c:pt idx="451">
                  <c:v>45616</c:v>
                </c:pt>
                <c:pt idx="452">
                  <c:v>45615</c:v>
                </c:pt>
                <c:pt idx="453">
                  <c:v>45614</c:v>
                </c:pt>
                <c:pt idx="454">
                  <c:v>45611</c:v>
                </c:pt>
                <c:pt idx="455">
                  <c:v>45610</c:v>
                </c:pt>
                <c:pt idx="456">
                  <c:v>45609</c:v>
                </c:pt>
                <c:pt idx="457">
                  <c:v>45608</c:v>
                </c:pt>
                <c:pt idx="458">
                  <c:v>45607</c:v>
                </c:pt>
                <c:pt idx="459">
                  <c:v>45604</c:v>
                </c:pt>
                <c:pt idx="460">
                  <c:v>45603</c:v>
                </c:pt>
                <c:pt idx="461">
                  <c:v>45602</c:v>
                </c:pt>
                <c:pt idx="462">
                  <c:v>45601</c:v>
                </c:pt>
                <c:pt idx="463">
                  <c:v>45600</c:v>
                </c:pt>
                <c:pt idx="464">
                  <c:v>45597</c:v>
                </c:pt>
                <c:pt idx="465">
                  <c:v>45596</c:v>
                </c:pt>
                <c:pt idx="466">
                  <c:v>45595</c:v>
                </c:pt>
                <c:pt idx="467">
                  <c:v>45594</c:v>
                </c:pt>
                <c:pt idx="468">
                  <c:v>45593</c:v>
                </c:pt>
                <c:pt idx="469">
                  <c:v>45590</c:v>
                </c:pt>
                <c:pt idx="470">
                  <c:v>45589</c:v>
                </c:pt>
                <c:pt idx="471">
                  <c:v>45588</c:v>
                </c:pt>
                <c:pt idx="472">
                  <c:v>45587</c:v>
                </c:pt>
                <c:pt idx="473">
                  <c:v>45586</c:v>
                </c:pt>
                <c:pt idx="474">
                  <c:v>45583</c:v>
                </c:pt>
                <c:pt idx="475">
                  <c:v>45582</c:v>
                </c:pt>
                <c:pt idx="476">
                  <c:v>45581</c:v>
                </c:pt>
                <c:pt idx="477">
                  <c:v>45580</c:v>
                </c:pt>
                <c:pt idx="478">
                  <c:v>45579</c:v>
                </c:pt>
                <c:pt idx="479">
                  <c:v>45576</c:v>
                </c:pt>
                <c:pt idx="480">
                  <c:v>45575</c:v>
                </c:pt>
                <c:pt idx="481">
                  <c:v>45574</c:v>
                </c:pt>
                <c:pt idx="482">
                  <c:v>45573</c:v>
                </c:pt>
                <c:pt idx="483">
                  <c:v>45572</c:v>
                </c:pt>
                <c:pt idx="484">
                  <c:v>45569</c:v>
                </c:pt>
                <c:pt idx="485">
                  <c:v>45568</c:v>
                </c:pt>
                <c:pt idx="486">
                  <c:v>45567</c:v>
                </c:pt>
                <c:pt idx="487">
                  <c:v>45566</c:v>
                </c:pt>
                <c:pt idx="488">
                  <c:v>45565</c:v>
                </c:pt>
                <c:pt idx="489">
                  <c:v>45562</c:v>
                </c:pt>
                <c:pt idx="490">
                  <c:v>45561</c:v>
                </c:pt>
                <c:pt idx="491">
                  <c:v>45560</c:v>
                </c:pt>
                <c:pt idx="492">
                  <c:v>45559</c:v>
                </c:pt>
                <c:pt idx="493">
                  <c:v>45558</c:v>
                </c:pt>
                <c:pt idx="494">
                  <c:v>45555</c:v>
                </c:pt>
                <c:pt idx="495">
                  <c:v>45554</c:v>
                </c:pt>
                <c:pt idx="496">
                  <c:v>45553</c:v>
                </c:pt>
                <c:pt idx="497">
                  <c:v>45552</c:v>
                </c:pt>
                <c:pt idx="498">
                  <c:v>45551</c:v>
                </c:pt>
                <c:pt idx="499">
                  <c:v>45548</c:v>
                </c:pt>
                <c:pt idx="500">
                  <c:v>45547</c:v>
                </c:pt>
                <c:pt idx="501">
                  <c:v>45546</c:v>
                </c:pt>
                <c:pt idx="502">
                  <c:v>45545</c:v>
                </c:pt>
                <c:pt idx="503">
                  <c:v>45544</c:v>
                </c:pt>
                <c:pt idx="504">
                  <c:v>45541</c:v>
                </c:pt>
                <c:pt idx="505">
                  <c:v>45540</c:v>
                </c:pt>
                <c:pt idx="506">
                  <c:v>45539</c:v>
                </c:pt>
                <c:pt idx="507">
                  <c:v>45538</c:v>
                </c:pt>
                <c:pt idx="508">
                  <c:v>45537</c:v>
                </c:pt>
                <c:pt idx="509">
                  <c:v>45534</c:v>
                </c:pt>
                <c:pt idx="510">
                  <c:v>45533</c:v>
                </c:pt>
                <c:pt idx="511">
                  <c:v>45532</c:v>
                </c:pt>
                <c:pt idx="512">
                  <c:v>45531</c:v>
                </c:pt>
                <c:pt idx="513">
                  <c:v>45530</c:v>
                </c:pt>
                <c:pt idx="514">
                  <c:v>45527</c:v>
                </c:pt>
                <c:pt idx="515">
                  <c:v>45526</c:v>
                </c:pt>
                <c:pt idx="516">
                  <c:v>45525</c:v>
                </c:pt>
                <c:pt idx="517">
                  <c:v>45524</c:v>
                </c:pt>
                <c:pt idx="518">
                  <c:v>45523</c:v>
                </c:pt>
                <c:pt idx="519">
                  <c:v>45520</c:v>
                </c:pt>
                <c:pt idx="520">
                  <c:v>45519</c:v>
                </c:pt>
                <c:pt idx="521">
                  <c:v>45518</c:v>
                </c:pt>
                <c:pt idx="522">
                  <c:v>45517</c:v>
                </c:pt>
                <c:pt idx="523">
                  <c:v>45516</c:v>
                </c:pt>
                <c:pt idx="524">
                  <c:v>45513</c:v>
                </c:pt>
                <c:pt idx="525">
                  <c:v>45512</c:v>
                </c:pt>
                <c:pt idx="526">
                  <c:v>45511</c:v>
                </c:pt>
                <c:pt idx="527">
                  <c:v>45510</c:v>
                </c:pt>
                <c:pt idx="528">
                  <c:v>45509</c:v>
                </c:pt>
                <c:pt idx="529">
                  <c:v>45506</c:v>
                </c:pt>
                <c:pt idx="530">
                  <c:v>45505</c:v>
                </c:pt>
                <c:pt idx="531">
                  <c:v>45504</c:v>
                </c:pt>
                <c:pt idx="532">
                  <c:v>45503</c:v>
                </c:pt>
                <c:pt idx="533">
                  <c:v>45502</c:v>
                </c:pt>
                <c:pt idx="534">
                  <c:v>45499</c:v>
                </c:pt>
                <c:pt idx="535">
                  <c:v>45498</c:v>
                </c:pt>
                <c:pt idx="536">
                  <c:v>45497</c:v>
                </c:pt>
                <c:pt idx="537">
                  <c:v>45496</c:v>
                </c:pt>
                <c:pt idx="538">
                  <c:v>45495</c:v>
                </c:pt>
                <c:pt idx="539">
                  <c:v>45492</c:v>
                </c:pt>
                <c:pt idx="540">
                  <c:v>45491</c:v>
                </c:pt>
                <c:pt idx="541">
                  <c:v>45490</c:v>
                </c:pt>
                <c:pt idx="542">
                  <c:v>45489</c:v>
                </c:pt>
                <c:pt idx="543">
                  <c:v>45488</c:v>
                </c:pt>
                <c:pt idx="544">
                  <c:v>45485</c:v>
                </c:pt>
                <c:pt idx="545">
                  <c:v>45484</c:v>
                </c:pt>
                <c:pt idx="546">
                  <c:v>45483</c:v>
                </c:pt>
                <c:pt idx="547">
                  <c:v>45482</c:v>
                </c:pt>
                <c:pt idx="548">
                  <c:v>45481</c:v>
                </c:pt>
                <c:pt idx="549">
                  <c:v>45478</c:v>
                </c:pt>
                <c:pt idx="550">
                  <c:v>45477</c:v>
                </c:pt>
                <c:pt idx="551">
                  <c:v>45476</c:v>
                </c:pt>
                <c:pt idx="552">
                  <c:v>45475</c:v>
                </c:pt>
                <c:pt idx="553">
                  <c:v>45474</c:v>
                </c:pt>
                <c:pt idx="554">
                  <c:v>45471</c:v>
                </c:pt>
                <c:pt idx="555">
                  <c:v>45470</c:v>
                </c:pt>
                <c:pt idx="556">
                  <c:v>45469</c:v>
                </c:pt>
                <c:pt idx="557">
                  <c:v>45468</c:v>
                </c:pt>
                <c:pt idx="558">
                  <c:v>45467</c:v>
                </c:pt>
                <c:pt idx="559">
                  <c:v>45464</c:v>
                </c:pt>
                <c:pt idx="560">
                  <c:v>45463</c:v>
                </c:pt>
                <c:pt idx="561">
                  <c:v>45462</c:v>
                </c:pt>
                <c:pt idx="562">
                  <c:v>45461</c:v>
                </c:pt>
                <c:pt idx="563">
                  <c:v>45460</c:v>
                </c:pt>
                <c:pt idx="564">
                  <c:v>45457</c:v>
                </c:pt>
                <c:pt idx="565">
                  <c:v>45456</c:v>
                </c:pt>
                <c:pt idx="566">
                  <c:v>45455</c:v>
                </c:pt>
                <c:pt idx="567">
                  <c:v>45454</c:v>
                </c:pt>
                <c:pt idx="568">
                  <c:v>45453</c:v>
                </c:pt>
                <c:pt idx="569">
                  <c:v>45450</c:v>
                </c:pt>
                <c:pt idx="570">
                  <c:v>45449</c:v>
                </c:pt>
                <c:pt idx="571">
                  <c:v>45448</c:v>
                </c:pt>
                <c:pt idx="572">
                  <c:v>45447</c:v>
                </c:pt>
                <c:pt idx="573">
                  <c:v>45446</c:v>
                </c:pt>
                <c:pt idx="574">
                  <c:v>45443</c:v>
                </c:pt>
                <c:pt idx="575">
                  <c:v>45442</c:v>
                </c:pt>
                <c:pt idx="576">
                  <c:v>45441</c:v>
                </c:pt>
                <c:pt idx="577">
                  <c:v>45440</c:v>
                </c:pt>
                <c:pt idx="578">
                  <c:v>45439</c:v>
                </c:pt>
                <c:pt idx="579">
                  <c:v>45436</c:v>
                </c:pt>
                <c:pt idx="580">
                  <c:v>45435</c:v>
                </c:pt>
                <c:pt idx="581">
                  <c:v>45434</c:v>
                </c:pt>
                <c:pt idx="582">
                  <c:v>45433</c:v>
                </c:pt>
                <c:pt idx="583">
                  <c:v>45432</c:v>
                </c:pt>
                <c:pt idx="584">
                  <c:v>45429</c:v>
                </c:pt>
                <c:pt idx="585">
                  <c:v>45428</c:v>
                </c:pt>
                <c:pt idx="586">
                  <c:v>45427</c:v>
                </c:pt>
                <c:pt idx="587">
                  <c:v>45426</c:v>
                </c:pt>
                <c:pt idx="588">
                  <c:v>45425</c:v>
                </c:pt>
                <c:pt idx="589">
                  <c:v>45422</c:v>
                </c:pt>
                <c:pt idx="590">
                  <c:v>45421</c:v>
                </c:pt>
                <c:pt idx="591">
                  <c:v>45420</c:v>
                </c:pt>
                <c:pt idx="592">
                  <c:v>45419</c:v>
                </c:pt>
                <c:pt idx="593">
                  <c:v>45418</c:v>
                </c:pt>
                <c:pt idx="594">
                  <c:v>45415</c:v>
                </c:pt>
                <c:pt idx="595">
                  <c:v>45414</c:v>
                </c:pt>
                <c:pt idx="596">
                  <c:v>45413</c:v>
                </c:pt>
                <c:pt idx="597">
                  <c:v>45412</c:v>
                </c:pt>
                <c:pt idx="598">
                  <c:v>45411</c:v>
                </c:pt>
                <c:pt idx="599">
                  <c:v>45408</c:v>
                </c:pt>
                <c:pt idx="600">
                  <c:v>45407</c:v>
                </c:pt>
                <c:pt idx="601">
                  <c:v>45406</c:v>
                </c:pt>
                <c:pt idx="602">
                  <c:v>45405</c:v>
                </c:pt>
                <c:pt idx="603">
                  <c:v>45404</c:v>
                </c:pt>
                <c:pt idx="604">
                  <c:v>45401</c:v>
                </c:pt>
                <c:pt idx="605">
                  <c:v>45400</c:v>
                </c:pt>
                <c:pt idx="606">
                  <c:v>45399</c:v>
                </c:pt>
                <c:pt idx="607">
                  <c:v>45398</c:v>
                </c:pt>
                <c:pt idx="608">
                  <c:v>45397</c:v>
                </c:pt>
                <c:pt idx="609">
                  <c:v>45394</c:v>
                </c:pt>
                <c:pt idx="610">
                  <c:v>45393</c:v>
                </c:pt>
                <c:pt idx="611">
                  <c:v>45392</c:v>
                </c:pt>
                <c:pt idx="612">
                  <c:v>45391</c:v>
                </c:pt>
                <c:pt idx="613">
                  <c:v>45390</c:v>
                </c:pt>
                <c:pt idx="614">
                  <c:v>45387</c:v>
                </c:pt>
                <c:pt idx="615">
                  <c:v>45386</c:v>
                </c:pt>
                <c:pt idx="616">
                  <c:v>45385</c:v>
                </c:pt>
                <c:pt idx="617">
                  <c:v>45384</c:v>
                </c:pt>
                <c:pt idx="618">
                  <c:v>45379</c:v>
                </c:pt>
                <c:pt idx="619">
                  <c:v>45378</c:v>
                </c:pt>
                <c:pt idx="620">
                  <c:v>45377</c:v>
                </c:pt>
                <c:pt idx="621">
                  <c:v>45376</c:v>
                </c:pt>
                <c:pt idx="622">
                  <c:v>45373</c:v>
                </c:pt>
                <c:pt idx="623">
                  <c:v>45372</c:v>
                </c:pt>
                <c:pt idx="624">
                  <c:v>45371</c:v>
                </c:pt>
                <c:pt idx="625">
                  <c:v>45370</c:v>
                </c:pt>
                <c:pt idx="626">
                  <c:v>45369</c:v>
                </c:pt>
                <c:pt idx="627">
                  <c:v>45366</c:v>
                </c:pt>
                <c:pt idx="628">
                  <c:v>45365</c:v>
                </c:pt>
                <c:pt idx="629">
                  <c:v>45364</c:v>
                </c:pt>
                <c:pt idx="630">
                  <c:v>45363</c:v>
                </c:pt>
                <c:pt idx="631">
                  <c:v>45362</c:v>
                </c:pt>
                <c:pt idx="632">
                  <c:v>45359</c:v>
                </c:pt>
                <c:pt idx="633">
                  <c:v>45358</c:v>
                </c:pt>
                <c:pt idx="634">
                  <c:v>45357</c:v>
                </c:pt>
                <c:pt idx="635">
                  <c:v>45356</c:v>
                </c:pt>
                <c:pt idx="636">
                  <c:v>45355</c:v>
                </c:pt>
                <c:pt idx="637">
                  <c:v>45352</c:v>
                </c:pt>
                <c:pt idx="638">
                  <c:v>45351</c:v>
                </c:pt>
                <c:pt idx="639">
                  <c:v>45350</c:v>
                </c:pt>
                <c:pt idx="640">
                  <c:v>45349</c:v>
                </c:pt>
                <c:pt idx="641">
                  <c:v>45348</c:v>
                </c:pt>
                <c:pt idx="642">
                  <c:v>45345</c:v>
                </c:pt>
                <c:pt idx="643">
                  <c:v>45344</c:v>
                </c:pt>
                <c:pt idx="644">
                  <c:v>45343</c:v>
                </c:pt>
                <c:pt idx="645">
                  <c:v>45342</c:v>
                </c:pt>
                <c:pt idx="646">
                  <c:v>45341</c:v>
                </c:pt>
                <c:pt idx="647">
                  <c:v>45338</c:v>
                </c:pt>
                <c:pt idx="648">
                  <c:v>45337</c:v>
                </c:pt>
                <c:pt idx="649">
                  <c:v>45336</c:v>
                </c:pt>
                <c:pt idx="650">
                  <c:v>45335</c:v>
                </c:pt>
                <c:pt idx="651">
                  <c:v>45334</c:v>
                </c:pt>
                <c:pt idx="652">
                  <c:v>45331</c:v>
                </c:pt>
                <c:pt idx="653">
                  <c:v>45330</c:v>
                </c:pt>
                <c:pt idx="654">
                  <c:v>45329</c:v>
                </c:pt>
                <c:pt idx="655">
                  <c:v>45328</c:v>
                </c:pt>
                <c:pt idx="656">
                  <c:v>45327</c:v>
                </c:pt>
                <c:pt idx="657">
                  <c:v>45324</c:v>
                </c:pt>
                <c:pt idx="658">
                  <c:v>45323</c:v>
                </c:pt>
                <c:pt idx="659">
                  <c:v>45322</c:v>
                </c:pt>
                <c:pt idx="660">
                  <c:v>45321</c:v>
                </c:pt>
                <c:pt idx="661">
                  <c:v>45320</c:v>
                </c:pt>
                <c:pt idx="662">
                  <c:v>45317</c:v>
                </c:pt>
                <c:pt idx="663">
                  <c:v>45316</c:v>
                </c:pt>
                <c:pt idx="664">
                  <c:v>45315</c:v>
                </c:pt>
                <c:pt idx="665">
                  <c:v>45314</c:v>
                </c:pt>
                <c:pt idx="666">
                  <c:v>45313</c:v>
                </c:pt>
                <c:pt idx="667">
                  <c:v>45310</c:v>
                </c:pt>
                <c:pt idx="668">
                  <c:v>45309</c:v>
                </c:pt>
                <c:pt idx="669">
                  <c:v>45308</c:v>
                </c:pt>
                <c:pt idx="670">
                  <c:v>45307</c:v>
                </c:pt>
                <c:pt idx="671">
                  <c:v>45306</c:v>
                </c:pt>
                <c:pt idx="672">
                  <c:v>45303</c:v>
                </c:pt>
                <c:pt idx="673">
                  <c:v>45302</c:v>
                </c:pt>
                <c:pt idx="674">
                  <c:v>45301</c:v>
                </c:pt>
                <c:pt idx="675">
                  <c:v>45300</c:v>
                </c:pt>
                <c:pt idx="676">
                  <c:v>45299</c:v>
                </c:pt>
                <c:pt idx="677">
                  <c:v>45296</c:v>
                </c:pt>
                <c:pt idx="678">
                  <c:v>45295</c:v>
                </c:pt>
                <c:pt idx="679">
                  <c:v>45294</c:v>
                </c:pt>
                <c:pt idx="680">
                  <c:v>45293</c:v>
                </c:pt>
                <c:pt idx="681">
                  <c:v>45289</c:v>
                </c:pt>
                <c:pt idx="682">
                  <c:v>45288</c:v>
                </c:pt>
                <c:pt idx="683">
                  <c:v>45287</c:v>
                </c:pt>
                <c:pt idx="684">
                  <c:v>45286</c:v>
                </c:pt>
                <c:pt idx="685">
                  <c:v>45282</c:v>
                </c:pt>
                <c:pt idx="686">
                  <c:v>45281</c:v>
                </c:pt>
                <c:pt idx="687">
                  <c:v>45280</c:v>
                </c:pt>
                <c:pt idx="688">
                  <c:v>45279</c:v>
                </c:pt>
                <c:pt idx="689">
                  <c:v>45278</c:v>
                </c:pt>
                <c:pt idx="690">
                  <c:v>45275</c:v>
                </c:pt>
                <c:pt idx="691">
                  <c:v>45274</c:v>
                </c:pt>
                <c:pt idx="692">
                  <c:v>45273</c:v>
                </c:pt>
                <c:pt idx="693">
                  <c:v>45272</c:v>
                </c:pt>
                <c:pt idx="694">
                  <c:v>45271</c:v>
                </c:pt>
                <c:pt idx="695">
                  <c:v>45268</c:v>
                </c:pt>
                <c:pt idx="696">
                  <c:v>45267</c:v>
                </c:pt>
                <c:pt idx="697">
                  <c:v>45266</c:v>
                </c:pt>
                <c:pt idx="698">
                  <c:v>45265</c:v>
                </c:pt>
                <c:pt idx="699">
                  <c:v>45264</c:v>
                </c:pt>
                <c:pt idx="700">
                  <c:v>45261</c:v>
                </c:pt>
                <c:pt idx="701">
                  <c:v>45260</c:v>
                </c:pt>
                <c:pt idx="702">
                  <c:v>45259</c:v>
                </c:pt>
                <c:pt idx="703">
                  <c:v>45258</c:v>
                </c:pt>
                <c:pt idx="704">
                  <c:v>45257</c:v>
                </c:pt>
                <c:pt idx="705">
                  <c:v>45254</c:v>
                </c:pt>
                <c:pt idx="706">
                  <c:v>45253</c:v>
                </c:pt>
                <c:pt idx="707">
                  <c:v>45252</c:v>
                </c:pt>
                <c:pt idx="708">
                  <c:v>45251</c:v>
                </c:pt>
                <c:pt idx="709">
                  <c:v>45250</c:v>
                </c:pt>
                <c:pt idx="710">
                  <c:v>45247</c:v>
                </c:pt>
                <c:pt idx="711">
                  <c:v>45246</c:v>
                </c:pt>
                <c:pt idx="712">
                  <c:v>45245</c:v>
                </c:pt>
                <c:pt idx="713">
                  <c:v>45244</c:v>
                </c:pt>
                <c:pt idx="714">
                  <c:v>45243</c:v>
                </c:pt>
                <c:pt idx="715">
                  <c:v>45240</c:v>
                </c:pt>
                <c:pt idx="716">
                  <c:v>45239</c:v>
                </c:pt>
                <c:pt idx="717">
                  <c:v>45238</c:v>
                </c:pt>
                <c:pt idx="718">
                  <c:v>45237</c:v>
                </c:pt>
                <c:pt idx="719">
                  <c:v>45236</c:v>
                </c:pt>
                <c:pt idx="720">
                  <c:v>45233</c:v>
                </c:pt>
                <c:pt idx="721">
                  <c:v>45232</c:v>
                </c:pt>
                <c:pt idx="722">
                  <c:v>45231</c:v>
                </c:pt>
                <c:pt idx="723">
                  <c:v>45230</c:v>
                </c:pt>
                <c:pt idx="724">
                  <c:v>45229</c:v>
                </c:pt>
                <c:pt idx="725">
                  <c:v>45226</c:v>
                </c:pt>
                <c:pt idx="726">
                  <c:v>45225</c:v>
                </c:pt>
                <c:pt idx="727">
                  <c:v>45224</c:v>
                </c:pt>
                <c:pt idx="728">
                  <c:v>45223</c:v>
                </c:pt>
                <c:pt idx="729">
                  <c:v>45222</c:v>
                </c:pt>
                <c:pt idx="730">
                  <c:v>45219</c:v>
                </c:pt>
                <c:pt idx="731">
                  <c:v>45218</c:v>
                </c:pt>
                <c:pt idx="732">
                  <c:v>45217</c:v>
                </c:pt>
                <c:pt idx="733">
                  <c:v>45216</c:v>
                </c:pt>
                <c:pt idx="734">
                  <c:v>45215</c:v>
                </c:pt>
                <c:pt idx="735">
                  <c:v>45212</c:v>
                </c:pt>
                <c:pt idx="736">
                  <c:v>45211</c:v>
                </c:pt>
                <c:pt idx="737">
                  <c:v>45210</c:v>
                </c:pt>
                <c:pt idx="738">
                  <c:v>45209</c:v>
                </c:pt>
                <c:pt idx="739">
                  <c:v>45208</c:v>
                </c:pt>
                <c:pt idx="740">
                  <c:v>45205</c:v>
                </c:pt>
                <c:pt idx="741">
                  <c:v>45204</c:v>
                </c:pt>
                <c:pt idx="742">
                  <c:v>45203</c:v>
                </c:pt>
                <c:pt idx="743">
                  <c:v>45202</c:v>
                </c:pt>
                <c:pt idx="744">
                  <c:v>45201</c:v>
                </c:pt>
                <c:pt idx="745">
                  <c:v>45198</c:v>
                </c:pt>
                <c:pt idx="746">
                  <c:v>45197</c:v>
                </c:pt>
                <c:pt idx="747">
                  <c:v>45196</c:v>
                </c:pt>
                <c:pt idx="748">
                  <c:v>45195</c:v>
                </c:pt>
                <c:pt idx="749">
                  <c:v>45194</c:v>
                </c:pt>
                <c:pt idx="750">
                  <c:v>45191</c:v>
                </c:pt>
                <c:pt idx="751">
                  <c:v>45190</c:v>
                </c:pt>
                <c:pt idx="752">
                  <c:v>45189</c:v>
                </c:pt>
                <c:pt idx="753">
                  <c:v>45188</c:v>
                </c:pt>
                <c:pt idx="754">
                  <c:v>45187</c:v>
                </c:pt>
                <c:pt idx="755">
                  <c:v>45184</c:v>
                </c:pt>
                <c:pt idx="756">
                  <c:v>45183</c:v>
                </c:pt>
                <c:pt idx="757">
                  <c:v>45182</c:v>
                </c:pt>
                <c:pt idx="758">
                  <c:v>45181</c:v>
                </c:pt>
                <c:pt idx="759">
                  <c:v>45180</c:v>
                </c:pt>
                <c:pt idx="760">
                  <c:v>45177</c:v>
                </c:pt>
                <c:pt idx="761">
                  <c:v>45176</c:v>
                </c:pt>
                <c:pt idx="762">
                  <c:v>45175</c:v>
                </c:pt>
                <c:pt idx="763">
                  <c:v>45174</c:v>
                </c:pt>
                <c:pt idx="764">
                  <c:v>45173</c:v>
                </c:pt>
                <c:pt idx="765">
                  <c:v>45170</c:v>
                </c:pt>
                <c:pt idx="766">
                  <c:v>45169</c:v>
                </c:pt>
                <c:pt idx="767">
                  <c:v>45168</c:v>
                </c:pt>
                <c:pt idx="768">
                  <c:v>45167</c:v>
                </c:pt>
                <c:pt idx="769">
                  <c:v>45166</c:v>
                </c:pt>
                <c:pt idx="770">
                  <c:v>45163</c:v>
                </c:pt>
                <c:pt idx="771">
                  <c:v>45162</c:v>
                </c:pt>
                <c:pt idx="772">
                  <c:v>45161</c:v>
                </c:pt>
                <c:pt idx="773">
                  <c:v>45160</c:v>
                </c:pt>
                <c:pt idx="774">
                  <c:v>45159</c:v>
                </c:pt>
                <c:pt idx="775">
                  <c:v>45156</c:v>
                </c:pt>
                <c:pt idx="776">
                  <c:v>45155</c:v>
                </c:pt>
                <c:pt idx="777">
                  <c:v>45154</c:v>
                </c:pt>
                <c:pt idx="778">
                  <c:v>45153</c:v>
                </c:pt>
                <c:pt idx="779">
                  <c:v>45152</c:v>
                </c:pt>
                <c:pt idx="780">
                  <c:v>45149</c:v>
                </c:pt>
                <c:pt idx="781">
                  <c:v>45148</c:v>
                </c:pt>
                <c:pt idx="782">
                  <c:v>45147</c:v>
                </c:pt>
                <c:pt idx="783">
                  <c:v>45146</c:v>
                </c:pt>
                <c:pt idx="784">
                  <c:v>45145</c:v>
                </c:pt>
                <c:pt idx="785">
                  <c:v>45142</c:v>
                </c:pt>
                <c:pt idx="786">
                  <c:v>45141</c:v>
                </c:pt>
                <c:pt idx="787">
                  <c:v>45140</c:v>
                </c:pt>
                <c:pt idx="788">
                  <c:v>45139</c:v>
                </c:pt>
                <c:pt idx="789">
                  <c:v>45138</c:v>
                </c:pt>
                <c:pt idx="790">
                  <c:v>45135</c:v>
                </c:pt>
                <c:pt idx="791">
                  <c:v>45134</c:v>
                </c:pt>
                <c:pt idx="792">
                  <c:v>45133</c:v>
                </c:pt>
                <c:pt idx="793">
                  <c:v>45132</c:v>
                </c:pt>
                <c:pt idx="794">
                  <c:v>45131</c:v>
                </c:pt>
                <c:pt idx="795">
                  <c:v>45128</c:v>
                </c:pt>
                <c:pt idx="796">
                  <c:v>45127</c:v>
                </c:pt>
                <c:pt idx="797">
                  <c:v>45126</c:v>
                </c:pt>
                <c:pt idx="798">
                  <c:v>45125</c:v>
                </c:pt>
                <c:pt idx="799">
                  <c:v>45124</c:v>
                </c:pt>
                <c:pt idx="800">
                  <c:v>45121</c:v>
                </c:pt>
                <c:pt idx="801">
                  <c:v>45120</c:v>
                </c:pt>
                <c:pt idx="802">
                  <c:v>45119</c:v>
                </c:pt>
                <c:pt idx="803">
                  <c:v>45118</c:v>
                </c:pt>
                <c:pt idx="804">
                  <c:v>45117</c:v>
                </c:pt>
                <c:pt idx="805">
                  <c:v>45114</c:v>
                </c:pt>
                <c:pt idx="806">
                  <c:v>45113</c:v>
                </c:pt>
                <c:pt idx="807">
                  <c:v>45112</c:v>
                </c:pt>
                <c:pt idx="808">
                  <c:v>45111</c:v>
                </c:pt>
                <c:pt idx="809">
                  <c:v>45110</c:v>
                </c:pt>
                <c:pt idx="810">
                  <c:v>45107</c:v>
                </c:pt>
                <c:pt idx="811">
                  <c:v>45106</c:v>
                </c:pt>
                <c:pt idx="812">
                  <c:v>45105</c:v>
                </c:pt>
                <c:pt idx="813">
                  <c:v>45104</c:v>
                </c:pt>
                <c:pt idx="814">
                  <c:v>45103</c:v>
                </c:pt>
                <c:pt idx="815">
                  <c:v>45100</c:v>
                </c:pt>
                <c:pt idx="816">
                  <c:v>45099</c:v>
                </c:pt>
                <c:pt idx="817">
                  <c:v>45098</c:v>
                </c:pt>
                <c:pt idx="818">
                  <c:v>45097</c:v>
                </c:pt>
                <c:pt idx="819">
                  <c:v>45096</c:v>
                </c:pt>
                <c:pt idx="820">
                  <c:v>45093</c:v>
                </c:pt>
                <c:pt idx="821">
                  <c:v>45092</c:v>
                </c:pt>
                <c:pt idx="822">
                  <c:v>45091</c:v>
                </c:pt>
                <c:pt idx="823">
                  <c:v>45090</c:v>
                </c:pt>
                <c:pt idx="824">
                  <c:v>45089</c:v>
                </c:pt>
                <c:pt idx="825">
                  <c:v>45086</c:v>
                </c:pt>
                <c:pt idx="826">
                  <c:v>45085</c:v>
                </c:pt>
                <c:pt idx="827">
                  <c:v>45084</c:v>
                </c:pt>
                <c:pt idx="828">
                  <c:v>45083</c:v>
                </c:pt>
                <c:pt idx="829">
                  <c:v>45082</c:v>
                </c:pt>
                <c:pt idx="830">
                  <c:v>45079</c:v>
                </c:pt>
                <c:pt idx="831">
                  <c:v>45078</c:v>
                </c:pt>
                <c:pt idx="832">
                  <c:v>45077</c:v>
                </c:pt>
                <c:pt idx="833">
                  <c:v>45076</c:v>
                </c:pt>
                <c:pt idx="834">
                  <c:v>45075</c:v>
                </c:pt>
                <c:pt idx="835">
                  <c:v>45072</c:v>
                </c:pt>
                <c:pt idx="836">
                  <c:v>45071</c:v>
                </c:pt>
                <c:pt idx="837">
                  <c:v>45070</c:v>
                </c:pt>
                <c:pt idx="838">
                  <c:v>45069</c:v>
                </c:pt>
                <c:pt idx="839">
                  <c:v>45068</c:v>
                </c:pt>
                <c:pt idx="840">
                  <c:v>45065</c:v>
                </c:pt>
                <c:pt idx="841">
                  <c:v>45064</c:v>
                </c:pt>
                <c:pt idx="842">
                  <c:v>45063</c:v>
                </c:pt>
                <c:pt idx="843">
                  <c:v>45062</c:v>
                </c:pt>
                <c:pt idx="844">
                  <c:v>45061</c:v>
                </c:pt>
                <c:pt idx="845">
                  <c:v>45058</c:v>
                </c:pt>
                <c:pt idx="846">
                  <c:v>45057</c:v>
                </c:pt>
                <c:pt idx="847">
                  <c:v>45056</c:v>
                </c:pt>
                <c:pt idx="848">
                  <c:v>45055</c:v>
                </c:pt>
                <c:pt idx="849">
                  <c:v>45054</c:v>
                </c:pt>
                <c:pt idx="850">
                  <c:v>45051</c:v>
                </c:pt>
                <c:pt idx="851">
                  <c:v>45050</c:v>
                </c:pt>
                <c:pt idx="852">
                  <c:v>45049</c:v>
                </c:pt>
                <c:pt idx="853">
                  <c:v>45048</c:v>
                </c:pt>
                <c:pt idx="854">
                  <c:v>45044</c:v>
                </c:pt>
                <c:pt idx="855">
                  <c:v>45043</c:v>
                </c:pt>
                <c:pt idx="856">
                  <c:v>45042</c:v>
                </c:pt>
                <c:pt idx="857">
                  <c:v>45041</c:v>
                </c:pt>
                <c:pt idx="858">
                  <c:v>45040</c:v>
                </c:pt>
                <c:pt idx="859">
                  <c:v>45037</c:v>
                </c:pt>
                <c:pt idx="860">
                  <c:v>45036</c:v>
                </c:pt>
                <c:pt idx="861">
                  <c:v>45035</c:v>
                </c:pt>
                <c:pt idx="862">
                  <c:v>45034</c:v>
                </c:pt>
                <c:pt idx="863">
                  <c:v>45033</c:v>
                </c:pt>
                <c:pt idx="864">
                  <c:v>45030</c:v>
                </c:pt>
                <c:pt idx="865">
                  <c:v>45029</c:v>
                </c:pt>
                <c:pt idx="866">
                  <c:v>45028</c:v>
                </c:pt>
                <c:pt idx="867">
                  <c:v>45027</c:v>
                </c:pt>
                <c:pt idx="868">
                  <c:v>45022</c:v>
                </c:pt>
                <c:pt idx="869">
                  <c:v>45021</c:v>
                </c:pt>
                <c:pt idx="870">
                  <c:v>45020</c:v>
                </c:pt>
                <c:pt idx="871">
                  <c:v>45019</c:v>
                </c:pt>
                <c:pt idx="872">
                  <c:v>45016</c:v>
                </c:pt>
                <c:pt idx="873">
                  <c:v>45015</c:v>
                </c:pt>
                <c:pt idx="874">
                  <c:v>45014</c:v>
                </c:pt>
                <c:pt idx="875">
                  <c:v>45013</c:v>
                </c:pt>
                <c:pt idx="876">
                  <c:v>45012</c:v>
                </c:pt>
                <c:pt idx="877">
                  <c:v>45009</c:v>
                </c:pt>
                <c:pt idx="878">
                  <c:v>45008</c:v>
                </c:pt>
                <c:pt idx="879">
                  <c:v>45007</c:v>
                </c:pt>
                <c:pt idx="880">
                  <c:v>45006</c:v>
                </c:pt>
                <c:pt idx="881">
                  <c:v>45005</c:v>
                </c:pt>
                <c:pt idx="882">
                  <c:v>45002</c:v>
                </c:pt>
                <c:pt idx="883">
                  <c:v>45001</c:v>
                </c:pt>
                <c:pt idx="884">
                  <c:v>45000</c:v>
                </c:pt>
                <c:pt idx="885">
                  <c:v>44999</c:v>
                </c:pt>
                <c:pt idx="886">
                  <c:v>44998</c:v>
                </c:pt>
                <c:pt idx="887">
                  <c:v>44995</c:v>
                </c:pt>
                <c:pt idx="888">
                  <c:v>44994</c:v>
                </c:pt>
                <c:pt idx="889">
                  <c:v>44993</c:v>
                </c:pt>
                <c:pt idx="890">
                  <c:v>44992</c:v>
                </c:pt>
                <c:pt idx="891">
                  <c:v>44991</c:v>
                </c:pt>
                <c:pt idx="892">
                  <c:v>44988</c:v>
                </c:pt>
                <c:pt idx="893">
                  <c:v>44987</c:v>
                </c:pt>
                <c:pt idx="894">
                  <c:v>44986</c:v>
                </c:pt>
                <c:pt idx="895">
                  <c:v>44985</c:v>
                </c:pt>
                <c:pt idx="896">
                  <c:v>44984</c:v>
                </c:pt>
                <c:pt idx="897">
                  <c:v>44981</c:v>
                </c:pt>
                <c:pt idx="898">
                  <c:v>44980</c:v>
                </c:pt>
                <c:pt idx="899">
                  <c:v>44979</c:v>
                </c:pt>
                <c:pt idx="900">
                  <c:v>44978</c:v>
                </c:pt>
                <c:pt idx="901">
                  <c:v>44977</c:v>
                </c:pt>
                <c:pt idx="902">
                  <c:v>44974</c:v>
                </c:pt>
                <c:pt idx="903">
                  <c:v>44973</c:v>
                </c:pt>
                <c:pt idx="904">
                  <c:v>44972</c:v>
                </c:pt>
                <c:pt idx="905">
                  <c:v>44971</c:v>
                </c:pt>
                <c:pt idx="906">
                  <c:v>44970</c:v>
                </c:pt>
                <c:pt idx="907">
                  <c:v>44967</c:v>
                </c:pt>
                <c:pt idx="908">
                  <c:v>44966</c:v>
                </c:pt>
                <c:pt idx="909">
                  <c:v>44965</c:v>
                </c:pt>
                <c:pt idx="910">
                  <c:v>44964</c:v>
                </c:pt>
                <c:pt idx="911">
                  <c:v>44963</c:v>
                </c:pt>
                <c:pt idx="912">
                  <c:v>44960</c:v>
                </c:pt>
                <c:pt idx="913">
                  <c:v>44959</c:v>
                </c:pt>
                <c:pt idx="914">
                  <c:v>44958</c:v>
                </c:pt>
                <c:pt idx="915">
                  <c:v>44957</c:v>
                </c:pt>
                <c:pt idx="916">
                  <c:v>44956</c:v>
                </c:pt>
                <c:pt idx="917">
                  <c:v>44953</c:v>
                </c:pt>
                <c:pt idx="918">
                  <c:v>44952</c:v>
                </c:pt>
                <c:pt idx="919">
                  <c:v>44951</c:v>
                </c:pt>
                <c:pt idx="920">
                  <c:v>44950</c:v>
                </c:pt>
                <c:pt idx="921">
                  <c:v>44949</c:v>
                </c:pt>
                <c:pt idx="922">
                  <c:v>44946</c:v>
                </c:pt>
                <c:pt idx="923">
                  <c:v>44945</c:v>
                </c:pt>
                <c:pt idx="924">
                  <c:v>44944</c:v>
                </c:pt>
                <c:pt idx="925">
                  <c:v>44943</c:v>
                </c:pt>
                <c:pt idx="926">
                  <c:v>44942</c:v>
                </c:pt>
                <c:pt idx="927">
                  <c:v>44939</c:v>
                </c:pt>
                <c:pt idx="928">
                  <c:v>44938</c:v>
                </c:pt>
                <c:pt idx="929">
                  <c:v>44937</c:v>
                </c:pt>
                <c:pt idx="930">
                  <c:v>44936</c:v>
                </c:pt>
                <c:pt idx="931">
                  <c:v>44935</c:v>
                </c:pt>
                <c:pt idx="932">
                  <c:v>44932</c:v>
                </c:pt>
                <c:pt idx="933">
                  <c:v>44931</c:v>
                </c:pt>
                <c:pt idx="934">
                  <c:v>44930</c:v>
                </c:pt>
                <c:pt idx="935">
                  <c:v>44929</c:v>
                </c:pt>
                <c:pt idx="936">
                  <c:v>44928</c:v>
                </c:pt>
                <c:pt idx="937">
                  <c:v>44925</c:v>
                </c:pt>
                <c:pt idx="938">
                  <c:v>44924</c:v>
                </c:pt>
                <c:pt idx="939">
                  <c:v>44923</c:v>
                </c:pt>
                <c:pt idx="940">
                  <c:v>44922</c:v>
                </c:pt>
                <c:pt idx="941">
                  <c:v>44918</c:v>
                </c:pt>
                <c:pt idx="942">
                  <c:v>44917</c:v>
                </c:pt>
                <c:pt idx="943">
                  <c:v>44916</c:v>
                </c:pt>
                <c:pt idx="944">
                  <c:v>44915</c:v>
                </c:pt>
                <c:pt idx="945">
                  <c:v>44914</c:v>
                </c:pt>
                <c:pt idx="946">
                  <c:v>44911</c:v>
                </c:pt>
                <c:pt idx="947">
                  <c:v>44910</c:v>
                </c:pt>
                <c:pt idx="948">
                  <c:v>44909</c:v>
                </c:pt>
                <c:pt idx="949">
                  <c:v>44908</c:v>
                </c:pt>
                <c:pt idx="950">
                  <c:v>44907</c:v>
                </c:pt>
                <c:pt idx="951">
                  <c:v>44904</c:v>
                </c:pt>
                <c:pt idx="952">
                  <c:v>44903</c:v>
                </c:pt>
                <c:pt idx="953">
                  <c:v>44902</c:v>
                </c:pt>
                <c:pt idx="954">
                  <c:v>44901</c:v>
                </c:pt>
                <c:pt idx="955">
                  <c:v>44900</c:v>
                </c:pt>
                <c:pt idx="956">
                  <c:v>44897</c:v>
                </c:pt>
                <c:pt idx="957">
                  <c:v>44896</c:v>
                </c:pt>
                <c:pt idx="958">
                  <c:v>44895</c:v>
                </c:pt>
                <c:pt idx="959">
                  <c:v>44894</c:v>
                </c:pt>
                <c:pt idx="960">
                  <c:v>44893</c:v>
                </c:pt>
                <c:pt idx="961">
                  <c:v>44890</c:v>
                </c:pt>
                <c:pt idx="962">
                  <c:v>44889</c:v>
                </c:pt>
                <c:pt idx="963">
                  <c:v>44888</c:v>
                </c:pt>
                <c:pt idx="964">
                  <c:v>44887</c:v>
                </c:pt>
                <c:pt idx="965">
                  <c:v>44886</c:v>
                </c:pt>
                <c:pt idx="966">
                  <c:v>44883</c:v>
                </c:pt>
                <c:pt idx="967">
                  <c:v>44882</c:v>
                </c:pt>
                <c:pt idx="968">
                  <c:v>44881</c:v>
                </c:pt>
                <c:pt idx="969">
                  <c:v>44880</c:v>
                </c:pt>
                <c:pt idx="970">
                  <c:v>44879</c:v>
                </c:pt>
                <c:pt idx="971">
                  <c:v>44876</c:v>
                </c:pt>
                <c:pt idx="972">
                  <c:v>44875</c:v>
                </c:pt>
                <c:pt idx="973">
                  <c:v>44874</c:v>
                </c:pt>
                <c:pt idx="974">
                  <c:v>44873</c:v>
                </c:pt>
                <c:pt idx="975">
                  <c:v>44872</c:v>
                </c:pt>
                <c:pt idx="976">
                  <c:v>44869</c:v>
                </c:pt>
                <c:pt idx="977">
                  <c:v>44868</c:v>
                </c:pt>
                <c:pt idx="978">
                  <c:v>44867</c:v>
                </c:pt>
                <c:pt idx="979">
                  <c:v>44866</c:v>
                </c:pt>
                <c:pt idx="980">
                  <c:v>44865</c:v>
                </c:pt>
                <c:pt idx="981">
                  <c:v>44862</c:v>
                </c:pt>
                <c:pt idx="982">
                  <c:v>44861</c:v>
                </c:pt>
                <c:pt idx="983">
                  <c:v>44860</c:v>
                </c:pt>
                <c:pt idx="984">
                  <c:v>44859</c:v>
                </c:pt>
                <c:pt idx="985">
                  <c:v>44858</c:v>
                </c:pt>
                <c:pt idx="986">
                  <c:v>44855</c:v>
                </c:pt>
                <c:pt idx="987">
                  <c:v>44854</c:v>
                </c:pt>
                <c:pt idx="988">
                  <c:v>44853</c:v>
                </c:pt>
                <c:pt idx="989">
                  <c:v>44852</c:v>
                </c:pt>
                <c:pt idx="990">
                  <c:v>44851</c:v>
                </c:pt>
                <c:pt idx="991">
                  <c:v>44848</c:v>
                </c:pt>
                <c:pt idx="992">
                  <c:v>44847</c:v>
                </c:pt>
                <c:pt idx="993">
                  <c:v>44846</c:v>
                </c:pt>
                <c:pt idx="994">
                  <c:v>44845</c:v>
                </c:pt>
                <c:pt idx="995">
                  <c:v>44844</c:v>
                </c:pt>
                <c:pt idx="996">
                  <c:v>44841</c:v>
                </c:pt>
                <c:pt idx="997">
                  <c:v>44840</c:v>
                </c:pt>
                <c:pt idx="998">
                  <c:v>44839</c:v>
                </c:pt>
                <c:pt idx="999">
                  <c:v>44838</c:v>
                </c:pt>
                <c:pt idx="1000">
                  <c:v>44837</c:v>
                </c:pt>
                <c:pt idx="1001">
                  <c:v>44834</c:v>
                </c:pt>
                <c:pt idx="1002">
                  <c:v>44833</c:v>
                </c:pt>
                <c:pt idx="1003">
                  <c:v>44832</c:v>
                </c:pt>
                <c:pt idx="1004">
                  <c:v>44831</c:v>
                </c:pt>
                <c:pt idx="1005">
                  <c:v>44830</c:v>
                </c:pt>
                <c:pt idx="1006">
                  <c:v>44827</c:v>
                </c:pt>
                <c:pt idx="1007">
                  <c:v>44826</c:v>
                </c:pt>
                <c:pt idx="1008">
                  <c:v>44825</c:v>
                </c:pt>
                <c:pt idx="1009">
                  <c:v>44824</c:v>
                </c:pt>
                <c:pt idx="1010">
                  <c:v>44823</c:v>
                </c:pt>
                <c:pt idx="1011">
                  <c:v>44820</c:v>
                </c:pt>
                <c:pt idx="1012">
                  <c:v>44819</c:v>
                </c:pt>
                <c:pt idx="1013">
                  <c:v>44818</c:v>
                </c:pt>
                <c:pt idx="1014">
                  <c:v>44817</c:v>
                </c:pt>
                <c:pt idx="1015">
                  <c:v>44816</c:v>
                </c:pt>
                <c:pt idx="1016">
                  <c:v>44813</c:v>
                </c:pt>
                <c:pt idx="1017">
                  <c:v>44812</c:v>
                </c:pt>
                <c:pt idx="1018">
                  <c:v>44811</c:v>
                </c:pt>
                <c:pt idx="1019">
                  <c:v>44810</c:v>
                </c:pt>
                <c:pt idx="1020">
                  <c:v>44806</c:v>
                </c:pt>
                <c:pt idx="1021">
                  <c:v>44805</c:v>
                </c:pt>
                <c:pt idx="1022">
                  <c:v>44804</c:v>
                </c:pt>
                <c:pt idx="1023">
                  <c:v>44803</c:v>
                </c:pt>
                <c:pt idx="1024">
                  <c:v>44802</c:v>
                </c:pt>
                <c:pt idx="1025">
                  <c:v>44799</c:v>
                </c:pt>
                <c:pt idx="1026">
                  <c:v>44798</c:v>
                </c:pt>
                <c:pt idx="1027">
                  <c:v>44797</c:v>
                </c:pt>
                <c:pt idx="1028">
                  <c:v>44796</c:v>
                </c:pt>
                <c:pt idx="1029">
                  <c:v>44795</c:v>
                </c:pt>
                <c:pt idx="1030">
                  <c:v>44792</c:v>
                </c:pt>
                <c:pt idx="1031">
                  <c:v>44791</c:v>
                </c:pt>
                <c:pt idx="1032">
                  <c:v>44790</c:v>
                </c:pt>
                <c:pt idx="1033">
                  <c:v>44789</c:v>
                </c:pt>
                <c:pt idx="1034">
                  <c:v>44788</c:v>
                </c:pt>
                <c:pt idx="1035">
                  <c:v>44785</c:v>
                </c:pt>
                <c:pt idx="1036">
                  <c:v>44784</c:v>
                </c:pt>
                <c:pt idx="1037">
                  <c:v>44783</c:v>
                </c:pt>
                <c:pt idx="1038">
                  <c:v>44782</c:v>
                </c:pt>
                <c:pt idx="1039">
                  <c:v>44781</c:v>
                </c:pt>
                <c:pt idx="1040">
                  <c:v>44778</c:v>
                </c:pt>
                <c:pt idx="1041">
                  <c:v>44777</c:v>
                </c:pt>
                <c:pt idx="1042">
                  <c:v>44776</c:v>
                </c:pt>
                <c:pt idx="1043">
                  <c:v>44775</c:v>
                </c:pt>
                <c:pt idx="1044">
                  <c:v>44774</c:v>
                </c:pt>
                <c:pt idx="1045">
                  <c:v>44771</c:v>
                </c:pt>
                <c:pt idx="1046">
                  <c:v>44770</c:v>
                </c:pt>
                <c:pt idx="1047">
                  <c:v>44769</c:v>
                </c:pt>
                <c:pt idx="1048">
                  <c:v>44768</c:v>
                </c:pt>
                <c:pt idx="1049">
                  <c:v>44767</c:v>
                </c:pt>
                <c:pt idx="1050">
                  <c:v>44764</c:v>
                </c:pt>
                <c:pt idx="1051">
                  <c:v>44763</c:v>
                </c:pt>
                <c:pt idx="1052">
                  <c:v>44762</c:v>
                </c:pt>
                <c:pt idx="1053">
                  <c:v>44761</c:v>
                </c:pt>
                <c:pt idx="1054">
                  <c:v>44760</c:v>
                </c:pt>
                <c:pt idx="1055">
                  <c:v>44757</c:v>
                </c:pt>
                <c:pt idx="1056">
                  <c:v>44756</c:v>
                </c:pt>
                <c:pt idx="1057">
                  <c:v>44755</c:v>
                </c:pt>
                <c:pt idx="1058">
                  <c:v>44754</c:v>
                </c:pt>
                <c:pt idx="1059">
                  <c:v>44753</c:v>
                </c:pt>
                <c:pt idx="1060">
                  <c:v>44750</c:v>
                </c:pt>
                <c:pt idx="1061">
                  <c:v>44749</c:v>
                </c:pt>
                <c:pt idx="1062">
                  <c:v>44748</c:v>
                </c:pt>
                <c:pt idx="1063">
                  <c:v>44747</c:v>
                </c:pt>
                <c:pt idx="1064">
                  <c:v>44743</c:v>
                </c:pt>
                <c:pt idx="1065">
                  <c:v>44742</c:v>
                </c:pt>
                <c:pt idx="1066">
                  <c:v>44741</c:v>
                </c:pt>
                <c:pt idx="1067">
                  <c:v>44740</c:v>
                </c:pt>
                <c:pt idx="1068">
                  <c:v>44739</c:v>
                </c:pt>
                <c:pt idx="1069">
                  <c:v>44736</c:v>
                </c:pt>
                <c:pt idx="1070">
                  <c:v>44735</c:v>
                </c:pt>
                <c:pt idx="1071">
                  <c:v>44734</c:v>
                </c:pt>
                <c:pt idx="1072">
                  <c:v>44733</c:v>
                </c:pt>
                <c:pt idx="1073">
                  <c:v>44729</c:v>
                </c:pt>
                <c:pt idx="1074">
                  <c:v>44728</c:v>
                </c:pt>
                <c:pt idx="1075">
                  <c:v>44727</c:v>
                </c:pt>
                <c:pt idx="1076">
                  <c:v>44726</c:v>
                </c:pt>
                <c:pt idx="1077">
                  <c:v>44725</c:v>
                </c:pt>
                <c:pt idx="1078">
                  <c:v>44722</c:v>
                </c:pt>
                <c:pt idx="1079">
                  <c:v>44721</c:v>
                </c:pt>
                <c:pt idx="1080">
                  <c:v>44720</c:v>
                </c:pt>
                <c:pt idx="1081">
                  <c:v>44719</c:v>
                </c:pt>
                <c:pt idx="1082">
                  <c:v>44718</c:v>
                </c:pt>
                <c:pt idx="1083">
                  <c:v>44715</c:v>
                </c:pt>
                <c:pt idx="1084">
                  <c:v>44714</c:v>
                </c:pt>
                <c:pt idx="1085">
                  <c:v>44713</c:v>
                </c:pt>
                <c:pt idx="1086">
                  <c:v>44712</c:v>
                </c:pt>
                <c:pt idx="1087">
                  <c:v>44708</c:v>
                </c:pt>
                <c:pt idx="1088">
                  <c:v>44707</c:v>
                </c:pt>
                <c:pt idx="1089">
                  <c:v>44706</c:v>
                </c:pt>
                <c:pt idx="1090">
                  <c:v>44705</c:v>
                </c:pt>
                <c:pt idx="1091">
                  <c:v>44704</c:v>
                </c:pt>
                <c:pt idx="1092">
                  <c:v>44701</c:v>
                </c:pt>
                <c:pt idx="1093">
                  <c:v>44700</c:v>
                </c:pt>
                <c:pt idx="1094">
                  <c:v>44699</c:v>
                </c:pt>
                <c:pt idx="1095">
                  <c:v>44698</c:v>
                </c:pt>
                <c:pt idx="1096">
                  <c:v>44697</c:v>
                </c:pt>
                <c:pt idx="1097">
                  <c:v>44694</c:v>
                </c:pt>
                <c:pt idx="1098">
                  <c:v>44693</c:v>
                </c:pt>
                <c:pt idx="1099">
                  <c:v>44692</c:v>
                </c:pt>
                <c:pt idx="1100">
                  <c:v>44691</c:v>
                </c:pt>
                <c:pt idx="1101">
                  <c:v>44690</c:v>
                </c:pt>
                <c:pt idx="1102">
                  <c:v>44687</c:v>
                </c:pt>
                <c:pt idx="1103">
                  <c:v>44686</c:v>
                </c:pt>
                <c:pt idx="1104">
                  <c:v>44685</c:v>
                </c:pt>
                <c:pt idx="1105">
                  <c:v>44684</c:v>
                </c:pt>
                <c:pt idx="1106">
                  <c:v>44683</c:v>
                </c:pt>
                <c:pt idx="1107">
                  <c:v>44680</c:v>
                </c:pt>
                <c:pt idx="1108">
                  <c:v>44679</c:v>
                </c:pt>
                <c:pt idx="1109">
                  <c:v>44678</c:v>
                </c:pt>
                <c:pt idx="1110">
                  <c:v>44677</c:v>
                </c:pt>
                <c:pt idx="1111">
                  <c:v>44676</c:v>
                </c:pt>
                <c:pt idx="1112">
                  <c:v>44673</c:v>
                </c:pt>
                <c:pt idx="1113">
                  <c:v>44672</c:v>
                </c:pt>
                <c:pt idx="1114">
                  <c:v>44671</c:v>
                </c:pt>
                <c:pt idx="1115">
                  <c:v>44670</c:v>
                </c:pt>
                <c:pt idx="1116">
                  <c:v>44669</c:v>
                </c:pt>
                <c:pt idx="1117">
                  <c:v>44665</c:v>
                </c:pt>
                <c:pt idx="1118">
                  <c:v>44664</c:v>
                </c:pt>
                <c:pt idx="1119">
                  <c:v>44663</c:v>
                </c:pt>
                <c:pt idx="1120">
                  <c:v>44662</c:v>
                </c:pt>
                <c:pt idx="1121">
                  <c:v>44659</c:v>
                </c:pt>
                <c:pt idx="1122">
                  <c:v>44658</c:v>
                </c:pt>
                <c:pt idx="1123">
                  <c:v>44657</c:v>
                </c:pt>
                <c:pt idx="1124">
                  <c:v>44656</c:v>
                </c:pt>
                <c:pt idx="1125">
                  <c:v>44655</c:v>
                </c:pt>
                <c:pt idx="1126">
                  <c:v>44652</c:v>
                </c:pt>
                <c:pt idx="1127">
                  <c:v>44651</c:v>
                </c:pt>
                <c:pt idx="1128">
                  <c:v>44650</c:v>
                </c:pt>
                <c:pt idx="1129">
                  <c:v>44649</c:v>
                </c:pt>
                <c:pt idx="1130">
                  <c:v>44648</c:v>
                </c:pt>
                <c:pt idx="1131">
                  <c:v>44645</c:v>
                </c:pt>
                <c:pt idx="1132">
                  <c:v>44644</c:v>
                </c:pt>
                <c:pt idx="1133">
                  <c:v>44643</c:v>
                </c:pt>
                <c:pt idx="1134">
                  <c:v>44642</c:v>
                </c:pt>
                <c:pt idx="1135">
                  <c:v>44641</c:v>
                </c:pt>
                <c:pt idx="1136">
                  <c:v>44638</c:v>
                </c:pt>
                <c:pt idx="1137">
                  <c:v>44637</c:v>
                </c:pt>
                <c:pt idx="1138">
                  <c:v>44636</c:v>
                </c:pt>
                <c:pt idx="1139">
                  <c:v>44635</c:v>
                </c:pt>
                <c:pt idx="1140">
                  <c:v>44634</c:v>
                </c:pt>
                <c:pt idx="1141">
                  <c:v>44631</c:v>
                </c:pt>
                <c:pt idx="1142">
                  <c:v>44630</c:v>
                </c:pt>
                <c:pt idx="1143">
                  <c:v>44629</c:v>
                </c:pt>
                <c:pt idx="1144">
                  <c:v>44628</c:v>
                </c:pt>
                <c:pt idx="1145">
                  <c:v>44627</c:v>
                </c:pt>
                <c:pt idx="1146">
                  <c:v>44624</c:v>
                </c:pt>
                <c:pt idx="1147">
                  <c:v>44623</c:v>
                </c:pt>
                <c:pt idx="1148">
                  <c:v>44622</c:v>
                </c:pt>
                <c:pt idx="1149">
                  <c:v>44621</c:v>
                </c:pt>
                <c:pt idx="1150">
                  <c:v>44620</c:v>
                </c:pt>
                <c:pt idx="1151">
                  <c:v>44617</c:v>
                </c:pt>
                <c:pt idx="1152">
                  <c:v>44616</c:v>
                </c:pt>
                <c:pt idx="1153">
                  <c:v>44615</c:v>
                </c:pt>
                <c:pt idx="1154">
                  <c:v>44614</c:v>
                </c:pt>
                <c:pt idx="1155">
                  <c:v>44610</c:v>
                </c:pt>
                <c:pt idx="1156">
                  <c:v>44609</c:v>
                </c:pt>
                <c:pt idx="1157">
                  <c:v>44608</c:v>
                </c:pt>
                <c:pt idx="1158">
                  <c:v>44607</c:v>
                </c:pt>
                <c:pt idx="1159">
                  <c:v>44606</c:v>
                </c:pt>
                <c:pt idx="1160">
                  <c:v>44603</c:v>
                </c:pt>
                <c:pt idx="1161">
                  <c:v>44602</c:v>
                </c:pt>
                <c:pt idx="1162">
                  <c:v>44601</c:v>
                </c:pt>
                <c:pt idx="1163">
                  <c:v>44600</c:v>
                </c:pt>
                <c:pt idx="1164">
                  <c:v>44599</c:v>
                </c:pt>
                <c:pt idx="1165">
                  <c:v>44596</c:v>
                </c:pt>
                <c:pt idx="1166">
                  <c:v>44595</c:v>
                </c:pt>
                <c:pt idx="1167">
                  <c:v>44594</c:v>
                </c:pt>
                <c:pt idx="1168">
                  <c:v>44593</c:v>
                </c:pt>
                <c:pt idx="1169">
                  <c:v>44592</c:v>
                </c:pt>
                <c:pt idx="1170">
                  <c:v>44589</c:v>
                </c:pt>
                <c:pt idx="1171">
                  <c:v>44588</c:v>
                </c:pt>
                <c:pt idx="1172">
                  <c:v>44587</c:v>
                </c:pt>
                <c:pt idx="1173">
                  <c:v>44586</c:v>
                </c:pt>
                <c:pt idx="1174">
                  <c:v>44585</c:v>
                </c:pt>
                <c:pt idx="1175">
                  <c:v>44582</c:v>
                </c:pt>
                <c:pt idx="1176">
                  <c:v>44581</c:v>
                </c:pt>
                <c:pt idx="1177">
                  <c:v>44580</c:v>
                </c:pt>
                <c:pt idx="1178">
                  <c:v>44579</c:v>
                </c:pt>
                <c:pt idx="1179">
                  <c:v>44575</c:v>
                </c:pt>
                <c:pt idx="1180">
                  <c:v>44574</c:v>
                </c:pt>
                <c:pt idx="1181">
                  <c:v>44573</c:v>
                </c:pt>
                <c:pt idx="1182">
                  <c:v>44572</c:v>
                </c:pt>
                <c:pt idx="1183">
                  <c:v>44571</c:v>
                </c:pt>
                <c:pt idx="1184">
                  <c:v>44568</c:v>
                </c:pt>
                <c:pt idx="1185">
                  <c:v>44567</c:v>
                </c:pt>
                <c:pt idx="1186">
                  <c:v>44566</c:v>
                </c:pt>
                <c:pt idx="1187">
                  <c:v>44565</c:v>
                </c:pt>
                <c:pt idx="1188">
                  <c:v>44564</c:v>
                </c:pt>
                <c:pt idx="1189">
                  <c:v>44561</c:v>
                </c:pt>
                <c:pt idx="1190">
                  <c:v>44560</c:v>
                </c:pt>
                <c:pt idx="1191">
                  <c:v>44559</c:v>
                </c:pt>
                <c:pt idx="1192">
                  <c:v>44558</c:v>
                </c:pt>
                <c:pt idx="1193">
                  <c:v>44557</c:v>
                </c:pt>
                <c:pt idx="1194">
                  <c:v>44553</c:v>
                </c:pt>
                <c:pt idx="1195">
                  <c:v>44552</c:v>
                </c:pt>
                <c:pt idx="1196">
                  <c:v>44551</c:v>
                </c:pt>
                <c:pt idx="1197">
                  <c:v>44550</c:v>
                </c:pt>
                <c:pt idx="1198">
                  <c:v>44547</c:v>
                </c:pt>
                <c:pt idx="1199">
                  <c:v>44546</c:v>
                </c:pt>
                <c:pt idx="1200">
                  <c:v>44545</c:v>
                </c:pt>
                <c:pt idx="1201">
                  <c:v>44544</c:v>
                </c:pt>
                <c:pt idx="1202">
                  <c:v>44543</c:v>
                </c:pt>
                <c:pt idx="1203">
                  <c:v>44540</c:v>
                </c:pt>
                <c:pt idx="1204">
                  <c:v>44539</c:v>
                </c:pt>
                <c:pt idx="1205">
                  <c:v>44538</c:v>
                </c:pt>
                <c:pt idx="1206">
                  <c:v>44537</c:v>
                </c:pt>
                <c:pt idx="1207">
                  <c:v>44536</c:v>
                </c:pt>
                <c:pt idx="1208">
                  <c:v>44533</c:v>
                </c:pt>
                <c:pt idx="1209">
                  <c:v>44532</c:v>
                </c:pt>
                <c:pt idx="1210">
                  <c:v>44531</c:v>
                </c:pt>
                <c:pt idx="1211">
                  <c:v>44530</c:v>
                </c:pt>
                <c:pt idx="1212">
                  <c:v>44529</c:v>
                </c:pt>
                <c:pt idx="1213">
                  <c:v>44526</c:v>
                </c:pt>
                <c:pt idx="1214">
                  <c:v>44524</c:v>
                </c:pt>
                <c:pt idx="1215">
                  <c:v>44523</c:v>
                </c:pt>
                <c:pt idx="1216">
                  <c:v>44522</c:v>
                </c:pt>
                <c:pt idx="1217">
                  <c:v>44519</c:v>
                </c:pt>
                <c:pt idx="1218">
                  <c:v>44518</c:v>
                </c:pt>
                <c:pt idx="1219">
                  <c:v>44517</c:v>
                </c:pt>
                <c:pt idx="1220">
                  <c:v>44516</c:v>
                </c:pt>
                <c:pt idx="1221">
                  <c:v>44515</c:v>
                </c:pt>
                <c:pt idx="1222">
                  <c:v>44512</c:v>
                </c:pt>
                <c:pt idx="1223">
                  <c:v>44511</c:v>
                </c:pt>
                <c:pt idx="1224">
                  <c:v>44510</c:v>
                </c:pt>
                <c:pt idx="1225">
                  <c:v>44509</c:v>
                </c:pt>
                <c:pt idx="1226">
                  <c:v>44508</c:v>
                </c:pt>
                <c:pt idx="1227">
                  <c:v>44505</c:v>
                </c:pt>
                <c:pt idx="1228">
                  <c:v>44504</c:v>
                </c:pt>
                <c:pt idx="1229">
                  <c:v>44503</c:v>
                </c:pt>
                <c:pt idx="1230">
                  <c:v>44502</c:v>
                </c:pt>
                <c:pt idx="1231">
                  <c:v>44501</c:v>
                </c:pt>
                <c:pt idx="1232">
                  <c:v>44498</c:v>
                </c:pt>
                <c:pt idx="1233">
                  <c:v>44497</c:v>
                </c:pt>
                <c:pt idx="1234">
                  <c:v>44496</c:v>
                </c:pt>
                <c:pt idx="1235">
                  <c:v>44495</c:v>
                </c:pt>
                <c:pt idx="1236">
                  <c:v>44494</c:v>
                </c:pt>
                <c:pt idx="1237">
                  <c:v>44491</c:v>
                </c:pt>
                <c:pt idx="1238">
                  <c:v>44490</c:v>
                </c:pt>
                <c:pt idx="1239">
                  <c:v>44489</c:v>
                </c:pt>
                <c:pt idx="1240">
                  <c:v>44488</c:v>
                </c:pt>
                <c:pt idx="1241">
                  <c:v>44487</c:v>
                </c:pt>
                <c:pt idx="1242">
                  <c:v>44484</c:v>
                </c:pt>
                <c:pt idx="1243">
                  <c:v>44483</c:v>
                </c:pt>
                <c:pt idx="1244">
                  <c:v>44482</c:v>
                </c:pt>
                <c:pt idx="1245">
                  <c:v>44481</c:v>
                </c:pt>
                <c:pt idx="1246">
                  <c:v>44480</c:v>
                </c:pt>
                <c:pt idx="1247">
                  <c:v>44477</c:v>
                </c:pt>
                <c:pt idx="1248">
                  <c:v>44476</c:v>
                </c:pt>
                <c:pt idx="1249">
                  <c:v>44475</c:v>
                </c:pt>
                <c:pt idx="1250">
                  <c:v>44474</c:v>
                </c:pt>
                <c:pt idx="1251">
                  <c:v>44473</c:v>
                </c:pt>
                <c:pt idx="1252">
                  <c:v>44470</c:v>
                </c:pt>
                <c:pt idx="1253">
                  <c:v>44469</c:v>
                </c:pt>
                <c:pt idx="1254">
                  <c:v>44468</c:v>
                </c:pt>
                <c:pt idx="1255">
                  <c:v>44467</c:v>
                </c:pt>
                <c:pt idx="1256">
                  <c:v>44466</c:v>
                </c:pt>
                <c:pt idx="1257">
                  <c:v>44463</c:v>
                </c:pt>
                <c:pt idx="1258">
                  <c:v>44462</c:v>
                </c:pt>
                <c:pt idx="1259">
                  <c:v>44461</c:v>
                </c:pt>
                <c:pt idx="1260">
                  <c:v>44460</c:v>
                </c:pt>
                <c:pt idx="1261">
                  <c:v>44459</c:v>
                </c:pt>
                <c:pt idx="1262">
                  <c:v>44456</c:v>
                </c:pt>
                <c:pt idx="1263">
                  <c:v>44455</c:v>
                </c:pt>
                <c:pt idx="1264">
                  <c:v>44454</c:v>
                </c:pt>
                <c:pt idx="1265">
                  <c:v>44453</c:v>
                </c:pt>
                <c:pt idx="1266">
                  <c:v>44452</c:v>
                </c:pt>
                <c:pt idx="1267">
                  <c:v>44449</c:v>
                </c:pt>
                <c:pt idx="1268">
                  <c:v>44448</c:v>
                </c:pt>
                <c:pt idx="1269">
                  <c:v>44447</c:v>
                </c:pt>
                <c:pt idx="1270">
                  <c:v>44446</c:v>
                </c:pt>
                <c:pt idx="1271">
                  <c:v>44442</c:v>
                </c:pt>
                <c:pt idx="1272">
                  <c:v>44441</c:v>
                </c:pt>
                <c:pt idx="1273">
                  <c:v>44440</c:v>
                </c:pt>
                <c:pt idx="1274">
                  <c:v>44439</c:v>
                </c:pt>
                <c:pt idx="1275">
                  <c:v>44438</c:v>
                </c:pt>
                <c:pt idx="1276">
                  <c:v>44435</c:v>
                </c:pt>
                <c:pt idx="1277">
                  <c:v>44434</c:v>
                </c:pt>
                <c:pt idx="1278">
                  <c:v>44433</c:v>
                </c:pt>
                <c:pt idx="1279">
                  <c:v>44432</c:v>
                </c:pt>
                <c:pt idx="1280">
                  <c:v>44431</c:v>
                </c:pt>
                <c:pt idx="1281">
                  <c:v>44428</c:v>
                </c:pt>
                <c:pt idx="1282">
                  <c:v>44427</c:v>
                </c:pt>
                <c:pt idx="1283">
                  <c:v>44426</c:v>
                </c:pt>
                <c:pt idx="1284">
                  <c:v>44425</c:v>
                </c:pt>
                <c:pt idx="1285">
                  <c:v>44424</c:v>
                </c:pt>
                <c:pt idx="1286">
                  <c:v>44421</c:v>
                </c:pt>
                <c:pt idx="1287">
                  <c:v>44420</c:v>
                </c:pt>
                <c:pt idx="1288">
                  <c:v>44419</c:v>
                </c:pt>
                <c:pt idx="1289">
                  <c:v>44418</c:v>
                </c:pt>
                <c:pt idx="1290">
                  <c:v>44417</c:v>
                </c:pt>
                <c:pt idx="1291">
                  <c:v>44414</c:v>
                </c:pt>
                <c:pt idx="1292">
                  <c:v>44413</c:v>
                </c:pt>
                <c:pt idx="1293">
                  <c:v>44412</c:v>
                </c:pt>
                <c:pt idx="1294">
                  <c:v>44411</c:v>
                </c:pt>
                <c:pt idx="1295">
                  <c:v>44410</c:v>
                </c:pt>
                <c:pt idx="1296">
                  <c:v>44407</c:v>
                </c:pt>
                <c:pt idx="1297">
                  <c:v>44406</c:v>
                </c:pt>
                <c:pt idx="1298">
                  <c:v>44405</c:v>
                </c:pt>
                <c:pt idx="1299">
                  <c:v>44404</c:v>
                </c:pt>
                <c:pt idx="1300">
                  <c:v>44403</c:v>
                </c:pt>
                <c:pt idx="1301">
                  <c:v>44400</c:v>
                </c:pt>
                <c:pt idx="1302">
                  <c:v>44399</c:v>
                </c:pt>
                <c:pt idx="1303">
                  <c:v>44398</c:v>
                </c:pt>
                <c:pt idx="1304">
                  <c:v>44397</c:v>
                </c:pt>
                <c:pt idx="1305">
                  <c:v>44396</c:v>
                </c:pt>
                <c:pt idx="1306">
                  <c:v>44393</c:v>
                </c:pt>
                <c:pt idx="1307">
                  <c:v>44392</c:v>
                </c:pt>
                <c:pt idx="1308">
                  <c:v>44391</c:v>
                </c:pt>
                <c:pt idx="1309">
                  <c:v>44390</c:v>
                </c:pt>
                <c:pt idx="1310">
                  <c:v>44389</c:v>
                </c:pt>
                <c:pt idx="1311">
                  <c:v>44386</c:v>
                </c:pt>
                <c:pt idx="1312">
                  <c:v>44385</c:v>
                </c:pt>
                <c:pt idx="1313">
                  <c:v>44384</c:v>
                </c:pt>
                <c:pt idx="1314">
                  <c:v>44383</c:v>
                </c:pt>
                <c:pt idx="1315">
                  <c:v>44379</c:v>
                </c:pt>
                <c:pt idx="1316">
                  <c:v>44378</c:v>
                </c:pt>
                <c:pt idx="1317">
                  <c:v>44377</c:v>
                </c:pt>
                <c:pt idx="1318">
                  <c:v>44376</c:v>
                </c:pt>
                <c:pt idx="1319">
                  <c:v>44375</c:v>
                </c:pt>
                <c:pt idx="1320">
                  <c:v>44372</c:v>
                </c:pt>
                <c:pt idx="1321">
                  <c:v>44371</c:v>
                </c:pt>
                <c:pt idx="1322">
                  <c:v>44370</c:v>
                </c:pt>
                <c:pt idx="1323">
                  <c:v>44369</c:v>
                </c:pt>
                <c:pt idx="1324">
                  <c:v>44368</c:v>
                </c:pt>
                <c:pt idx="1325">
                  <c:v>44365</c:v>
                </c:pt>
                <c:pt idx="1326">
                  <c:v>44364</c:v>
                </c:pt>
                <c:pt idx="1327">
                  <c:v>44363</c:v>
                </c:pt>
                <c:pt idx="1328">
                  <c:v>44362</c:v>
                </c:pt>
                <c:pt idx="1329">
                  <c:v>44361</c:v>
                </c:pt>
                <c:pt idx="1330">
                  <c:v>44358</c:v>
                </c:pt>
                <c:pt idx="1331">
                  <c:v>44357</c:v>
                </c:pt>
                <c:pt idx="1332">
                  <c:v>44356</c:v>
                </c:pt>
                <c:pt idx="1333">
                  <c:v>44355</c:v>
                </c:pt>
                <c:pt idx="1334">
                  <c:v>44354</c:v>
                </c:pt>
                <c:pt idx="1335">
                  <c:v>44351</c:v>
                </c:pt>
                <c:pt idx="1336">
                  <c:v>44350</c:v>
                </c:pt>
                <c:pt idx="1337">
                  <c:v>44349</c:v>
                </c:pt>
                <c:pt idx="1338">
                  <c:v>44348</c:v>
                </c:pt>
                <c:pt idx="1339">
                  <c:v>44344</c:v>
                </c:pt>
                <c:pt idx="1340">
                  <c:v>44343</c:v>
                </c:pt>
                <c:pt idx="1341">
                  <c:v>44342</c:v>
                </c:pt>
                <c:pt idx="1342">
                  <c:v>44341</c:v>
                </c:pt>
                <c:pt idx="1343">
                  <c:v>44340</c:v>
                </c:pt>
                <c:pt idx="1344">
                  <c:v>44337</c:v>
                </c:pt>
                <c:pt idx="1345">
                  <c:v>44336</c:v>
                </c:pt>
                <c:pt idx="1346">
                  <c:v>44335</c:v>
                </c:pt>
                <c:pt idx="1347">
                  <c:v>44334</c:v>
                </c:pt>
                <c:pt idx="1348">
                  <c:v>44333</c:v>
                </c:pt>
                <c:pt idx="1349">
                  <c:v>44330</c:v>
                </c:pt>
                <c:pt idx="1350">
                  <c:v>44329</c:v>
                </c:pt>
                <c:pt idx="1351">
                  <c:v>44328</c:v>
                </c:pt>
                <c:pt idx="1352">
                  <c:v>44327</c:v>
                </c:pt>
                <c:pt idx="1353">
                  <c:v>44326</c:v>
                </c:pt>
                <c:pt idx="1354">
                  <c:v>44323</c:v>
                </c:pt>
                <c:pt idx="1355">
                  <c:v>44322</c:v>
                </c:pt>
                <c:pt idx="1356">
                  <c:v>44321</c:v>
                </c:pt>
                <c:pt idx="1357">
                  <c:v>44320</c:v>
                </c:pt>
                <c:pt idx="1358">
                  <c:v>44319</c:v>
                </c:pt>
                <c:pt idx="1359">
                  <c:v>44316</c:v>
                </c:pt>
                <c:pt idx="1360">
                  <c:v>44315</c:v>
                </c:pt>
                <c:pt idx="1361">
                  <c:v>44314</c:v>
                </c:pt>
                <c:pt idx="1362">
                  <c:v>44313</c:v>
                </c:pt>
                <c:pt idx="1363">
                  <c:v>44312</c:v>
                </c:pt>
                <c:pt idx="1364">
                  <c:v>44309</c:v>
                </c:pt>
                <c:pt idx="1365">
                  <c:v>44308</c:v>
                </c:pt>
                <c:pt idx="1366">
                  <c:v>44307</c:v>
                </c:pt>
                <c:pt idx="1367">
                  <c:v>44306</c:v>
                </c:pt>
                <c:pt idx="1368">
                  <c:v>44305</c:v>
                </c:pt>
                <c:pt idx="1369">
                  <c:v>44302</c:v>
                </c:pt>
                <c:pt idx="1370">
                  <c:v>44301</c:v>
                </c:pt>
                <c:pt idx="1371">
                  <c:v>44300</c:v>
                </c:pt>
                <c:pt idx="1372">
                  <c:v>44299</c:v>
                </c:pt>
                <c:pt idx="1373">
                  <c:v>44298</c:v>
                </c:pt>
                <c:pt idx="1374">
                  <c:v>44295</c:v>
                </c:pt>
                <c:pt idx="1375">
                  <c:v>44294</c:v>
                </c:pt>
                <c:pt idx="1376">
                  <c:v>44293</c:v>
                </c:pt>
                <c:pt idx="1377">
                  <c:v>44292</c:v>
                </c:pt>
                <c:pt idx="1378">
                  <c:v>44291</c:v>
                </c:pt>
                <c:pt idx="1379">
                  <c:v>44287</c:v>
                </c:pt>
                <c:pt idx="1380">
                  <c:v>44286</c:v>
                </c:pt>
                <c:pt idx="1381">
                  <c:v>44285</c:v>
                </c:pt>
                <c:pt idx="1382">
                  <c:v>44284</c:v>
                </c:pt>
                <c:pt idx="1383">
                  <c:v>44281</c:v>
                </c:pt>
                <c:pt idx="1384">
                  <c:v>44280</c:v>
                </c:pt>
                <c:pt idx="1385">
                  <c:v>44279</c:v>
                </c:pt>
                <c:pt idx="1386">
                  <c:v>44278</c:v>
                </c:pt>
                <c:pt idx="1387">
                  <c:v>44277</c:v>
                </c:pt>
                <c:pt idx="1388">
                  <c:v>44274</c:v>
                </c:pt>
                <c:pt idx="1389">
                  <c:v>44273</c:v>
                </c:pt>
                <c:pt idx="1390">
                  <c:v>44272</c:v>
                </c:pt>
                <c:pt idx="1391">
                  <c:v>44271</c:v>
                </c:pt>
                <c:pt idx="1392">
                  <c:v>44270</c:v>
                </c:pt>
                <c:pt idx="1393">
                  <c:v>44267</c:v>
                </c:pt>
                <c:pt idx="1394">
                  <c:v>44266</c:v>
                </c:pt>
                <c:pt idx="1395">
                  <c:v>44265</c:v>
                </c:pt>
                <c:pt idx="1396">
                  <c:v>44264</c:v>
                </c:pt>
                <c:pt idx="1397">
                  <c:v>44263</c:v>
                </c:pt>
                <c:pt idx="1398">
                  <c:v>44260</c:v>
                </c:pt>
                <c:pt idx="1399">
                  <c:v>44259</c:v>
                </c:pt>
                <c:pt idx="1400">
                  <c:v>44258</c:v>
                </c:pt>
                <c:pt idx="1401">
                  <c:v>44257</c:v>
                </c:pt>
                <c:pt idx="1402">
                  <c:v>44256</c:v>
                </c:pt>
                <c:pt idx="1403">
                  <c:v>44253</c:v>
                </c:pt>
                <c:pt idx="1404">
                  <c:v>44252</c:v>
                </c:pt>
                <c:pt idx="1405">
                  <c:v>44251</c:v>
                </c:pt>
                <c:pt idx="1406">
                  <c:v>44250</c:v>
                </c:pt>
                <c:pt idx="1407">
                  <c:v>44249</c:v>
                </c:pt>
                <c:pt idx="1408">
                  <c:v>44246</c:v>
                </c:pt>
                <c:pt idx="1409">
                  <c:v>44245</c:v>
                </c:pt>
                <c:pt idx="1410">
                  <c:v>44244</c:v>
                </c:pt>
                <c:pt idx="1411">
                  <c:v>44243</c:v>
                </c:pt>
                <c:pt idx="1412">
                  <c:v>44239</c:v>
                </c:pt>
                <c:pt idx="1413">
                  <c:v>44238</c:v>
                </c:pt>
                <c:pt idx="1414">
                  <c:v>44237</c:v>
                </c:pt>
                <c:pt idx="1415">
                  <c:v>44236</c:v>
                </c:pt>
                <c:pt idx="1416">
                  <c:v>44235</c:v>
                </c:pt>
                <c:pt idx="1417">
                  <c:v>44232</c:v>
                </c:pt>
                <c:pt idx="1418">
                  <c:v>44231</c:v>
                </c:pt>
                <c:pt idx="1419">
                  <c:v>44230</c:v>
                </c:pt>
                <c:pt idx="1420">
                  <c:v>44229</c:v>
                </c:pt>
                <c:pt idx="1421">
                  <c:v>44228</c:v>
                </c:pt>
                <c:pt idx="1422">
                  <c:v>44225</c:v>
                </c:pt>
                <c:pt idx="1423">
                  <c:v>44224</c:v>
                </c:pt>
                <c:pt idx="1424">
                  <c:v>44223</c:v>
                </c:pt>
                <c:pt idx="1425">
                  <c:v>44222</c:v>
                </c:pt>
                <c:pt idx="1426">
                  <c:v>44221</c:v>
                </c:pt>
                <c:pt idx="1427">
                  <c:v>44218</c:v>
                </c:pt>
                <c:pt idx="1428">
                  <c:v>44217</c:v>
                </c:pt>
                <c:pt idx="1429">
                  <c:v>44216</c:v>
                </c:pt>
                <c:pt idx="1430">
                  <c:v>44215</c:v>
                </c:pt>
                <c:pt idx="1431">
                  <c:v>44211</c:v>
                </c:pt>
                <c:pt idx="1432">
                  <c:v>44210</c:v>
                </c:pt>
                <c:pt idx="1433">
                  <c:v>44209</c:v>
                </c:pt>
                <c:pt idx="1434">
                  <c:v>44208</c:v>
                </c:pt>
                <c:pt idx="1435">
                  <c:v>44207</c:v>
                </c:pt>
                <c:pt idx="1436">
                  <c:v>44204</c:v>
                </c:pt>
                <c:pt idx="1437">
                  <c:v>44203</c:v>
                </c:pt>
                <c:pt idx="1438">
                  <c:v>44202</c:v>
                </c:pt>
                <c:pt idx="1439">
                  <c:v>44201</c:v>
                </c:pt>
                <c:pt idx="1440">
                  <c:v>44200</c:v>
                </c:pt>
                <c:pt idx="1441">
                  <c:v>44196</c:v>
                </c:pt>
                <c:pt idx="1442">
                  <c:v>44195</c:v>
                </c:pt>
                <c:pt idx="1443">
                  <c:v>44194</c:v>
                </c:pt>
                <c:pt idx="1444">
                  <c:v>44193</c:v>
                </c:pt>
                <c:pt idx="1445">
                  <c:v>44189</c:v>
                </c:pt>
                <c:pt idx="1446">
                  <c:v>44188</c:v>
                </c:pt>
                <c:pt idx="1447">
                  <c:v>44187</c:v>
                </c:pt>
                <c:pt idx="1448">
                  <c:v>44186</c:v>
                </c:pt>
                <c:pt idx="1449">
                  <c:v>44183</c:v>
                </c:pt>
                <c:pt idx="1450">
                  <c:v>44182</c:v>
                </c:pt>
                <c:pt idx="1451">
                  <c:v>44181</c:v>
                </c:pt>
                <c:pt idx="1452">
                  <c:v>44180</c:v>
                </c:pt>
                <c:pt idx="1453">
                  <c:v>44179</c:v>
                </c:pt>
                <c:pt idx="1454">
                  <c:v>44176</c:v>
                </c:pt>
                <c:pt idx="1455">
                  <c:v>44175</c:v>
                </c:pt>
                <c:pt idx="1456">
                  <c:v>44174</c:v>
                </c:pt>
                <c:pt idx="1457">
                  <c:v>44173</c:v>
                </c:pt>
                <c:pt idx="1458">
                  <c:v>44172</c:v>
                </c:pt>
                <c:pt idx="1459">
                  <c:v>44169</c:v>
                </c:pt>
                <c:pt idx="1460">
                  <c:v>44168</c:v>
                </c:pt>
                <c:pt idx="1461">
                  <c:v>44167</c:v>
                </c:pt>
                <c:pt idx="1462">
                  <c:v>44166</c:v>
                </c:pt>
                <c:pt idx="1463">
                  <c:v>44165</c:v>
                </c:pt>
                <c:pt idx="1464">
                  <c:v>44162</c:v>
                </c:pt>
                <c:pt idx="1465">
                  <c:v>44160</c:v>
                </c:pt>
                <c:pt idx="1466">
                  <c:v>44159</c:v>
                </c:pt>
                <c:pt idx="1467">
                  <c:v>44158</c:v>
                </c:pt>
                <c:pt idx="1468">
                  <c:v>44155</c:v>
                </c:pt>
                <c:pt idx="1469">
                  <c:v>44154</c:v>
                </c:pt>
                <c:pt idx="1470">
                  <c:v>44153</c:v>
                </c:pt>
                <c:pt idx="1471">
                  <c:v>44152</c:v>
                </c:pt>
                <c:pt idx="1472">
                  <c:v>44151</c:v>
                </c:pt>
                <c:pt idx="1473">
                  <c:v>44148</c:v>
                </c:pt>
                <c:pt idx="1474">
                  <c:v>44147</c:v>
                </c:pt>
                <c:pt idx="1475">
                  <c:v>44146</c:v>
                </c:pt>
                <c:pt idx="1476">
                  <c:v>44145</c:v>
                </c:pt>
                <c:pt idx="1477">
                  <c:v>44144</c:v>
                </c:pt>
                <c:pt idx="1478">
                  <c:v>44141</c:v>
                </c:pt>
                <c:pt idx="1479">
                  <c:v>44140</c:v>
                </c:pt>
                <c:pt idx="1480">
                  <c:v>44139</c:v>
                </c:pt>
                <c:pt idx="1481">
                  <c:v>44138</c:v>
                </c:pt>
                <c:pt idx="1482">
                  <c:v>44137</c:v>
                </c:pt>
                <c:pt idx="1483">
                  <c:v>44134</c:v>
                </c:pt>
                <c:pt idx="1484">
                  <c:v>44133</c:v>
                </c:pt>
                <c:pt idx="1485">
                  <c:v>44132</c:v>
                </c:pt>
                <c:pt idx="1486">
                  <c:v>44131</c:v>
                </c:pt>
                <c:pt idx="1487">
                  <c:v>44130</c:v>
                </c:pt>
                <c:pt idx="1488">
                  <c:v>44127</c:v>
                </c:pt>
                <c:pt idx="1489">
                  <c:v>44126</c:v>
                </c:pt>
                <c:pt idx="1490">
                  <c:v>44125</c:v>
                </c:pt>
                <c:pt idx="1491">
                  <c:v>44124</c:v>
                </c:pt>
                <c:pt idx="1492">
                  <c:v>44123</c:v>
                </c:pt>
                <c:pt idx="1493">
                  <c:v>44120</c:v>
                </c:pt>
                <c:pt idx="1494">
                  <c:v>44119</c:v>
                </c:pt>
                <c:pt idx="1495">
                  <c:v>44118</c:v>
                </c:pt>
                <c:pt idx="1496">
                  <c:v>44117</c:v>
                </c:pt>
                <c:pt idx="1497">
                  <c:v>44116</c:v>
                </c:pt>
                <c:pt idx="1498">
                  <c:v>44113</c:v>
                </c:pt>
                <c:pt idx="1499">
                  <c:v>44112</c:v>
                </c:pt>
                <c:pt idx="1500">
                  <c:v>44111</c:v>
                </c:pt>
                <c:pt idx="1501">
                  <c:v>44110</c:v>
                </c:pt>
                <c:pt idx="1502">
                  <c:v>44109</c:v>
                </c:pt>
                <c:pt idx="1503">
                  <c:v>44106</c:v>
                </c:pt>
                <c:pt idx="1504">
                  <c:v>44105</c:v>
                </c:pt>
                <c:pt idx="1505">
                  <c:v>44104</c:v>
                </c:pt>
                <c:pt idx="1506">
                  <c:v>44103</c:v>
                </c:pt>
                <c:pt idx="1507">
                  <c:v>44102</c:v>
                </c:pt>
                <c:pt idx="1508">
                  <c:v>44099</c:v>
                </c:pt>
                <c:pt idx="1509">
                  <c:v>44098</c:v>
                </c:pt>
                <c:pt idx="1510">
                  <c:v>44097</c:v>
                </c:pt>
                <c:pt idx="1511">
                  <c:v>44096</c:v>
                </c:pt>
                <c:pt idx="1512">
                  <c:v>44095</c:v>
                </c:pt>
                <c:pt idx="1513">
                  <c:v>44092</c:v>
                </c:pt>
                <c:pt idx="1514">
                  <c:v>44091</c:v>
                </c:pt>
                <c:pt idx="1515">
                  <c:v>44090</c:v>
                </c:pt>
                <c:pt idx="1516">
                  <c:v>44089</c:v>
                </c:pt>
                <c:pt idx="1517">
                  <c:v>44088</c:v>
                </c:pt>
                <c:pt idx="1518">
                  <c:v>44085</c:v>
                </c:pt>
                <c:pt idx="1519">
                  <c:v>44084</c:v>
                </c:pt>
                <c:pt idx="1520">
                  <c:v>44083</c:v>
                </c:pt>
                <c:pt idx="1521">
                  <c:v>44082</c:v>
                </c:pt>
                <c:pt idx="1522">
                  <c:v>44078</c:v>
                </c:pt>
                <c:pt idx="1523">
                  <c:v>44077</c:v>
                </c:pt>
                <c:pt idx="1524">
                  <c:v>44076</c:v>
                </c:pt>
                <c:pt idx="1525">
                  <c:v>44075</c:v>
                </c:pt>
                <c:pt idx="1526">
                  <c:v>44074</c:v>
                </c:pt>
                <c:pt idx="1527">
                  <c:v>44071</c:v>
                </c:pt>
                <c:pt idx="1528">
                  <c:v>44070</c:v>
                </c:pt>
                <c:pt idx="1529">
                  <c:v>44069</c:v>
                </c:pt>
                <c:pt idx="1530">
                  <c:v>44068</c:v>
                </c:pt>
                <c:pt idx="1531">
                  <c:v>44067</c:v>
                </c:pt>
                <c:pt idx="1532">
                  <c:v>44064</c:v>
                </c:pt>
                <c:pt idx="1533">
                  <c:v>44063</c:v>
                </c:pt>
                <c:pt idx="1534">
                  <c:v>44062</c:v>
                </c:pt>
                <c:pt idx="1535">
                  <c:v>44061</c:v>
                </c:pt>
                <c:pt idx="1536">
                  <c:v>44060</c:v>
                </c:pt>
                <c:pt idx="1537">
                  <c:v>44057</c:v>
                </c:pt>
                <c:pt idx="1538">
                  <c:v>44056</c:v>
                </c:pt>
                <c:pt idx="1539">
                  <c:v>44055</c:v>
                </c:pt>
                <c:pt idx="1540">
                  <c:v>44054</c:v>
                </c:pt>
                <c:pt idx="1541">
                  <c:v>44053</c:v>
                </c:pt>
                <c:pt idx="1542">
                  <c:v>44050</c:v>
                </c:pt>
                <c:pt idx="1543">
                  <c:v>44049</c:v>
                </c:pt>
                <c:pt idx="1544">
                  <c:v>44048</c:v>
                </c:pt>
                <c:pt idx="1545">
                  <c:v>44047</c:v>
                </c:pt>
                <c:pt idx="1546">
                  <c:v>44046</c:v>
                </c:pt>
                <c:pt idx="1547">
                  <c:v>44043</c:v>
                </c:pt>
                <c:pt idx="1548">
                  <c:v>44042</c:v>
                </c:pt>
                <c:pt idx="1549">
                  <c:v>44041</c:v>
                </c:pt>
                <c:pt idx="1550">
                  <c:v>44040</c:v>
                </c:pt>
                <c:pt idx="1551">
                  <c:v>44039</c:v>
                </c:pt>
                <c:pt idx="1552">
                  <c:v>44036</c:v>
                </c:pt>
                <c:pt idx="1553">
                  <c:v>44035</c:v>
                </c:pt>
                <c:pt idx="1554">
                  <c:v>44034</c:v>
                </c:pt>
                <c:pt idx="1555">
                  <c:v>44033</c:v>
                </c:pt>
                <c:pt idx="1556">
                  <c:v>44032</c:v>
                </c:pt>
                <c:pt idx="1557">
                  <c:v>44029</c:v>
                </c:pt>
                <c:pt idx="1558">
                  <c:v>44028</c:v>
                </c:pt>
                <c:pt idx="1559">
                  <c:v>44027</c:v>
                </c:pt>
                <c:pt idx="1560">
                  <c:v>44026</c:v>
                </c:pt>
                <c:pt idx="1561">
                  <c:v>44025</c:v>
                </c:pt>
                <c:pt idx="1562">
                  <c:v>44022</c:v>
                </c:pt>
                <c:pt idx="1563">
                  <c:v>44021</c:v>
                </c:pt>
                <c:pt idx="1564">
                  <c:v>44020</c:v>
                </c:pt>
                <c:pt idx="1565">
                  <c:v>44019</c:v>
                </c:pt>
                <c:pt idx="1566">
                  <c:v>44018</c:v>
                </c:pt>
                <c:pt idx="1567">
                  <c:v>44014</c:v>
                </c:pt>
                <c:pt idx="1568">
                  <c:v>44013</c:v>
                </c:pt>
                <c:pt idx="1569">
                  <c:v>44012</c:v>
                </c:pt>
                <c:pt idx="1570">
                  <c:v>44011</c:v>
                </c:pt>
                <c:pt idx="1571">
                  <c:v>44008</c:v>
                </c:pt>
                <c:pt idx="1572">
                  <c:v>44007</c:v>
                </c:pt>
                <c:pt idx="1573">
                  <c:v>44006</c:v>
                </c:pt>
                <c:pt idx="1574">
                  <c:v>44005</c:v>
                </c:pt>
                <c:pt idx="1575">
                  <c:v>44004</c:v>
                </c:pt>
                <c:pt idx="1576">
                  <c:v>44001</c:v>
                </c:pt>
                <c:pt idx="1577">
                  <c:v>44000</c:v>
                </c:pt>
                <c:pt idx="1578">
                  <c:v>43999</c:v>
                </c:pt>
                <c:pt idx="1579">
                  <c:v>43998</c:v>
                </c:pt>
                <c:pt idx="1580">
                  <c:v>43997</c:v>
                </c:pt>
                <c:pt idx="1581">
                  <c:v>43994</c:v>
                </c:pt>
                <c:pt idx="1582">
                  <c:v>43993</c:v>
                </c:pt>
                <c:pt idx="1583">
                  <c:v>43992</c:v>
                </c:pt>
                <c:pt idx="1584">
                  <c:v>43991</c:v>
                </c:pt>
                <c:pt idx="1585">
                  <c:v>43990</c:v>
                </c:pt>
                <c:pt idx="1586">
                  <c:v>43987</c:v>
                </c:pt>
                <c:pt idx="1587">
                  <c:v>43986</c:v>
                </c:pt>
                <c:pt idx="1588">
                  <c:v>43985</c:v>
                </c:pt>
                <c:pt idx="1589">
                  <c:v>43984</c:v>
                </c:pt>
                <c:pt idx="1590">
                  <c:v>43983</c:v>
                </c:pt>
                <c:pt idx="1591">
                  <c:v>43980</c:v>
                </c:pt>
                <c:pt idx="1592">
                  <c:v>43979</c:v>
                </c:pt>
                <c:pt idx="1593">
                  <c:v>43978</c:v>
                </c:pt>
                <c:pt idx="1594">
                  <c:v>43977</c:v>
                </c:pt>
                <c:pt idx="1595">
                  <c:v>43973</c:v>
                </c:pt>
                <c:pt idx="1596">
                  <c:v>43972</c:v>
                </c:pt>
                <c:pt idx="1597">
                  <c:v>43971</c:v>
                </c:pt>
                <c:pt idx="1598">
                  <c:v>43970</c:v>
                </c:pt>
                <c:pt idx="1599">
                  <c:v>43969</c:v>
                </c:pt>
                <c:pt idx="1600">
                  <c:v>43966</c:v>
                </c:pt>
                <c:pt idx="1601">
                  <c:v>43965</c:v>
                </c:pt>
                <c:pt idx="1602">
                  <c:v>43964</c:v>
                </c:pt>
                <c:pt idx="1603">
                  <c:v>43963</c:v>
                </c:pt>
                <c:pt idx="1604">
                  <c:v>43962</c:v>
                </c:pt>
                <c:pt idx="1605">
                  <c:v>43959</c:v>
                </c:pt>
                <c:pt idx="1606">
                  <c:v>43958</c:v>
                </c:pt>
                <c:pt idx="1607">
                  <c:v>43957</c:v>
                </c:pt>
                <c:pt idx="1608">
                  <c:v>43956</c:v>
                </c:pt>
                <c:pt idx="1609">
                  <c:v>43955</c:v>
                </c:pt>
                <c:pt idx="1610">
                  <c:v>43952</c:v>
                </c:pt>
                <c:pt idx="1611">
                  <c:v>43951</c:v>
                </c:pt>
                <c:pt idx="1612">
                  <c:v>43950</c:v>
                </c:pt>
                <c:pt idx="1613">
                  <c:v>43949</c:v>
                </c:pt>
                <c:pt idx="1614">
                  <c:v>43948</c:v>
                </c:pt>
                <c:pt idx="1615">
                  <c:v>43945</c:v>
                </c:pt>
                <c:pt idx="1616">
                  <c:v>43944</c:v>
                </c:pt>
                <c:pt idx="1617">
                  <c:v>43943</c:v>
                </c:pt>
                <c:pt idx="1618">
                  <c:v>43942</c:v>
                </c:pt>
                <c:pt idx="1619">
                  <c:v>43941</c:v>
                </c:pt>
                <c:pt idx="1620">
                  <c:v>43938</c:v>
                </c:pt>
                <c:pt idx="1621">
                  <c:v>43937</c:v>
                </c:pt>
                <c:pt idx="1622">
                  <c:v>43936</c:v>
                </c:pt>
                <c:pt idx="1623">
                  <c:v>43935</c:v>
                </c:pt>
                <c:pt idx="1624">
                  <c:v>43934</c:v>
                </c:pt>
                <c:pt idx="1625">
                  <c:v>43930</c:v>
                </c:pt>
                <c:pt idx="1626">
                  <c:v>43929</c:v>
                </c:pt>
                <c:pt idx="1627">
                  <c:v>43928</c:v>
                </c:pt>
                <c:pt idx="1628">
                  <c:v>43927</c:v>
                </c:pt>
                <c:pt idx="1629">
                  <c:v>43924</c:v>
                </c:pt>
                <c:pt idx="1630">
                  <c:v>43923</c:v>
                </c:pt>
                <c:pt idx="1631">
                  <c:v>43922</c:v>
                </c:pt>
                <c:pt idx="1632">
                  <c:v>43921</c:v>
                </c:pt>
                <c:pt idx="1633">
                  <c:v>43920</c:v>
                </c:pt>
                <c:pt idx="1634">
                  <c:v>43917</c:v>
                </c:pt>
                <c:pt idx="1635">
                  <c:v>43916</c:v>
                </c:pt>
                <c:pt idx="1636">
                  <c:v>43915</c:v>
                </c:pt>
                <c:pt idx="1637">
                  <c:v>43914</c:v>
                </c:pt>
                <c:pt idx="1638">
                  <c:v>43913</c:v>
                </c:pt>
                <c:pt idx="1639">
                  <c:v>43910</c:v>
                </c:pt>
                <c:pt idx="1640">
                  <c:v>43909</c:v>
                </c:pt>
                <c:pt idx="1641">
                  <c:v>43908</c:v>
                </c:pt>
                <c:pt idx="1642">
                  <c:v>43907</c:v>
                </c:pt>
                <c:pt idx="1643">
                  <c:v>43906</c:v>
                </c:pt>
                <c:pt idx="1644">
                  <c:v>43903</c:v>
                </c:pt>
                <c:pt idx="1645">
                  <c:v>43902</c:v>
                </c:pt>
                <c:pt idx="1646">
                  <c:v>43901</c:v>
                </c:pt>
                <c:pt idx="1647">
                  <c:v>43900</c:v>
                </c:pt>
                <c:pt idx="1648">
                  <c:v>43899</c:v>
                </c:pt>
                <c:pt idx="1649">
                  <c:v>43896</c:v>
                </c:pt>
                <c:pt idx="1650">
                  <c:v>43895</c:v>
                </c:pt>
                <c:pt idx="1651">
                  <c:v>43894</c:v>
                </c:pt>
                <c:pt idx="1652">
                  <c:v>43893</c:v>
                </c:pt>
                <c:pt idx="1653">
                  <c:v>43892</c:v>
                </c:pt>
                <c:pt idx="1654">
                  <c:v>43889</c:v>
                </c:pt>
                <c:pt idx="1655">
                  <c:v>43888</c:v>
                </c:pt>
                <c:pt idx="1656">
                  <c:v>43887</c:v>
                </c:pt>
                <c:pt idx="1657">
                  <c:v>43886</c:v>
                </c:pt>
                <c:pt idx="1658">
                  <c:v>43885</c:v>
                </c:pt>
                <c:pt idx="1659">
                  <c:v>43882</c:v>
                </c:pt>
                <c:pt idx="1660">
                  <c:v>43881</c:v>
                </c:pt>
                <c:pt idx="1661">
                  <c:v>43880</c:v>
                </c:pt>
                <c:pt idx="1662">
                  <c:v>43879</c:v>
                </c:pt>
                <c:pt idx="1663">
                  <c:v>43875</c:v>
                </c:pt>
                <c:pt idx="1664">
                  <c:v>43874</c:v>
                </c:pt>
                <c:pt idx="1665">
                  <c:v>43873</c:v>
                </c:pt>
                <c:pt idx="1666">
                  <c:v>43872</c:v>
                </c:pt>
                <c:pt idx="1667">
                  <c:v>43871</c:v>
                </c:pt>
                <c:pt idx="1668">
                  <c:v>43868</c:v>
                </c:pt>
                <c:pt idx="1669">
                  <c:v>43867</c:v>
                </c:pt>
                <c:pt idx="1670">
                  <c:v>43866</c:v>
                </c:pt>
                <c:pt idx="1671">
                  <c:v>43865</c:v>
                </c:pt>
                <c:pt idx="1672">
                  <c:v>43864</c:v>
                </c:pt>
                <c:pt idx="1673">
                  <c:v>43861</c:v>
                </c:pt>
                <c:pt idx="1674">
                  <c:v>43860</c:v>
                </c:pt>
                <c:pt idx="1675">
                  <c:v>43859</c:v>
                </c:pt>
                <c:pt idx="1676">
                  <c:v>43858</c:v>
                </c:pt>
                <c:pt idx="1677">
                  <c:v>43857</c:v>
                </c:pt>
                <c:pt idx="1678">
                  <c:v>43854</c:v>
                </c:pt>
                <c:pt idx="1679">
                  <c:v>43853</c:v>
                </c:pt>
                <c:pt idx="1680">
                  <c:v>43852</c:v>
                </c:pt>
                <c:pt idx="1681">
                  <c:v>43851</c:v>
                </c:pt>
                <c:pt idx="1682">
                  <c:v>43847</c:v>
                </c:pt>
                <c:pt idx="1683">
                  <c:v>43846</c:v>
                </c:pt>
                <c:pt idx="1684">
                  <c:v>43845</c:v>
                </c:pt>
                <c:pt idx="1685">
                  <c:v>43844</c:v>
                </c:pt>
                <c:pt idx="1686">
                  <c:v>43843</c:v>
                </c:pt>
                <c:pt idx="1687">
                  <c:v>43840</c:v>
                </c:pt>
                <c:pt idx="1688">
                  <c:v>43839</c:v>
                </c:pt>
                <c:pt idx="1689">
                  <c:v>43838</c:v>
                </c:pt>
                <c:pt idx="1690">
                  <c:v>43837</c:v>
                </c:pt>
                <c:pt idx="1691">
                  <c:v>43836</c:v>
                </c:pt>
                <c:pt idx="1692">
                  <c:v>43833</c:v>
                </c:pt>
                <c:pt idx="1693">
                  <c:v>43832</c:v>
                </c:pt>
                <c:pt idx="1694">
                  <c:v>43830</c:v>
                </c:pt>
                <c:pt idx="1695">
                  <c:v>43829</c:v>
                </c:pt>
                <c:pt idx="1696">
                  <c:v>43826</c:v>
                </c:pt>
                <c:pt idx="1697">
                  <c:v>43825</c:v>
                </c:pt>
                <c:pt idx="1698">
                  <c:v>43823</c:v>
                </c:pt>
                <c:pt idx="1699">
                  <c:v>43822</c:v>
                </c:pt>
                <c:pt idx="1700">
                  <c:v>43819</c:v>
                </c:pt>
                <c:pt idx="1701">
                  <c:v>43818</c:v>
                </c:pt>
                <c:pt idx="1702">
                  <c:v>43817</c:v>
                </c:pt>
                <c:pt idx="1703">
                  <c:v>43816</c:v>
                </c:pt>
                <c:pt idx="1704">
                  <c:v>43815</c:v>
                </c:pt>
                <c:pt idx="1705">
                  <c:v>43812</c:v>
                </c:pt>
                <c:pt idx="1706">
                  <c:v>43811</c:v>
                </c:pt>
                <c:pt idx="1707">
                  <c:v>43810</c:v>
                </c:pt>
                <c:pt idx="1708">
                  <c:v>43809</c:v>
                </c:pt>
                <c:pt idx="1709">
                  <c:v>43808</c:v>
                </c:pt>
                <c:pt idx="1710">
                  <c:v>43805</c:v>
                </c:pt>
                <c:pt idx="1711">
                  <c:v>43804</c:v>
                </c:pt>
                <c:pt idx="1712">
                  <c:v>43803</c:v>
                </c:pt>
                <c:pt idx="1713">
                  <c:v>43802</c:v>
                </c:pt>
                <c:pt idx="1714">
                  <c:v>43801</c:v>
                </c:pt>
                <c:pt idx="1715">
                  <c:v>43798</c:v>
                </c:pt>
                <c:pt idx="1716">
                  <c:v>43796</c:v>
                </c:pt>
                <c:pt idx="1717">
                  <c:v>43795</c:v>
                </c:pt>
                <c:pt idx="1718">
                  <c:v>43794</c:v>
                </c:pt>
                <c:pt idx="1719">
                  <c:v>43791</c:v>
                </c:pt>
                <c:pt idx="1720">
                  <c:v>43790</c:v>
                </c:pt>
                <c:pt idx="1721">
                  <c:v>43789</c:v>
                </c:pt>
                <c:pt idx="1722">
                  <c:v>43788</c:v>
                </c:pt>
                <c:pt idx="1723">
                  <c:v>43787</c:v>
                </c:pt>
                <c:pt idx="1724">
                  <c:v>43784</c:v>
                </c:pt>
                <c:pt idx="1725">
                  <c:v>43783</c:v>
                </c:pt>
                <c:pt idx="1726">
                  <c:v>43782</c:v>
                </c:pt>
                <c:pt idx="1727">
                  <c:v>43781</c:v>
                </c:pt>
                <c:pt idx="1728">
                  <c:v>43780</c:v>
                </c:pt>
                <c:pt idx="1729">
                  <c:v>43777</c:v>
                </c:pt>
                <c:pt idx="1730">
                  <c:v>43776</c:v>
                </c:pt>
                <c:pt idx="1731">
                  <c:v>43775</c:v>
                </c:pt>
                <c:pt idx="1732">
                  <c:v>43774</c:v>
                </c:pt>
                <c:pt idx="1733">
                  <c:v>43773</c:v>
                </c:pt>
                <c:pt idx="1734">
                  <c:v>43770</c:v>
                </c:pt>
                <c:pt idx="1735">
                  <c:v>43769</c:v>
                </c:pt>
                <c:pt idx="1736">
                  <c:v>43768</c:v>
                </c:pt>
                <c:pt idx="1737">
                  <c:v>43767</c:v>
                </c:pt>
                <c:pt idx="1738">
                  <c:v>43766</c:v>
                </c:pt>
                <c:pt idx="1739">
                  <c:v>43763</c:v>
                </c:pt>
                <c:pt idx="1740">
                  <c:v>43762</c:v>
                </c:pt>
                <c:pt idx="1741">
                  <c:v>43761</c:v>
                </c:pt>
                <c:pt idx="1742">
                  <c:v>43760</c:v>
                </c:pt>
                <c:pt idx="1743">
                  <c:v>43759</c:v>
                </c:pt>
                <c:pt idx="1744">
                  <c:v>43756</c:v>
                </c:pt>
                <c:pt idx="1745">
                  <c:v>43755</c:v>
                </c:pt>
                <c:pt idx="1746">
                  <c:v>43754</c:v>
                </c:pt>
                <c:pt idx="1747">
                  <c:v>43753</c:v>
                </c:pt>
                <c:pt idx="1748">
                  <c:v>43752</c:v>
                </c:pt>
                <c:pt idx="1749">
                  <c:v>43749</c:v>
                </c:pt>
                <c:pt idx="1750">
                  <c:v>43748</c:v>
                </c:pt>
                <c:pt idx="1751">
                  <c:v>43747</c:v>
                </c:pt>
                <c:pt idx="1752">
                  <c:v>43746</c:v>
                </c:pt>
                <c:pt idx="1753">
                  <c:v>43745</c:v>
                </c:pt>
                <c:pt idx="1754">
                  <c:v>43742</c:v>
                </c:pt>
                <c:pt idx="1755">
                  <c:v>43741</c:v>
                </c:pt>
                <c:pt idx="1756">
                  <c:v>43740</c:v>
                </c:pt>
                <c:pt idx="1757">
                  <c:v>43739</c:v>
                </c:pt>
                <c:pt idx="1758">
                  <c:v>43738</c:v>
                </c:pt>
                <c:pt idx="1759">
                  <c:v>43735</c:v>
                </c:pt>
                <c:pt idx="1760">
                  <c:v>43734</c:v>
                </c:pt>
                <c:pt idx="1761">
                  <c:v>43733</c:v>
                </c:pt>
                <c:pt idx="1762">
                  <c:v>43732</c:v>
                </c:pt>
                <c:pt idx="1763">
                  <c:v>43731</c:v>
                </c:pt>
                <c:pt idx="1764">
                  <c:v>43728</c:v>
                </c:pt>
                <c:pt idx="1765">
                  <c:v>43727</c:v>
                </c:pt>
                <c:pt idx="1766">
                  <c:v>43726</c:v>
                </c:pt>
                <c:pt idx="1767">
                  <c:v>43725</c:v>
                </c:pt>
                <c:pt idx="1768">
                  <c:v>43724</c:v>
                </c:pt>
                <c:pt idx="1769">
                  <c:v>43721</c:v>
                </c:pt>
                <c:pt idx="1770">
                  <c:v>43720</c:v>
                </c:pt>
                <c:pt idx="1771">
                  <c:v>43719</c:v>
                </c:pt>
                <c:pt idx="1772">
                  <c:v>43718</c:v>
                </c:pt>
                <c:pt idx="1773">
                  <c:v>43717</c:v>
                </c:pt>
                <c:pt idx="1774">
                  <c:v>43714</c:v>
                </c:pt>
                <c:pt idx="1775">
                  <c:v>43713</c:v>
                </c:pt>
                <c:pt idx="1776">
                  <c:v>43712</c:v>
                </c:pt>
                <c:pt idx="1777">
                  <c:v>43711</c:v>
                </c:pt>
                <c:pt idx="1778">
                  <c:v>43707</c:v>
                </c:pt>
                <c:pt idx="1779">
                  <c:v>43706</c:v>
                </c:pt>
                <c:pt idx="1780">
                  <c:v>43705</c:v>
                </c:pt>
                <c:pt idx="1781">
                  <c:v>43704</c:v>
                </c:pt>
                <c:pt idx="1782">
                  <c:v>43703</c:v>
                </c:pt>
                <c:pt idx="1783">
                  <c:v>43700</c:v>
                </c:pt>
                <c:pt idx="1784">
                  <c:v>43699</c:v>
                </c:pt>
                <c:pt idx="1785">
                  <c:v>43698</c:v>
                </c:pt>
                <c:pt idx="1786">
                  <c:v>43697</c:v>
                </c:pt>
                <c:pt idx="1787">
                  <c:v>43696</c:v>
                </c:pt>
                <c:pt idx="1788">
                  <c:v>43693</c:v>
                </c:pt>
                <c:pt idx="1789">
                  <c:v>43692</c:v>
                </c:pt>
                <c:pt idx="1790">
                  <c:v>43691</c:v>
                </c:pt>
                <c:pt idx="1791">
                  <c:v>43690</c:v>
                </c:pt>
                <c:pt idx="1792">
                  <c:v>43689</c:v>
                </c:pt>
                <c:pt idx="1793">
                  <c:v>43686</c:v>
                </c:pt>
                <c:pt idx="1794">
                  <c:v>43685</c:v>
                </c:pt>
                <c:pt idx="1795">
                  <c:v>43684</c:v>
                </c:pt>
                <c:pt idx="1796">
                  <c:v>43683</c:v>
                </c:pt>
                <c:pt idx="1797">
                  <c:v>43682</c:v>
                </c:pt>
                <c:pt idx="1798">
                  <c:v>43679</c:v>
                </c:pt>
                <c:pt idx="1799">
                  <c:v>43678</c:v>
                </c:pt>
                <c:pt idx="1800">
                  <c:v>43677</c:v>
                </c:pt>
                <c:pt idx="1801">
                  <c:v>43676</c:v>
                </c:pt>
                <c:pt idx="1802">
                  <c:v>43675</c:v>
                </c:pt>
                <c:pt idx="1803">
                  <c:v>43672</c:v>
                </c:pt>
                <c:pt idx="1804">
                  <c:v>43671</c:v>
                </c:pt>
                <c:pt idx="1805">
                  <c:v>43670</c:v>
                </c:pt>
                <c:pt idx="1806">
                  <c:v>43669</c:v>
                </c:pt>
                <c:pt idx="1807">
                  <c:v>43668</c:v>
                </c:pt>
                <c:pt idx="1808">
                  <c:v>43665</c:v>
                </c:pt>
                <c:pt idx="1809">
                  <c:v>43664</c:v>
                </c:pt>
                <c:pt idx="1810">
                  <c:v>43663</c:v>
                </c:pt>
                <c:pt idx="1811">
                  <c:v>43662</c:v>
                </c:pt>
                <c:pt idx="1812">
                  <c:v>43661</c:v>
                </c:pt>
                <c:pt idx="1813">
                  <c:v>43658</c:v>
                </c:pt>
                <c:pt idx="1814">
                  <c:v>43657</c:v>
                </c:pt>
                <c:pt idx="1815">
                  <c:v>43656</c:v>
                </c:pt>
                <c:pt idx="1816">
                  <c:v>43655</c:v>
                </c:pt>
                <c:pt idx="1817">
                  <c:v>43654</c:v>
                </c:pt>
                <c:pt idx="1818">
                  <c:v>43651</c:v>
                </c:pt>
                <c:pt idx="1819">
                  <c:v>43649</c:v>
                </c:pt>
                <c:pt idx="1820">
                  <c:v>43648</c:v>
                </c:pt>
                <c:pt idx="1821">
                  <c:v>43647</c:v>
                </c:pt>
                <c:pt idx="1822">
                  <c:v>43644</c:v>
                </c:pt>
                <c:pt idx="1823">
                  <c:v>43643</c:v>
                </c:pt>
                <c:pt idx="1824">
                  <c:v>43642</c:v>
                </c:pt>
                <c:pt idx="1825">
                  <c:v>43641</c:v>
                </c:pt>
                <c:pt idx="1826">
                  <c:v>43640</c:v>
                </c:pt>
                <c:pt idx="1827">
                  <c:v>43637</c:v>
                </c:pt>
                <c:pt idx="1828">
                  <c:v>43636</c:v>
                </c:pt>
                <c:pt idx="1829">
                  <c:v>43635</c:v>
                </c:pt>
                <c:pt idx="1830">
                  <c:v>43634</c:v>
                </c:pt>
                <c:pt idx="1831">
                  <c:v>43633</c:v>
                </c:pt>
                <c:pt idx="1832">
                  <c:v>43630</c:v>
                </c:pt>
                <c:pt idx="1833">
                  <c:v>43629</c:v>
                </c:pt>
                <c:pt idx="1834">
                  <c:v>43628</c:v>
                </c:pt>
                <c:pt idx="1835">
                  <c:v>43627</c:v>
                </c:pt>
                <c:pt idx="1836">
                  <c:v>43626</c:v>
                </c:pt>
                <c:pt idx="1837">
                  <c:v>43623</c:v>
                </c:pt>
                <c:pt idx="1838">
                  <c:v>43622</c:v>
                </c:pt>
                <c:pt idx="1839">
                  <c:v>43621</c:v>
                </c:pt>
                <c:pt idx="1840">
                  <c:v>43620</c:v>
                </c:pt>
                <c:pt idx="1841">
                  <c:v>43619</c:v>
                </c:pt>
                <c:pt idx="1842">
                  <c:v>43616</c:v>
                </c:pt>
                <c:pt idx="1843">
                  <c:v>43615</c:v>
                </c:pt>
                <c:pt idx="1844">
                  <c:v>43614</c:v>
                </c:pt>
                <c:pt idx="1845">
                  <c:v>43613</c:v>
                </c:pt>
                <c:pt idx="1846">
                  <c:v>43609</c:v>
                </c:pt>
                <c:pt idx="1847">
                  <c:v>43608</c:v>
                </c:pt>
                <c:pt idx="1848">
                  <c:v>43607</c:v>
                </c:pt>
                <c:pt idx="1849">
                  <c:v>43606</c:v>
                </c:pt>
                <c:pt idx="1850">
                  <c:v>43605</c:v>
                </c:pt>
                <c:pt idx="1851">
                  <c:v>43602</c:v>
                </c:pt>
                <c:pt idx="1852">
                  <c:v>43601</c:v>
                </c:pt>
                <c:pt idx="1853">
                  <c:v>43600</c:v>
                </c:pt>
                <c:pt idx="1854">
                  <c:v>43599</c:v>
                </c:pt>
                <c:pt idx="1855">
                  <c:v>43598</c:v>
                </c:pt>
                <c:pt idx="1856">
                  <c:v>43595</c:v>
                </c:pt>
                <c:pt idx="1857">
                  <c:v>43594</c:v>
                </c:pt>
                <c:pt idx="1858">
                  <c:v>43593</c:v>
                </c:pt>
                <c:pt idx="1859">
                  <c:v>43592</c:v>
                </c:pt>
                <c:pt idx="1860">
                  <c:v>43591</c:v>
                </c:pt>
                <c:pt idx="1861">
                  <c:v>43588</c:v>
                </c:pt>
                <c:pt idx="1862">
                  <c:v>43587</c:v>
                </c:pt>
                <c:pt idx="1863">
                  <c:v>43586</c:v>
                </c:pt>
                <c:pt idx="1864">
                  <c:v>43585</c:v>
                </c:pt>
                <c:pt idx="1865">
                  <c:v>43584</c:v>
                </c:pt>
                <c:pt idx="1866">
                  <c:v>43581</c:v>
                </c:pt>
                <c:pt idx="1867">
                  <c:v>43580</c:v>
                </c:pt>
                <c:pt idx="1868">
                  <c:v>43579</c:v>
                </c:pt>
                <c:pt idx="1869">
                  <c:v>43578</c:v>
                </c:pt>
                <c:pt idx="1870">
                  <c:v>43577</c:v>
                </c:pt>
                <c:pt idx="1871">
                  <c:v>43573</c:v>
                </c:pt>
                <c:pt idx="1872">
                  <c:v>43572</c:v>
                </c:pt>
                <c:pt idx="1873">
                  <c:v>43571</c:v>
                </c:pt>
                <c:pt idx="1874">
                  <c:v>43570</c:v>
                </c:pt>
                <c:pt idx="1875">
                  <c:v>43567</c:v>
                </c:pt>
                <c:pt idx="1876">
                  <c:v>43566</c:v>
                </c:pt>
                <c:pt idx="1877">
                  <c:v>43565</c:v>
                </c:pt>
                <c:pt idx="1878">
                  <c:v>43564</c:v>
                </c:pt>
                <c:pt idx="1879">
                  <c:v>43563</c:v>
                </c:pt>
                <c:pt idx="1880">
                  <c:v>43560</c:v>
                </c:pt>
                <c:pt idx="1881">
                  <c:v>43559</c:v>
                </c:pt>
                <c:pt idx="1882">
                  <c:v>43558</c:v>
                </c:pt>
                <c:pt idx="1883">
                  <c:v>43557</c:v>
                </c:pt>
                <c:pt idx="1884">
                  <c:v>43556</c:v>
                </c:pt>
                <c:pt idx="1885">
                  <c:v>43553</c:v>
                </c:pt>
                <c:pt idx="1886">
                  <c:v>43552</c:v>
                </c:pt>
                <c:pt idx="1887">
                  <c:v>43551</c:v>
                </c:pt>
                <c:pt idx="1888">
                  <c:v>43550</c:v>
                </c:pt>
                <c:pt idx="1889">
                  <c:v>43549</c:v>
                </c:pt>
                <c:pt idx="1890">
                  <c:v>43546</c:v>
                </c:pt>
                <c:pt idx="1891">
                  <c:v>43545</c:v>
                </c:pt>
                <c:pt idx="1892">
                  <c:v>43544</c:v>
                </c:pt>
                <c:pt idx="1893">
                  <c:v>43543</c:v>
                </c:pt>
                <c:pt idx="1894">
                  <c:v>43542</c:v>
                </c:pt>
                <c:pt idx="1895">
                  <c:v>43539</c:v>
                </c:pt>
                <c:pt idx="1896">
                  <c:v>43538</c:v>
                </c:pt>
                <c:pt idx="1897">
                  <c:v>43537</c:v>
                </c:pt>
                <c:pt idx="1898">
                  <c:v>43536</c:v>
                </c:pt>
                <c:pt idx="1899">
                  <c:v>43535</c:v>
                </c:pt>
                <c:pt idx="1900">
                  <c:v>43532</c:v>
                </c:pt>
                <c:pt idx="1901">
                  <c:v>43531</c:v>
                </c:pt>
                <c:pt idx="1902">
                  <c:v>43530</c:v>
                </c:pt>
                <c:pt idx="1903">
                  <c:v>43529</c:v>
                </c:pt>
                <c:pt idx="1904">
                  <c:v>43528</c:v>
                </c:pt>
                <c:pt idx="1905">
                  <c:v>43525</c:v>
                </c:pt>
                <c:pt idx="1906">
                  <c:v>43524</c:v>
                </c:pt>
                <c:pt idx="1907">
                  <c:v>43523</c:v>
                </c:pt>
                <c:pt idx="1908">
                  <c:v>43522</c:v>
                </c:pt>
                <c:pt idx="1909">
                  <c:v>43521</c:v>
                </c:pt>
                <c:pt idx="1910">
                  <c:v>43518</c:v>
                </c:pt>
                <c:pt idx="1911">
                  <c:v>43517</c:v>
                </c:pt>
                <c:pt idx="1912">
                  <c:v>43516</c:v>
                </c:pt>
                <c:pt idx="1913">
                  <c:v>43515</c:v>
                </c:pt>
                <c:pt idx="1914">
                  <c:v>43511</c:v>
                </c:pt>
                <c:pt idx="1915">
                  <c:v>43510</c:v>
                </c:pt>
                <c:pt idx="1916">
                  <c:v>43509</c:v>
                </c:pt>
                <c:pt idx="1917">
                  <c:v>43508</c:v>
                </c:pt>
                <c:pt idx="1918">
                  <c:v>43507</c:v>
                </c:pt>
                <c:pt idx="1919">
                  <c:v>43504</c:v>
                </c:pt>
                <c:pt idx="1920">
                  <c:v>43503</c:v>
                </c:pt>
                <c:pt idx="1921">
                  <c:v>43502</c:v>
                </c:pt>
                <c:pt idx="1922">
                  <c:v>43501</c:v>
                </c:pt>
                <c:pt idx="1923">
                  <c:v>43500</c:v>
                </c:pt>
                <c:pt idx="1924">
                  <c:v>43497</c:v>
                </c:pt>
                <c:pt idx="1925">
                  <c:v>43496</c:v>
                </c:pt>
                <c:pt idx="1926">
                  <c:v>43495</c:v>
                </c:pt>
                <c:pt idx="1927">
                  <c:v>43494</c:v>
                </c:pt>
                <c:pt idx="1928">
                  <c:v>43493</c:v>
                </c:pt>
                <c:pt idx="1929">
                  <c:v>43490</c:v>
                </c:pt>
                <c:pt idx="1930">
                  <c:v>43489</c:v>
                </c:pt>
                <c:pt idx="1931">
                  <c:v>43488</c:v>
                </c:pt>
                <c:pt idx="1932">
                  <c:v>43487</c:v>
                </c:pt>
                <c:pt idx="1933">
                  <c:v>43483</c:v>
                </c:pt>
                <c:pt idx="1934">
                  <c:v>43482</c:v>
                </c:pt>
                <c:pt idx="1935">
                  <c:v>43481</c:v>
                </c:pt>
                <c:pt idx="1936">
                  <c:v>43480</c:v>
                </c:pt>
                <c:pt idx="1937">
                  <c:v>43479</c:v>
                </c:pt>
                <c:pt idx="1938">
                  <c:v>43476</c:v>
                </c:pt>
                <c:pt idx="1939">
                  <c:v>43475</c:v>
                </c:pt>
                <c:pt idx="1940">
                  <c:v>43474</c:v>
                </c:pt>
                <c:pt idx="1941">
                  <c:v>43473</c:v>
                </c:pt>
                <c:pt idx="1942">
                  <c:v>43472</c:v>
                </c:pt>
                <c:pt idx="1943">
                  <c:v>43469</c:v>
                </c:pt>
                <c:pt idx="1944">
                  <c:v>43468</c:v>
                </c:pt>
                <c:pt idx="1945">
                  <c:v>43467</c:v>
                </c:pt>
                <c:pt idx="1946">
                  <c:v>43465</c:v>
                </c:pt>
                <c:pt idx="1947">
                  <c:v>43462</c:v>
                </c:pt>
                <c:pt idx="1948">
                  <c:v>43461</c:v>
                </c:pt>
                <c:pt idx="1949">
                  <c:v>43460</c:v>
                </c:pt>
                <c:pt idx="1950">
                  <c:v>43458</c:v>
                </c:pt>
                <c:pt idx="1951">
                  <c:v>43455</c:v>
                </c:pt>
                <c:pt idx="1952">
                  <c:v>43454</c:v>
                </c:pt>
                <c:pt idx="1953">
                  <c:v>43453</c:v>
                </c:pt>
                <c:pt idx="1954">
                  <c:v>43452</c:v>
                </c:pt>
                <c:pt idx="1955">
                  <c:v>43451</c:v>
                </c:pt>
                <c:pt idx="1956">
                  <c:v>43448</c:v>
                </c:pt>
                <c:pt idx="1957">
                  <c:v>43447</c:v>
                </c:pt>
                <c:pt idx="1958">
                  <c:v>43446</c:v>
                </c:pt>
                <c:pt idx="1959">
                  <c:v>43445</c:v>
                </c:pt>
                <c:pt idx="1960">
                  <c:v>43444</c:v>
                </c:pt>
                <c:pt idx="1961">
                  <c:v>43441</c:v>
                </c:pt>
                <c:pt idx="1962">
                  <c:v>43440</c:v>
                </c:pt>
                <c:pt idx="1963">
                  <c:v>43438</c:v>
                </c:pt>
                <c:pt idx="1964">
                  <c:v>43437</c:v>
                </c:pt>
                <c:pt idx="1965">
                  <c:v>43434</c:v>
                </c:pt>
                <c:pt idx="1966">
                  <c:v>43433</c:v>
                </c:pt>
                <c:pt idx="1967">
                  <c:v>43432</c:v>
                </c:pt>
                <c:pt idx="1968">
                  <c:v>43431</c:v>
                </c:pt>
                <c:pt idx="1969">
                  <c:v>43430</c:v>
                </c:pt>
                <c:pt idx="1970">
                  <c:v>43427</c:v>
                </c:pt>
                <c:pt idx="1971">
                  <c:v>43425</c:v>
                </c:pt>
                <c:pt idx="1972">
                  <c:v>43424</c:v>
                </c:pt>
                <c:pt idx="1973">
                  <c:v>43423</c:v>
                </c:pt>
                <c:pt idx="1974">
                  <c:v>43420</c:v>
                </c:pt>
                <c:pt idx="1975">
                  <c:v>43419</c:v>
                </c:pt>
                <c:pt idx="1976">
                  <c:v>43418</c:v>
                </c:pt>
                <c:pt idx="1977">
                  <c:v>43417</c:v>
                </c:pt>
                <c:pt idx="1978">
                  <c:v>43416</c:v>
                </c:pt>
                <c:pt idx="1979">
                  <c:v>43413</c:v>
                </c:pt>
                <c:pt idx="1980">
                  <c:v>43412</c:v>
                </c:pt>
                <c:pt idx="1981">
                  <c:v>43411</c:v>
                </c:pt>
                <c:pt idx="1982">
                  <c:v>43410</c:v>
                </c:pt>
                <c:pt idx="1983">
                  <c:v>43409</c:v>
                </c:pt>
                <c:pt idx="1984">
                  <c:v>43406</c:v>
                </c:pt>
                <c:pt idx="1985">
                  <c:v>43405</c:v>
                </c:pt>
                <c:pt idx="1986">
                  <c:v>43404</c:v>
                </c:pt>
                <c:pt idx="1987">
                  <c:v>43403</c:v>
                </c:pt>
                <c:pt idx="1988">
                  <c:v>43402</c:v>
                </c:pt>
                <c:pt idx="1989">
                  <c:v>43399</c:v>
                </c:pt>
                <c:pt idx="1990">
                  <c:v>43398</c:v>
                </c:pt>
                <c:pt idx="1991">
                  <c:v>43397</c:v>
                </c:pt>
                <c:pt idx="1992">
                  <c:v>43396</c:v>
                </c:pt>
                <c:pt idx="1993">
                  <c:v>43395</c:v>
                </c:pt>
                <c:pt idx="1994">
                  <c:v>43392</c:v>
                </c:pt>
                <c:pt idx="1995">
                  <c:v>43391</c:v>
                </c:pt>
                <c:pt idx="1996">
                  <c:v>43390</c:v>
                </c:pt>
                <c:pt idx="1997">
                  <c:v>43389</c:v>
                </c:pt>
                <c:pt idx="1998">
                  <c:v>43388</c:v>
                </c:pt>
                <c:pt idx="1999">
                  <c:v>43385</c:v>
                </c:pt>
                <c:pt idx="2000">
                  <c:v>43384</c:v>
                </c:pt>
                <c:pt idx="2001">
                  <c:v>43383</c:v>
                </c:pt>
                <c:pt idx="2002">
                  <c:v>43382</c:v>
                </c:pt>
                <c:pt idx="2003">
                  <c:v>43381</c:v>
                </c:pt>
                <c:pt idx="2004">
                  <c:v>43378</c:v>
                </c:pt>
                <c:pt idx="2005">
                  <c:v>43377</c:v>
                </c:pt>
                <c:pt idx="2006">
                  <c:v>43376</c:v>
                </c:pt>
                <c:pt idx="2007">
                  <c:v>43375</c:v>
                </c:pt>
                <c:pt idx="2008">
                  <c:v>43374</c:v>
                </c:pt>
                <c:pt idx="2009">
                  <c:v>43371</c:v>
                </c:pt>
                <c:pt idx="2010">
                  <c:v>43370</c:v>
                </c:pt>
                <c:pt idx="2011">
                  <c:v>43369</c:v>
                </c:pt>
                <c:pt idx="2012">
                  <c:v>43368</c:v>
                </c:pt>
                <c:pt idx="2013">
                  <c:v>43367</c:v>
                </c:pt>
                <c:pt idx="2014">
                  <c:v>43364</c:v>
                </c:pt>
                <c:pt idx="2015">
                  <c:v>43363</c:v>
                </c:pt>
                <c:pt idx="2016">
                  <c:v>43362</c:v>
                </c:pt>
                <c:pt idx="2017">
                  <c:v>43361</c:v>
                </c:pt>
                <c:pt idx="2018">
                  <c:v>43360</c:v>
                </c:pt>
                <c:pt idx="2019">
                  <c:v>43357</c:v>
                </c:pt>
                <c:pt idx="2020">
                  <c:v>43356</c:v>
                </c:pt>
                <c:pt idx="2021">
                  <c:v>43355</c:v>
                </c:pt>
                <c:pt idx="2022">
                  <c:v>43354</c:v>
                </c:pt>
                <c:pt idx="2023">
                  <c:v>43353</c:v>
                </c:pt>
                <c:pt idx="2024">
                  <c:v>43350</c:v>
                </c:pt>
                <c:pt idx="2025">
                  <c:v>43349</c:v>
                </c:pt>
                <c:pt idx="2026">
                  <c:v>43348</c:v>
                </c:pt>
                <c:pt idx="2027">
                  <c:v>43347</c:v>
                </c:pt>
                <c:pt idx="2028">
                  <c:v>43343</c:v>
                </c:pt>
                <c:pt idx="2029">
                  <c:v>43342</c:v>
                </c:pt>
                <c:pt idx="2030">
                  <c:v>43341</c:v>
                </c:pt>
                <c:pt idx="2031">
                  <c:v>43340</c:v>
                </c:pt>
                <c:pt idx="2032">
                  <c:v>43339</c:v>
                </c:pt>
                <c:pt idx="2033">
                  <c:v>43336</c:v>
                </c:pt>
                <c:pt idx="2034">
                  <c:v>43335</c:v>
                </c:pt>
                <c:pt idx="2035">
                  <c:v>43334</c:v>
                </c:pt>
                <c:pt idx="2036">
                  <c:v>43333</c:v>
                </c:pt>
                <c:pt idx="2037">
                  <c:v>43332</c:v>
                </c:pt>
                <c:pt idx="2038">
                  <c:v>43329</c:v>
                </c:pt>
                <c:pt idx="2039">
                  <c:v>43328</c:v>
                </c:pt>
                <c:pt idx="2040">
                  <c:v>43327</c:v>
                </c:pt>
                <c:pt idx="2041">
                  <c:v>43326</c:v>
                </c:pt>
                <c:pt idx="2042">
                  <c:v>43325</c:v>
                </c:pt>
                <c:pt idx="2043">
                  <c:v>43322</c:v>
                </c:pt>
                <c:pt idx="2044">
                  <c:v>43321</c:v>
                </c:pt>
                <c:pt idx="2045">
                  <c:v>43320</c:v>
                </c:pt>
                <c:pt idx="2046">
                  <c:v>43319</c:v>
                </c:pt>
                <c:pt idx="2047">
                  <c:v>43318</c:v>
                </c:pt>
                <c:pt idx="2048">
                  <c:v>43315</c:v>
                </c:pt>
                <c:pt idx="2049">
                  <c:v>43314</c:v>
                </c:pt>
                <c:pt idx="2050">
                  <c:v>43313</c:v>
                </c:pt>
                <c:pt idx="2051">
                  <c:v>43312</c:v>
                </c:pt>
                <c:pt idx="2052">
                  <c:v>43311</c:v>
                </c:pt>
                <c:pt idx="2053">
                  <c:v>43308</c:v>
                </c:pt>
                <c:pt idx="2054">
                  <c:v>43307</c:v>
                </c:pt>
                <c:pt idx="2055">
                  <c:v>43306</c:v>
                </c:pt>
                <c:pt idx="2056">
                  <c:v>43305</c:v>
                </c:pt>
                <c:pt idx="2057">
                  <c:v>43304</c:v>
                </c:pt>
                <c:pt idx="2058">
                  <c:v>43301</c:v>
                </c:pt>
                <c:pt idx="2059">
                  <c:v>43300</c:v>
                </c:pt>
                <c:pt idx="2060">
                  <c:v>43299</c:v>
                </c:pt>
                <c:pt idx="2061">
                  <c:v>43298</c:v>
                </c:pt>
                <c:pt idx="2062">
                  <c:v>43297</c:v>
                </c:pt>
                <c:pt idx="2063">
                  <c:v>43294</c:v>
                </c:pt>
                <c:pt idx="2064">
                  <c:v>43293</c:v>
                </c:pt>
                <c:pt idx="2065">
                  <c:v>43292</c:v>
                </c:pt>
                <c:pt idx="2066">
                  <c:v>43291</c:v>
                </c:pt>
                <c:pt idx="2067">
                  <c:v>43290</c:v>
                </c:pt>
                <c:pt idx="2068">
                  <c:v>43287</c:v>
                </c:pt>
                <c:pt idx="2069">
                  <c:v>43286</c:v>
                </c:pt>
                <c:pt idx="2070">
                  <c:v>43284</c:v>
                </c:pt>
                <c:pt idx="2071">
                  <c:v>43283</c:v>
                </c:pt>
                <c:pt idx="2072">
                  <c:v>43280</c:v>
                </c:pt>
                <c:pt idx="2073">
                  <c:v>43279</c:v>
                </c:pt>
                <c:pt idx="2074">
                  <c:v>43278</c:v>
                </c:pt>
                <c:pt idx="2075">
                  <c:v>43277</c:v>
                </c:pt>
                <c:pt idx="2076">
                  <c:v>43276</c:v>
                </c:pt>
                <c:pt idx="2077">
                  <c:v>43273</c:v>
                </c:pt>
                <c:pt idx="2078">
                  <c:v>43272</c:v>
                </c:pt>
                <c:pt idx="2079">
                  <c:v>43271</c:v>
                </c:pt>
                <c:pt idx="2080">
                  <c:v>43270</c:v>
                </c:pt>
                <c:pt idx="2081">
                  <c:v>43269</c:v>
                </c:pt>
                <c:pt idx="2082">
                  <c:v>43266</c:v>
                </c:pt>
                <c:pt idx="2083">
                  <c:v>43265</c:v>
                </c:pt>
                <c:pt idx="2084">
                  <c:v>43264</c:v>
                </c:pt>
                <c:pt idx="2085">
                  <c:v>43263</c:v>
                </c:pt>
                <c:pt idx="2086">
                  <c:v>43262</c:v>
                </c:pt>
                <c:pt idx="2087">
                  <c:v>43259</c:v>
                </c:pt>
                <c:pt idx="2088">
                  <c:v>43258</c:v>
                </c:pt>
                <c:pt idx="2089">
                  <c:v>43257</c:v>
                </c:pt>
                <c:pt idx="2090">
                  <c:v>43256</c:v>
                </c:pt>
                <c:pt idx="2091">
                  <c:v>43255</c:v>
                </c:pt>
                <c:pt idx="2092">
                  <c:v>43252</c:v>
                </c:pt>
                <c:pt idx="2093">
                  <c:v>43251</c:v>
                </c:pt>
                <c:pt idx="2094">
                  <c:v>43250</c:v>
                </c:pt>
                <c:pt idx="2095">
                  <c:v>43249</c:v>
                </c:pt>
                <c:pt idx="2096">
                  <c:v>43245</c:v>
                </c:pt>
                <c:pt idx="2097">
                  <c:v>43244</c:v>
                </c:pt>
                <c:pt idx="2098">
                  <c:v>43243</c:v>
                </c:pt>
                <c:pt idx="2099">
                  <c:v>43242</c:v>
                </c:pt>
                <c:pt idx="2100">
                  <c:v>43241</c:v>
                </c:pt>
                <c:pt idx="2101">
                  <c:v>43238</c:v>
                </c:pt>
                <c:pt idx="2102">
                  <c:v>43237</c:v>
                </c:pt>
                <c:pt idx="2103">
                  <c:v>43236</c:v>
                </c:pt>
                <c:pt idx="2104">
                  <c:v>43235</c:v>
                </c:pt>
                <c:pt idx="2105">
                  <c:v>43234</c:v>
                </c:pt>
                <c:pt idx="2106">
                  <c:v>43231</c:v>
                </c:pt>
                <c:pt idx="2107">
                  <c:v>43230</c:v>
                </c:pt>
                <c:pt idx="2108">
                  <c:v>43229</c:v>
                </c:pt>
                <c:pt idx="2109">
                  <c:v>43228</c:v>
                </c:pt>
                <c:pt idx="2110">
                  <c:v>43227</c:v>
                </c:pt>
                <c:pt idx="2111">
                  <c:v>43224</c:v>
                </c:pt>
                <c:pt idx="2112">
                  <c:v>43223</c:v>
                </c:pt>
                <c:pt idx="2113">
                  <c:v>43222</c:v>
                </c:pt>
                <c:pt idx="2114">
                  <c:v>43221</c:v>
                </c:pt>
                <c:pt idx="2115">
                  <c:v>43220</c:v>
                </c:pt>
                <c:pt idx="2116">
                  <c:v>43217</c:v>
                </c:pt>
                <c:pt idx="2117">
                  <c:v>43216</c:v>
                </c:pt>
                <c:pt idx="2118">
                  <c:v>43215</c:v>
                </c:pt>
                <c:pt idx="2119">
                  <c:v>43214</c:v>
                </c:pt>
                <c:pt idx="2120">
                  <c:v>43213</c:v>
                </c:pt>
                <c:pt idx="2121">
                  <c:v>43210</c:v>
                </c:pt>
                <c:pt idx="2122">
                  <c:v>43209</c:v>
                </c:pt>
                <c:pt idx="2123">
                  <c:v>43208</c:v>
                </c:pt>
                <c:pt idx="2124">
                  <c:v>43207</c:v>
                </c:pt>
                <c:pt idx="2125">
                  <c:v>43206</c:v>
                </c:pt>
                <c:pt idx="2126">
                  <c:v>43203</c:v>
                </c:pt>
                <c:pt idx="2127">
                  <c:v>43202</c:v>
                </c:pt>
                <c:pt idx="2128">
                  <c:v>43201</c:v>
                </c:pt>
                <c:pt idx="2129">
                  <c:v>43200</c:v>
                </c:pt>
                <c:pt idx="2130">
                  <c:v>43199</c:v>
                </c:pt>
                <c:pt idx="2131">
                  <c:v>43196</c:v>
                </c:pt>
                <c:pt idx="2132">
                  <c:v>43195</c:v>
                </c:pt>
                <c:pt idx="2133">
                  <c:v>43194</c:v>
                </c:pt>
                <c:pt idx="2134">
                  <c:v>43193</c:v>
                </c:pt>
                <c:pt idx="2135">
                  <c:v>43192</c:v>
                </c:pt>
                <c:pt idx="2136">
                  <c:v>43188</c:v>
                </c:pt>
                <c:pt idx="2137">
                  <c:v>43187</c:v>
                </c:pt>
                <c:pt idx="2138">
                  <c:v>43186</c:v>
                </c:pt>
                <c:pt idx="2139">
                  <c:v>43185</c:v>
                </c:pt>
                <c:pt idx="2140">
                  <c:v>43182</c:v>
                </c:pt>
                <c:pt idx="2141">
                  <c:v>43181</c:v>
                </c:pt>
                <c:pt idx="2142">
                  <c:v>43180</c:v>
                </c:pt>
                <c:pt idx="2143">
                  <c:v>43179</c:v>
                </c:pt>
                <c:pt idx="2144">
                  <c:v>43178</c:v>
                </c:pt>
                <c:pt idx="2145">
                  <c:v>43175</c:v>
                </c:pt>
                <c:pt idx="2146">
                  <c:v>43174</c:v>
                </c:pt>
                <c:pt idx="2147">
                  <c:v>43173</c:v>
                </c:pt>
                <c:pt idx="2148">
                  <c:v>43172</c:v>
                </c:pt>
                <c:pt idx="2149">
                  <c:v>43171</c:v>
                </c:pt>
                <c:pt idx="2150">
                  <c:v>43168</c:v>
                </c:pt>
                <c:pt idx="2151">
                  <c:v>43167</c:v>
                </c:pt>
                <c:pt idx="2152">
                  <c:v>43166</c:v>
                </c:pt>
                <c:pt idx="2153">
                  <c:v>43165</c:v>
                </c:pt>
                <c:pt idx="2154">
                  <c:v>43164</c:v>
                </c:pt>
                <c:pt idx="2155">
                  <c:v>43161</c:v>
                </c:pt>
                <c:pt idx="2156">
                  <c:v>43160</c:v>
                </c:pt>
                <c:pt idx="2157">
                  <c:v>43159</c:v>
                </c:pt>
                <c:pt idx="2158">
                  <c:v>43158</c:v>
                </c:pt>
                <c:pt idx="2159">
                  <c:v>43157</c:v>
                </c:pt>
                <c:pt idx="2160">
                  <c:v>43154</c:v>
                </c:pt>
                <c:pt idx="2161">
                  <c:v>43153</c:v>
                </c:pt>
                <c:pt idx="2162">
                  <c:v>43152</c:v>
                </c:pt>
                <c:pt idx="2163">
                  <c:v>43151</c:v>
                </c:pt>
                <c:pt idx="2164">
                  <c:v>43147</c:v>
                </c:pt>
                <c:pt idx="2165">
                  <c:v>43146</c:v>
                </c:pt>
                <c:pt idx="2166">
                  <c:v>43145</c:v>
                </c:pt>
                <c:pt idx="2167">
                  <c:v>43144</c:v>
                </c:pt>
                <c:pt idx="2168">
                  <c:v>43143</c:v>
                </c:pt>
                <c:pt idx="2169">
                  <c:v>43140</c:v>
                </c:pt>
                <c:pt idx="2170">
                  <c:v>43139</c:v>
                </c:pt>
                <c:pt idx="2171">
                  <c:v>43138</c:v>
                </c:pt>
                <c:pt idx="2172">
                  <c:v>43137</c:v>
                </c:pt>
                <c:pt idx="2173">
                  <c:v>43136</c:v>
                </c:pt>
                <c:pt idx="2174">
                  <c:v>43133</c:v>
                </c:pt>
                <c:pt idx="2175">
                  <c:v>43132</c:v>
                </c:pt>
                <c:pt idx="2176">
                  <c:v>43131</c:v>
                </c:pt>
                <c:pt idx="2177">
                  <c:v>43130</c:v>
                </c:pt>
                <c:pt idx="2178">
                  <c:v>43129</c:v>
                </c:pt>
                <c:pt idx="2179">
                  <c:v>43126</c:v>
                </c:pt>
                <c:pt idx="2180">
                  <c:v>43125</c:v>
                </c:pt>
                <c:pt idx="2181">
                  <c:v>43124</c:v>
                </c:pt>
                <c:pt idx="2182">
                  <c:v>43123</c:v>
                </c:pt>
                <c:pt idx="2183">
                  <c:v>43122</c:v>
                </c:pt>
                <c:pt idx="2184">
                  <c:v>43119</c:v>
                </c:pt>
                <c:pt idx="2185">
                  <c:v>43118</c:v>
                </c:pt>
                <c:pt idx="2186">
                  <c:v>43117</c:v>
                </c:pt>
                <c:pt idx="2187">
                  <c:v>43116</c:v>
                </c:pt>
                <c:pt idx="2188">
                  <c:v>43112</c:v>
                </c:pt>
                <c:pt idx="2189">
                  <c:v>43111</c:v>
                </c:pt>
                <c:pt idx="2190">
                  <c:v>43110</c:v>
                </c:pt>
                <c:pt idx="2191">
                  <c:v>43109</c:v>
                </c:pt>
                <c:pt idx="2192">
                  <c:v>43108</c:v>
                </c:pt>
                <c:pt idx="2193">
                  <c:v>43105</c:v>
                </c:pt>
                <c:pt idx="2194">
                  <c:v>43104</c:v>
                </c:pt>
                <c:pt idx="2195">
                  <c:v>43103</c:v>
                </c:pt>
                <c:pt idx="2196">
                  <c:v>43102</c:v>
                </c:pt>
                <c:pt idx="2197">
                  <c:v>43098</c:v>
                </c:pt>
                <c:pt idx="2198">
                  <c:v>43097</c:v>
                </c:pt>
                <c:pt idx="2199">
                  <c:v>43096</c:v>
                </c:pt>
                <c:pt idx="2200">
                  <c:v>43095</c:v>
                </c:pt>
                <c:pt idx="2201">
                  <c:v>43091</c:v>
                </c:pt>
                <c:pt idx="2202">
                  <c:v>43090</c:v>
                </c:pt>
                <c:pt idx="2203">
                  <c:v>43089</c:v>
                </c:pt>
                <c:pt idx="2204">
                  <c:v>43088</c:v>
                </c:pt>
                <c:pt idx="2205">
                  <c:v>43087</c:v>
                </c:pt>
                <c:pt idx="2206">
                  <c:v>43084</c:v>
                </c:pt>
                <c:pt idx="2207">
                  <c:v>43083</c:v>
                </c:pt>
                <c:pt idx="2208">
                  <c:v>43082</c:v>
                </c:pt>
                <c:pt idx="2209">
                  <c:v>43081</c:v>
                </c:pt>
                <c:pt idx="2210">
                  <c:v>43080</c:v>
                </c:pt>
                <c:pt idx="2211">
                  <c:v>43077</c:v>
                </c:pt>
                <c:pt idx="2212">
                  <c:v>43076</c:v>
                </c:pt>
                <c:pt idx="2213">
                  <c:v>43075</c:v>
                </c:pt>
                <c:pt idx="2214">
                  <c:v>43074</c:v>
                </c:pt>
                <c:pt idx="2215">
                  <c:v>43073</c:v>
                </c:pt>
                <c:pt idx="2216">
                  <c:v>43070</c:v>
                </c:pt>
                <c:pt idx="2217">
                  <c:v>43069</c:v>
                </c:pt>
                <c:pt idx="2218">
                  <c:v>43068</c:v>
                </c:pt>
                <c:pt idx="2219">
                  <c:v>43067</c:v>
                </c:pt>
                <c:pt idx="2220">
                  <c:v>43066</c:v>
                </c:pt>
                <c:pt idx="2221">
                  <c:v>43063</c:v>
                </c:pt>
                <c:pt idx="2222">
                  <c:v>43061</c:v>
                </c:pt>
                <c:pt idx="2223">
                  <c:v>43060</c:v>
                </c:pt>
                <c:pt idx="2224">
                  <c:v>43059</c:v>
                </c:pt>
                <c:pt idx="2225">
                  <c:v>43056</c:v>
                </c:pt>
                <c:pt idx="2226">
                  <c:v>43055</c:v>
                </c:pt>
                <c:pt idx="2227">
                  <c:v>43054</c:v>
                </c:pt>
                <c:pt idx="2228">
                  <c:v>43053</c:v>
                </c:pt>
                <c:pt idx="2229">
                  <c:v>43052</c:v>
                </c:pt>
                <c:pt idx="2230">
                  <c:v>43049</c:v>
                </c:pt>
                <c:pt idx="2231">
                  <c:v>43048</c:v>
                </c:pt>
                <c:pt idx="2232">
                  <c:v>43047</c:v>
                </c:pt>
                <c:pt idx="2233">
                  <c:v>43046</c:v>
                </c:pt>
                <c:pt idx="2234">
                  <c:v>43045</c:v>
                </c:pt>
                <c:pt idx="2235">
                  <c:v>43042</c:v>
                </c:pt>
                <c:pt idx="2236">
                  <c:v>43041</c:v>
                </c:pt>
                <c:pt idx="2237">
                  <c:v>43040</c:v>
                </c:pt>
                <c:pt idx="2238">
                  <c:v>43039</c:v>
                </c:pt>
                <c:pt idx="2239">
                  <c:v>43038</c:v>
                </c:pt>
                <c:pt idx="2240">
                  <c:v>43035</c:v>
                </c:pt>
                <c:pt idx="2241">
                  <c:v>43034</c:v>
                </c:pt>
                <c:pt idx="2242">
                  <c:v>43033</c:v>
                </c:pt>
                <c:pt idx="2243">
                  <c:v>43032</c:v>
                </c:pt>
                <c:pt idx="2244">
                  <c:v>43031</c:v>
                </c:pt>
                <c:pt idx="2245">
                  <c:v>43028</c:v>
                </c:pt>
                <c:pt idx="2246">
                  <c:v>43027</c:v>
                </c:pt>
                <c:pt idx="2247">
                  <c:v>43026</c:v>
                </c:pt>
                <c:pt idx="2248">
                  <c:v>43025</c:v>
                </c:pt>
                <c:pt idx="2249">
                  <c:v>43024</c:v>
                </c:pt>
                <c:pt idx="2250">
                  <c:v>43021</c:v>
                </c:pt>
                <c:pt idx="2251">
                  <c:v>43020</c:v>
                </c:pt>
                <c:pt idx="2252">
                  <c:v>43019</c:v>
                </c:pt>
                <c:pt idx="2253">
                  <c:v>43018</c:v>
                </c:pt>
                <c:pt idx="2254">
                  <c:v>43017</c:v>
                </c:pt>
                <c:pt idx="2255">
                  <c:v>43014</c:v>
                </c:pt>
                <c:pt idx="2256">
                  <c:v>43013</c:v>
                </c:pt>
                <c:pt idx="2257">
                  <c:v>43012</c:v>
                </c:pt>
                <c:pt idx="2258">
                  <c:v>43011</c:v>
                </c:pt>
                <c:pt idx="2259">
                  <c:v>43010</c:v>
                </c:pt>
                <c:pt idx="2260">
                  <c:v>43007</c:v>
                </c:pt>
                <c:pt idx="2261">
                  <c:v>43006</c:v>
                </c:pt>
                <c:pt idx="2262">
                  <c:v>43005</c:v>
                </c:pt>
                <c:pt idx="2263">
                  <c:v>43004</c:v>
                </c:pt>
                <c:pt idx="2264">
                  <c:v>43003</c:v>
                </c:pt>
                <c:pt idx="2265">
                  <c:v>43000</c:v>
                </c:pt>
                <c:pt idx="2266">
                  <c:v>42999</c:v>
                </c:pt>
                <c:pt idx="2267">
                  <c:v>42998</c:v>
                </c:pt>
                <c:pt idx="2268">
                  <c:v>42997</c:v>
                </c:pt>
                <c:pt idx="2269">
                  <c:v>42996</c:v>
                </c:pt>
                <c:pt idx="2270">
                  <c:v>42993</c:v>
                </c:pt>
                <c:pt idx="2271">
                  <c:v>42992</c:v>
                </c:pt>
                <c:pt idx="2272">
                  <c:v>42991</c:v>
                </c:pt>
                <c:pt idx="2273">
                  <c:v>42990</c:v>
                </c:pt>
                <c:pt idx="2274">
                  <c:v>42989</c:v>
                </c:pt>
                <c:pt idx="2275">
                  <c:v>42986</c:v>
                </c:pt>
                <c:pt idx="2276">
                  <c:v>42985</c:v>
                </c:pt>
                <c:pt idx="2277">
                  <c:v>42984</c:v>
                </c:pt>
                <c:pt idx="2278">
                  <c:v>42983</c:v>
                </c:pt>
                <c:pt idx="2279">
                  <c:v>42979</c:v>
                </c:pt>
                <c:pt idx="2280">
                  <c:v>42978</c:v>
                </c:pt>
                <c:pt idx="2281">
                  <c:v>42977</c:v>
                </c:pt>
                <c:pt idx="2282">
                  <c:v>42976</c:v>
                </c:pt>
                <c:pt idx="2283">
                  <c:v>42975</c:v>
                </c:pt>
                <c:pt idx="2284">
                  <c:v>42972</c:v>
                </c:pt>
                <c:pt idx="2285">
                  <c:v>42971</c:v>
                </c:pt>
                <c:pt idx="2286">
                  <c:v>42970</c:v>
                </c:pt>
                <c:pt idx="2287">
                  <c:v>42969</c:v>
                </c:pt>
                <c:pt idx="2288">
                  <c:v>42968</c:v>
                </c:pt>
                <c:pt idx="2289">
                  <c:v>42965</c:v>
                </c:pt>
                <c:pt idx="2290">
                  <c:v>42964</c:v>
                </c:pt>
                <c:pt idx="2291">
                  <c:v>42963</c:v>
                </c:pt>
                <c:pt idx="2292">
                  <c:v>42962</c:v>
                </c:pt>
                <c:pt idx="2293">
                  <c:v>42961</c:v>
                </c:pt>
                <c:pt idx="2294">
                  <c:v>42958</c:v>
                </c:pt>
                <c:pt idx="2295">
                  <c:v>42957</c:v>
                </c:pt>
                <c:pt idx="2296">
                  <c:v>42956</c:v>
                </c:pt>
                <c:pt idx="2297">
                  <c:v>42955</c:v>
                </c:pt>
                <c:pt idx="2298">
                  <c:v>42954</c:v>
                </c:pt>
                <c:pt idx="2299">
                  <c:v>42951</c:v>
                </c:pt>
                <c:pt idx="2300">
                  <c:v>42950</c:v>
                </c:pt>
                <c:pt idx="2301">
                  <c:v>42949</c:v>
                </c:pt>
                <c:pt idx="2302">
                  <c:v>42948</c:v>
                </c:pt>
                <c:pt idx="2303">
                  <c:v>42947</c:v>
                </c:pt>
                <c:pt idx="2304">
                  <c:v>42944</c:v>
                </c:pt>
                <c:pt idx="2305">
                  <c:v>42943</c:v>
                </c:pt>
                <c:pt idx="2306">
                  <c:v>42942</c:v>
                </c:pt>
                <c:pt idx="2307">
                  <c:v>42941</c:v>
                </c:pt>
                <c:pt idx="2308">
                  <c:v>42940</c:v>
                </c:pt>
                <c:pt idx="2309">
                  <c:v>42937</c:v>
                </c:pt>
                <c:pt idx="2310">
                  <c:v>42936</c:v>
                </c:pt>
                <c:pt idx="2311">
                  <c:v>42935</c:v>
                </c:pt>
                <c:pt idx="2312">
                  <c:v>42934</c:v>
                </c:pt>
                <c:pt idx="2313">
                  <c:v>42933</c:v>
                </c:pt>
                <c:pt idx="2314">
                  <c:v>42930</c:v>
                </c:pt>
                <c:pt idx="2315">
                  <c:v>42929</c:v>
                </c:pt>
                <c:pt idx="2316">
                  <c:v>42928</c:v>
                </c:pt>
                <c:pt idx="2317">
                  <c:v>42927</c:v>
                </c:pt>
                <c:pt idx="2318">
                  <c:v>42926</c:v>
                </c:pt>
                <c:pt idx="2319">
                  <c:v>42923</c:v>
                </c:pt>
                <c:pt idx="2320">
                  <c:v>42922</c:v>
                </c:pt>
                <c:pt idx="2321">
                  <c:v>42921</c:v>
                </c:pt>
                <c:pt idx="2322">
                  <c:v>42919</c:v>
                </c:pt>
                <c:pt idx="2323">
                  <c:v>42916</c:v>
                </c:pt>
                <c:pt idx="2324">
                  <c:v>42915</c:v>
                </c:pt>
                <c:pt idx="2325">
                  <c:v>42914</c:v>
                </c:pt>
                <c:pt idx="2326">
                  <c:v>42913</c:v>
                </c:pt>
                <c:pt idx="2327">
                  <c:v>42912</c:v>
                </c:pt>
                <c:pt idx="2328">
                  <c:v>42909</c:v>
                </c:pt>
                <c:pt idx="2329">
                  <c:v>42908</c:v>
                </c:pt>
                <c:pt idx="2330">
                  <c:v>42907</c:v>
                </c:pt>
                <c:pt idx="2331">
                  <c:v>42906</c:v>
                </c:pt>
                <c:pt idx="2332">
                  <c:v>42905</c:v>
                </c:pt>
                <c:pt idx="2333">
                  <c:v>42902</c:v>
                </c:pt>
                <c:pt idx="2334">
                  <c:v>42901</c:v>
                </c:pt>
                <c:pt idx="2335">
                  <c:v>42900</c:v>
                </c:pt>
                <c:pt idx="2336">
                  <c:v>42899</c:v>
                </c:pt>
                <c:pt idx="2337">
                  <c:v>42898</c:v>
                </c:pt>
                <c:pt idx="2338">
                  <c:v>42895</c:v>
                </c:pt>
                <c:pt idx="2339">
                  <c:v>42894</c:v>
                </c:pt>
                <c:pt idx="2340">
                  <c:v>42893</c:v>
                </c:pt>
                <c:pt idx="2341">
                  <c:v>42892</c:v>
                </c:pt>
                <c:pt idx="2342">
                  <c:v>42891</c:v>
                </c:pt>
                <c:pt idx="2343">
                  <c:v>42888</c:v>
                </c:pt>
                <c:pt idx="2344">
                  <c:v>42887</c:v>
                </c:pt>
                <c:pt idx="2345">
                  <c:v>42886</c:v>
                </c:pt>
                <c:pt idx="2346">
                  <c:v>42885</c:v>
                </c:pt>
                <c:pt idx="2347">
                  <c:v>42881</c:v>
                </c:pt>
                <c:pt idx="2348">
                  <c:v>42880</c:v>
                </c:pt>
                <c:pt idx="2349">
                  <c:v>42879</c:v>
                </c:pt>
                <c:pt idx="2350">
                  <c:v>42878</c:v>
                </c:pt>
                <c:pt idx="2351">
                  <c:v>42877</c:v>
                </c:pt>
                <c:pt idx="2352">
                  <c:v>42874</c:v>
                </c:pt>
                <c:pt idx="2353">
                  <c:v>42873</c:v>
                </c:pt>
                <c:pt idx="2354">
                  <c:v>42872</c:v>
                </c:pt>
                <c:pt idx="2355">
                  <c:v>42871</c:v>
                </c:pt>
                <c:pt idx="2356">
                  <c:v>42870</c:v>
                </c:pt>
                <c:pt idx="2357">
                  <c:v>42867</c:v>
                </c:pt>
                <c:pt idx="2358">
                  <c:v>42866</c:v>
                </c:pt>
                <c:pt idx="2359">
                  <c:v>42865</c:v>
                </c:pt>
                <c:pt idx="2360">
                  <c:v>42864</c:v>
                </c:pt>
                <c:pt idx="2361">
                  <c:v>42863</c:v>
                </c:pt>
                <c:pt idx="2362">
                  <c:v>42860</c:v>
                </c:pt>
                <c:pt idx="2363">
                  <c:v>42859</c:v>
                </c:pt>
                <c:pt idx="2364">
                  <c:v>42858</c:v>
                </c:pt>
                <c:pt idx="2365">
                  <c:v>42857</c:v>
                </c:pt>
                <c:pt idx="2366">
                  <c:v>42856</c:v>
                </c:pt>
                <c:pt idx="2367">
                  <c:v>42853</c:v>
                </c:pt>
                <c:pt idx="2368">
                  <c:v>42852</c:v>
                </c:pt>
                <c:pt idx="2369">
                  <c:v>42851</c:v>
                </c:pt>
                <c:pt idx="2370">
                  <c:v>42850</c:v>
                </c:pt>
                <c:pt idx="2371">
                  <c:v>42849</c:v>
                </c:pt>
                <c:pt idx="2372">
                  <c:v>42846</c:v>
                </c:pt>
                <c:pt idx="2373">
                  <c:v>42845</c:v>
                </c:pt>
                <c:pt idx="2374">
                  <c:v>42844</c:v>
                </c:pt>
                <c:pt idx="2375">
                  <c:v>42843</c:v>
                </c:pt>
                <c:pt idx="2376">
                  <c:v>42842</c:v>
                </c:pt>
                <c:pt idx="2377">
                  <c:v>42838</c:v>
                </c:pt>
                <c:pt idx="2378">
                  <c:v>42837</c:v>
                </c:pt>
                <c:pt idx="2379">
                  <c:v>42836</c:v>
                </c:pt>
                <c:pt idx="2380">
                  <c:v>42835</c:v>
                </c:pt>
                <c:pt idx="2381">
                  <c:v>42832</c:v>
                </c:pt>
                <c:pt idx="2382">
                  <c:v>42831</c:v>
                </c:pt>
                <c:pt idx="2383">
                  <c:v>42830</c:v>
                </c:pt>
                <c:pt idx="2384">
                  <c:v>42829</c:v>
                </c:pt>
                <c:pt idx="2385">
                  <c:v>42828</c:v>
                </c:pt>
                <c:pt idx="2386">
                  <c:v>42825</c:v>
                </c:pt>
                <c:pt idx="2387">
                  <c:v>42824</c:v>
                </c:pt>
                <c:pt idx="2388">
                  <c:v>42823</c:v>
                </c:pt>
                <c:pt idx="2389">
                  <c:v>42822</c:v>
                </c:pt>
                <c:pt idx="2390">
                  <c:v>42821</c:v>
                </c:pt>
                <c:pt idx="2391">
                  <c:v>42818</c:v>
                </c:pt>
                <c:pt idx="2392">
                  <c:v>42817</c:v>
                </c:pt>
                <c:pt idx="2393">
                  <c:v>42816</c:v>
                </c:pt>
                <c:pt idx="2394">
                  <c:v>42815</c:v>
                </c:pt>
                <c:pt idx="2395">
                  <c:v>42814</c:v>
                </c:pt>
                <c:pt idx="2396">
                  <c:v>42811</c:v>
                </c:pt>
                <c:pt idx="2397">
                  <c:v>42810</c:v>
                </c:pt>
                <c:pt idx="2398">
                  <c:v>42809</c:v>
                </c:pt>
                <c:pt idx="2399">
                  <c:v>42808</c:v>
                </c:pt>
                <c:pt idx="2400">
                  <c:v>42807</c:v>
                </c:pt>
                <c:pt idx="2401">
                  <c:v>42804</c:v>
                </c:pt>
                <c:pt idx="2402">
                  <c:v>42803</c:v>
                </c:pt>
                <c:pt idx="2403">
                  <c:v>42802</c:v>
                </c:pt>
                <c:pt idx="2404">
                  <c:v>42801</c:v>
                </c:pt>
                <c:pt idx="2405">
                  <c:v>42800</c:v>
                </c:pt>
                <c:pt idx="2406">
                  <c:v>42797</c:v>
                </c:pt>
                <c:pt idx="2407">
                  <c:v>42796</c:v>
                </c:pt>
                <c:pt idx="2408">
                  <c:v>42795</c:v>
                </c:pt>
                <c:pt idx="2409">
                  <c:v>42794</c:v>
                </c:pt>
                <c:pt idx="2410">
                  <c:v>42793</c:v>
                </c:pt>
                <c:pt idx="2411">
                  <c:v>42790</c:v>
                </c:pt>
                <c:pt idx="2412">
                  <c:v>42789</c:v>
                </c:pt>
                <c:pt idx="2413">
                  <c:v>42788</c:v>
                </c:pt>
                <c:pt idx="2414">
                  <c:v>42787</c:v>
                </c:pt>
                <c:pt idx="2415">
                  <c:v>42783</c:v>
                </c:pt>
                <c:pt idx="2416">
                  <c:v>42782</c:v>
                </c:pt>
                <c:pt idx="2417">
                  <c:v>42781</c:v>
                </c:pt>
                <c:pt idx="2418">
                  <c:v>42780</c:v>
                </c:pt>
                <c:pt idx="2419">
                  <c:v>42779</c:v>
                </c:pt>
                <c:pt idx="2420">
                  <c:v>42776</c:v>
                </c:pt>
                <c:pt idx="2421">
                  <c:v>42775</c:v>
                </c:pt>
                <c:pt idx="2422">
                  <c:v>42774</c:v>
                </c:pt>
                <c:pt idx="2423">
                  <c:v>42773</c:v>
                </c:pt>
                <c:pt idx="2424">
                  <c:v>42772</c:v>
                </c:pt>
                <c:pt idx="2425">
                  <c:v>42769</c:v>
                </c:pt>
                <c:pt idx="2426">
                  <c:v>42768</c:v>
                </c:pt>
                <c:pt idx="2427">
                  <c:v>42767</c:v>
                </c:pt>
                <c:pt idx="2428">
                  <c:v>42766</c:v>
                </c:pt>
                <c:pt idx="2429">
                  <c:v>42765</c:v>
                </c:pt>
                <c:pt idx="2430">
                  <c:v>42762</c:v>
                </c:pt>
                <c:pt idx="2431">
                  <c:v>42761</c:v>
                </c:pt>
                <c:pt idx="2432">
                  <c:v>42760</c:v>
                </c:pt>
                <c:pt idx="2433">
                  <c:v>42759</c:v>
                </c:pt>
                <c:pt idx="2434">
                  <c:v>42758</c:v>
                </c:pt>
                <c:pt idx="2435">
                  <c:v>42755</c:v>
                </c:pt>
                <c:pt idx="2436">
                  <c:v>42754</c:v>
                </c:pt>
                <c:pt idx="2437">
                  <c:v>42753</c:v>
                </c:pt>
                <c:pt idx="2438">
                  <c:v>42752</c:v>
                </c:pt>
                <c:pt idx="2439">
                  <c:v>42748</c:v>
                </c:pt>
                <c:pt idx="2440">
                  <c:v>42747</c:v>
                </c:pt>
                <c:pt idx="2441">
                  <c:v>42746</c:v>
                </c:pt>
                <c:pt idx="2442">
                  <c:v>42745</c:v>
                </c:pt>
                <c:pt idx="2443">
                  <c:v>42744</c:v>
                </c:pt>
                <c:pt idx="2444">
                  <c:v>42741</c:v>
                </c:pt>
                <c:pt idx="2445">
                  <c:v>42740</c:v>
                </c:pt>
                <c:pt idx="2446">
                  <c:v>42739</c:v>
                </c:pt>
                <c:pt idx="2447">
                  <c:v>42738</c:v>
                </c:pt>
                <c:pt idx="2448">
                  <c:v>42734</c:v>
                </c:pt>
                <c:pt idx="2449">
                  <c:v>42733</c:v>
                </c:pt>
                <c:pt idx="2450">
                  <c:v>42732</c:v>
                </c:pt>
                <c:pt idx="2451">
                  <c:v>42731</c:v>
                </c:pt>
                <c:pt idx="2452">
                  <c:v>42727</c:v>
                </c:pt>
                <c:pt idx="2453">
                  <c:v>42726</c:v>
                </c:pt>
                <c:pt idx="2454">
                  <c:v>42725</c:v>
                </c:pt>
                <c:pt idx="2455">
                  <c:v>42724</c:v>
                </c:pt>
                <c:pt idx="2456">
                  <c:v>42723</c:v>
                </c:pt>
                <c:pt idx="2457">
                  <c:v>42720</c:v>
                </c:pt>
                <c:pt idx="2458">
                  <c:v>42719</c:v>
                </c:pt>
                <c:pt idx="2459">
                  <c:v>42718</c:v>
                </c:pt>
                <c:pt idx="2460">
                  <c:v>42717</c:v>
                </c:pt>
                <c:pt idx="2461">
                  <c:v>42716</c:v>
                </c:pt>
                <c:pt idx="2462">
                  <c:v>42713</c:v>
                </c:pt>
                <c:pt idx="2463">
                  <c:v>42712</c:v>
                </c:pt>
                <c:pt idx="2464">
                  <c:v>42711</c:v>
                </c:pt>
                <c:pt idx="2465">
                  <c:v>42710</c:v>
                </c:pt>
                <c:pt idx="2466">
                  <c:v>42709</c:v>
                </c:pt>
                <c:pt idx="2467">
                  <c:v>42706</c:v>
                </c:pt>
                <c:pt idx="2468">
                  <c:v>42705</c:v>
                </c:pt>
                <c:pt idx="2469">
                  <c:v>42704</c:v>
                </c:pt>
                <c:pt idx="2470">
                  <c:v>42703</c:v>
                </c:pt>
                <c:pt idx="2471">
                  <c:v>42702</c:v>
                </c:pt>
                <c:pt idx="2472">
                  <c:v>42699</c:v>
                </c:pt>
                <c:pt idx="2473">
                  <c:v>42697</c:v>
                </c:pt>
                <c:pt idx="2474">
                  <c:v>42696</c:v>
                </c:pt>
                <c:pt idx="2475">
                  <c:v>42695</c:v>
                </c:pt>
                <c:pt idx="2476">
                  <c:v>42692</c:v>
                </c:pt>
                <c:pt idx="2477">
                  <c:v>42691</c:v>
                </c:pt>
                <c:pt idx="2478">
                  <c:v>42690</c:v>
                </c:pt>
                <c:pt idx="2479">
                  <c:v>42689</c:v>
                </c:pt>
                <c:pt idx="2480">
                  <c:v>42688</c:v>
                </c:pt>
                <c:pt idx="2481">
                  <c:v>42685</c:v>
                </c:pt>
                <c:pt idx="2482">
                  <c:v>42684</c:v>
                </c:pt>
                <c:pt idx="2483">
                  <c:v>42683</c:v>
                </c:pt>
                <c:pt idx="2484">
                  <c:v>42682</c:v>
                </c:pt>
                <c:pt idx="2485">
                  <c:v>42681</c:v>
                </c:pt>
                <c:pt idx="2486">
                  <c:v>42678</c:v>
                </c:pt>
                <c:pt idx="2487">
                  <c:v>42677</c:v>
                </c:pt>
                <c:pt idx="2488">
                  <c:v>42676</c:v>
                </c:pt>
                <c:pt idx="2489">
                  <c:v>42675</c:v>
                </c:pt>
                <c:pt idx="2490">
                  <c:v>42674</c:v>
                </c:pt>
                <c:pt idx="2491">
                  <c:v>42671</c:v>
                </c:pt>
                <c:pt idx="2492">
                  <c:v>42670</c:v>
                </c:pt>
                <c:pt idx="2493">
                  <c:v>42669</c:v>
                </c:pt>
                <c:pt idx="2494">
                  <c:v>42668</c:v>
                </c:pt>
                <c:pt idx="2495">
                  <c:v>42667</c:v>
                </c:pt>
                <c:pt idx="2496">
                  <c:v>42664</c:v>
                </c:pt>
                <c:pt idx="2497">
                  <c:v>42663</c:v>
                </c:pt>
                <c:pt idx="2498">
                  <c:v>42662</c:v>
                </c:pt>
                <c:pt idx="2499">
                  <c:v>42661</c:v>
                </c:pt>
                <c:pt idx="2500">
                  <c:v>42660</c:v>
                </c:pt>
                <c:pt idx="2501">
                  <c:v>42657</c:v>
                </c:pt>
                <c:pt idx="2502">
                  <c:v>42656</c:v>
                </c:pt>
                <c:pt idx="2503">
                  <c:v>42655</c:v>
                </c:pt>
                <c:pt idx="2504">
                  <c:v>42654</c:v>
                </c:pt>
                <c:pt idx="2505">
                  <c:v>42653</c:v>
                </c:pt>
                <c:pt idx="2506">
                  <c:v>42650</c:v>
                </c:pt>
                <c:pt idx="2507">
                  <c:v>42649</c:v>
                </c:pt>
                <c:pt idx="2508">
                  <c:v>42648</c:v>
                </c:pt>
                <c:pt idx="2509">
                  <c:v>42647</c:v>
                </c:pt>
                <c:pt idx="2510">
                  <c:v>42646</c:v>
                </c:pt>
                <c:pt idx="2511">
                  <c:v>42643</c:v>
                </c:pt>
                <c:pt idx="2512">
                  <c:v>42642</c:v>
                </c:pt>
                <c:pt idx="2513">
                  <c:v>42641</c:v>
                </c:pt>
                <c:pt idx="2514">
                  <c:v>42640</c:v>
                </c:pt>
                <c:pt idx="2515">
                  <c:v>42639</c:v>
                </c:pt>
                <c:pt idx="2516">
                  <c:v>42636</c:v>
                </c:pt>
                <c:pt idx="2517">
                  <c:v>42635</c:v>
                </c:pt>
                <c:pt idx="2518">
                  <c:v>42634</c:v>
                </c:pt>
                <c:pt idx="2519">
                  <c:v>42633</c:v>
                </c:pt>
                <c:pt idx="2520">
                  <c:v>42632</c:v>
                </c:pt>
                <c:pt idx="2521">
                  <c:v>42629</c:v>
                </c:pt>
                <c:pt idx="2522">
                  <c:v>42628</c:v>
                </c:pt>
                <c:pt idx="2523">
                  <c:v>42627</c:v>
                </c:pt>
                <c:pt idx="2524">
                  <c:v>42626</c:v>
                </c:pt>
                <c:pt idx="2525">
                  <c:v>42625</c:v>
                </c:pt>
                <c:pt idx="2526">
                  <c:v>42622</c:v>
                </c:pt>
                <c:pt idx="2527">
                  <c:v>42621</c:v>
                </c:pt>
                <c:pt idx="2528">
                  <c:v>42620</c:v>
                </c:pt>
                <c:pt idx="2529">
                  <c:v>42619</c:v>
                </c:pt>
                <c:pt idx="2530">
                  <c:v>42615</c:v>
                </c:pt>
                <c:pt idx="2531">
                  <c:v>42614</c:v>
                </c:pt>
                <c:pt idx="2532">
                  <c:v>42613</c:v>
                </c:pt>
                <c:pt idx="2533">
                  <c:v>42612</c:v>
                </c:pt>
                <c:pt idx="2534">
                  <c:v>42611</c:v>
                </c:pt>
                <c:pt idx="2535">
                  <c:v>42608</c:v>
                </c:pt>
                <c:pt idx="2536">
                  <c:v>42607</c:v>
                </c:pt>
                <c:pt idx="2537">
                  <c:v>42606</c:v>
                </c:pt>
                <c:pt idx="2538">
                  <c:v>42605</c:v>
                </c:pt>
                <c:pt idx="2539">
                  <c:v>42604</c:v>
                </c:pt>
                <c:pt idx="2540">
                  <c:v>42601</c:v>
                </c:pt>
                <c:pt idx="2541">
                  <c:v>42600</c:v>
                </c:pt>
                <c:pt idx="2542">
                  <c:v>42599</c:v>
                </c:pt>
                <c:pt idx="2543">
                  <c:v>42598</c:v>
                </c:pt>
                <c:pt idx="2544">
                  <c:v>42597</c:v>
                </c:pt>
                <c:pt idx="2545">
                  <c:v>42594</c:v>
                </c:pt>
                <c:pt idx="2546">
                  <c:v>42593</c:v>
                </c:pt>
                <c:pt idx="2547">
                  <c:v>42592</c:v>
                </c:pt>
                <c:pt idx="2548">
                  <c:v>42591</c:v>
                </c:pt>
                <c:pt idx="2549">
                  <c:v>42590</c:v>
                </c:pt>
                <c:pt idx="2550">
                  <c:v>42587</c:v>
                </c:pt>
                <c:pt idx="2551">
                  <c:v>42586</c:v>
                </c:pt>
                <c:pt idx="2552">
                  <c:v>42585</c:v>
                </c:pt>
                <c:pt idx="2553">
                  <c:v>42584</c:v>
                </c:pt>
                <c:pt idx="2554">
                  <c:v>42583</c:v>
                </c:pt>
                <c:pt idx="2555">
                  <c:v>42580</c:v>
                </c:pt>
                <c:pt idx="2556">
                  <c:v>42579</c:v>
                </c:pt>
                <c:pt idx="2557">
                  <c:v>42578</c:v>
                </c:pt>
                <c:pt idx="2558">
                  <c:v>42577</c:v>
                </c:pt>
                <c:pt idx="2559">
                  <c:v>42576</c:v>
                </c:pt>
                <c:pt idx="2560">
                  <c:v>42573</c:v>
                </c:pt>
                <c:pt idx="2561">
                  <c:v>42572</c:v>
                </c:pt>
                <c:pt idx="2562">
                  <c:v>42571</c:v>
                </c:pt>
                <c:pt idx="2563">
                  <c:v>42570</c:v>
                </c:pt>
                <c:pt idx="2564">
                  <c:v>42569</c:v>
                </c:pt>
                <c:pt idx="2565">
                  <c:v>42566</c:v>
                </c:pt>
                <c:pt idx="2566">
                  <c:v>42565</c:v>
                </c:pt>
                <c:pt idx="2567">
                  <c:v>42564</c:v>
                </c:pt>
                <c:pt idx="2568">
                  <c:v>42563</c:v>
                </c:pt>
                <c:pt idx="2569">
                  <c:v>42562</c:v>
                </c:pt>
                <c:pt idx="2570">
                  <c:v>42559</c:v>
                </c:pt>
                <c:pt idx="2571">
                  <c:v>42558</c:v>
                </c:pt>
                <c:pt idx="2572">
                  <c:v>42557</c:v>
                </c:pt>
                <c:pt idx="2573">
                  <c:v>42556</c:v>
                </c:pt>
                <c:pt idx="2574">
                  <c:v>42552</c:v>
                </c:pt>
                <c:pt idx="2575">
                  <c:v>42551</c:v>
                </c:pt>
                <c:pt idx="2576">
                  <c:v>42550</c:v>
                </c:pt>
                <c:pt idx="2577">
                  <c:v>42549</c:v>
                </c:pt>
                <c:pt idx="2578">
                  <c:v>42548</c:v>
                </c:pt>
                <c:pt idx="2579">
                  <c:v>42545</c:v>
                </c:pt>
                <c:pt idx="2580">
                  <c:v>42544</c:v>
                </c:pt>
                <c:pt idx="2581">
                  <c:v>42543</c:v>
                </c:pt>
                <c:pt idx="2582">
                  <c:v>42542</c:v>
                </c:pt>
                <c:pt idx="2583">
                  <c:v>42541</c:v>
                </c:pt>
                <c:pt idx="2584">
                  <c:v>42538</c:v>
                </c:pt>
                <c:pt idx="2585">
                  <c:v>42537</c:v>
                </c:pt>
                <c:pt idx="2586">
                  <c:v>42536</c:v>
                </c:pt>
                <c:pt idx="2587">
                  <c:v>42535</c:v>
                </c:pt>
                <c:pt idx="2588">
                  <c:v>42534</c:v>
                </c:pt>
                <c:pt idx="2589">
                  <c:v>42531</c:v>
                </c:pt>
                <c:pt idx="2590">
                  <c:v>42530</c:v>
                </c:pt>
                <c:pt idx="2591">
                  <c:v>42529</c:v>
                </c:pt>
                <c:pt idx="2592">
                  <c:v>42528</c:v>
                </c:pt>
                <c:pt idx="2593">
                  <c:v>42527</c:v>
                </c:pt>
                <c:pt idx="2594">
                  <c:v>42524</c:v>
                </c:pt>
                <c:pt idx="2595">
                  <c:v>42523</c:v>
                </c:pt>
                <c:pt idx="2596">
                  <c:v>42522</c:v>
                </c:pt>
                <c:pt idx="2597">
                  <c:v>42521</c:v>
                </c:pt>
                <c:pt idx="2598">
                  <c:v>42517</c:v>
                </c:pt>
                <c:pt idx="2599">
                  <c:v>42516</c:v>
                </c:pt>
                <c:pt idx="2600">
                  <c:v>42515</c:v>
                </c:pt>
                <c:pt idx="2601">
                  <c:v>42514</c:v>
                </c:pt>
                <c:pt idx="2602">
                  <c:v>42513</c:v>
                </c:pt>
                <c:pt idx="2603">
                  <c:v>42510</c:v>
                </c:pt>
                <c:pt idx="2604">
                  <c:v>42509</c:v>
                </c:pt>
                <c:pt idx="2605">
                  <c:v>42508</c:v>
                </c:pt>
                <c:pt idx="2606">
                  <c:v>42507</c:v>
                </c:pt>
                <c:pt idx="2607">
                  <c:v>42506</c:v>
                </c:pt>
                <c:pt idx="2608">
                  <c:v>42503</c:v>
                </c:pt>
                <c:pt idx="2609">
                  <c:v>42502</c:v>
                </c:pt>
                <c:pt idx="2610">
                  <c:v>42501</c:v>
                </c:pt>
                <c:pt idx="2611">
                  <c:v>42500</c:v>
                </c:pt>
                <c:pt idx="2612">
                  <c:v>42499</c:v>
                </c:pt>
                <c:pt idx="2613">
                  <c:v>42496</c:v>
                </c:pt>
                <c:pt idx="2614">
                  <c:v>42495</c:v>
                </c:pt>
                <c:pt idx="2615">
                  <c:v>42494</c:v>
                </c:pt>
                <c:pt idx="2616">
                  <c:v>42493</c:v>
                </c:pt>
                <c:pt idx="2617">
                  <c:v>42492</c:v>
                </c:pt>
                <c:pt idx="2618">
                  <c:v>42489</c:v>
                </c:pt>
                <c:pt idx="2619">
                  <c:v>42488</c:v>
                </c:pt>
                <c:pt idx="2620">
                  <c:v>42487</c:v>
                </c:pt>
                <c:pt idx="2621">
                  <c:v>42486</c:v>
                </c:pt>
                <c:pt idx="2622">
                  <c:v>42485</c:v>
                </c:pt>
                <c:pt idx="2623">
                  <c:v>42482</c:v>
                </c:pt>
                <c:pt idx="2624">
                  <c:v>42481</c:v>
                </c:pt>
                <c:pt idx="2625">
                  <c:v>42480</c:v>
                </c:pt>
                <c:pt idx="2626">
                  <c:v>42479</c:v>
                </c:pt>
                <c:pt idx="2627">
                  <c:v>42478</c:v>
                </c:pt>
                <c:pt idx="2628">
                  <c:v>42475</c:v>
                </c:pt>
                <c:pt idx="2629">
                  <c:v>42474</c:v>
                </c:pt>
                <c:pt idx="2630">
                  <c:v>42473</c:v>
                </c:pt>
                <c:pt idx="2631">
                  <c:v>42472</c:v>
                </c:pt>
                <c:pt idx="2632">
                  <c:v>42471</c:v>
                </c:pt>
                <c:pt idx="2633">
                  <c:v>42468</c:v>
                </c:pt>
                <c:pt idx="2634">
                  <c:v>42467</c:v>
                </c:pt>
                <c:pt idx="2635">
                  <c:v>42466</c:v>
                </c:pt>
                <c:pt idx="2636">
                  <c:v>42465</c:v>
                </c:pt>
                <c:pt idx="2637">
                  <c:v>42464</c:v>
                </c:pt>
                <c:pt idx="2638">
                  <c:v>42461</c:v>
                </c:pt>
                <c:pt idx="2639">
                  <c:v>42460</c:v>
                </c:pt>
                <c:pt idx="2640">
                  <c:v>42459</c:v>
                </c:pt>
                <c:pt idx="2641">
                  <c:v>42458</c:v>
                </c:pt>
                <c:pt idx="2642">
                  <c:v>42457</c:v>
                </c:pt>
                <c:pt idx="2643">
                  <c:v>42453</c:v>
                </c:pt>
                <c:pt idx="2644">
                  <c:v>42452</c:v>
                </c:pt>
                <c:pt idx="2645">
                  <c:v>42451</c:v>
                </c:pt>
                <c:pt idx="2646">
                  <c:v>42450</c:v>
                </c:pt>
                <c:pt idx="2647">
                  <c:v>42447</c:v>
                </c:pt>
                <c:pt idx="2648">
                  <c:v>42446</c:v>
                </c:pt>
                <c:pt idx="2649">
                  <c:v>42445</c:v>
                </c:pt>
                <c:pt idx="2650">
                  <c:v>42444</c:v>
                </c:pt>
                <c:pt idx="2651">
                  <c:v>42443</c:v>
                </c:pt>
                <c:pt idx="2652">
                  <c:v>42440</c:v>
                </c:pt>
                <c:pt idx="2653">
                  <c:v>42439</c:v>
                </c:pt>
                <c:pt idx="2654">
                  <c:v>42438</c:v>
                </c:pt>
                <c:pt idx="2655">
                  <c:v>42437</c:v>
                </c:pt>
                <c:pt idx="2656">
                  <c:v>42436</c:v>
                </c:pt>
                <c:pt idx="2657">
                  <c:v>42433</c:v>
                </c:pt>
                <c:pt idx="2658">
                  <c:v>42432</c:v>
                </c:pt>
                <c:pt idx="2659">
                  <c:v>42431</c:v>
                </c:pt>
                <c:pt idx="2660">
                  <c:v>42430</c:v>
                </c:pt>
                <c:pt idx="2661">
                  <c:v>42429</c:v>
                </c:pt>
                <c:pt idx="2662">
                  <c:v>42426</c:v>
                </c:pt>
                <c:pt idx="2663">
                  <c:v>42425</c:v>
                </c:pt>
                <c:pt idx="2664">
                  <c:v>42424</c:v>
                </c:pt>
                <c:pt idx="2665">
                  <c:v>42423</c:v>
                </c:pt>
                <c:pt idx="2666">
                  <c:v>42422</c:v>
                </c:pt>
                <c:pt idx="2667">
                  <c:v>42419</c:v>
                </c:pt>
                <c:pt idx="2668">
                  <c:v>42418</c:v>
                </c:pt>
                <c:pt idx="2669">
                  <c:v>42417</c:v>
                </c:pt>
                <c:pt idx="2670">
                  <c:v>42416</c:v>
                </c:pt>
                <c:pt idx="2671">
                  <c:v>42412</c:v>
                </c:pt>
                <c:pt idx="2672">
                  <c:v>42411</c:v>
                </c:pt>
                <c:pt idx="2673">
                  <c:v>42410</c:v>
                </c:pt>
                <c:pt idx="2674">
                  <c:v>42409</c:v>
                </c:pt>
                <c:pt idx="2675">
                  <c:v>42408</c:v>
                </c:pt>
                <c:pt idx="2676">
                  <c:v>42405</c:v>
                </c:pt>
                <c:pt idx="2677">
                  <c:v>42404</c:v>
                </c:pt>
                <c:pt idx="2678">
                  <c:v>42403</c:v>
                </c:pt>
                <c:pt idx="2679">
                  <c:v>42402</c:v>
                </c:pt>
                <c:pt idx="2680">
                  <c:v>42401</c:v>
                </c:pt>
                <c:pt idx="2681">
                  <c:v>42398</c:v>
                </c:pt>
                <c:pt idx="2682">
                  <c:v>42397</c:v>
                </c:pt>
                <c:pt idx="2683">
                  <c:v>42396</c:v>
                </c:pt>
                <c:pt idx="2684">
                  <c:v>42395</c:v>
                </c:pt>
                <c:pt idx="2685">
                  <c:v>42394</c:v>
                </c:pt>
                <c:pt idx="2686">
                  <c:v>42391</c:v>
                </c:pt>
                <c:pt idx="2687">
                  <c:v>42390</c:v>
                </c:pt>
                <c:pt idx="2688">
                  <c:v>42389</c:v>
                </c:pt>
                <c:pt idx="2689">
                  <c:v>42388</c:v>
                </c:pt>
                <c:pt idx="2690">
                  <c:v>42384</c:v>
                </c:pt>
                <c:pt idx="2691">
                  <c:v>42383</c:v>
                </c:pt>
                <c:pt idx="2692">
                  <c:v>42382</c:v>
                </c:pt>
                <c:pt idx="2693">
                  <c:v>42381</c:v>
                </c:pt>
                <c:pt idx="2694">
                  <c:v>42380</c:v>
                </c:pt>
                <c:pt idx="2695">
                  <c:v>42377</c:v>
                </c:pt>
                <c:pt idx="2696">
                  <c:v>42376</c:v>
                </c:pt>
                <c:pt idx="2697">
                  <c:v>42375</c:v>
                </c:pt>
                <c:pt idx="2698">
                  <c:v>42374</c:v>
                </c:pt>
                <c:pt idx="2699">
                  <c:v>42373</c:v>
                </c:pt>
                <c:pt idx="2700">
                  <c:v>42369</c:v>
                </c:pt>
                <c:pt idx="2701">
                  <c:v>42368</c:v>
                </c:pt>
                <c:pt idx="2702">
                  <c:v>42367</c:v>
                </c:pt>
                <c:pt idx="2703">
                  <c:v>42366</c:v>
                </c:pt>
                <c:pt idx="2704">
                  <c:v>42362</c:v>
                </c:pt>
                <c:pt idx="2705">
                  <c:v>42361</c:v>
                </c:pt>
                <c:pt idx="2706">
                  <c:v>42360</c:v>
                </c:pt>
                <c:pt idx="2707">
                  <c:v>42359</c:v>
                </c:pt>
                <c:pt idx="2708">
                  <c:v>42356</c:v>
                </c:pt>
                <c:pt idx="2709">
                  <c:v>42355</c:v>
                </c:pt>
                <c:pt idx="2710">
                  <c:v>42354</c:v>
                </c:pt>
                <c:pt idx="2711">
                  <c:v>42353</c:v>
                </c:pt>
                <c:pt idx="2712">
                  <c:v>42352</c:v>
                </c:pt>
                <c:pt idx="2713">
                  <c:v>42349</c:v>
                </c:pt>
                <c:pt idx="2714">
                  <c:v>42348</c:v>
                </c:pt>
                <c:pt idx="2715">
                  <c:v>42347</c:v>
                </c:pt>
                <c:pt idx="2716">
                  <c:v>42346</c:v>
                </c:pt>
                <c:pt idx="2717">
                  <c:v>42345</c:v>
                </c:pt>
                <c:pt idx="2718">
                  <c:v>42342</c:v>
                </c:pt>
                <c:pt idx="2719">
                  <c:v>42341</c:v>
                </c:pt>
                <c:pt idx="2720">
                  <c:v>42340</c:v>
                </c:pt>
                <c:pt idx="2721">
                  <c:v>42339</c:v>
                </c:pt>
                <c:pt idx="2722">
                  <c:v>42338</c:v>
                </c:pt>
                <c:pt idx="2723">
                  <c:v>42335</c:v>
                </c:pt>
                <c:pt idx="2724">
                  <c:v>42333</c:v>
                </c:pt>
                <c:pt idx="2725">
                  <c:v>42332</c:v>
                </c:pt>
                <c:pt idx="2726">
                  <c:v>42331</c:v>
                </c:pt>
                <c:pt idx="2727">
                  <c:v>42328</c:v>
                </c:pt>
                <c:pt idx="2728">
                  <c:v>42327</c:v>
                </c:pt>
                <c:pt idx="2729">
                  <c:v>42326</c:v>
                </c:pt>
                <c:pt idx="2730">
                  <c:v>42325</c:v>
                </c:pt>
                <c:pt idx="2731">
                  <c:v>42324</c:v>
                </c:pt>
                <c:pt idx="2732">
                  <c:v>42321</c:v>
                </c:pt>
                <c:pt idx="2733">
                  <c:v>42320</c:v>
                </c:pt>
                <c:pt idx="2734">
                  <c:v>42319</c:v>
                </c:pt>
                <c:pt idx="2735">
                  <c:v>42318</c:v>
                </c:pt>
                <c:pt idx="2736">
                  <c:v>42317</c:v>
                </c:pt>
                <c:pt idx="2737">
                  <c:v>42314</c:v>
                </c:pt>
                <c:pt idx="2738">
                  <c:v>42313</c:v>
                </c:pt>
                <c:pt idx="2739">
                  <c:v>42312</c:v>
                </c:pt>
                <c:pt idx="2740">
                  <c:v>42311</c:v>
                </c:pt>
                <c:pt idx="2741">
                  <c:v>42310</c:v>
                </c:pt>
                <c:pt idx="2742">
                  <c:v>42307</c:v>
                </c:pt>
                <c:pt idx="2743">
                  <c:v>42306</c:v>
                </c:pt>
                <c:pt idx="2744">
                  <c:v>42305</c:v>
                </c:pt>
                <c:pt idx="2745">
                  <c:v>42304</c:v>
                </c:pt>
                <c:pt idx="2746">
                  <c:v>42303</c:v>
                </c:pt>
                <c:pt idx="2747">
                  <c:v>42300</c:v>
                </c:pt>
                <c:pt idx="2748">
                  <c:v>42299</c:v>
                </c:pt>
                <c:pt idx="2749">
                  <c:v>42298</c:v>
                </c:pt>
                <c:pt idx="2750">
                  <c:v>42297</c:v>
                </c:pt>
                <c:pt idx="2751">
                  <c:v>42296</c:v>
                </c:pt>
                <c:pt idx="2752">
                  <c:v>42293</c:v>
                </c:pt>
                <c:pt idx="2753">
                  <c:v>42292</c:v>
                </c:pt>
                <c:pt idx="2754">
                  <c:v>42291</c:v>
                </c:pt>
                <c:pt idx="2755">
                  <c:v>42290</c:v>
                </c:pt>
                <c:pt idx="2756">
                  <c:v>42289</c:v>
                </c:pt>
                <c:pt idx="2757">
                  <c:v>42286</c:v>
                </c:pt>
                <c:pt idx="2758">
                  <c:v>42285</c:v>
                </c:pt>
                <c:pt idx="2759">
                  <c:v>42284</c:v>
                </c:pt>
                <c:pt idx="2760">
                  <c:v>42283</c:v>
                </c:pt>
                <c:pt idx="2761">
                  <c:v>42282</c:v>
                </c:pt>
                <c:pt idx="2762">
                  <c:v>42279</c:v>
                </c:pt>
                <c:pt idx="2763">
                  <c:v>42278</c:v>
                </c:pt>
                <c:pt idx="2764">
                  <c:v>42277</c:v>
                </c:pt>
                <c:pt idx="2765">
                  <c:v>42276</c:v>
                </c:pt>
                <c:pt idx="2766">
                  <c:v>42275</c:v>
                </c:pt>
                <c:pt idx="2767">
                  <c:v>42272</c:v>
                </c:pt>
                <c:pt idx="2768">
                  <c:v>42271</c:v>
                </c:pt>
                <c:pt idx="2769">
                  <c:v>42270</c:v>
                </c:pt>
                <c:pt idx="2770">
                  <c:v>42269</c:v>
                </c:pt>
                <c:pt idx="2771">
                  <c:v>42268</c:v>
                </c:pt>
                <c:pt idx="2772">
                  <c:v>42265</c:v>
                </c:pt>
                <c:pt idx="2773">
                  <c:v>42264</c:v>
                </c:pt>
                <c:pt idx="2774">
                  <c:v>42263</c:v>
                </c:pt>
                <c:pt idx="2775">
                  <c:v>42262</c:v>
                </c:pt>
                <c:pt idx="2776">
                  <c:v>42261</c:v>
                </c:pt>
                <c:pt idx="2777">
                  <c:v>42258</c:v>
                </c:pt>
                <c:pt idx="2778">
                  <c:v>42257</c:v>
                </c:pt>
                <c:pt idx="2779">
                  <c:v>42256</c:v>
                </c:pt>
                <c:pt idx="2780">
                  <c:v>42255</c:v>
                </c:pt>
                <c:pt idx="2781">
                  <c:v>42251</c:v>
                </c:pt>
                <c:pt idx="2782">
                  <c:v>42250</c:v>
                </c:pt>
                <c:pt idx="2783">
                  <c:v>42249</c:v>
                </c:pt>
                <c:pt idx="2784">
                  <c:v>42248</c:v>
                </c:pt>
                <c:pt idx="2785">
                  <c:v>42247</c:v>
                </c:pt>
                <c:pt idx="2786">
                  <c:v>42244</c:v>
                </c:pt>
                <c:pt idx="2787">
                  <c:v>42243</c:v>
                </c:pt>
                <c:pt idx="2788">
                  <c:v>42242</c:v>
                </c:pt>
                <c:pt idx="2789">
                  <c:v>42241</c:v>
                </c:pt>
                <c:pt idx="2790">
                  <c:v>42240</c:v>
                </c:pt>
                <c:pt idx="2791">
                  <c:v>42237</c:v>
                </c:pt>
                <c:pt idx="2792">
                  <c:v>42236</c:v>
                </c:pt>
                <c:pt idx="2793">
                  <c:v>42235</c:v>
                </c:pt>
                <c:pt idx="2794">
                  <c:v>42234</c:v>
                </c:pt>
                <c:pt idx="2795">
                  <c:v>42233</c:v>
                </c:pt>
                <c:pt idx="2796">
                  <c:v>42230</c:v>
                </c:pt>
                <c:pt idx="2797">
                  <c:v>42229</c:v>
                </c:pt>
                <c:pt idx="2798">
                  <c:v>42228</c:v>
                </c:pt>
                <c:pt idx="2799">
                  <c:v>42227</c:v>
                </c:pt>
                <c:pt idx="2800">
                  <c:v>42226</c:v>
                </c:pt>
                <c:pt idx="2801">
                  <c:v>42223</c:v>
                </c:pt>
                <c:pt idx="2802">
                  <c:v>42222</c:v>
                </c:pt>
                <c:pt idx="2803">
                  <c:v>42221</c:v>
                </c:pt>
                <c:pt idx="2804">
                  <c:v>42220</c:v>
                </c:pt>
                <c:pt idx="2805">
                  <c:v>42219</c:v>
                </c:pt>
                <c:pt idx="2806">
                  <c:v>42216</c:v>
                </c:pt>
                <c:pt idx="2807">
                  <c:v>42215</c:v>
                </c:pt>
                <c:pt idx="2808">
                  <c:v>42214</c:v>
                </c:pt>
                <c:pt idx="2809">
                  <c:v>42213</c:v>
                </c:pt>
                <c:pt idx="2810">
                  <c:v>42212</c:v>
                </c:pt>
                <c:pt idx="2811">
                  <c:v>42209</c:v>
                </c:pt>
                <c:pt idx="2812">
                  <c:v>42208</c:v>
                </c:pt>
                <c:pt idx="2813">
                  <c:v>42207</c:v>
                </c:pt>
                <c:pt idx="2814">
                  <c:v>42206</c:v>
                </c:pt>
                <c:pt idx="2815">
                  <c:v>42205</c:v>
                </c:pt>
                <c:pt idx="2816">
                  <c:v>42202</c:v>
                </c:pt>
                <c:pt idx="2817">
                  <c:v>42201</c:v>
                </c:pt>
                <c:pt idx="2818">
                  <c:v>42200</c:v>
                </c:pt>
                <c:pt idx="2819">
                  <c:v>42199</c:v>
                </c:pt>
                <c:pt idx="2820">
                  <c:v>42198</c:v>
                </c:pt>
                <c:pt idx="2821">
                  <c:v>42195</c:v>
                </c:pt>
                <c:pt idx="2822">
                  <c:v>42194</c:v>
                </c:pt>
                <c:pt idx="2823">
                  <c:v>42193</c:v>
                </c:pt>
                <c:pt idx="2824">
                  <c:v>42192</c:v>
                </c:pt>
                <c:pt idx="2825">
                  <c:v>42191</c:v>
                </c:pt>
                <c:pt idx="2826">
                  <c:v>42187</c:v>
                </c:pt>
                <c:pt idx="2827">
                  <c:v>42186</c:v>
                </c:pt>
                <c:pt idx="2828">
                  <c:v>42185</c:v>
                </c:pt>
                <c:pt idx="2829">
                  <c:v>42184</c:v>
                </c:pt>
                <c:pt idx="2830">
                  <c:v>42181</c:v>
                </c:pt>
                <c:pt idx="2831">
                  <c:v>42180</c:v>
                </c:pt>
                <c:pt idx="2832">
                  <c:v>42179</c:v>
                </c:pt>
                <c:pt idx="2833">
                  <c:v>42178</c:v>
                </c:pt>
                <c:pt idx="2834">
                  <c:v>42177</c:v>
                </c:pt>
                <c:pt idx="2835">
                  <c:v>42174</c:v>
                </c:pt>
                <c:pt idx="2836">
                  <c:v>42173</c:v>
                </c:pt>
                <c:pt idx="2837">
                  <c:v>42172</c:v>
                </c:pt>
                <c:pt idx="2838">
                  <c:v>42171</c:v>
                </c:pt>
                <c:pt idx="2839">
                  <c:v>42170</c:v>
                </c:pt>
                <c:pt idx="2840">
                  <c:v>42167</c:v>
                </c:pt>
                <c:pt idx="2841">
                  <c:v>42166</c:v>
                </c:pt>
                <c:pt idx="2842">
                  <c:v>42165</c:v>
                </c:pt>
                <c:pt idx="2843">
                  <c:v>42164</c:v>
                </c:pt>
                <c:pt idx="2844">
                  <c:v>42163</c:v>
                </c:pt>
                <c:pt idx="2845">
                  <c:v>42160</c:v>
                </c:pt>
                <c:pt idx="2846">
                  <c:v>42159</c:v>
                </c:pt>
                <c:pt idx="2847">
                  <c:v>42158</c:v>
                </c:pt>
                <c:pt idx="2848">
                  <c:v>42157</c:v>
                </c:pt>
                <c:pt idx="2849">
                  <c:v>42156</c:v>
                </c:pt>
                <c:pt idx="2850">
                  <c:v>42153</c:v>
                </c:pt>
                <c:pt idx="2851">
                  <c:v>42152</c:v>
                </c:pt>
                <c:pt idx="2852">
                  <c:v>42151</c:v>
                </c:pt>
                <c:pt idx="2853">
                  <c:v>42150</c:v>
                </c:pt>
                <c:pt idx="2854">
                  <c:v>42146</c:v>
                </c:pt>
                <c:pt idx="2855">
                  <c:v>42145</c:v>
                </c:pt>
                <c:pt idx="2856">
                  <c:v>42144</c:v>
                </c:pt>
                <c:pt idx="2857">
                  <c:v>42143</c:v>
                </c:pt>
                <c:pt idx="2858">
                  <c:v>42142</c:v>
                </c:pt>
                <c:pt idx="2859">
                  <c:v>42139</c:v>
                </c:pt>
                <c:pt idx="2860">
                  <c:v>42138</c:v>
                </c:pt>
                <c:pt idx="2861">
                  <c:v>42137</c:v>
                </c:pt>
                <c:pt idx="2862">
                  <c:v>42136</c:v>
                </c:pt>
                <c:pt idx="2863">
                  <c:v>42135</c:v>
                </c:pt>
                <c:pt idx="2864">
                  <c:v>42132</c:v>
                </c:pt>
                <c:pt idx="2865">
                  <c:v>42131</c:v>
                </c:pt>
                <c:pt idx="2866">
                  <c:v>42130</c:v>
                </c:pt>
                <c:pt idx="2867">
                  <c:v>42129</c:v>
                </c:pt>
                <c:pt idx="2868">
                  <c:v>42128</c:v>
                </c:pt>
                <c:pt idx="2869">
                  <c:v>42125</c:v>
                </c:pt>
                <c:pt idx="2870">
                  <c:v>42124</c:v>
                </c:pt>
                <c:pt idx="2871">
                  <c:v>42123</c:v>
                </c:pt>
                <c:pt idx="2872">
                  <c:v>42122</c:v>
                </c:pt>
                <c:pt idx="2873">
                  <c:v>42121</c:v>
                </c:pt>
                <c:pt idx="2874">
                  <c:v>42118</c:v>
                </c:pt>
                <c:pt idx="2875">
                  <c:v>42117</c:v>
                </c:pt>
                <c:pt idx="2876">
                  <c:v>42116</c:v>
                </c:pt>
                <c:pt idx="2877">
                  <c:v>42115</c:v>
                </c:pt>
                <c:pt idx="2878">
                  <c:v>42114</c:v>
                </c:pt>
                <c:pt idx="2879">
                  <c:v>42111</c:v>
                </c:pt>
                <c:pt idx="2880">
                  <c:v>42110</c:v>
                </c:pt>
                <c:pt idx="2881">
                  <c:v>42109</c:v>
                </c:pt>
                <c:pt idx="2882">
                  <c:v>42108</c:v>
                </c:pt>
                <c:pt idx="2883">
                  <c:v>42107</c:v>
                </c:pt>
                <c:pt idx="2884">
                  <c:v>42104</c:v>
                </c:pt>
                <c:pt idx="2885">
                  <c:v>42103</c:v>
                </c:pt>
                <c:pt idx="2886">
                  <c:v>42102</c:v>
                </c:pt>
                <c:pt idx="2887">
                  <c:v>42101</c:v>
                </c:pt>
                <c:pt idx="2888">
                  <c:v>42100</c:v>
                </c:pt>
                <c:pt idx="2889">
                  <c:v>42096</c:v>
                </c:pt>
                <c:pt idx="2890">
                  <c:v>42095</c:v>
                </c:pt>
                <c:pt idx="2891">
                  <c:v>42094</c:v>
                </c:pt>
                <c:pt idx="2892">
                  <c:v>42093</c:v>
                </c:pt>
                <c:pt idx="2893">
                  <c:v>42090</c:v>
                </c:pt>
                <c:pt idx="2894">
                  <c:v>42089</c:v>
                </c:pt>
                <c:pt idx="2895">
                  <c:v>42088</c:v>
                </c:pt>
                <c:pt idx="2896">
                  <c:v>42087</c:v>
                </c:pt>
                <c:pt idx="2897">
                  <c:v>42086</c:v>
                </c:pt>
                <c:pt idx="2898">
                  <c:v>42083</c:v>
                </c:pt>
                <c:pt idx="2899">
                  <c:v>42082</c:v>
                </c:pt>
                <c:pt idx="2900">
                  <c:v>42081</c:v>
                </c:pt>
                <c:pt idx="2901">
                  <c:v>42080</c:v>
                </c:pt>
                <c:pt idx="2902">
                  <c:v>42079</c:v>
                </c:pt>
                <c:pt idx="2903">
                  <c:v>42076</c:v>
                </c:pt>
                <c:pt idx="2904">
                  <c:v>42075</c:v>
                </c:pt>
                <c:pt idx="2905">
                  <c:v>42074</c:v>
                </c:pt>
                <c:pt idx="2906">
                  <c:v>42073</c:v>
                </c:pt>
                <c:pt idx="2907">
                  <c:v>42072</c:v>
                </c:pt>
                <c:pt idx="2908">
                  <c:v>42069</c:v>
                </c:pt>
                <c:pt idx="2909">
                  <c:v>42068</c:v>
                </c:pt>
                <c:pt idx="2910">
                  <c:v>42067</c:v>
                </c:pt>
                <c:pt idx="2911">
                  <c:v>42066</c:v>
                </c:pt>
                <c:pt idx="2912">
                  <c:v>42065</c:v>
                </c:pt>
                <c:pt idx="2913">
                  <c:v>42062</c:v>
                </c:pt>
                <c:pt idx="2914">
                  <c:v>42061</c:v>
                </c:pt>
                <c:pt idx="2915">
                  <c:v>42060</c:v>
                </c:pt>
                <c:pt idx="2916">
                  <c:v>42059</c:v>
                </c:pt>
                <c:pt idx="2917">
                  <c:v>42058</c:v>
                </c:pt>
                <c:pt idx="2918">
                  <c:v>42055</c:v>
                </c:pt>
                <c:pt idx="2919">
                  <c:v>42054</c:v>
                </c:pt>
                <c:pt idx="2920">
                  <c:v>42053</c:v>
                </c:pt>
                <c:pt idx="2921">
                  <c:v>42052</c:v>
                </c:pt>
                <c:pt idx="2922">
                  <c:v>42048</c:v>
                </c:pt>
                <c:pt idx="2923">
                  <c:v>42047</c:v>
                </c:pt>
                <c:pt idx="2924">
                  <c:v>42046</c:v>
                </c:pt>
                <c:pt idx="2925">
                  <c:v>42045</c:v>
                </c:pt>
                <c:pt idx="2926">
                  <c:v>42044</c:v>
                </c:pt>
                <c:pt idx="2927">
                  <c:v>42041</c:v>
                </c:pt>
                <c:pt idx="2928">
                  <c:v>42040</c:v>
                </c:pt>
                <c:pt idx="2929">
                  <c:v>42039</c:v>
                </c:pt>
                <c:pt idx="2930">
                  <c:v>42038</c:v>
                </c:pt>
                <c:pt idx="2931">
                  <c:v>42037</c:v>
                </c:pt>
                <c:pt idx="2932">
                  <c:v>42034</c:v>
                </c:pt>
                <c:pt idx="2933">
                  <c:v>42033</c:v>
                </c:pt>
                <c:pt idx="2934">
                  <c:v>42032</c:v>
                </c:pt>
                <c:pt idx="2935">
                  <c:v>42031</c:v>
                </c:pt>
                <c:pt idx="2936">
                  <c:v>42030</c:v>
                </c:pt>
                <c:pt idx="2937">
                  <c:v>42027</c:v>
                </c:pt>
                <c:pt idx="2938">
                  <c:v>42026</c:v>
                </c:pt>
                <c:pt idx="2939">
                  <c:v>42025</c:v>
                </c:pt>
                <c:pt idx="2940">
                  <c:v>42024</c:v>
                </c:pt>
                <c:pt idx="2941">
                  <c:v>42020</c:v>
                </c:pt>
                <c:pt idx="2942">
                  <c:v>42019</c:v>
                </c:pt>
                <c:pt idx="2943">
                  <c:v>42018</c:v>
                </c:pt>
                <c:pt idx="2944">
                  <c:v>42017</c:v>
                </c:pt>
                <c:pt idx="2945">
                  <c:v>42016</c:v>
                </c:pt>
                <c:pt idx="2946">
                  <c:v>42013</c:v>
                </c:pt>
                <c:pt idx="2947">
                  <c:v>42012</c:v>
                </c:pt>
                <c:pt idx="2948">
                  <c:v>42011</c:v>
                </c:pt>
                <c:pt idx="2949">
                  <c:v>42010</c:v>
                </c:pt>
                <c:pt idx="2950">
                  <c:v>42009</c:v>
                </c:pt>
                <c:pt idx="2951">
                  <c:v>42006</c:v>
                </c:pt>
                <c:pt idx="2952">
                  <c:v>42004</c:v>
                </c:pt>
                <c:pt idx="2953">
                  <c:v>42003</c:v>
                </c:pt>
                <c:pt idx="2954">
                  <c:v>42002</c:v>
                </c:pt>
                <c:pt idx="2955">
                  <c:v>41999</c:v>
                </c:pt>
                <c:pt idx="2956">
                  <c:v>41997</c:v>
                </c:pt>
                <c:pt idx="2957">
                  <c:v>41996</c:v>
                </c:pt>
                <c:pt idx="2958">
                  <c:v>41995</c:v>
                </c:pt>
                <c:pt idx="2959">
                  <c:v>41992</c:v>
                </c:pt>
                <c:pt idx="2960">
                  <c:v>41991</c:v>
                </c:pt>
                <c:pt idx="2961">
                  <c:v>41990</c:v>
                </c:pt>
                <c:pt idx="2962">
                  <c:v>41989</c:v>
                </c:pt>
                <c:pt idx="2963">
                  <c:v>41988</c:v>
                </c:pt>
                <c:pt idx="2964">
                  <c:v>41985</c:v>
                </c:pt>
                <c:pt idx="2965">
                  <c:v>41984</c:v>
                </c:pt>
                <c:pt idx="2966">
                  <c:v>41983</c:v>
                </c:pt>
                <c:pt idx="2967">
                  <c:v>41982</c:v>
                </c:pt>
                <c:pt idx="2968">
                  <c:v>41981</c:v>
                </c:pt>
                <c:pt idx="2969">
                  <c:v>41978</c:v>
                </c:pt>
                <c:pt idx="2970">
                  <c:v>41977</c:v>
                </c:pt>
                <c:pt idx="2971">
                  <c:v>41976</c:v>
                </c:pt>
                <c:pt idx="2972">
                  <c:v>41975</c:v>
                </c:pt>
                <c:pt idx="2973">
                  <c:v>41974</c:v>
                </c:pt>
                <c:pt idx="2974">
                  <c:v>41971</c:v>
                </c:pt>
                <c:pt idx="2975">
                  <c:v>41969</c:v>
                </c:pt>
                <c:pt idx="2976">
                  <c:v>41968</c:v>
                </c:pt>
                <c:pt idx="2977">
                  <c:v>41967</c:v>
                </c:pt>
                <c:pt idx="2978">
                  <c:v>41964</c:v>
                </c:pt>
                <c:pt idx="2979">
                  <c:v>41963</c:v>
                </c:pt>
                <c:pt idx="2980">
                  <c:v>41962</c:v>
                </c:pt>
                <c:pt idx="2981">
                  <c:v>41961</c:v>
                </c:pt>
                <c:pt idx="2982">
                  <c:v>41960</c:v>
                </c:pt>
                <c:pt idx="2983">
                  <c:v>41957</c:v>
                </c:pt>
                <c:pt idx="2984">
                  <c:v>41956</c:v>
                </c:pt>
                <c:pt idx="2985">
                  <c:v>41955</c:v>
                </c:pt>
                <c:pt idx="2986">
                  <c:v>41954</c:v>
                </c:pt>
                <c:pt idx="2987">
                  <c:v>41953</c:v>
                </c:pt>
                <c:pt idx="2988">
                  <c:v>41950</c:v>
                </c:pt>
                <c:pt idx="2989">
                  <c:v>41949</c:v>
                </c:pt>
                <c:pt idx="2990">
                  <c:v>41948</c:v>
                </c:pt>
                <c:pt idx="2991">
                  <c:v>41947</c:v>
                </c:pt>
                <c:pt idx="2992">
                  <c:v>41946</c:v>
                </c:pt>
                <c:pt idx="2993">
                  <c:v>41943</c:v>
                </c:pt>
                <c:pt idx="2994">
                  <c:v>41942</c:v>
                </c:pt>
                <c:pt idx="2995">
                  <c:v>41941</c:v>
                </c:pt>
                <c:pt idx="2996">
                  <c:v>41940</c:v>
                </c:pt>
                <c:pt idx="2997">
                  <c:v>41939</c:v>
                </c:pt>
                <c:pt idx="2998">
                  <c:v>41936</c:v>
                </c:pt>
                <c:pt idx="2999">
                  <c:v>41935</c:v>
                </c:pt>
                <c:pt idx="3000">
                  <c:v>41934</c:v>
                </c:pt>
                <c:pt idx="3001">
                  <c:v>41933</c:v>
                </c:pt>
                <c:pt idx="3002">
                  <c:v>41932</c:v>
                </c:pt>
                <c:pt idx="3003">
                  <c:v>41929</c:v>
                </c:pt>
                <c:pt idx="3004">
                  <c:v>41928</c:v>
                </c:pt>
                <c:pt idx="3005">
                  <c:v>41927</c:v>
                </c:pt>
                <c:pt idx="3006">
                  <c:v>41926</c:v>
                </c:pt>
                <c:pt idx="3007">
                  <c:v>41925</c:v>
                </c:pt>
                <c:pt idx="3008">
                  <c:v>41922</c:v>
                </c:pt>
                <c:pt idx="3009">
                  <c:v>41921</c:v>
                </c:pt>
                <c:pt idx="3010">
                  <c:v>41920</c:v>
                </c:pt>
                <c:pt idx="3011">
                  <c:v>41919</c:v>
                </c:pt>
                <c:pt idx="3012">
                  <c:v>41918</c:v>
                </c:pt>
                <c:pt idx="3013">
                  <c:v>41915</c:v>
                </c:pt>
                <c:pt idx="3014">
                  <c:v>41914</c:v>
                </c:pt>
                <c:pt idx="3015">
                  <c:v>41913</c:v>
                </c:pt>
                <c:pt idx="3016">
                  <c:v>41912</c:v>
                </c:pt>
                <c:pt idx="3017">
                  <c:v>41911</c:v>
                </c:pt>
                <c:pt idx="3018">
                  <c:v>41908</c:v>
                </c:pt>
                <c:pt idx="3019">
                  <c:v>41907</c:v>
                </c:pt>
                <c:pt idx="3020">
                  <c:v>41906</c:v>
                </c:pt>
                <c:pt idx="3021">
                  <c:v>41905</c:v>
                </c:pt>
                <c:pt idx="3022">
                  <c:v>41904</c:v>
                </c:pt>
                <c:pt idx="3023">
                  <c:v>41901</c:v>
                </c:pt>
                <c:pt idx="3024">
                  <c:v>41900</c:v>
                </c:pt>
                <c:pt idx="3025">
                  <c:v>41899</c:v>
                </c:pt>
                <c:pt idx="3026">
                  <c:v>41898</c:v>
                </c:pt>
                <c:pt idx="3027">
                  <c:v>41897</c:v>
                </c:pt>
                <c:pt idx="3028">
                  <c:v>41894</c:v>
                </c:pt>
                <c:pt idx="3029">
                  <c:v>41893</c:v>
                </c:pt>
                <c:pt idx="3030">
                  <c:v>41892</c:v>
                </c:pt>
                <c:pt idx="3031">
                  <c:v>41891</c:v>
                </c:pt>
                <c:pt idx="3032">
                  <c:v>41890</c:v>
                </c:pt>
                <c:pt idx="3033">
                  <c:v>41887</c:v>
                </c:pt>
                <c:pt idx="3034">
                  <c:v>41886</c:v>
                </c:pt>
                <c:pt idx="3035">
                  <c:v>41885</c:v>
                </c:pt>
                <c:pt idx="3036">
                  <c:v>41884</c:v>
                </c:pt>
                <c:pt idx="3037">
                  <c:v>41880</c:v>
                </c:pt>
                <c:pt idx="3038">
                  <c:v>41879</c:v>
                </c:pt>
                <c:pt idx="3039">
                  <c:v>41878</c:v>
                </c:pt>
                <c:pt idx="3040">
                  <c:v>41877</c:v>
                </c:pt>
                <c:pt idx="3041">
                  <c:v>41876</c:v>
                </c:pt>
                <c:pt idx="3042">
                  <c:v>41873</c:v>
                </c:pt>
                <c:pt idx="3043">
                  <c:v>41872</c:v>
                </c:pt>
                <c:pt idx="3044">
                  <c:v>41871</c:v>
                </c:pt>
                <c:pt idx="3045">
                  <c:v>41870</c:v>
                </c:pt>
                <c:pt idx="3046">
                  <c:v>41869</c:v>
                </c:pt>
                <c:pt idx="3047">
                  <c:v>41866</c:v>
                </c:pt>
                <c:pt idx="3048">
                  <c:v>41865</c:v>
                </c:pt>
                <c:pt idx="3049">
                  <c:v>41864</c:v>
                </c:pt>
                <c:pt idx="3050">
                  <c:v>41863</c:v>
                </c:pt>
                <c:pt idx="3051">
                  <c:v>41862</c:v>
                </c:pt>
                <c:pt idx="3052">
                  <c:v>41859</c:v>
                </c:pt>
                <c:pt idx="3053">
                  <c:v>41858</c:v>
                </c:pt>
                <c:pt idx="3054">
                  <c:v>41857</c:v>
                </c:pt>
                <c:pt idx="3055">
                  <c:v>41856</c:v>
                </c:pt>
                <c:pt idx="3056">
                  <c:v>41855</c:v>
                </c:pt>
                <c:pt idx="3057">
                  <c:v>41852</c:v>
                </c:pt>
                <c:pt idx="3058">
                  <c:v>41851</c:v>
                </c:pt>
                <c:pt idx="3059">
                  <c:v>41850</c:v>
                </c:pt>
                <c:pt idx="3060">
                  <c:v>41849</c:v>
                </c:pt>
                <c:pt idx="3061">
                  <c:v>41848</c:v>
                </c:pt>
                <c:pt idx="3062">
                  <c:v>41845</c:v>
                </c:pt>
                <c:pt idx="3063">
                  <c:v>41844</c:v>
                </c:pt>
                <c:pt idx="3064">
                  <c:v>41843</c:v>
                </c:pt>
                <c:pt idx="3065">
                  <c:v>41842</c:v>
                </c:pt>
                <c:pt idx="3066">
                  <c:v>41841</c:v>
                </c:pt>
                <c:pt idx="3067">
                  <c:v>41838</c:v>
                </c:pt>
                <c:pt idx="3068">
                  <c:v>41837</c:v>
                </c:pt>
                <c:pt idx="3069">
                  <c:v>41836</c:v>
                </c:pt>
                <c:pt idx="3070">
                  <c:v>41835</c:v>
                </c:pt>
                <c:pt idx="3071">
                  <c:v>41834</c:v>
                </c:pt>
                <c:pt idx="3072">
                  <c:v>41831</c:v>
                </c:pt>
                <c:pt idx="3073">
                  <c:v>41830</c:v>
                </c:pt>
                <c:pt idx="3074">
                  <c:v>41829</c:v>
                </c:pt>
                <c:pt idx="3075">
                  <c:v>41828</c:v>
                </c:pt>
                <c:pt idx="3076">
                  <c:v>41827</c:v>
                </c:pt>
                <c:pt idx="3077">
                  <c:v>41823</c:v>
                </c:pt>
                <c:pt idx="3078">
                  <c:v>41822</c:v>
                </c:pt>
                <c:pt idx="3079">
                  <c:v>41821</c:v>
                </c:pt>
                <c:pt idx="3080">
                  <c:v>41820</c:v>
                </c:pt>
                <c:pt idx="3081">
                  <c:v>41817</c:v>
                </c:pt>
                <c:pt idx="3082">
                  <c:v>41816</c:v>
                </c:pt>
                <c:pt idx="3083">
                  <c:v>41815</c:v>
                </c:pt>
                <c:pt idx="3084">
                  <c:v>41814</c:v>
                </c:pt>
                <c:pt idx="3085">
                  <c:v>41813</c:v>
                </c:pt>
                <c:pt idx="3086">
                  <c:v>41810</c:v>
                </c:pt>
                <c:pt idx="3087">
                  <c:v>41809</c:v>
                </c:pt>
                <c:pt idx="3088">
                  <c:v>41808</c:v>
                </c:pt>
                <c:pt idx="3089">
                  <c:v>41807</c:v>
                </c:pt>
                <c:pt idx="3090">
                  <c:v>41806</c:v>
                </c:pt>
                <c:pt idx="3091">
                  <c:v>41803</c:v>
                </c:pt>
                <c:pt idx="3092">
                  <c:v>41802</c:v>
                </c:pt>
                <c:pt idx="3093">
                  <c:v>41801</c:v>
                </c:pt>
                <c:pt idx="3094">
                  <c:v>41800</c:v>
                </c:pt>
                <c:pt idx="3095">
                  <c:v>41799</c:v>
                </c:pt>
                <c:pt idx="3096">
                  <c:v>41796</c:v>
                </c:pt>
                <c:pt idx="3097">
                  <c:v>41795</c:v>
                </c:pt>
                <c:pt idx="3098">
                  <c:v>41794</c:v>
                </c:pt>
                <c:pt idx="3099">
                  <c:v>41793</c:v>
                </c:pt>
                <c:pt idx="3100">
                  <c:v>41792</c:v>
                </c:pt>
                <c:pt idx="3101">
                  <c:v>41789</c:v>
                </c:pt>
                <c:pt idx="3102">
                  <c:v>41788</c:v>
                </c:pt>
                <c:pt idx="3103">
                  <c:v>41787</c:v>
                </c:pt>
                <c:pt idx="3104">
                  <c:v>41786</c:v>
                </c:pt>
                <c:pt idx="3105">
                  <c:v>41782</c:v>
                </c:pt>
                <c:pt idx="3106">
                  <c:v>41781</c:v>
                </c:pt>
                <c:pt idx="3107">
                  <c:v>41780</c:v>
                </c:pt>
                <c:pt idx="3108">
                  <c:v>41779</c:v>
                </c:pt>
                <c:pt idx="3109">
                  <c:v>41778</c:v>
                </c:pt>
                <c:pt idx="3110">
                  <c:v>41775</c:v>
                </c:pt>
                <c:pt idx="3111">
                  <c:v>41774</c:v>
                </c:pt>
                <c:pt idx="3112">
                  <c:v>41773</c:v>
                </c:pt>
                <c:pt idx="3113">
                  <c:v>41772</c:v>
                </c:pt>
                <c:pt idx="3114">
                  <c:v>41771</c:v>
                </c:pt>
                <c:pt idx="3115">
                  <c:v>41768</c:v>
                </c:pt>
                <c:pt idx="3116">
                  <c:v>41767</c:v>
                </c:pt>
                <c:pt idx="3117">
                  <c:v>41766</c:v>
                </c:pt>
                <c:pt idx="3118">
                  <c:v>41765</c:v>
                </c:pt>
                <c:pt idx="3119">
                  <c:v>41764</c:v>
                </c:pt>
                <c:pt idx="3120">
                  <c:v>41761</c:v>
                </c:pt>
                <c:pt idx="3121">
                  <c:v>41760</c:v>
                </c:pt>
                <c:pt idx="3122">
                  <c:v>41759</c:v>
                </c:pt>
                <c:pt idx="3123">
                  <c:v>41758</c:v>
                </c:pt>
                <c:pt idx="3124">
                  <c:v>41757</c:v>
                </c:pt>
                <c:pt idx="3125">
                  <c:v>41754</c:v>
                </c:pt>
                <c:pt idx="3126">
                  <c:v>41753</c:v>
                </c:pt>
                <c:pt idx="3127">
                  <c:v>41752</c:v>
                </c:pt>
                <c:pt idx="3128">
                  <c:v>41751</c:v>
                </c:pt>
                <c:pt idx="3129">
                  <c:v>41750</c:v>
                </c:pt>
                <c:pt idx="3130">
                  <c:v>41746</c:v>
                </c:pt>
                <c:pt idx="3131">
                  <c:v>41745</c:v>
                </c:pt>
                <c:pt idx="3132">
                  <c:v>41744</c:v>
                </c:pt>
                <c:pt idx="3133">
                  <c:v>41743</c:v>
                </c:pt>
                <c:pt idx="3134">
                  <c:v>41740</c:v>
                </c:pt>
                <c:pt idx="3135">
                  <c:v>41739</c:v>
                </c:pt>
                <c:pt idx="3136">
                  <c:v>41738</c:v>
                </c:pt>
                <c:pt idx="3137">
                  <c:v>41737</c:v>
                </c:pt>
                <c:pt idx="3138">
                  <c:v>41736</c:v>
                </c:pt>
                <c:pt idx="3139">
                  <c:v>41733</c:v>
                </c:pt>
                <c:pt idx="3140">
                  <c:v>41732</c:v>
                </c:pt>
                <c:pt idx="3141">
                  <c:v>41731</c:v>
                </c:pt>
                <c:pt idx="3142">
                  <c:v>41730</c:v>
                </c:pt>
                <c:pt idx="3143">
                  <c:v>41729</c:v>
                </c:pt>
                <c:pt idx="3144">
                  <c:v>41726</c:v>
                </c:pt>
                <c:pt idx="3145">
                  <c:v>41725</c:v>
                </c:pt>
                <c:pt idx="3146">
                  <c:v>41724</c:v>
                </c:pt>
                <c:pt idx="3147">
                  <c:v>41723</c:v>
                </c:pt>
                <c:pt idx="3148">
                  <c:v>41722</c:v>
                </c:pt>
                <c:pt idx="3149">
                  <c:v>41719</c:v>
                </c:pt>
                <c:pt idx="3150">
                  <c:v>41718</c:v>
                </c:pt>
                <c:pt idx="3151">
                  <c:v>41717</c:v>
                </c:pt>
                <c:pt idx="3152">
                  <c:v>41716</c:v>
                </c:pt>
                <c:pt idx="3153">
                  <c:v>41715</c:v>
                </c:pt>
                <c:pt idx="3154">
                  <c:v>41712</c:v>
                </c:pt>
                <c:pt idx="3155">
                  <c:v>41711</c:v>
                </c:pt>
                <c:pt idx="3156">
                  <c:v>41710</c:v>
                </c:pt>
                <c:pt idx="3157">
                  <c:v>41709</c:v>
                </c:pt>
                <c:pt idx="3158">
                  <c:v>41708</c:v>
                </c:pt>
                <c:pt idx="3159">
                  <c:v>41705</c:v>
                </c:pt>
                <c:pt idx="3160">
                  <c:v>41704</c:v>
                </c:pt>
                <c:pt idx="3161">
                  <c:v>41703</c:v>
                </c:pt>
                <c:pt idx="3162">
                  <c:v>41702</c:v>
                </c:pt>
                <c:pt idx="3163">
                  <c:v>41701</c:v>
                </c:pt>
                <c:pt idx="3164">
                  <c:v>41698</c:v>
                </c:pt>
                <c:pt idx="3165">
                  <c:v>41697</c:v>
                </c:pt>
                <c:pt idx="3166">
                  <c:v>41696</c:v>
                </c:pt>
                <c:pt idx="3167">
                  <c:v>41695</c:v>
                </c:pt>
                <c:pt idx="3168">
                  <c:v>41694</c:v>
                </c:pt>
                <c:pt idx="3169">
                  <c:v>41691</c:v>
                </c:pt>
                <c:pt idx="3170">
                  <c:v>41690</c:v>
                </c:pt>
                <c:pt idx="3171">
                  <c:v>41689</c:v>
                </c:pt>
                <c:pt idx="3172">
                  <c:v>41688</c:v>
                </c:pt>
                <c:pt idx="3173">
                  <c:v>41684</c:v>
                </c:pt>
                <c:pt idx="3174">
                  <c:v>41683</c:v>
                </c:pt>
                <c:pt idx="3175">
                  <c:v>41682</c:v>
                </c:pt>
                <c:pt idx="3176">
                  <c:v>41681</c:v>
                </c:pt>
                <c:pt idx="3177">
                  <c:v>41680</c:v>
                </c:pt>
                <c:pt idx="3178">
                  <c:v>41677</c:v>
                </c:pt>
                <c:pt idx="3179">
                  <c:v>41676</c:v>
                </c:pt>
                <c:pt idx="3180">
                  <c:v>41674</c:v>
                </c:pt>
                <c:pt idx="3181">
                  <c:v>41673</c:v>
                </c:pt>
                <c:pt idx="3182">
                  <c:v>41670</c:v>
                </c:pt>
                <c:pt idx="3183">
                  <c:v>41669</c:v>
                </c:pt>
                <c:pt idx="3184">
                  <c:v>41668</c:v>
                </c:pt>
                <c:pt idx="3185">
                  <c:v>41667</c:v>
                </c:pt>
                <c:pt idx="3186">
                  <c:v>41666</c:v>
                </c:pt>
                <c:pt idx="3187">
                  <c:v>41663</c:v>
                </c:pt>
                <c:pt idx="3188">
                  <c:v>41662</c:v>
                </c:pt>
                <c:pt idx="3189">
                  <c:v>41661</c:v>
                </c:pt>
                <c:pt idx="3190">
                  <c:v>41660</c:v>
                </c:pt>
                <c:pt idx="3191">
                  <c:v>41656</c:v>
                </c:pt>
                <c:pt idx="3192">
                  <c:v>41655</c:v>
                </c:pt>
                <c:pt idx="3193">
                  <c:v>41654</c:v>
                </c:pt>
                <c:pt idx="3194">
                  <c:v>41653</c:v>
                </c:pt>
                <c:pt idx="3195">
                  <c:v>41652</c:v>
                </c:pt>
                <c:pt idx="3196">
                  <c:v>41649</c:v>
                </c:pt>
                <c:pt idx="3197">
                  <c:v>41648</c:v>
                </c:pt>
                <c:pt idx="3198">
                  <c:v>41647</c:v>
                </c:pt>
                <c:pt idx="3199">
                  <c:v>41646</c:v>
                </c:pt>
                <c:pt idx="3200">
                  <c:v>41645</c:v>
                </c:pt>
                <c:pt idx="3201">
                  <c:v>41642</c:v>
                </c:pt>
                <c:pt idx="3202">
                  <c:v>41641</c:v>
                </c:pt>
                <c:pt idx="3203">
                  <c:v>41639</c:v>
                </c:pt>
                <c:pt idx="3204">
                  <c:v>41638</c:v>
                </c:pt>
                <c:pt idx="3205">
                  <c:v>41635</c:v>
                </c:pt>
                <c:pt idx="3206">
                  <c:v>41634</c:v>
                </c:pt>
                <c:pt idx="3207">
                  <c:v>41632</c:v>
                </c:pt>
                <c:pt idx="3208">
                  <c:v>41631</c:v>
                </c:pt>
                <c:pt idx="3209">
                  <c:v>41628</c:v>
                </c:pt>
                <c:pt idx="3210">
                  <c:v>41627</c:v>
                </c:pt>
                <c:pt idx="3211">
                  <c:v>41626</c:v>
                </c:pt>
                <c:pt idx="3212">
                  <c:v>41625</c:v>
                </c:pt>
                <c:pt idx="3213">
                  <c:v>41624</c:v>
                </c:pt>
                <c:pt idx="3214">
                  <c:v>41621</c:v>
                </c:pt>
                <c:pt idx="3215">
                  <c:v>41620</c:v>
                </c:pt>
                <c:pt idx="3216">
                  <c:v>41619</c:v>
                </c:pt>
                <c:pt idx="3217">
                  <c:v>41618</c:v>
                </c:pt>
                <c:pt idx="3218">
                  <c:v>41617</c:v>
                </c:pt>
                <c:pt idx="3219">
                  <c:v>41614</c:v>
                </c:pt>
                <c:pt idx="3220">
                  <c:v>41613</c:v>
                </c:pt>
                <c:pt idx="3221">
                  <c:v>41612</c:v>
                </c:pt>
                <c:pt idx="3222">
                  <c:v>41611</c:v>
                </c:pt>
                <c:pt idx="3223">
                  <c:v>41610</c:v>
                </c:pt>
                <c:pt idx="3224">
                  <c:v>41607</c:v>
                </c:pt>
                <c:pt idx="3225">
                  <c:v>41605</c:v>
                </c:pt>
                <c:pt idx="3226">
                  <c:v>41604</c:v>
                </c:pt>
                <c:pt idx="3227">
                  <c:v>41603</c:v>
                </c:pt>
                <c:pt idx="3228">
                  <c:v>41600</c:v>
                </c:pt>
                <c:pt idx="3229">
                  <c:v>41599</c:v>
                </c:pt>
                <c:pt idx="3230">
                  <c:v>41598</c:v>
                </c:pt>
                <c:pt idx="3231">
                  <c:v>41597</c:v>
                </c:pt>
                <c:pt idx="3232">
                  <c:v>41596</c:v>
                </c:pt>
                <c:pt idx="3233">
                  <c:v>41593</c:v>
                </c:pt>
                <c:pt idx="3234">
                  <c:v>41592</c:v>
                </c:pt>
                <c:pt idx="3235">
                  <c:v>41591</c:v>
                </c:pt>
                <c:pt idx="3236">
                  <c:v>41590</c:v>
                </c:pt>
                <c:pt idx="3237">
                  <c:v>41589</c:v>
                </c:pt>
                <c:pt idx="3238">
                  <c:v>41586</c:v>
                </c:pt>
                <c:pt idx="3239">
                  <c:v>41585</c:v>
                </c:pt>
                <c:pt idx="3240">
                  <c:v>41584</c:v>
                </c:pt>
                <c:pt idx="3241">
                  <c:v>41583</c:v>
                </c:pt>
                <c:pt idx="3242">
                  <c:v>41582</c:v>
                </c:pt>
                <c:pt idx="3243">
                  <c:v>41579</c:v>
                </c:pt>
                <c:pt idx="3244">
                  <c:v>41578</c:v>
                </c:pt>
                <c:pt idx="3245">
                  <c:v>41577</c:v>
                </c:pt>
                <c:pt idx="3246">
                  <c:v>41576</c:v>
                </c:pt>
                <c:pt idx="3247">
                  <c:v>41575</c:v>
                </c:pt>
                <c:pt idx="3248">
                  <c:v>41572</c:v>
                </c:pt>
                <c:pt idx="3249">
                  <c:v>41571</c:v>
                </c:pt>
                <c:pt idx="3250">
                  <c:v>41570</c:v>
                </c:pt>
                <c:pt idx="3251">
                  <c:v>41569</c:v>
                </c:pt>
                <c:pt idx="3252">
                  <c:v>41568</c:v>
                </c:pt>
                <c:pt idx="3253">
                  <c:v>41565</c:v>
                </c:pt>
                <c:pt idx="3254">
                  <c:v>41564</c:v>
                </c:pt>
                <c:pt idx="3255">
                  <c:v>41563</c:v>
                </c:pt>
                <c:pt idx="3256">
                  <c:v>41562</c:v>
                </c:pt>
                <c:pt idx="3257">
                  <c:v>41561</c:v>
                </c:pt>
                <c:pt idx="3258">
                  <c:v>41558</c:v>
                </c:pt>
                <c:pt idx="3259">
                  <c:v>41557</c:v>
                </c:pt>
                <c:pt idx="3260">
                  <c:v>41556</c:v>
                </c:pt>
                <c:pt idx="3261">
                  <c:v>41555</c:v>
                </c:pt>
                <c:pt idx="3262">
                  <c:v>41554</c:v>
                </c:pt>
                <c:pt idx="3263">
                  <c:v>41551</c:v>
                </c:pt>
                <c:pt idx="3264">
                  <c:v>41550</c:v>
                </c:pt>
                <c:pt idx="3265">
                  <c:v>41549</c:v>
                </c:pt>
                <c:pt idx="3266">
                  <c:v>41548</c:v>
                </c:pt>
                <c:pt idx="3267">
                  <c:v>41547</c:v>
                </c:pt>
                <c:pt idx="3268">
                  <c:v>41544</c:v>
                </c:pt>
                <c:pt idx="3269">
                  <c:v>41543</c:v>
                </c:pt>
                <c:pt idx="3270">
                  <c:v>41542</c:v>
                </c:pt>
                <c:pt idx="3271">
                  <c:v>41541</c:v>
                </c:pt>
                <c:pt idx="3272">
                  <c:v>41540</c:v>
                </c:pt>
                <c:pt idx="3273">
                  <c:v>41537</c:v>
                </c:pt>
                <c:pt idx="3274">
                  <c:v>41536</c:v>
                </c:pt>
                <c:pt idx="3275">
                  <c:v>41535</c:v>
                </c:pt>
                <c:pt idx="3276">
                  <c:v>41534</c:v>
                </c:pt>
                <c:pt idx="3277">
                  <c:v>41533</c:v>
                </c:pt>
                <c:pt idx="3278">
                  <c:v>41530</c:v>
                </c:pt>
                <c:pt idx="3279">
                  <c:v>41529</c:v>
                </c:pt>
                <c:pt idx="3280">
                  <c:v>41528</c:v>
                </c:pt>
                <c:pt idx="3281">
                  <c:v>41527</c:v>
                </c:pt>
                <c:pt idx="3282">
                  <c:v>41526</c:v>
                </c:pt>
                <c:pt idx="3283">
                  <c:v>41523</c:v>
                </c:pt>
                <c:pt idx="3284">
                  <c:v>41522</c:v>
                </c:pt>
                <c:pt idx="3285">
                  <c:v>41521</c:v>
                </c:pt>
                <c:pt idx="3286">
                  <c:v>41520</c:v>
                </c:pt>
                <c:pt idx="3287">
                  <c:v>41516</c:v>
                </c:pt>
                <c:pt idx="3288">
                  <c:v>41515</c:v>
                </c:pt>
                <c:pt idx="3289">
                  <c:v>41514</c:v>
                </c:pt>
                <c:pt idx="3290">
                  <c:v>41513</c:v>
                </c:pt>
                <c:pt idx="3291">
                  <c:v>41512</c:v>
                </c:pt>
                <c:pt idx="3292">
                  <c:v>41509</c:v>
                </c:pt>
                <c:pt idx="3293">
                  <c:v>41508</c:v>
                </c:pt>
                <c:pt idx="3294">
                  <c:v>41507</c:v>
                </c:pt>
                <c:pt idx="3295">
                  <c:v>41506</c:v>
                </c:pt>
                <c:pt idx="3296">
                  <c:v>41505</c:v>
                </c:pt>
                <c:pt idx="3297">
                  <c:v>41502</c:v>
                </c:pt>
                <c:pt idx="3298">
                  <c:v>41501</c:v>
                </c:pt>
                <c:pt idx="3299">
                  <c:v>41500</c:v>
                </c:pt>
                <c:pt idx="3300">
                  <c:v>41499</c:v>
                </c:pt>
                <c:pt idx="3301">
                  <c:v>41498</c:v>
                </c:pt>
                <c:pt idx="3302">
                  <c:v>41495</c:v>
                </c:pt>
                <c:pt idx="3303">
                  <c:v>41494</c:v>
                </c:pt>
                <c:pt idx="3304">
                  <c:v>41493</c:v>
                </c:pt>
                <c:pt idx="3305">
                  <c:v>41492</c:v>
                </c:pt>
                <c:pt idx="3306">
                  <c:v>41491</c:v>
                </c:pt>
                <c:pt idx="3307">
                  <c:v>41488</c:v>
                </c:pt>
                <c:pt idx="3308">
                  <c:v>41487</c:v>
                </c:pt>
                <c:pt idx="3309">
                  <c:v>41486</c:v>
                </c:pt>
                <c:pt idx="3310">
                  <c:v>41485</c:v>
                </c:pt>
                <c:pt idx="3311">
                  <c:v>41484</c:v>
                </c:pt>
                <c:pt idx="3312">
                  <c:v>41481</c:v>
                </c:pt>
                <c:pt idx="3313">
                  <c:v>41480</c:v>
                </c:pt>
                <c:pt idx="3314">
                  <c:v>41479</c:v>
                </c:pt>
                <c:pt idx="3315">
                  <c:v>41478</c:v>
                </c:pt>
                <c:pt idx="3316">
                  <c:v>41477</c:v>
                </c:pt>
                <c:pt idx="3317">
                  <c:v>41474</c:v>
                </c:pt>
                <c:pt idx="3318">
                  <c:v>41473</c:v>
                </c:pt>
                <c:pt idx="3319">
                  <c:v>41472</c:v>
                </c:pt>
                <c:pt idx="3320">
                  <c:v>41471</c:v>
                </c:pt>
                <c:pt idx="3321">
                  <c:v>41470</c:v>
                </c:pt>
                <c:pt idx="3322">
                  <c:v>41467</c:v>
                </c:pt>
                <c:pt idx="3323">
                  <c:v>41466</c:v>
                </c:pt>
                <c:pt idx="3324">
                  <c:v>41465</c:v>
                </c:pt>
                <c:pt idx="3325">
                  <c:v>41464</c:v>
                </c:pt>
                <c:pt idx="3326">
                  <c:v>41463</c:v>
                </c:pt>
                <c:pt idx="3327">
                  <c:v>41460</c:v>
                </c:pt>
                <c:pt idx="3328">
                  <c:v>41458</c:v>
                </c:pt>
                <c:pt idx="3329">
                  <c:v>41457</c:v>
                </c:pt>
                <c:pt idx="3330">
                  <c:v>41456</c:v>
                </c:pt>
                <c:pt idx="3331">
                  <c:v>41453</c:v>
                </c:pt>
                <c:pt idx="3332">
                  <c:v>41452</c:v>
                </c:pt>
                <c:pt idx="3333">
                  <c:v>41451</c:v>
                </c:pt>
                <c:pt idx="3334">
                  <c:v>41450</c:v>
                </c:pt>
                <c:pt idx="3335">
                  <c:v>41449</c:v>
                </c:pt>
                <c:pt idx="3336">
                  <c:v>41446</c:v>
                </c:pt>
                <c:pt idx="3337">
                  <c:v>41445</c:v>
                </c:pt>
                <c:pt idx="3338">
                  <c:v>41444</c:v>
                </c:pt>
                <c:pt idx="3339">
                  <c:v>41443</c:v>
                </c:pt>
                <c:pt idx="3340">
                  <c:v>41442</c:v>
                </c:pt>
                <c:pt idx="3341">
                  <c:v>41439</c:v>
                </c:pt>
                <c:pt idx="3342">
                  <c:v>41438</c:v>
                </c:pt>
                <c:pt idx="3343">
                  <c:v>41437</c:v>
                </c:pt>
                <c:pt idx="3344">
                  <c:v>41436</c:v>
                </c:pt>
                <c:pt idx="3345">
                  <c:v>41435</c:v>
                </c:pt>
                <c:pt idx="3346">
                  <c:v>41432</c:v>
                </c:pt>
                <c:pt idx="3347">
                  <c:v>41431</c:v>
                </c:pt>
                <c:pt idx="3348">
                  <c:v>41430</c:v>
                </c:pt>
                <c:pt idx="3349">
                  <c:v>41429</c:v>
                </c:pt>
                <c:pt idx="3350">
                  <c:v>41428</c:v>
                </c:pt>
                <c:pt idx="3351">
                  <c:v>41425</c:v>
                </c:pt>
                <c:pt idx="3352">
                  <c:v>41424</c:v>
                </c:pt>
                <c:pt idx="3353">
                  <c:v>41423</c:v>
                </c:pt>
                <c:pt idx="3354">
                  <c:v>41422</c:v>
                </c:pt>
                <c:pt idx="3355">
                  <c:v>41418</c:v>
                </c:pt>
                <c:pt idx="3356">
                  <c:v>41417</c:v>
                </c:pt>
                <c:pt idx="3357">
                  <c:v>41416</c:v>
                </c:pt>
                <c:pt idx="3358">
                  <c:v>41415</c:v>
                </c:pt>
                <c:pt idx="3359">
                  <c:v>41414</c:v>
                </c:pt>
                <c:pt idx="3360">
                  <c:v>41411</c:v>
                </c:pt>
                <c:pt idx="3361">
                  <c:v>41410</c:v>
                </c:pt>
                <c:pt idx="3362">
                  <c:v>41409</c:v>
                </c:pt>
                <c:pt idx="3363">
                  <c:v>41408</c:v>
                </c:pt>
                <c:pt idx="3364">
                  <c:v>41407</c:v>
                </c:pt>
                <c:pt idx="3365">
                  <c:v>41404</c:v>
                </c:pt>
                <c:pt idx="3366">
                  <c:v>41403</c:v>
                </c:pt>
                <c:pt idx="3367">
                  <c:v>41402</c:v>
                </c:pt>
                <c:pt idx="3368">
                  <c:v>41401</c:v>
                </c:pt>
                <c:pt idx="3369">
                  <c:v>41400</c:v>
                </c:pt>
                <c:pt idx="3370">
                  <c:v>41397</c:v>
                </c:pt>
                <c:pt idx="3371">
                  <c:v>41396</c:v>
                </c:pt>
                <c:pt idx="3372">
                  <c:v>41395</c:v>
                </c:pt>
                <c:pt idx="3373">
                  <c:v>41394</c:v>
                </c:pt>
                <c:pt idx="3374">
                  <c:v>41393</c:v>
                </c:pt>
                <c:pt idx="3375">
                  <c:v>41390</c:v>
                </c:pt>
                <c:pt idx="3376">
                  <c:v>41389</c:v>
                </c:pt>
                <c:pt idx="3377">
                  <c:v>41388</c:v>
                </c:pt>
                <c:pt idx="3378">
                  <c:v>41387</c:v>
                </c:pt>
                <c:pt idx="3379">
                  <c:v>41386</c:v>
                </c:pt>
                <c:pt idx="3380">
                  <c:v>41383</c:v>
                </c:pt>
                <c:pt idx="3381">
                  <c:v>41382</c:v>
                </c:pt>
                <c:pt idx="3382">
                  <c:v>41381</c:v>
                </c:pt>
                <c:pt idx="3383">
                  <c:v>41380</c:v>
                </c:pt>
                <c:pt idx="3384">
                  <c:v>41379</c:v>
                </c:pt>
                <c:pt idx="3385">
                  <c:v>41376</c:v>
                </c:pt>
                <c:pt idx="3386">
                  <c:v>41375</c:v>
                </c:pt>
                <c:pt idx="3387">
                  <c:v>41374</c:v>
                </c:pt>
                <c:pt idx="3388">
                  <c:v>41373</c:v>
                </c:pt>
                <c:pt idx="3389">
                  <c:v>41372</c:v>
                </c:pt>
                <c:pt idx="3390">
                  <c:v>41369</c:v>
                </c:pt>
                <c:pt idx="3391">
                  <c:v>41368</c:v>
                </c:pt>
                <c:pt idx="3392">
                  <c:v>41367</c:v>
                </c:pt>
                <c:pt idx="3393">
                  <c:v>41366</c:v>
                </c:pt>
                <c:pt idx="3394">
                  <c:v>41365</c:v>
                </c:pt>
                <c:pt idx="3395">
                  <c:v>41361</c:v>
                </c:pt>
                <c:pt idx="3396">
                  <c:v>41360</c:v>
                </c:pt>
                <c:pt idx="3397">
                  <c:v>41359</c:v>
                </c:pt>
                <c:pt idx="3398">
                  <c:v>41358</c:v>
                </c:pt>
                <c:pt idx="3399">
                  <c:v>41355</c:v>
                </c:pt>
                <c:pt idx="3400">
                  <c:v>41354</c:v>
                </c:pt>
                <c:pt idx="3401">
                  <c:v>41353</c:v>
                </c:pt>
                <c:pt idx="3402">
                  <c:v>41352</c:v>
                </c:pt>
                <c:pt idx="3403">
                  <c:v>41351</c:v>
                </c:pt>
                <c:pt idx="3404">
                  <c:v>41348</c:v>
                </c:pt>
                <c:pt idx="3405">
                  <c:v>41347</c:v>
                </c:pt>
                <c:pt idx="3406">
                  <c:v>41346</c:v>
                </c:pt>
                <c:pt idx="3407">
                  <c:v>41345</c:v>
                </c:pt>
                <c:pt idx="3408">
                  <c:v>41344</c:v>
                </c:pt>
                <c:pt idx="3409">
                  <c:v>41341</c:v>
                </c:pt>
                <c:pt idx="3410">
                  <c:v>41340</c:v>
                </c:pt>
                <c:pt idx="3411">
                  <c:v>41339</c:v>
                </c:pt>
                <c:pt idx="3412">
                  <c:v>41338</c:v>
                </c:pt>
                <c:pt idx="3413">
                  <c:v>41337</c:v>
                </c:pt>
                <c:pt idx="3414">
                  <c:v>41334</c:v>
                </c:pt>
                <c:pt idx="3415">
                  <c:v>41333</c:v>
                </c:pt>
                <c:pt idx="3416">
                  <c:v>41332</c:v>
                </c:pt>
                <c:pt idx="3417">
                  <c:v>41331</c:v>
                </c:pt>
                <c:pt idx="3418">
                  <c:v>41330</c:v>
                </c:pt>
                <c:pt idx="3419">
                  <c:v>41327</c:v>
                </c:pt>
                <c:pt idx="3420">
                  <c:v>41326</c:v>
                </c:pt>
                <c:pt idx="3421">
                  <c:v>41325</c:v>
                </c:pt>
                <c:pt idx="3422">
                  <c:v>41324</c:v>
                </c:pt>
                <c:pt idx="3423">
                  <c:v>41320</c:v>
                </c:pt>
                <c:pt idx="3424">
                  <c:v>41319</c:v>
                </c:pt>
                <c:pt idx="3425">
                  <c:v>41318</c:v>
                </c:pt>
                <c:pt idx="3426">
                  <c:v>41317</c:v>
                </c:pt>
                <c:pt idx="3427">
                  <c:v>41316</c:v>
                </c:pt>
                <c:pt idx="3428">
                  <c:v>41313</c:v>
                </c:pt>
                <c:pt idx="3429">
                  <c:v>41312</c:v>
                </c:pt>
                <c:pt idx="3430">
                  <c:v>41311</c:v>
                </c:pt>
                <c:pt idx="3431">
                  <c:v>41310</c:v>
                </c:pt>
                <c:pt idx="3432">
                  <c:v>41309</c:v>
                </c:pt>
                <c:pt idx="3433">
                  <c:v>41306</c:v>
                </c:pt>
                <c:pt idx="3434">
                  <c:v>41305</c:v>
                </c:pt>
                <c:pt idx="3435">
                  <c:v>41304</c:v>
                </c:pt>
                <c:pt idx="3436">
                  <c:v>41303</c:v>
                </c:pt>
                <c:pt idx="3437">
                  <c:v>41302</c:v>
                </c:pt>
                <c:pt idx="3438">
                  <c:v>41299</c:v>
                </c:pt>
                <c:pt idx="3439">
                  <c:v>41298</c:v>
                </c:pt>
                <c:pt idx="3440">
                  <c:v>41297</c:v>
                </c:pt>
                <c:pt idx="3441">
                  <c:v>41296</c:v>
                </c:pt>
                <c:pt idx="3442">
                  <c:v>41292</c:v>
                </c:pt>
                <c:pt idx="3443">
                  <c:v>41291</c:v>
                </c:pt>
                <c:pt idx="3444">
                  <c:v>41290</c:v>
                </c:pt>
                <c:pt idx="3445">
                  <c:v>41289</c:v>
                </c:pt>
                <c:pt idx="3446">
                  <c:v>41288</c:v>
                </c:pt>
                <c:pt idx="3447">
                  <c:v>41285</c:v>
                </c:pt>
                <c:pt idx="3448">
                  <c:v>41284</c:v>
                </c:pt>
                <c:pt idx="3449">
                  <c:v>41283</c:v>
                </c:pt>
                <c:pt idx="3450">
                  <c:v>41282</c:v>
                </c:pt>
                <c:pt idx="3451">
                  <c:v>41281</c:v>
                </c:pt>
                <c:pt idx="3452">
                  <c:v>41278</c:v>
                </c:pt>
                <c:pt idx="3453">
                  <c:v>41277</c:v>
                </c:pt>
                <c:pt idx="3454">
                  <c:v>41276</c:v>
                </c:pt>
                <c:pt idx="3455">
                  <c:v>41274</c:v>
                </c:pt>
                <c:pt idx="3456">
                  <c:v>41271</c:v>
                </c:pt>
                <c:pt idx="3457">
                  <c:v>41270</c:v>
                </c:pt>
                <c:pt idx="3458">
                  <c:v>41269</c:v>
                </c:pt>
                <c:pt idx="3459">
                  <c:v>41267</c:v>
                </c:pt>
                <c:pt idx="3460">
                  <c:v>41264</c:v>
                </c:pt>
                <c:pt idx="3461">
                  <c:v>41263</c:v>
                </c:pt>
                <c:pt idx="3462">
                  <c:v>41262</c:v>
                </c:pt>
                <c:pt idx="3463">
                  <c:v>41261</c:v>
                </c:pt>
                <c:pt idx="3464">
                  <c:v>41260</c:v>
                </c:pt>
                <c:pt idx="3465">
                  <c:v>41257</c:v>
                </c:pt>
                <c:pt idx="3466">
                  <c:v>41256</c:v>
                </c:pt>
                <c:pt idx="3467">
                  <c:v>41255</c:v>
                </c:pt>
                <c:pt idx="3468">
                  <c:v>41254</c:v>
                </c:pt>
                <c:pt idx="3469">
                  <c:v>41253</c:v>
                </c:pt>
                <c:pt idx="3470">
                  <c:v>41250</c:v>
                </c:pt>
                <c:pt idx="3471">
                  <c:v>41249</c:v>
                </c:pt>
                <c:pt idx="3472">
                  <c:v>41248</c:v>
                </c:pt>
                <c:pt idx="3473">
                  <c:v>41247</c:v>
                </c:pt>
                <c:pt idx="3474">
                  <c:v>41246</c:v>
                </c:pt>
                <c:pt idx="3475">
                  <c:v>41243</c:v>
                </c:pt>
                <c:pt idx="3476">
                  <c:v>41242</c:v>
                </c:pt>
                <c:pt idx="3477">
                  <c:v>41241</c:v>
                </c:pt>
                <c:pt idx="3478">
                  <c:v>41240</c:v>
                </c:pt>
                <c:pt idx="3479">
                  <c:v>41239</c:v>
                </c:pt>
                <c:pt idx="3480">
                  <c:v>41236</c:v>
                </c:pt>
                <c:pt idx="3481">
                  <c:v>41234</c:v>
                </c:pt>
                <c:pt idx="3482">
                  <c:v>41233</c:v>
                </c:pt>
                <c:pt idx="3483">
                  <c:v>41232</c:v>
                </c:pt>
                <c:pt idx="3484">
                  <c:v>41229</c:v>
                </c:pt>
                <c:pt idx="3485">
                  <c:v>41228</c:v>
                </c:pt>
                <c:pt idx="3486">
                  <c:v>41227</c:v>
                </c:pt>
                <c:pt idx="3487">
                  <c:v>41226</c:v>
                </c:pt>
                <c:pt idx="3488">
                  <c:v>41225</c:v>
                </c:pt>
                <c:pt idx="3489">
                  <c:v>41222</c:v>
                </c:pt>
                <c:pt idx="3490">
                  <c:v>41221</c:v>
                </c:pt>
                <c:pt idx="3491">
                  <c:v>41220</c:v>
                </c:pt>
                <c:pt idx="3492">
                  <c:v>41219</c:v>
                </c:pt>
                <c:pt idx="3493">
                  <c:v>41218</c:v>
                </c:pt>
                <c:pt idx="3494">
                  <c:v>41215</c:v>
                </c:pt>
                <c:pt idx="3495">
                  <c:v>41214</c:v>
                </c:pt>
                <c:pt idx="3496">
                  <c:v>41213</c:v>
                </c:pt>
                <c:pt idx="3497">
                  <c:v>41208</c:v>
                </c:pt>
                <c:pt idx="3498">
                  <c:v>41207</c:v>
                </c:pt>
                <c:pt idx="3499">
                  <c:v>41206</c:v>
                </c:pt>
                <c:pt idx="3500">
                  <c:v>41205</c:v>
                </c:pt>
                <c:pt idx="3501">
                  <c:v>41204</c:v>
                </c:pt>
                <c:pt idx="3502">
                  <c:v>41201</c:v>
                </c:pt>
                <c:pt idx="3503">
                  <c:v>41200</c:v>
                </c:pt>
                <c:pt idx="3504">
                  <c:v>41199</c:v>
                </c:pt>
                <c:pt idx="3505">
                  <c:v>41198</c:v>
                </c:pt>
                <c:pt idx="3506">
                  <c:v>41197</c:v>
                </c:pt>
                <c:pt idx="3507">
                  <c:v>41194</c:v>
                </c:pt>
                <c:pt idx="3508">
                  <c:v>41193</c:v>
                </c:pt>
                <c:pt idx="3509">
                  <c:v>41192</c:v>
                </c:pt>
                <c:pt idx="3510">
                  <c:v>41191</c:v>
                </c:pt>
                <c:pt idx="3511">
                  <c:v>41190</c:v>
                </c:pt>
                <c:pt idx="3512">
                  <c:v>41187</c:v>
                </c:pt>
                <c:pt idx="3513">
                  <c:v>41186</c:v>
                </c:pt>
                <c:pt idx="3514">
                  <c:v>41185</c:v>
                </c:pt>
                <c:pt idx="3515">
                  <c:v>41184</c:v>
                </c:pt>
                <c:pt idx="3516">
                  <c:v>41183</c:v>
                </c:pt>
                <c:pt idx="3517">
                  <c:v>41180</c:v>
                </c:pt>
                <c:pt idx="3518">
                  <c:v>41179</c:v>
                </c:pt>
                <c:pt idx="3519">
                  <c:v>41178</c:v>
                </c:pt>
                <c:pt idx="3520">
                  <c:v>41177</c:v>
                </c:pt>
                <c:pt idx="3521">
                  <c:v>41176</c:v>
                </c:pt>
                <c:pt idx="3522">
                  <c:v>41173</c:v>
                </c:pt>
                <c:pt idx="3523">
                  <c:v>41172</c:v>
                </c:pt>
                <c:pt idx="3524">
                  <c:v>41171</c:v>
                </c:pt>
                <c:pt idx="3525">
                  <c:v>41170</c:v>
                </c:pt>
                <c:pt idx="3526">
                  <c:v>41169</c:v>
                </c:pt>
                <c:pt idx="3527">
                  <c:v>41166</c:v>
                </c:pt>
                <c:pt idx="3528">
                  <c:v>41165</c:v>
                </c:pt>
                <c:pt idx="3529">
                  <c:v>41164</c:v>
                </c:pt>
                <c:pt idx="3530">
                  <c:v>41163</c:v>
                </c:pt>
                <c:pt idx="3531">
                  <c:v>41162</c:v>
                </c:pt>
                <c:pt idx="3532">
                  <c:v>41159</c:v>
                </c:pt>
                <c:pt idx="3533">
                  <c:v>41158</c:v>
                </c:pt>
                <c:pt idx="3534">
                  <c:v>41157</c:v>
                </c:pt>
                <c:pt idx="3535">
                  <c:v>41156</c:v>
                </c:pt>
                <c:pt idx="3536">
                  <c:v>41152</c:v>
                </c:pt>
                <c:pt idx="3537">
                  <c:v>41151</c:v>
                </c:pt>
                <c:pt idx="3538">
                  <c:v>41150</c:v>
                </c:pt>
                <c:pt idx="3539">
                  <c:v>41149</c:v>
                </c:pt>
                <c:pt idx="3540">
                  <c:v>41148</c:v>
                </c:pt>
                <c:pt idx="3541">
                  <c:v>41145</c:v>
                </c:pt>
                <c:pt idx="3542">
                  <c:v>41144</c:v>
                </c:pt>
                <c:pt idx="3543">
                  <c:v>41143</c:v>
                </c:pt>
                <c:pt idx="3544">
                  <c:v>41142</c:v>
                </c:pt>
                <c:pt idx="3545">
                  <c:v>41141</c:v>
                </c:pt>
                <c:pt idx="3546">
                  <c:v>41138</c:v>
                </c:pt>
                <c:pt idx="3547">
                  <c:v>41137</c:v>
                </c:pt>
                <c:pt idx="3548">
                  <c:v>41136</c:v>
                </c:pt>
                <c:pt idx="3549">
                  <c:v>41135</c:v>
                </c:pt>
                <c:pt idx="3550">
                  <c:v>41134</c:v>
                </c:pt>
                <c:pt idx="3551">
                  <c:v>41131</c:v>
                </c:pt>
                <c:pt idx="3552">
                  <c:v>41130</c:v>
                </c:pt>
                <c:pt idx="3553">
                  <c:v>41129</c:v>
                </c:pt>
                <c:pt idx="3554">
                  <c:v>41128</c:v>
                </c:pt>
                <c:pt idx="3555">
                  <c:v>41127</c:v>
                </c:pt>
                <c:pt idx="3556">
                  <c:v>41124</c:v>
                </c:pt>
                <c:pt idx="3557">
                  <c:v>41123</c:v>
                </c:pt>
                <c:pt idx="3558">
                  <c:v>41122</c:v>
                </c:pt>
                <c:pt idx="3559">
                  <c:v>41121</c:v>
                </c:pt>
                <c:pt idx="3560">
                  <c:v>41120</c:v>
                </c:pt>
                <c:pt idx="3561">
                  <c:v>41117</c:v>
                </c:pt>
                <c:pt idx="3562">
                  <c:v>41116</c:v>
                </c:pt>
                <c:pt idx="3563">
                  <c:v>41115</c:v>
                </c:pt>
                <c:pt idx="3564">
                  <c:v>41114</c:v>
                </c:pt>
                <c:pt idx="3565">
                  <c:v>41113</c:v>
                </c:pt>
                <c:pt idx="3566">
                  <c:v>41110</c:v>
                </c:pt>
                <c:pt idx="3567">
                  <c:v>41109</c:v>
                </c:pt>
                <c:pt idx="3568">
                  <c:v>41108</c:v>
                </c:pt>
                <c:pt idx="3569">
                  <c:v>41107</c:v>
                </c:pt>
                <c:pt idx="3570">
                  <c:v>41106</c:v>
                </c:pt>
                <c:pt idx="3571">
                  <c:v>41103</c:v>
                </c:pt>
                <c:pt idx="3572">
                  <c:v>41102</c:v>
                </c:pt>
                <c:pt idx="3573">
                  <c:v>41101</c:v>
                </c:pt>
                <c:pt idx="3574">
                  <c:v>41100</c:v>
                </c:pt>
                <c:pt idx="3575">
                  <c:v>41099</c:v>
                </c:pt>
                <c:pt idx="3576">
                  <c:v>41096</c:v>
                </c:pt>
                <c:pt idx="3577">
                  <c:v>41095</c:v>
                </c:pt>
                <c:pt idx="3578">
                  <c:v>41093</c:v>
                </c:pt>
                <c:pt idx="3579">
                  <c:v>41092</c:v>
                </c:pt>
                <c:pt idx="3580">
                  <c:v>41089</c:v>
                </c:pt>
                <c:pt idx="3581">
                  <c:v>41088</c:v>
                </c:pt>
                <c:pt idx="3582">
                  <c:v>41087</c:v>
                </c:pt>
                <c:pt idx="3583">
                  <c:v>41086</c:v>
                </c:pt>
                <c:pt idx="3584">
                  <c:v>41085</c:v>
                </c:pt>
                <c:pt idx="3585">
                  <c:v>41082</c:v>
                </c:pt>
                <c:pt idx="3586">
                  <c:v>41081</c:v>
                </c:pt>
                <c:pt idx="3587">
                  <c:v>41080</c:v>
                </c:pt>
                <c:pt idx="3588">
                  <c:v>41079</c:v>
                </c:pt>
                <c:pt idx="3589">
                  <c:v>41078</c:v>
                </c:pt>
                <c:pt idx="3590">
                  <c:v>41075</c:v>
                </c:pt>
                <c:pt idx="3591">
                  <c:v>41074</c:v>
                </c:pt>
                <c:pt idx="3592">
                  <c:v>41073</c:v>
                </c:pt>
                <c:pt idx="3593">
                  <c:v>41072</c:v>
                </c:pt>
                <c:pt idx="3594">
                  <c:v>41071</c:v>
                </c:pt>
                <c:pt idx="3595">
                  <c:v>41068</c:v>
                </c:pt>
                <c:pt idx="3596">
                  <c:v>41067</c:v>
                </c:pt>
                <c:pt idx="3597">
                  <c:v>41066</c:v>
                </c:pt>
                <c:pt idx="3598">
                  <c:v>41065</c:v>
                </c:pt>
                <c:pt idx="3599">
                  <c:v>41064</c:v>
                </c:pt>
                <c:pt idx="3600">
                  <c:v>41061</c:v>
                </c:pt>
                <c:pt idx="3601">
                  <c:v>41060</c:v>
                </c:pt>
                <c:pt idx="3602">
                  <c:v>41059</c:v>
                </c:pt>
                <c:pt idx="3603">
                  <c:v>41058</c:v>
                </c:pt>
                <c:pt idx="3604">
                  <c:v>41054</c:v>
                </c:pt>
                <c:pt idx="3605">
                  <c:v>41053</c:v>
                </c:pt>
                <c:pt idx="3606">
                  <c:v>41052</c:v>
                </c:pt>
                <c:pt idx="3607">
                  <c:v>41051</c:v>
                </c:pt>
                <c:pt idx="3608">
                  <c:v>41050</c:v>
                </c:pt>
                <c:pt idx="3609">
                  <c:v>41047</c:v>
                </c:pt>
                <c:pt idx="3610">
                  <c:v>41046</c:v>
                </c:pt>
                <c:pt idx="3611">
                  <c:v>41045</c:v>
                </c:pt>
                <c:pt idx="3612">
                  <c:v>41044</c:v>
                </c:pt>
                <c:pt idx="3613">
                  <c:v>41043</c:v>
                </c:pt>
                <c:pt idx="3614">
                  <c:v>41040</c:v>
                </c:pt>
                <c:pt idx="3615">
                  <c:v>41039</c:v>
                </c:pt>
                <c:pt idx="3616">
                  <c:v>41038</c:v>
                </c:pt>
                <c:pt idx="3617">
                  <c:v>41037</c:v>
                </c:pt>
                <c:pt idx="3618">
                  <c:v>41036</c:v>
                </c:pt>
                <c:pt idx="3619">
                  <c:v>41033</c:v>
                </c:pt>
                <c:pt idx="3620">
                  <c:v>41032</c:v>
                </c:pt>
                <c:pt idx="3621">
                  <c:v>41031</c:v>
                </c:pt>
                <c:pt idx="3622">
                  <c:v>41030</c:v>
                </c:pt>
                <c:pt idx="3623">
                  <c:v>41029</c:v>
                </c:pt>
                <c:pt idx="3624">
                  <c:v>41026</c:v>
                </c:pt>
                <c:pt idx="3625">
                  <c:v>41025</c:v>
                </c:pt>
                <c:pt idx="3626">
                  <c:v>41024</c:v>
                </c:pt>
                <c:pt idx="3627">
                  <c:v>41023</c:v>
                </c:pt>
                <c:pt idx="3628">
                  <c:v>41022</c:v>
                </c:pt>
                <c:pt idx="3629">
                  <c:v>41019</c:v>
                </c:pt>
                <c:pt idx="3630">
                  <c:v>41018</c:v>
                </c:pt>
                <c:pt idx="3631">
                  <c:v>41017</c:v>
                </c:pt>
                <c:pt idx="3632">
                  <c:v>41016</c:v>
                </c:pt>
                <c:pt idx="3633">
                  <c:v>41015</c:v>
                </c:pt>
                <c:pt idx="3634">
                  <c:v>41012</c:v>
                </c:pt>
                <c:pt idx="3635">
                  <c:v>41011</c:v>
                </c:pt>
                <c:pt idx="3636">
                  <c:v>41010</c:v>
                </c:pt>
                <c:pt idx="3637">
                  <c:v>41009</c:v>
                </c:pt>
                <c:pt idx="3638">
                  <c:v>41008</c:v>
                </c:pt>
                <c:pt idx="3639">
                  <c:v>41004</c:v>
                </c:pt>
                <c:pt idx="3640">
                  <c:v>41003</c:v>
                </c:pt>
                <c:pt idx="3641">
                  <c:v>41002</c:v>
                </c:pt>
                <c:pt idx="3642">
                  <c:v>41001</c:v>
                </c:pt>
                <c:pt idx="3643">
                  <c:v>40998</c:v>
                </c:pt>
                <c:pt idx="3644">
                  <c:v>40997</c:v>
                </c:pt>
                <c:pt idx="3645">
                  <c:v>40996</c:v>
                </c:pt>
                <c:pt idx="3646">
                  <c:v>40995</c:v>
                </c:pt>
                <c:pt idx="3647">
                  <c:v>40994</c:v>
                </c:pt>
                <c:pt idx="3648">
                  <c:v>40991</c:v>
                </c:pt>
                <c:pt idx="3649">
                  <c:v>40990</c:v>
                </c:pt>
                <c:pt idx="3650">
                  <c:v>40989</c:v>
                </c:pt>
                <c:pt idx="3651">
                  <c:v>40988</c:v>
                </c:pt>
                <c:pt idx="3652">
                  <c:v>40987</c:v>
                </c:pt>
                <c:pt idx="3653">
                  <c:v>40984</c:v>
                </c:pt>
                <c:pt idx="3654">
                  <c:v>40983</c:v>
                </c:pt>
                <c:pt idx="3655">
                  <c:v>40982</c:v>
                </c:pt>
                <c:pt idx="3656">
                  <c:v>40981</c:v>
                </c:pt>
                <c:pt idx="3657">
                  <c:v>40980</c:v>
                </c:pt>
                <c:pt idx="3658">
                  <c:v>40977</c:v>
                </c:pt>
                <c:pt idx="3659">
                  <c:v>40976</c:v>
                </c:pt>
                <c:pt idx="3660">
                  <c:v>40975</c:v>
                </c:pt>
                <c:pt idx="3661">
                  <c:v>40974</c:v>
                </c:pt>
                <c:pt idx="3662">
                  <c:v>40973</c:v>
                </c:pt>
                <c:pt idx="3663">
                  <c:v>40970</c:v>
                </c:pt>
                <c:pt idx="3664">
                  <c:v>40969</c:v>
                </c:pt>
                <c:pt idx="3665">
                  <c:v>40968</c:v>
                </c:pt>
                <c:pt idx="3666">
                  <c:v>40967</c:v>
                </c:pt>
                <c:pt idx="3667">
                  <c:v>40966</c:v>
                </c:pt>
                <c:pt idx="3668">
                  <c:v>40963</c:v>
                </c:pt>
                <c:pt idx="3669">
                  <c:v>40962</c:v>
                </c:pt>
                <c:pt idx="3670">
                  <c:v>40961</c:v>
                </c:pt>
                <c:pt idx="3671">
                  <c:v>40960</c:v>
                </c:pt>
                <c:pt idx="3672">
                  <c:v>40956</c:v>
                </c:pt>
                <c:pt idx="3673">
                  <c:v>40955</c:v>
                </c:pt>
                <c:pt idx="3674">
                  <c:v>40954</c:v>
                </c:pt>
                <c:pt idx="3675">
                  <c:v>40953</c:v>
                </c:pt>
                <c:pt idx="3676">
                  <c:v>40952</c:v>
                </c:pt>
                <c:pt idx="3677">
                  <c:v>40949</c:v>
                </c:pt>
                <c:pt idx="3678">
                  <c:v>40948</c:v>
                </c:pt>
                <c:pt idx="3679">
                  <c:v>40947</c:v>
                </c:pt>
                <c:pt idx="3680">
                  <c:v>40946</c:v>
                </c:pt>
                <c:pt idx="3681">
                  <c:v>40945</c:v>
                </c:pt>
                <c:pt idx="3682">
                  <c:v>40942</c:v>
                </c:pt>
                <c:pt idx="3683">
                  <c:v>40941</c:v>
                </c:pt>
                <c:pt idx="3684">
                  <c:v>40940</c:v>
                </c:pt>
                <c:pt idx="3685">
                  <c:v>40939</c:v>
                </c:pt>
                <c:pt idx="3686">
                  <c:v>40938</c:v>
                </c:pt>
                <c:pt idx="3687">
                  <c:v>40935</c:v>
                </c:pt>
                <c:pt idx="3688">
                  <c:v>40934</c:v>
                </c:pt>
                <c:pt idx="3689">
                  <c:v>40933</c:v>
                </c:pt>
                <c:pt idx="3690">
                  <c:v>40932</c:v>
                </c:pt>
                <c:pt idx="3691">
                  <c:v>40931</c:v>
                </c:pt>
                <c:pt idx="3692">
                  <c:v>40928</c:v>
                </c:pt>
                <c:pt idx="3693">
                  <c:v>40927</c:v>
                </c:pt>
                <c:pt idx="3694">
                  <c:v>40926</c:v>
                </c:pt>
                <c:pt idx="3695">
                  <c:v>40925</c:v>
                </c:pt>
                <c:pt idx="3696">
                  <c:v>40921</c:v>
                </c:pt>
                <c:pt idx="3697">
                  <c:v>40920</c:v>
                </c:pt>
                <c:pt idx="3698">
                  <c:v>40919</c:v>
                </c:pt>
                <c:pt idx="3699">
                  <c:v>40918</c:v>
                </c:pt>
                <c:pt idx="3700">
                  <c:v>40917</c:v>
                </c:pt>
                <c:pt idx="3701">
                  <c:v>40914</c:v>
                </c:pt>
                <c:pt idx="3702">
                  <c:v>40913</c:v>
                </c:pt>
                <c:pt idx="3703">
                  <c:v>40912</c:v>
                </c:pt>
                <c:pt idx="3704">
                  <c:v>40911</c:v>
                </c:pt>
                <c:pt idx="3705">
                  <c:v>40907</c:v>
                </c:pt>
                <c:pt idx="3706">
                  <c:v>40906</c:v>
                </c:pt>
                <c:pt idx="3707">
                  <c:v>40905</c:v>
                </c:pt>
                <c:pt idx="3708">
                  <c:v>40904</c:v>
                </c:pt>
                <c:pt idx="3709">
                  <c:v>40900</c:v>
                </c:pt>
                <c:pt idx="3710">
                  <c:v>40899</c:v>
                </c:pt>
                <c:pt idx="3711">
                  <c:v>40898</c:v>
                </c:pt>
                <c:pt idx="3712">
                  <c:v>40897</c:v>
                </c:pt>
                <c:pt idx="3713">
                  <c:v>40896</c:v>
                </c:pt>
                <c:pt idx="3714">
                  <c:v>40893</c:v>
                </c:pt>
                <c:pt idx="3715">
                  <c:v>40892</c:v>
                </c:pt>
                <c:pt idx="3716">
                  <c:v>40891</c:v>
                </c:pt>
                <c:pt idx="3717">
                  <c:v>40890</c:v>
                </c:pt>
                <c:pt idx="3718">
                  <c:v>40889</c:v>
                </c:pt>
                <c:pt idx="3719">
                  <c:v>40886</c:v>
                </c:pt>
                <c:pt idx="3720">
                  <c:v>40885</c:v>
                </c:pt>
                <c:pt idx="3721">
                  <c:v>40884</c:v>
                </c:pt>
                <c:pt idx="3722">
                  <c:v>40883</c:v>
                </c:pt>
                <c:pt idx="3723">
                  <c:v>40882</c:v>
                </c:pt>
                <c:pt idx="3724">
                  <c:v>40879</c:v>
                </c:pt>
                <c:pt idx="3725">
                  <c:v>40878</c:v>
                </c:pt>
                <c:pt idx="3726">
                  <c:v>40877</c:v>
                </c:pt>
                <c:pt idx="3727">
                  <c:v>40876</c:v>
                </c:pt>
                <c:pt idx="3728">
                  <c:v>40875</c:v>
                </c:pt>
                <c:pt idx="3729">
                  <c:v>40872</c:v>
                </c:pt>
                <c:pt idx="3730">
                  <c:v>40870</c:v>
                </c:pt>
                <c:pt idx="3731">
                  <c:v>40869</c:v>
                </c:pt>
                <c:pt idx="3732">
                  <c:v>40868</c:v>
                </c:pt>
                <c:pt idx="3733">
                  <c:v>40865</c:v>
                </c:pt>
                <c:pt idx="3734">
                  <c:v>40864</c:v>
                </c:pt>
                <c:pt idx="3735">
                  <c:v>40863</c:v>
                </c:pt>
                <c:pt idx="3736">
                  <c:v>40862</c:v>
                </c:pt>
                <c:pt idx="3737">
                  <c:v>40861</c:v>
                </c:pt>
                <c:pt idx="3738">
                  <c:v>40858</c:v>
                </c:pt>
                <c:pt idx="3739">
                  <c:v>40857</c:v>
                </c:pt>
                <c:pt idx="3740">
                  <c:v>40856</c:v>
                </c:pt>
                <c:pt idx="3741">
                  <c:v>40855</c:v>
                </c:pt>
                <c:pt idx="3742">
                  <c:v>40854</c:v>
                </c:pt>
                <c:pt idx="3743">
                  <c:v>40851</c:v>
                </c:pt>
                <c:pt idx="3744">
                  <c:v>40850</c:v>
                </c:pt>
                <c:pt idx="3745">
                  <c:v>40849</c:v>
                </c:pt>
                <c:pt idx="3746">
                  <c:v>40848</c:v>
                </c:pt>
                <c:pt idx="3747">
                  <c:v>40847</c:v>
                </c:pt>
                <c:pt idx="3748">
                  <c:v>40844</c:v>
                </c:pt>
                <c:pt idx="3749">
                  <c:v>40843</c:v>
                </c:pt>
                <c:pt idx="3750">
                  <c:v>40842</c:v>
                </c:pt>
                <c:pt idx="3751">
                  <c:v>40841</c:v>
                </c:pt>
                <c:pt idx="3752">
                  <c:v>40840</c:v>
                </c:pt>
                <c:pt idx="3753">
                  <c:v>40837</c:v>
                </c:pt>
                <c:pt idx="3754">
                  <c:v>40836</c:v>
                </c:pt>
                <c:pt idx="3755">
                  <c:v>40835</c:v>
                </c:pt>
                <c:pt idx="3756">
                  <c:v>40834</c:v>
                </c:pt>
                <c:pt idx="3757">
                  <c:v>40833</c:v>
                </c:pt>
                <c:pt idx="3758">
                  <c:v>40830</c:v>
                </c:pt>
                <c:pt idx="3759">
                  <c:v>40829</c:v>
                </c:pt>
                <c:pt idx="3760">
                  <c:v>40828</c:v>
                </c:pt>
                <c:pt idx="3761">
                  <c:v>40827</c:v>
                </c:pt>
                <c:pt idx="3762">
                  <c:v>40826</c:v>
                </c:pt>
                <c:pt idx="3763">
                  <c:v>40823</c:v>
                </c:pt>
                <c:pt idx="3764">
                  <c:v>40822</c:v>
                </c:pt>
                <c:pt idx="3765">
                  <c:v>40821</c:v>
                </c:pt>
                <c:pt idx="3766">
                  <c:v>40820</c:v>
                </c:pt>
                <c:pt idx="3767">
                  <c:v>40819</c:v>
                </c:pt>
                <c:pt idx="3768">
                  <c:v>40816</c:v>
                </c:pt>
                <c:pt idx="3769">
                  <c:v>40815</c:v>
                </c:pt>
                <c:pt idx="3770">
                  <c:v>40814</c:v>
                </c:pt>
                <c:pt idx="3771">
                  <c:v>40813</c:v>
                </c:pt>
                <c:pt idx="3772">
                  <c:v>40812</c:v>
                </c:pt>
                <c:pt idx="3773">
                  <c:v>40809</c:v>
                </c:pt>
                <c:pt idx="3774">
                  <c:v>40808</c:v>
                </c:pt>
                <c:pt idx="3775">
                  <c:v>40807</c:v>
                </c:pt>
                <c:pt idx="3776">
                  <c:v>40806</c:v>
                </c:pt>
                <c:pt idx="3777">
                  <c:v>40805</c:v>
                </c:pt>
                <c:pt idx="3778">
                  <c:v>40802</c:v>
                </c:pt>
                <c:pt idx="3779">
                  <c:v>40801</c:v>
                </c:pt>
                <c:pt idx="3780">
                  <c:v>40800</c:v>
                </c:pt>
                <c:pt idx="3781">
                  <c:v>40799</c:v>
                </c:pt>
                <c:pt idx="3782">
                  <c:v>40798</c:v>
                </c:pt>
                <c:pt idx="3783">
                  <c:v>40795</c:v>
                </c:pt>
                <c:pt idx="3784">
                  <c:v>40794</c:v>
                </c:pt>
                <c:pt idx="3785">
                  <c:v>40793</c:v>
                </c:pt>
                <c:pt idx="3786">
                  <c:v>40792</c:v>
                </c:pt>
                <c:pt idx="3787">
                  <c:v>40788</c:v>
                </c:pt>
                <c:pt idx="3788">
                  <c:v>40787</c:v>
                </c:pt>
                <c:pt idx="3789">
                  <c:v>40786</c:v>
                </c:pt>
                <c:pt idx="3790">
                  <c:v>40785</c:v>
                </c:pt>
                <c:pt idx="3791">
                  <c:v>40784</c:v>
                </c:pt>
                <c:pt idx="3792">
                  <c:v>40781</c:v>
                </c:pt>
                <c:pt idx="3793">
                  <c:v>40780</c:v>
                </c:pt>
                <c:pt idx="3794">
                  <c:v>40779</c:v>
                </c:pt>
                <c:pt idx="3795">
                  <c:v>40778</c:v>
                </c:pt>
                <c:pt idx="3796">
                  <c:v>40777</c:v>
                </c:pt>
                <c:pt idx="3797">
                  <c:v>40774</c:v>
                </c:pt>
                <c:pt idx="3798">
                  <c:v>40773</c:v>
                </c:pt>
                <c:pt idx="3799">
                  <c:v>40772</c:v>
                </c:pt>
                <c:pt idx="3800">
                  <c:v>40771</c:v>
                </c:pt>
                <c:pt idx="3801">
                  <c:v>40770</c:v>
                </c:pt>
                <c:pt idx="3802">
                  <c:v>40767</c:v>
                </c:pt>
                <c:pt idx="3803">
                  <c:v>40766</c:v>
                </c:pt>
                <c:pt idx="3804">
                  <c:v>40765</c:v>
                </c:pt>
                <c:pt idx="3805">
                  <c:v>40764</c:v>
                </c:pt>
                <c:pt idx="3806">
                  <c:v>40763</c:v>
                </c:pt>
                <c:pt idx="3807">
                  <c:v>40760</c:v>
                </c:pt>
                <c:pt idx="3808">
                  <c:v>40759</c:v>
                </c:pt>
                <c:pt idx="3809">
                  <c:v>40758</c:v>
                </c:pt>
                <c:pt idx="3810">
                  <c:v>40757</c:v>
                </c:pt>
                <c:pt idx="3811">
                  <c:v>40756</c:v>
                </c:pt>
                <c:pt idx="3812">
                  <c:v>40753</c:v>
                </c:pt>
                <c:pt idx="3813">
                  <c:v>40752</c:v>
                </c:pt>
                <c:pt idx="3814">
                  <c:v>40751</c:v>
                </c:pt>
                <c:pt idx="3815">
                  <c:v>40750</c:v>
                </c:pt>
                <c:pt idx="3816">
                  <c:v>40749</c:v>
                </c:pt>
                <c:pt idx="3817">
                  <c:v>40746</c:v>
                </c:pt>
                <c:pt idx="3818">
                  <c:v>40745</c:v>
                </c:pt>
                <c:pt idx="3819">
                  <c:v>40744</c:v>
                </c:pt>
                <c:pt idx="3820">
                  <c:v>40743</c:v>
                </c:pt>
                <c:pt idx="3821">
                  <c:v>40742</c:v>
                </c:pt>
                <c:pt idx="3822">
                  <c:v>40739</c:v>
                </c:pt>
                <c:pt idx="3823">
                  <c:v>40738</c:v>
                </c:pt>
                <c:pt idx="3824">
                  <c:v>40737</c:v>
                </c:pt>
                <c:pt idx="3825">
                  <c:v>40736</c:v>
                </c:pt>
                <c:pt idx="3826">
                  <c:v>40735</c:v>
                </c:pt>
                <c:pt idx="3827">
                  <c:v>40732</c:v>
                </c:pt>
                <c:pt idx="3828">
                  <c:v>40731</c:v>
                </c:pt>
                <c:pt idx="3829">
                  <c:v>40730</c:v>
                </c:pt>
                <c:pt idx="3830">
                  <c:v>40729</c:v>
                </c:pt>
                <c:pt idx="3831">
                  <c:v>40725</c:v>
                </c:pt>
                <c:pt idx="3832">
                  <c:v>40724</c:v>
                </c:pt>
                <c:pt idx="3833">
                  <c:v>40723</c:v>
                </c:pt>
                <c:pt idx="3834">
                  <c:v>40722</c:v>
                </c:pt>
                <c:pt idx="3835">
                  <c:v>40721</c:v>
                </c:pt>
                <c:pt idx="3836">
                  <c:v>40718</c:v>
                </c:pt>
                <c:pt idx="3837">
                  <c:v>40717</c:v>
                </c:pt>
                <c:pt idx="3838">
                  <c:v>40716</c:v>
                </c:pt>
                <c:pt idx="3839">
                  <c:v>40715</c:v>
                </c:pt>
                <c:pt idx="3840">
                  <c:v>40714</c:v>
                </c:pt>
                <c:pt idx="3841">
                  <c:v>40711</c:v>
                </c:pt>
                <c:pt idx="3842">
                  <c:v>40710</c:v>
                </c:pt>
                <c:pt idx="3843">
                  <c:v>40709</c:v>
                </c:pt>
                <c:pt idx="3844">
                  <c:v>40708</c:v>
                </c:pt>
                <c:pt idx="3845">
                  <c:v>40707</c:v>
                </c:pt>
                <c:pt idx="3846">
                  <c:v>40704</c:v>
                </c:pt>
                <c:pt idx="3847">
                  <c:v>40703</c:v>
                </c:pt>
                <c:pt idx="3848">
                  <c:v>40702</c:v>
                </c:pt>
                <c:pt idx="3849">
                  <c:v>40701</c:v>
                </c:pt>
                <c:pt idx="3850">
                  <c:v>40700</c:v>
                </c:pt>
                <c:pt idx="3851">
                  <c:v>40697</c:v>
                </c:pt>
                <c:pt idx="3852">
                  <c:v>40696</c:v>
                </c:pt>
                <c:pt idx="3853">
                  <c:v>40695</c:v>
                </c:pt>
                <c:pt idx="3854">
                  <c:v>40694</c:v>
                </c:pt>
                <c:pt idx="3855">
                  <c:v>40690</c:v>
                </c:pt>
                <c:pt idx="3856">
                  <c:v>40689</c:v>
                </c:pt>
                <c:pt idx="3857">
                  <c:v>40688</c:v>
                </c:pt>
                <c:pt idx="3858">
                  <c:v>40687</c:v>
                </c:pt>
                <c:pt idx="3859">
                  <c:v>40686</c:v>
                </c:pt>
                <c:pt idx="3860">
                  <c:v>40683</c:v>
                </c:pt>
                <c:pt idx="3861">
                  <c:v>40682</c:v>
                </c:pt>
                <c:pt idx="3862">
                  <c:v>40681</c:v>
                </c:pt>
                <c:pt idx="3863">
                  <c:v>40680</c:v>
                </c:pt>
                <c:pt idx="3864">
                  <c:v>40679</c:v>
                </c:pt>
                <c:pt idx="3865">
                  <c:v>40676</c:v>
                </c:pt>
                <c:pt idx="3866">
                  <c:v>40675</c:v>
                </c:pt>
                <c:pt idx="3867">
                  <c:v>40674</c:v>
                </c:pt>
                <c:pt idx="3868">
                  <c:v>40673</c:v>
                </c:pt>
                <c:pt idx="3869">
                  <c:v>40672</c:v>
                </c:pt>
                <c:pt idx="3870">
                  <c:v>40669</c:v>
                </c:pt>
                <c:pt idx="3871">
                  <c:v>40668</c:v>
                </c:pt>
                <c:pt idx="3872">
                  <c:v>40667</c:v>
                </c:pt>
                <c:pt idx="3873">
                  <c:v>40666</c:v>
                </c:pt>
                <c:pt idx="3874">
                  <c:v>40665</c:v>
                </c:pt>
                <c:pt idx="3875">
                  <c:v>40662</c:v>
                </c:pt>
                <c:pt idx="3876">
                  <c:v>40661</c:v>
                </c:pt>
                <c:pt idx="3877">
                  <c:v>40660</c:v>
                </c:pt>
                <c:pt idx="3878">
                  <c:v>40659</c:v>
                </c:pt>
                <c:pt idx="3879">
                  <c:v>40658</c:v>
                </c:pt>
                <c:pt idx="3880">
                  <c:v>40654</c:v>
                </c:pt>
                <c:pt idx="3881">
                  <c:v>40653</c:v>
                </c:pt>
                <c:pt idx="3882">
                  <c:v>40652</c:v>
                </c:pt>
                <c:pt idx="3883">
                  <c:v>40651</c:v>
                </c:pt>
                <c:pt idx="3884">
                  <c:v>40648</c:v>
                </c:pt>
                <c:pt idx="3885">
                  <c:v>40647</c:v>
                </c:pt>
                <c:pt idx="3886">
                  <c:v>40646</c:v>
                </c:pt>
                <c:pt idx="3887">
                  <c:v>40645</c:v>
                </c:pt>
                <c:pt idx="3888">
                  <c:v>40644</c:v>
                </c:pt>
                <c:pt idx="3889">
                  <c:v>40641</c:v>
                </c:pt>
                <c:pt idx="3890">
                  <c:v>40640</c:v>
                </c:pt>
                <c:pt idx="3891">
                  <c:v>40639</c:v>
                </c:pt>
                <c:pt idx="3892">
                  <c:v>40638</c:v>
                </c:pt>
                <c:pt idx="3893">
                  <c:v>40637</c:v>
                </c:pt>
                <c:pt idx="3894">
                  <c:v>40634</c:v>
                </c:pt>
                <c:pt idx="3895">
                  <c:v>40633</c:v>
                </c:pt>
                <c:pt idx="3896">
                  <c:v>40632</c:v>
                </c:pt>
                <c:pt idx="3897">
                  <c:v>40631</c:v>
                </c:pt>
                <c:pt idx="3898">
                  <c:v>40630</c:v>
                </c:pt>
                <c:pt idx="3899">
                  <c:v>40627</c:v>
                </c:pt>
                <c:pt idx="3900">
                  <c:v>40626</c:v>
                </c:pt>
                <c:pt idx="3901">
                  <c:v>40625</c:v>
                </c:pt>
                <c:pt idx="3902">
                  <c:v>40624</c:v>
                </c:pt>
                <c:pt idx="3903">
                  <c:v>40623</c:v>
                </c:pt>
                <c:pt idx="3904">
                  <c:v>40620</c:v>
                </c:pt>
                <c:pt idx="3905">
                  <c:v>40619</c:v>
                </c:pt>
                <c:pt idx="3906">
                  <c:v>40618</c:v>
                </c:pt>
                <c:pt idx="3907">
                  <c:v>40617</c:v>
                </c:pt>
                <c:pt idx="3908">
                  <c:v>40616</c:v>
                </c:pt>
                <c:pt idx="3909">
                  <c:v>40613</c:v>
                </c:pt>
                <c:pt idx="3910">
                  <c:v>40612</c:v>
                </c:pt>
                <c:pt idx="3911">
                  <c:v>40611</c:v>
                </c:pt>
                <c:pt idx="3912">
                  <c:v>40610</c:v>
                </c:pt>
                <c:pt idx="3913">
                  <c:v>40609</c:v>
                </c:pt>
                <c:pt idx="3914">
                  <c:v>40606</c:v>
                </c:pt>
                <c:pt idx="3915">
                  <c:v>40605</c:v>
                </c:pt>
                <c:pt idx="3916">
                  <c:v>40604</c:v>
                </c:pt>
                <c:pt idx="3917">
                  <c:v>40603</c:v>
                </c:pt>
                <c:pt idx="3918">
                  <c:v>40602</c:v>
                </c:pt>
                <c:pt idx="3919">
                  <c:v>40599</c:v>
                </c:pt>
                <c:pt idx="3920">
                  <c:v>40598</c:v>
                </c:pt>
                <c:pt idx="3921">
                  <c:v>40597</c:v>
                </c:pt>
                <c:pt idx="3922">
                  <c:v>40596</c:v>
                </c:pt>
                <c:pt idx="3923">
                  <c:v>40592</c:v>
                </c:pt>
                <c:pt idx="3924">
                  <c:v>40591</c:v>
                </c:pt>
                <c:pt idx="3925">
                  <c:v>40590</c:v>
                </c:pt>
                <c:pt idx="3926">
                  <c:v>40589</c:v>
                </c:pt>
                <c:pt idx="3927">
                  <c:v>40588</c:v>
                </c:pt>
                <c:pt idx="3928">
                  <c:v>40585</c:v>
                </c:pt>
                <c:pt idx="3929">
                  <c:v>40584</c:v>
                </c:pt>
                <c:pt idx="3930">
                  <c:v>40583</c:v>
                </c:pt>
                <c:pt idx="3931">
                  <c:v>40582</c:v>
                </c:pt>
                <c:pt idx="3932">
                  <c:v>40581</c:v>
                </c:pt>
                <c:pt idx="3933">
                  <c:v>40578</c:v>
                </c:pt>
                <c:pt idx="3934">
                  <c:v>40577</c:v>
                </c:pt>
                <c:pt idx="3935">
                  <c:v>40576</c:v>
                </c:pt>
                <c:pt idx="3936">
                  <c:v>40575</c:v>
                </c:pt>
                <c:pt idx="3937">
                  <c:v>40574</c:v>
                </c:pt>
                <c:pt idx="3938">
                  <c:v>40571</c:v>
                </c:pt>
                <c:pt idx="3939">
                  <c:v>40570</c:v>
                </c:pt>
                <c:pt idx="3940">
                  <c:v>40569</c:v>
                </c:pt>
                <c:pt idx="3941">
                  <c:v>40568</c:v>
                </c:pt>
                <c:pt idx="3942">
                  <c:v>40567</c:v>
                </c:pt>
                <c:pt idx="3943">
                  <c:v>40564</c:v>
                </c:pt>
                <c:pt idx="3944">
                  <c:v>40563</c:v>
                </c:pt>
                <c:pt idx="3945">
                  <c:v>40562</c:v>
                </c:pt>
                <c:pt idx="3946">
                  <c:v>40561</c:v>
                </c:pt>
                <c:pt idx="3947">
                  <c:v>40557</c:v>
                </c:pt>
                <c:pt idx="3948">
                  <c:v>40556</c:v>
                </c:pt>
                <c:pt idx="3949">
                  <c:v>40555</c:v>
                </c:pt>
                <c:pt idx="3950">
                  <c:v>40554</c:v>
                </c:pt>
                <c:pt idx="3951">
                  <c:v>40553</c:v>
                </c:pt>
                <c:pt idx="3952">
                  <c:v>40550</c:v>
                </c:pt>
                <c:pt idx="3953">
                  <c:v>40549</c:v>
                </c:pt>
                <c:pt idx="3954">
                  <c:v>40548</c:v>
                </c:pt>
                <c:pt idx="3955">
                  <c:v>40547</c:v>
                </c:pt>
                <c:pt idx="3956">
                  <c:v>40546</c:v>
                </c:pt>
                <c:pt idx="3957">
                  <c:v>40543</c:v>
                </c:pt>
                <c:pt idx="3958">
                  <c:v>40542</c:v>
                </c:pt>
                <c:pt idx="3959">
                  <c:v>40541</c:v>
                </c:pt>
                <c:pt idx="3960">
                  <c:v>40540</c:v>
                </c:pt>
                <c:pt idx="3961">
                  <c:v>40539</c:v>
                </c:pt>
                <c:pt idx="3962">
                  <c:v>40535</c:v>
                </c:pt>
                <c:pt idx="3963">
                  <c:v>40534</c:v>
                </c:pt>
                <c:pt idx="3964">
                  <c:v>40533</c:v>
                </c:pt>
                <c:pt idx="3965">
                  <c:v>40532</c:v>
                </c:pt>
                <c:pt idx="3966">
                  <c:v>40529</c:v>
                </c:pt>
                <c:pt idx="3967">
                  <c:v>40528</c:v>
                </c:pt>
                <c:pt idx="3968">
                  <c:v>40527</c:v>
                </c:pt>
                <c:pt idx="3969">
                  <c:v>40526</c:v>
                </c:pt>
                <c:pt idx="3970">
                  <c:v>40525</c:v>
                </c:pt>
                <c:pt idx="3971">
                  <c:v>40522</c:v>
                </c:pt>
                <c:pt idx="3972">
                  <c:v>40521</c:v>
                </c:pt>
                <c:pt idx="3973">
                  <c:v>40520</c:v>
                </c:pt>
                <c:pt idx="3974">
                  <c:v>40519</c:v>
                </c:pt>
                <c:pt idx="3975">
                  <c:v>40518</c:v>
                </c:pt>
                <c:pt idx="3976">
                  <c:v>40515</c:v>
                </c:pt>
                <c:pt idx="3977">
                  <c:v>40514</c:v>
                </c:pt>
                <c:pt idx="3978">
                  <c:v>40513</c:v>
                </c:pt>
                <c:pt idx="3979">
                  <c:v>40512</c:v>
                </c:pt>
                <c:pt idx="3980">
                  <c:v>40511</c:v>
                </c:pt>
                <c:pt idx="3981">
                  <c:v>40508</c:v>
                </c:pt>
                <c:pt idx="3982">
                  <c:v>40506</c:v>
                </c:pt>
                <c:pt idx="3983">
                  <c:v>40505</c:v>
                </c:pt>
                <c:pt idx="3984">
                  <c:v>40504</c:v>
                </c:pt>
                <c:pt idx="3985">
                  <c:v>40501</c:v>
                </c:pt>
                <c:pt idx="3986">
                  <c:v>40500</c:v>
                </c:pt>
                <c:pt idx="3987">
                  <c:v>40499</c:v>
                </c:pt>
                <c:pt idx="3988">
                  <c:v>40498</c:v>
                </c:pt>
                <c:pt idx="3989">
                  <c:v>40497</c:v>
                </c:pt>
                <c:pt idx="3990">
                  <c:v>40494</c:v>
                </c:pt>
                <c:pt idx="3991">
                  <c:v>40493</c:v>
                </c:pt>
                <c:pt idx="3992">
                  <c:v>40492</c:v>
                </c:pt>
                <c:pt idx="3993">
                  <c:v>40491</c:v>
                </c:pt>
                <c:pt idx="3994">
                  <c:v>40490</c:v>
                </c:pt>
                <c:pt idx="3995">
                  <c:v>40487</c:v>
                </c:pt>
                <c:pt idx="3996">
                  <c:v>40486</c:v>
                </c:pt>
                <c:pt idx="3997">
                  <c:v>40485</c:v>
                </c:pt>
                <c:pt idx="3998">
                  <c:v>40484</c:v>
                </c:pt>
                <c:pt idx="3999">
                  <c:v>40483</c:v>
                </c:pt>
                <c:pt idx="4000">
                  <c:v>40480</c:v>
                </c:pt>
                <c:pt idx="4001">
                  <c:v>40479</c:v>
                </c:pt>
                <c:pt idx="4002">
                  <c:v>40478</c:v>
                </c:pt>
                <c:pt idx="4003">
                  <c:v>40477</c:v>
                </c:pt>
                <c:pt idx="4004">
                  <c:v>40476</c:v>
                </c:pt>
                <c:pt idx="4005">
                  <c:v>40473</c:v>
                </c:pt>
                <c:pt idx="4006">
                  <c:v>40472</c:v>
                </c:pt>
                <c:pt idx="4007">
                  <c:v>40471</c:v>
                </c:pt>
                <c:pt idx="4008">
                  <c:v>40470</c:v>
                </c:pt>
                <c:pt idx="4009">
                  <c:v>40469</c:v>
                </c:pt>
                <c:pt idx="4010">
                  <c:v>40466</c:v>
                </c:pt>
                <c:pt idx="4011">
                  <c:v>40465</c:v>
                </c:pt>
                <c:pt idx="4012">
                  <c:v>40464</c:v>
                </c:pt>
                <c:pt idx="4013">
                  <c:v>40463</c:v>
                </c:pt>
                <c:pt idx="4014">
                  <c:v>40462</c:v>
                </c:pt>
                <c:pt idx="4015">
                  <c:v>40459</c:v>
                </c:pt>
                <c:pt idx="4016">
                  <c:v>40458</c:v>
                </c:pt>
                <c:pt idx="4017">
                  <c:v>40457</c:v>
                </c:pt>
                <c:pt idx="4018">
                  <c:v>40456</c:v>
                </c:pt>
                <c:pt idx="4019">
                  <c:v>40455</c:v>
                </c:pt>
                <c:pt idx="4020">
                  <c:v>40452</c:v>
                </c:pt>
                <c:pt idx="4021">
                  <c:v>40451</c:v>
                </c:pt>
                <c:pt idx="4022">
                  <c:v>40450</c:v>
                </c:pt>
                <c:pt idx="4023">
                  <c:v>40449</c:v>
                </c:pt>
                <c:pt idx="4024">
                  <c:v>40448</c:v>
                </c:pt>
                <c:pt idx="4025">
                  <c:v>40445</c:v>
                </c:pt>
                <c:pt idx="4026">
                  <c:v>40444</c:v>
                </c:pt>
                <c:pt idx="4027">
                  <c:v>40443</c:v>
                </c:pt>
                <c:pt idx="4028">
                  <c:v>40442</c:v>
                </c:pt>
                <c:pt idx="4029">
                  <c:v>40441</c:v>
                </c:pt>
                <c:pt idx="4030">
                  <c:v>40438</c:v>
                </c:pt>
                <c:pt idx="4031">
                  <c:v>40437</c:v>
                </c:pt>
                <c:pt idx="4032">
                  <c:v>40436</c:v>
                </c:pt>
                <c:pt idx="4033">
                  <c:v>40435</c:v>
                </c:pt>
                <c:pt idx="4034">
                  <c:v>40434</c:v>
                </c:pt>
                <c:pt idx="4035">
                  <c:v>40431</c:v>
                </c:pt>
                <c:pt idx="4036">
                  <c:v>40430</c:v>
                </c:pt>
                <c:pt idx="4037">
                  <c:v>40429</c:v>
                </c:pt>
                <c:pt idx="4038">
                  <c:v>40428</c:v>
                </c:pt>
                <c:pt idx="4039">
                  <c:v>40424</c:v>
                </c:pt>
                <c:pt idx="4040">
                  <c:v>40423</c:v>
                </c:pt>
                <c:pt idx="4041">
                  <c:v>40422</c:v>
                </c:pt>
                <c:pt idx="4042">
                  <c:v>40421</c:v>
                </c:pt>
                <c:pt idx="4043">
                  <c:v>40420</c:v>
                </c:pt>
                <c:pt idx="4044">
                  <c:v>40417</c:v>
                </c:pt>
                <c:pt idx="4045">
                  <c:v>40416</c:v>
                </c:pt>
                <c:pt idx="4046">
                  <c:v>40415</c:v>
                </c:pt>
                <c:pt idx="4047">
                  <c:v>40414</c:v>
                </c:pt>
                <c:pt idx="4048">
                  <c:v>40413</c:v>
                </c:pt>
                <c:pt idx="4049">
                  <c:v>40410</c:v>
                </c:pt>
                <c:pt idx="4050">
                  <c:v>40409</c:v>
                </c:pt>
                <c:pt idx="4051">
                  <c:v>40408</c:v>
                </c:pt>
                <c:pt idx="4052">
                  <c:v>40407</c:v>
                </c:pt>
                <c:pt idx="4053">
                  <c:v>40406</c:v>
                </c:pt>
                <c:pt idx="4054">
                  <c:v>40403</c:v>
                </c:pt>
                <c:pt idx="4055">
                  <c:v>40402</c:v>
                </c:pt>
                <c:pt idx="4056">
                  <c:v>40401</c:v>
                </c:pt>
                <c:pt idx="4057">
                  <c:v>40400</c:v>
                </c:pt>
                <c:pt idx="4058">
                  <c:v>40399</c:v>
                </c:pt>
                <c:pt idx="4059">
                  <c:v>40396</c:v>
                </c:pt>
                <c:pt idx="4060">
                  <c:v>40395</c:v>
                </c:pt>
                <c:pt idx="4061">
                  <c:v>40394</c:v>
                </c:pt>
                <c:pt idx="4062">
                  <c:v>40393</c:v>
                </c:pt>
                <c:pt idx="4063">
                  <c:v>40392</c:v>
                </c:pt>
                <c:pt idx="4064">
                  <c:v>40389</c:v>
                </c:pt>
                <c:pt idx="4065">
                  <c:v>40388</c:v>
                </c:pt>
                <c:pt idx="4066">
                  <c:v>40387</c:v>
                </c:pt>
                <c:pt idx="4067">
                  <c:v>40386</c:v>
                </c:pt>
                <c:pt idx="4068">
                  <c:v>40385</c:v>
                </c:pt>
                <c:pt idx="4069">
                  <c:v>40382</c:v>
                </c:pt>
                <c:pt idx="4070">
                  <c:v>40381</c:v>
                </c:pt>
                <c:pt idx="4071">
                  <c:v>40380</c:v>
                </c:pt>
                <c:pt idx="4072">
                  <c:v>40379</c:v>
                </c:pt>
                <c:pt idx="4073">
                  <c:v>40378</c:v>
                </c:pt>
                <c:pt idx="4074">
                  <c:v>40375</c:v>
                </c:pt>
                <c:pt idx="4075">
                  <c:v>40374</c:v>
                </c:pt>
                <c:pt idx="4076">
                  <c:v>40373</c:v>
                </c:pt>
                <c:pt idx="4077">
                  <c:v>40372</c:v>
                </c:pt>
                <c:pt idx="4078">
                  <c:v>40371</c:v>
                </c:pt>
                <c:pt idx="4079">
                  <c:v>40368</c:v>
                </c:pt>
                <c:pt idx="4080">
                  <c:v>40367</c:v>
                </c:pt>
                <c:pt idx="4081">
                  <c:v>40366</c:v>
                </c:pt>
                <c:pt idx="4082">
                  <c:v>40365</c:v>
                </c:pt>
                <c:pt idx="4083">
                  <c:v>40361</c:v>
                </c:pt>
                <c:pt idx="4084">
                  <c:v>40360</c:v>
                </c:pt>
                <c:pt idx="4085">
                  <c:v>40359</c:v>
                </c:pt>
                <c:pt idx="4086">
                  <c:v>40358</c:v>
                </c:pt>
                <c:pt idx="4087">
                  <c:v>40357</c:v>
                </c:pt>
                <c:pt idx="4088">
                  <c:v>40354</c:v>
                </c:pt>
                <c:pt idx="4089">
                  <c:v>40353</c:v>
                </c:pt>
                <c:pt idx="4090">
                  <c:v>40352</c:v>
                </c:pt>
                <c:pt idx="4091">
                  <c:v>40351</c:v>
                </c:pt>
                <c:pt idx="4092">
                  <c:v>40350</c:v>
                </c:pt>
                <c:pt idx="4093">
                  <c:v>40347</c:v>
                </c:pt>
                <c:pt idx="4094">
                  <c:v>40346</c:v>
                </c:pt>
                <c:pt idx="4095">
                  <c:v>40345</c:v>
                </c:pt>
                <c:pt idx="4096">
                  <c:v>40344</c:v>
                </c:pt>
                <c:pt idx="4097">
                  <c:v>40343</c:v>
                </c:pt>
                <c:pt idx="4098">
                  <c:v>40340</c:v>
                </c:pt>
                <c:pt idx="4099">
                  <c:v>40339</c:v>
                </c:pt>
                <c:pt idx="4100">
                  <c:v>40338</c:v>
                </c:pt>
                <c:pt idx="4101">
                  <c:v>40337</c:v>
                </c:pt>
                <c:pt idx="4102">
                  <c:v>40336</c:v>
                </c:pt>
                <c:pt idx="4103">
                  <c:v>40333</c:v>
                </c:pt>
                <c:pt idx="4104">
                  <c:v>40332</c:v>
                </c:pt>
                <c:pt idx="4105">
                  <c:v>40331</c:v>
                </c:pt>
                <c:pt idx="4106">
                  <c:v>40330</c:v>
                </c:pt>
                <c:pt idx="4107">
                  <c:v>40326</c:v>
                </c:pt>
                <c:pt idx="4108">
                  <c:v>40325</c:v>
                </c:pt>
                <c:pt idx="4109">
                  <c:v>40324</c:v>
                </c:pt>
                <c:pt idx="4110">
                  <c:v>40323</c:v>
                </c:pt>
                <c:pt idx="4111">
                  <c:v>40322</c:v>
                </c:pt>
                <c:pt idx="4112">
                  <c:v>40319</c:v>
                </c:pt>
                <c:pt idx="4113">
                  <c:v>40318</c:v>
                </c:pt>
                <c:pt idx="4114">
                  <c:v>40317</c:v>
                </c:pt>
                <c:pt idx="4115">
                  <c:v>40316</c:v>
                </c:pt>
                <c:pt idx="4116">
                  <c:v>40315</c:v>
                </c:pt>
                <c:pt idx="4117">
                  <c:v>40312</c:v>
                </c:pt>
                <c:pt idx="4118">
                  <c:v>40311</c:v>
                </c:pt>
                <c:pt idx="4119">
                  <c:v>40310</c:v>
                </c:pt>
                <c:pt idx="4120">
                  <c:v>40309</c:v>
                </c:pt>
                <c:pt idx="4121">
                  <c:v>40308</c:v>
                </c:pt>
                <c:pt idx="4122">
                  <c:v>40305</c:v>
                </c:pt>
                <c:pt idx="4123">
                  <c:v>40304</c:v>
                </c:pt>
                <c:pt idx="4124">
                  <c:v>40303</c:v>
                </c:pt>
                <c:pt idx="4125">
                  <c:v>40302</c:v>
                </c:pt>
                <c:pt idx="4126">
                  <c:v>40301</c:v>
                </c:pt>
                <c:pt idx="4127">
                  <c:v>40298</c:v>
                </c:pt>
                <c:pt idx="4128">
                  <c:v>40297</c:v>
                </c:pt>
                <c:pt idx="4129">
                  <c:v>40296</c:v>
                </c:pt>
                <c:pt idx="4130">
                  <c:v>40295</c:v>
                </c:pt>
                <c:pt idx="4131">
                  <c:v>40294</c:v>
                </c:pt>
                <c:pt idx="4132">
                  <c:v>40291</c:v>
                </c:pt>
                <c:pt idx="4133">
                  <c:v>40290</c:v>
                </c:pt>
                <c:pt idx="4134">
                  <c:v>40289</c:v>
                </c:pt>
                <c:pt idx="4135">
                  <c:v>40288</c:v>
                </c:pt>
                <c:pt idx="4136">
                  <c:v>40287</c:v>
                </c:pt>
                <c:pt idx="4137">
                  <c:v>40284</c:v>
                </c:pt>
                <c:pt idx="4138">
                  <c:v>40283</c:v>
                </c:pt>
                <c:pt idx="4139">
                  <c:v>40282</c:v>
                </c:pt>
                <c:pt idx="4140">
                  <c:v>40281</c:v>
                </c:pt>
                <c:pt idx="4141">
                  <c:v>40280</c:v>
                </c:pt>
                <c:pt idx="4142">
                  <c:v>40277</c:v>
                </c:pt>
                <c:pt idx="4143">
                  <c:v>40276</c:v>
                </c:pt>
                <c:pt idx="4144">
                  <c:v>40275</c:v>
                </c:pt>
                <c:pt idx="4145">
                  <c:v>40274</c:v>
                </c:pt>
                <c:pt idx="4146">
                  <c:v>40273</c:v>
                </c:pt>
                <c:pt idx="4147">
                  <c:v>40269</c:v>
                </c:pt>
                <c:pt idx="4148">
                  <c:v>40268</c:v>
                </c:pt>
                <c:pt idx="4149">
                  <c:v>40267</c:v>
                </c:pt>
                <c:pt idx="4150">
                  <c:v>40266</c:v>
                </c:pt>
                <c:pt idx="4151">
                  <c:v>40263</c:v>
                </c:pt>
                <c:pt idx="4152">
                  <c:v>40262</c:v>
                </c:pt>
                <c:pt idx="4153">
                  <c:v>40261</c:v>
                </c:pt>
                <c:pt idx="4154">
                  <c:v>40260</c:v>
                </c:pt>
                <c:pt idx="4155">
                  <c:v>40259</c:v>
                </c:pt>
                <c:pt idx="4156">
                  <c:v>40256</c:v>
                </c:pt>
                <c:pt idx="4157">
                  <c:v>40255</c:v>
                </c:pt>
                <c:pt idx="4158">
                  <c:v>40254</c:v>
                </c:pt>
                <c:pt idx="4159">
                  <c:v>40253</c:v>
                </c:pt>
                <c:pt idx="4160">
                  <c:v>40252</c:v>
                </c:pt>
                <c:pt idx="4161">
                  <c:v>40249</c:v>
                </c:pt>
                <c:pt idx="4162">
                  <c:v>40248</c:v>
                </c:pt>
                <c:pt idx="4163">
                  <c:v>40247</c:v>
                </c:pt>
                <c:pt idx="4164">
                  <c:v>40246</c:v>
                </c:pt>
                <c:pt idx="4165">
                  <c:v>40245</c:v>
                </c:pt>
                <c:pt idx="4166">
                  <c:v>40242</c:v>
                </c:pt>
                <c:pt idx="4167">
                  <c:v>40241</c:v>
                </c:pt>
                <c:pt idx="4168">
                  <c:v>40240</c:v>
                </c:pt>
                <c:pt idx="4169">
                  <c:v>40239</c:v>
                </c:pt>
                <c:pt idx="4170">
                  <c:v>40238</c:v>
                </c:pt>
                <c:pt idx="4171">
                  <c:v>40235</c:v>
                </c:pt>
                <c:pt idx="4172">
                  <c:v>40234</c:v>
                </c:pt>
                <c:pt idx="4173">
                  <c:v>40233</c:v>
                </c:pt>
                <c:pt idx="4174">
                  <c:v>40232</c:v>
                </c:pt>
                <c:pt idx="4175">
                  <c:v>40231</c:v>
                </c:pt>
                <c:pt idx="4176">
                  <c:v>40228</c:v>
                </c:pt>
                <c:pt idx="4177">
                  <c:v>40227</c:v>
                </c:pt>
                <c:pt idx="4178">
                  <c:v>40226</c:v>
                </c:pt>
                <c:pt idx="4179">
                  <c:v>40225</c:v>
                </c:pt>
                <c:pt idx="4180">
                  <c:v>40221</c:v>
                </c:pt>
                <c:pt idx="4181">
                  <c:v>40220</c:v>
                </c:pt>
                <c:pt idx="4182">
                  <c:v>40219</c:v>
                </c:pt>
                <c:pt idx="4183">
                  <c:v>40218</c:v>
                </c:pt>
                <c:pt idx="4184">
                  <c:v>40217</c:v>
                </c:pt>
                <c:pt idx="4185">
                  <c:v>40214</c:v>
                </c:pt>
                <c:pt idx="4186">
                  <c:v>40213</c:v>
                </c:pt>
                <c:pt idx="4187">
                  <c:v>40212</c:v>
                </c:pt>
                <c:pt idx="4188">
                  <c:v>40211</c:v>
                </c:pt>
                <c:pt idx="4189">
                  <c:v>40210</c:v>
                </c:pt>
                <c:pt idx="4190">
                  <c:v>40207</c:v>
                </c:pt>
                <c:pt idx="4191">
                  <c:v>40206</c:v>
                </c:pt>
                <c:pt idx="4192">
                  <c:v>40205</c:v>
                </c:pt>
                <c:pt idx="4193">
                  <c:v>40204</c:v>
                </c:pt>
                <c:pt idx="4194">
                  <c:v>40203</c:v>
                </c:pt>
                <c:pt idx="4195">
                  <c:v>40200</c:v>
                </c:pt>
                <c:pt idx="4196">
                  <c:v>40199</c:v>
                </c:pt>
                <c:pt idx="4197">
                  <c:v>40198</c:v>
                </c:pt>
                <c:pt idx="4198">
                  <c:v>40197</c:v>
                </c:pt>
                <c:pt idx="4199">
                  <c:v>40193</c:v>
                </c:pt>
                <c:pt idx="4200">
                  <c:v>40192</c:v>
                </c:pt>
                <c:pt idx="4201">
                  <c:v>40191</c:v>
                </c:pt>
                <c:pt idx="4202">
                  <c:v>40190</c:v>
                </c:pt>
                <c:pt idx="4203">
                  <c:v>40189</c:v>
                </c:pt>
                <c:pt idx="4204">
                  <c:v>40186</c:v>
                </c:pt>
                <c:pt idx="4205">
                  <c:v>40185</c:v>
                </c:pt>
                <c:pt idx="4206">
                  <c:v>40184</c:v>
                </c:pt>
                <c:pt idx="4207">
                  <c:v>40183</c:v>
                </c:pt>
                <c:pt idx="4208">
                  <c:v>40182</c:v>
                </c:pt>
                <c:pt idx="4209">
                  <c:v>40178</c:v>
                </c:pt>
                <c:pt idx="4210">
                  <c:v>40177</c:v>
                </c:pt>
                <c:pt idx="4211">
                  <c:v>40176</c:v>
                </c:pt>
                <c:pt idx="4212">
                  <c:v>40175</c:v>
                </c:pt>
                <c:pt idx="4213">
                  <c:v>40171</c:v>
                </c:pt>
                <c:pt idx="4214">
                  <c:v>40170</c:v>
                </c:pt>
                <c:pt idx="4215">
                  <c:v>40169</c:v>
                </c:pt>
                <c:pt idx="4216">
                  <c:v>40168</c:v>
                </c:pt>
                <c:pt idx="4217">
                  <c:v>40165</c:v>
                </c:pt>
                <c:pt idx="4218">
                  <c:v>40164</c:v>
                </c:pt>
                <c:pt idx="4219">
                  <c:v>40163</c:v>
                </c:pt>
                <c:pt idx="4220">
                  <c:v>40162</c:v>
                </c:pt>
                <c:pt idx="4221">
                  <c:v>40161</c:v>
                </c:pt>
                <c:pt idx="4222">
                  <c:v>40158</c:v>
                </c:pt>
                <c:pt idx="4223">
                  <c:v>40157</c:v>
                </c:pt>
                <c:pt idx="4224">
                  <c:v>40156</c:v>
                </c:pt>
                <c:pt idx="4225">
                  <c:v>40155</c:v>
                </c:pt>
                <c:pt idx="4226">
                  <c:v>40154</c:v>
                </c:pt>
                <c:pt idx="4227">
                  <c:v>40151</c:v>
                </c:pt>
                <c:pt idx="4228">
                  <c:v>40150</c:v>
                </c:pt>
                <c:pt idx="4229">
                  <c:v>40149</c:v>
                </c:pt>
                <c:pt idx="4230">
                  <c:v>40148</c:v>
                </c:pt>
                <c:pt idx="4231">
                  <c:v>40147</c:v>
                </c:pt>
                <c:pt idx="4232">
                  <c:v>40144</c:v>
                </c:pt>
                <c:pt idx="4233">
                  <c:v>40142</c:v>
                </c:pt>
                <c:pt idx="4234">
                  <c:v>40141</c:v>
                </c:pt>
                <c:pt idx="4235">
                  <c:v>40140</c:v>
                </c:pt>
                <c:pt idx="4236">
                  <c:v>40137</c:v>
                </c:pt>
                <c:pt idx="4237">
                  <c:v>40136</c:v>
                </c:pt>
                <c:pt idx="4238">
                  <c:v>40135</c:v>
                </c:pt>
                <c:pt idx="4239">
                  <c:v>40134</c:v>
                </c:pt>
                <c:pt idx="4240">
                  <c:v>40133</c:v>
                </c:pt>
                <c:pt idx="4241">
                  <c:v>40130</c:v>
                </c:pt>
                <c:pt idx="4242">
                  <c:v>40129</c:v>
                </c:pt>
                <c:pt idx="4243">
                  <c:v>40128</c:v>
                </c:pt>
                <c:pt idx="4244">
                  <c:v>40127</c:v>
                </c:pt>
                <c:pt idx="4245">
                  <c:v>40126</c:v>
                </c:pt>
                <c:pt idx="4246">
                  <c:v>40123</c:v>
                </c:pt>
                <c:pt idx="4247">
                  <c:v>40122</c:v>
                </c:pt>
                <c:pt idx="4248">
                  <c:v>40121</c:v>
                </c:pt>
                <c:pt idx="4249">
                  <c:v>40120</c:v>
                </c:pt>
                <c:pt idx="4250">
                  <c:v>40119</c:v>
                </c:pt>
                <c:pt idx="4251">
                  <c:v>40116</c:v>
                </c:pt>
                <c:pt idx="4252">
                  <c:v>40115</c:v>
                </c:pt>
                <c:pt idx="4253">
                  <c:v>40114</c:v>
                </c:pt>
                <c:pt idx="4254">
                  <c:v>40113</c:v>
                </c:pt>
                <c:pt idx="4255">
                  <c:v>40112</c:v>
                </c:pt>
                <c:pt idx="4256">
                  <c:v>40109</c:v>
                </c:pt>
                <c:pt idx="4257">
                  <c:v>40108</c:v>
                </c:pt>
                <c:pt idx="4258">
                  <c:v>40107</c:v>
                </c:pt>
                <c:pt idx="4259">
                  <c:v>40106</c:v>
                </c:pt>
                <c:pt idx="4260">
                  <c:v>40105</c:v>
                </c:pt>
                <c:pt idx="4261">
                  <c:v>40102</c:v>
                </c:pt>
                <c:pt idx="4262">
                  <c:v>40101</c:v>
                </c:pt>
                <c:pt idx="4263">
                  <c:v>40100</c:v>
                </c:pt>
                <c:pt idx="4264">
                  <c:v>40099</c:v>
                </c:pt>
                <c:pt idx="4265">
                  <c:v>40098</c:v>
                </c:pt>
                <c:pt idx="4266">
                  <c:v>40095</c:v>
                </c:pt>
                <c:pt idx="4267">
                  <c:v>40094</c:v>
                </c:pt>
                <c:pt idx="4268">
                  <c:v>40093</c:v>
                </c:pt>
                <c:pt idx="4269">
                  <c:v>40092</c:v>
                </c:pt>
                <c:pt idx="4270">
                  <c:v>40091</c:v>
                </c:pt>
                <c:pt idx="4271">
                  <c:v>40088</c:v>
                </c:pt>
                <c:pt idx="4272">
                  <c:v>40087</c:v>
                </c:pt>
                <c:pt idx="4273">
                  <c:v>40086</c:v>
                </c:pt>
                <c:pt idx="4274">
                  <c:v>40085</c:v>
                </c:pt>
                <c:pt idx="4275">
                  <c:v>40084</c:v>
                </c:pt>
                <c:pt idx="4276">
                  <c:v>40081</c:v>
                </c:pt>
                <c:pt idx="4277">
                  <c:v>40080</c:v>
                </c:pt>
                <c:pt idx="4278">
                  <c:v>40079</c:v>
                </c:pt>
                <c:pt idx="4279">
                  <c:v>40078</c:v>
                </c:pt>
                <c:pt idx="4280">
                  <c:v>40077</c:v>
                </c:pt>
                <c:pt idx="4281">
                  <c:v>40074</c:v>
                </c:pt>
                <c:pt idx="4282">
                  <c:v>40073</c:v>
                </c:pt>
                <c:pt idx="4283">
                  <c:v>40072</c:v>
                </c:pt>
                <c:pt idx="4284">
                  <c:v>40071</c:v>
                </c:pt>
                <c:pt idx="4285">
                  <c:v>40070</c:v>
                </c:pt>
                <c:pt idx="4286">
                  <c:v>40067</c:v>
                </c:pt>
                <c:pt idx="4287">
                  <c:v>40066</c:v>
                </c:pt>
                <c:pt idx="4288">
                  <c:v>40065</c:v>
                </c:pt>
                <c:pt idx="4289">
                  <c:v>40064</c:v>
                </c:pt>
                <c:pt idx="4290">
                  <c:v>40060</c:v>
                </c:pt>
                <c:pt idx="4291">
                  <c:v>40059</c:v>
                </c:pt>
                <c:pt idx="4292">
                  <c:v>40058</c:v>
                </c:pt>
                <c:pt idx="4293">
                  <c:v>40057</c:v>
                </c:pt>
                <c:pt idx="4294">
                  <c:v>40056</c:v>
                </c:pt>
                <c:pt idx="4295">
                  <c:v>40053</c:v>
                </c:pt>
                <c:pt idx="4296">
                  <c:v>40052</c:v>
                </c:pt>
                <c:pt idx="4297">
                  <c:v>40051</c:v>
                </c:pt>
                <c:pt idx="4298">
                  <c:v>40050</c:v>
                </c:pt>
                <c:pt idx="4299">
                  <c:v>40049</c:v>
                </c:pt>
                <c:pt idx="4300">
                  <c:v>40046</c:v>
                </c:pt>
                <c:pt idx="4301">
                  <c:v>40045</c:v>
                </c:pt>
                <c:pt idx="4302">
                  <c:v>40044</c:v>
                </c:pt>
                <c:pt idx="4303">
                  <c:v>40043</c:v>
                </c:pt>
                <c:pt idx="4304">
                  <c:v>40042</c:v>
                </c:pt>
                <c:pt idx="4305">
                  <c:v>40039</c:v>
                </c:pt>
                <c:pt idx="4306">
                  <c:v>40038</c:v>
                </c:pt>
                <c:pt idx="4307">
                  <c:v>40037</c:v>
                </c:pt>
                <c:pt idx="4308">
                  <c:v>40036</c:v>
                </c:pt>
                <c:pt idx="4309">
                  <c:v>40035</c:v>
                </c:pt>
                <c:pt idx="4310">
                  <c:v>40032</c:v>
                </c:pt>
                <c:pt idx="4311">
                  <c:v>40031</c:v>
                </c:pt>
                <c:pt idx="4312">
                  <c:v>40030</c:v>
                </c:pt>
                <c:pt idx="4313">
                  <c:v>40029</c:v>
                </c:pt>
                <c:pt idx="4314">
                  <c:v>40028</c:v>
                </c:pt>
                <c:pt idx="4315">
                  <c:v>40025</c:v>
                </c:pt>
                <c:pt idx="4316">
                  <c:v>40024</c:v>
                </c:pt>
                <c:pt idx="4317">
                  <c:v>40023</c:v>
                </c:pt>
                <c:pt idx="4318">
                  <c:v>40022</c:v>
                </c:pt>
                <c:pt idx="4319">
                  <c:v>40021</c:v>
                </c:pt>
                <c:pt idx="4320">
                  <c:v>40018</c:v>
                </c:pt>
                <c:pt idx="4321">
                  <c:v>40017</c:v>
                </c:pt>
                <c:pt idx="4322">
                  <c:v>40016</c:v>
                </c:pt>
                <c:pt idx="4323">
                  <c:v>40015</c:v>
                </c:pt>
                <c:pt idx="4324">
                  <c:v>40014</c:v>
                </c:pt>
                <c:pt idx="4325">
                  <c:v>40011</c:v>
                </c:pt>
                <c:pt idx="4326">
                  <c:v>40010</c:v>
                </c:pt>
                <c:pt idx="4327">
                  <c:v>40009</c:v>
                </c:pt>
                <c:pt idx="4328">
                  <c:v>40008</c:v>
                </c:pt>
                <c:pt idx="4329">
                  <c:v>40007</c:v>
                </c:pt>
                <c:pt idx="4330">
                  <c:v>40004</c:v>
                </c:pt>
                <c:pt idx="4331">
                  <c:v>40003</c:v>
                </c:pt>
                <c:pt idx="4332">
                  <c:v>40002</c:v>
                </c:pt>
                <c:pt idx="4333">
                  <c:v>40001</c:v>
                </c:pt>
                <c:pt idx="4334">
                  <c:v>40000</c:v>
                </c:pt>
                <c:pt idx="4335">
                  <c:v>39996</c:v>
                </c:pt>
                <c:pt idx="4336">
                  <c:v>39995</c:v>
                </c:pt>
                <c:pt idx="4337">
                  <c:v>39994</c:v>
                </c:pt>
                <c:pt idx="4338">
                  <c:v>39993</c:v>
                </c:pt>
                <c:pt idx="4339">
                  <c:v>39990</c:v>
                </c:pt>
                <c:pt idx="4340">
                  <c:v>39989</c:v>
                </c:pt>
                <c:pt idx="4341">
                  <c:v>39988</c:v>
                </c:pt>
                <c:pt idx="4342">
                  <c:v>39987</c:v>
                </c:pt>
                <c:pt idx="4343">
                  <c:v>39986</c:v>
                </c:pt>
                <c:pt idx="4344">
                  <c:v>39983</c:v>
                </c:pt>
                <c:pt idx="4345">
                  <c:v>39982</c:v>
                </c:pt>
                <c:pt idx="4346">
                  <c:v>39981</c:v>
                </c:pt>
                <c:pt idx="4347">
                  <c:v>39980</c:v>
                </c:pt>
                <c:pt idx="4348">
                  <c:v>39979</c:v>
                </c:pt>
                <c:pt idx="4349">
                  <c:v>39976</c:v>
                </c:pt>
                <c:pt idx="4350">
                  <c:v>39975</c:v>
                </c:pt>
                <c:pt idx="4351">
                  <c:v>39974</c:v>
                </c:pt>
                <c:pt idx="4352">
                  <c:v>39973</c:v>
                </c:pt>
                <c:pt idx="4353">
                  <c:v>39972</c:v>
                </c:pt>
                <c:pt idx="4354">
                  <c:v>39969</c:v>
                </c:pt>
                <c:pt idx="4355">
                  <c:v>39968</c:v>
                </c:pt>
                <c:pt idx="4356">
                  <c:v>39967</c:v>
                </c:pt>
                <c:pt idx="4357">
                  <c:v>39966</c:v>
                </c:pt>
                <c:pt idx="4358">
                  <c:v>39965</c:v>
                </c:pt>
                <c:pt idx="4359">
                  <c:v>39962</c:v>
                </c:pt>
                <c:pt idx="4360">
                  <c:v>39961</c:v>
                </c:pt>
                <c:pt idx="4361">
                  <c:v>39960</c:v>
                </c:pt>
                <c:pt idx="4362">
                  <c:v>39959</c:v>
                </c:pt>
                <c:pt idx="4363">
                  <c:v>39955</c:v>
                </c:pt>
                <c:pt idx="4364">
                  <c:v>39954</c:v>
                </c:pt>
                <c:pt idx="4365">
                  <c:v>39953</c:v>
                </c:pt>
                <c:pt idx="4366">
                  <c:v>39952</c:v>
                </c:pt>
                <c:pt idx="4367">
                  <c:v>39951</c:v>
                </c:pt>
                <c:pt idx="4368">
                  <c:v>39948</c:v>
                </c:pt>
                <c:pt idx="4369">
                  <c:v>39947</c:v>
                </c:pt>
                <c:pt idx="4370">
                  <c:v>39946</c:v>
                </c:pt>
                <c:pt idx="4371">
                  <c:v>39945</c:v>
                </c:pt>
                <c:pt idx="4372">
                  <c:v>39944</c:v>
                </c:pt>
                <c:pt idx="4373">
                  <c:v>39941</c:v>
                </c:pt>
                <c:pt idx="4374">
                  <c:v>39940</c:v>
                </c:pt>
                <c:pt idx="4375">
                  <c:v>39939</c:v>
                </c:pt>
                <c:pt idx="4376">
                  <c:v>39938</c:v>
                </c:pt>
                <c:pt idx="4377">
                  <c:v>39937</c:v>
                </c:pt>
                <c:pt idx="4378">
                  <c:v>39934</c:v>
                </c:pt>
                <c:pt idx="4379">
                  <c:v>39933</c:v>
                </c:pt>
                <c:pt idx="4380">
                  <c:v>39932</c:v>
                </c:pt>
                <c:pt idx="4381">
                  <c:v>39931</c:v>
                </c:pt>
                <c:pt idx="4382">
                  <c:v>39930</c:v>
                </c:pt>
                <c:pt idx="4383">
                  <c:v>39927</c:v>
                </c:pt>
                <c:pt idx="4384">
                  <c:v>39926</c:v>
                </c:pt>
                <c:pt idx="4385">
                  <c:v>39925</c:v>
                </c:pt>
                <c:pt idx="4386">
                  <c:v>39924</c:v>
                </c:pt>
                <c:pt idx="4387">
                  <c:v>39923</c:v>
                </c:pt>
                <c:pt idx="4388">
                  <c:v>39920</c:v>
                </c:pt>
                <c:pt idx="4389">
                  <c:v>39919</c:v>
                </c:pt>
                <c:pt idx="4390">
                  <c:v>39918</c:v>
                </c:pt>
                <c:pt idx="4391">
                  <c:v>39917</c:v>
                </c:pt>
                <c:pt idx="4392">
                  <c:v>39916</c:v>
                </c:pt>
                <c:pt idx="4393">
                  <c:v>39912</c:v>
                </c:pt>
                <c:pt idx="4394">
                  <c:v>39911</c:v>
                </c:pt>
                <c:pt idx="4395">
                  <c:v>39910</c:v>
                </c:pt>
                <c:pt idx="4396">
                  <c:v>39909</c:v>
                </c:pt>
                <c:pt idx="4397">
                  <c:v>39906</c:v>
                </c:pt>
                <c:pt idx="4398">
                  <c:v>39905</c:v>
                </c:pt>
                <c:pt idx="4399">
                  <c:v>39904</c:v>
                </c:pt>
                <c:pt idx="4400">
                  <c:v>39903</c:v>
                </c:pt>
                <c:pt idx="4401">
                  <c:v>39902</c:v>
                </c:pt>
                <c:pt idx="4402">
                  <c:v>39899</c:v>
                </c:pt>
                <c:pt idx="4403">
                  <c:v>39898</c:v>
                </c:pt>
                <c:pt idx="4404">
                  <c:v>39897</c:v>
                </c:pt>
                <c:pt idx="4405">
                  <c:v>39896</c:v>
                </c:pt>
                <c:pt idx="4406">
                  <c:v>39895</c:v>
                </c:pt>
                <c:pt idx="4407">
                  <c:v>39892</c:v>
                </c:pt>
                <c:pt idx="4408">
                  <c:v>39891</c:v>
                </c:pt>
                <c:pt idx="4409">
                  <c:v>39890</c:v>
                </c:pt>
                <c:pt idx="4410">
                  <c:v>39889</c:v>
                </c:pt>
                <c:pt idx="4411">
                  <c:v>39888</c:v>
                </c:pt>
                <c:pt idx="4412">
                  <c:v>39885</c:v>
                </c:pt>
                <c:pt idx="4413">
                  <c:v>39884</c:v>
                </c:pt>
                <c:pt idx="4414">
                  <c:v>39883</c:v>
                </c:pt>
                <c:pt idx="4415">
                  <c:v>39882</c:v>
                </c:pt>
                <c:pt idx="4416">
                  <c:v>39881</c:v>
                </c:pt>
                <c:pt idx="4417">
                  <c:v>39878</c:v>
                </c:pt>
                <c:pt idx="4418">
                  <c:v>39877</c:v>
                </c:pt>
                <c:pt idx="4419">
                  <c:v>39876</c:v>
                </c:pt>
                <c:pt idx="4420">
                  <c:v>39875</c:v>
                </c:pt>
                <c:pt idx="4421">
                  <c:v>39874</c:v>
                </c:pt>
                <c:pt idx="4422">
                  <c:v>39871</c:v>
                </c:pt>
                <c:pt idx="4423">
                  <c:v>39870</c:v>
                </c:pt>
                <c:pt idx="4424">
                  <c:v>39869</c:v>
                </c:pt>
                <c:pt idx="4425">
                  <c:v>39868</c:v>
                </c:pt>
                <c:pt idx="4426">
                  <c:v>39867</c:v>
                </c:pt>
                <c:pt idx="4427">
                  <c:v>39864</c:v>
                </c:pt>
                <c:pt idx="4428">
                  <c:v>39863</c:v>
                </c:pt>
                <c:pt idx="4429">
                  <c:v>39862</c:v>
                </c:pt>
                <c:pt idx="4430">
                  <c:v>39861</c:v>
                </c:pt>
                <c:pt idx="4431">
                  <c:v>39857</c:v>
                </c:pt>
                <c:pt idx="4432">
                  <c:v>39856</c:v>
                </c:pt>
                <c:pt idx="4433">
                  <c:v>39855</c:v>
                </c:pt>
                <c:pt idx="4434">
                  <c:v>39854</c:v>
                </c:pt>
                <c:pt idx="4435">
                  <c:v>39853</c:v>
                </c:pt>
                <c:pt idx="4436">
                  <c:v>39850</c:v>
                </c:pt>
                <c:pt idx="4437">
                  <c:v>39849</c:v>
                </c:pt>
                <c:pt idx="4438">
                  <c:v>39848</c:v>
                </c:pt>
                <c:pt idx="4439">
                  <c:v>39847</c:v>
                </c:pt>
                <c:pt idx="4440">
                  <c:v>39846</c:v>
                </c:pt>
                <c:pt idx="4441">
                  <c:v>39843</c:v>
                </c:pt>
                <c:pt idx="4442">
                  <c:v>39842</c:v>
                </c:pt>
                <c:pt idx="4443">
                  <c:v>39841</c:v>
                </c:pt>
                <c:pt idx="4444">
                  <c:v>39840</c:v>
                </c:pt>
                <c:pt idx="4445">
                  <c:v>39839</c:v>
                </c:pt>
                <c:pt idx="4446">
                  <c:v>39836</c:v>
                </c:pt>
                <c:pt idx="4447">
                  <c:v>39835</c:v>
                </c:pt>
                <c:pt idx="4448">
                  <c:v>39834</c:v>
                </c:pt>
                <c:pt idx="4449">
                  <c:v>39833</c:v>
                </c:pt>
                <c:pt idx="4450">
                  <c:v>39829</c:v>
                </c:pt>
                <c:pt idx="4451">
                  <c:v>39828</c:v>
                </c:pt>
                <c:pt idx="4452">
                  <c:v>39827</c:v>
                </c:pt>
                <c:pt idx="4453">
                  <c:v>39826</c:v>
                </c:pt>
                <c:pt idx="4454">
                  <c:v>39825</c:v>
                </c:pt>
                <c:pt idx="4455">
                  <c:v>39822</c:v>
                </c:pt>
                <c:pt idx="4456">
                  <c:v>39821</c:v>
                </c:pt>
                <c:pt idx="4457">
                  <c:v>39820</c:v>
                </c:pt>
                <c:pt idx="4458">
                  <c:v>39819</c:v>
                </c:pt>
                <c:pt idx="4459">
                  <c:v>39818</c:v>
                </c:pt>
                <c:pt idx="4460">
                  <c:v>39815</c:v>
                </c:pt>
                <c:pt idx="4461">
                  <c:v>39813</c:v>
                </c:pt>
                <c:pt idx="4462">
                  <c:v>39812</c:v>
                </c:pt>
                <c:pt idx="4463">
                  <c:v>39811</c:v>
                </c:pt>
                <c:pt idx="4464">
                  <c:v>39808</c:v>
                </c:pt>
                <c:pt idx="4465">
                  <c:v>39806</c:v>
                </c:pt>
                <c:pt idx="4466">
                  <c:v>39805</c:v>
                </c:pt>
                <c:pt idx="4467">
                  <c:v>39804</c:v>
                </c:pt>
                <c:pt idx="4468">
                  <c:v>39801</c:v>
                </c:pt>
                <c:pt idx="4469">
                  <c:v>39800</c:v>
                </c:pt>
                <c:pt idx="4470">
                  <c:v>39799</c:v>
                </c:pt>
                <c:pt idx="4471">
                  <c:v>39798</c:v>
                </c:pt>
                <c:pt idx="4472">
                  <c:v>39797</c:v>
                </c:pt>
                <c:pt idx="4473">
                  <c:v>39794</c:v>
                </c:pt>
                <c:pt idx="4474">
                  <c:v>39793</c:v>
                </c:pt>
                <c:pt idx="4475">
                  <c:v>39792</c:v>
                </c:pt>
                <c:pt idx="4476">
                  <c:v>39791</c:v>
                </c:pt>
                <c:pt idx="4477">
                  <c:v>39790</c:v>
                </c:pt>
                <c:pt idx="4478">
                  <c:v>39787</c:v>
                </c:pt>
                <c:pt idx="4479">
                  <c:v>39786</c:v>
                </c:pt>
                <c:pt idx="4480">
                  <c:v>39785</c:v>
                </c:pt>
                <c:pt idx="4481">
                  <c:v>39784</c:v>
                </c:pt>
                <c:pt idx="4482">
                  <c:v>39783</c:v>
                </c:pt>
                <c:pt idx="4483">
                  <c:v>39780</c:v>
                </c:pt>
                <c:pt idx="4484">
                  <c:v>39778</c:v>
                </c:pt>
                <c:pt idx="4485">
                  <c:v>39777</c:v>
                </c:pt>
                <c:pt idx="4486">
                  <c:v>39776</c:v>
                </c:pt>
                <c:pt idx="4487">
                  <c:v>39773</c:v>
                </c:pt>
                <c:pt idx="4488">
                  <c:v>39772</c:v>
                </c:pt>
                <c:pt idx="4489">
                  <c:v>39771</c:v>
                </c:pt>
                <c:pt idx="4490">
                  <c:v>39770</c:v>
                </c:pt>
                <c:pt idx="4491">
                  <c:v>39769</c:v>
                </c:pt>
                <c:pt idx="4492">
                  <c:v>39766</c:v>
                </c:pt>
                <c:pt idx="4493">
                  <c:v>39765</c:v>
                </c:pt>
                <c:pt idx="4494">
                  <c:v>39764</c:v>
                </c:pt>
                <c:pt idx="4495">
                  <c:v>39763</c:v>
                </c:pt>
                <c:pt idx="4496">
                  <c:v>39762</c:v>
                </c:pt>
                <c:pt idx="4497">
                  <c:v>39759</c:v>
                </c:pt>
                <c:pt idx="4498">
                  <c:v>39758</c:v>
                </c:pt>
                <c:pt idx="4499">
                  <c:v>39757</c:v>
                </c:pt>
                <c:pt idx="4500">
                  <c:v>39756</c:v>
                </c:pt>
                <c:pt idx="4501">
                  <c:v>39755</c:v>
                </c:pt>
                <c:pt idx="4502">
                  <c:v>39752</c:v>
                </c:pt>
                <c:pt idx="4503">
                  <c:v>39751</c:v>
                </c:pt>
                <c:pt idx="4504">
                  <c:v>39750</c:v>
                </c:pt>
                <c:pt idx="4505">
                  <c:v>39749</c:v>
                </c:pt>
                <c:pt idx="4506">
                  <c:v>39748</c:v>
                </c:pt>
                <c:pt idx="4507">
                  <c:v>39745</c:v>
                </c:pt>
                <c:pt idx="4508">
                  <c:v>39744</c:v>
                </c:pt>
                <c:pt idx="4509">
                  <c:v>39743</c:v>
                </c:pt>
                <c:pt idx="4510">
                  <c:v>39742</c:v>
                </c:pt>
                <c:pt idx="4511">
                  <c:v>39741</c:v>
                </c:pt>
                <c:pt idx="4512">
                  <c:v>39738</c:v>
                </c:pt>
                <c:pt idx="4513">
                  <c:v>39737</c:v>
                </c:pt>
                <c:pt idx="4514">
                  <c:v>39736</c:v>
                </c:pt>
                <c:pt idx="4515">
                  <c:v>39735</c:v>
                </c:pt>
                <c:pt idx="4516">
                  <c:v>39734</c:v>
                </c:pt>
                <c:pt idx="4517">
                  <c:v>39731</c:v>
                </c:pt>
                <c:pt idx="4518">
                  <c:v>39730</c:v>
                </c:pt>
                <c:pt idx="4519">
                  <c:v>39729</c:v>
                </c:pt>
                <c:pt idx="4520">
                  <c:v>39728</c:v>
                </c:pt>
                <c:pt idx="4521">
                  <c:v>39727</c:v>
                </c:pt>
                <c:pt idx="4522">
                  <c:v>39724</c:v>
                </c:pt>
                <c:pt idx="4523">
                  <c:v>39723</c:v>
                </c:pt>
                <c:pt idx="4524">
                  <c:v>39722</c:v>
                </c:pt>
                <c:pt idx="4525">
                  <c:v>39721</c:v>
                </c:pt>
                <c:pt idx="4526">
                  <c:v>39720</c:v>
                </c:pt>
                <c:pt idx="4527">
                  <c:v>39717</c:v>
                </c:pt>
                <c:pt idx="4528">
                  <c:v>39716</c:v>
                </c:pt>
                <c:pt idx="4529">
                  <c:v>39715</c:v>
                </c:pt>
                <c:pt idx="4530">
                  <c:v>39714</c:v>
                </c:pt>
                <c:pt idx="4531">
                  <c:v>39713</c:v>
                </c:pt>
                <c:pt idx="4532">
                  <c:v>39710</c:v>
                </c:pt>
                <c:pt idx="4533">
                  <c:v>39709</c:v>
                </c:pt>
                <c:pt idx="4534">
                  <c:v>39708</c:v>
                </c:pt>
                <c:pt idx="4535">
                  <c:v>39707</c:v>
                </c:pt>
                <c:pt idx="4536">
                  <c:v>39706</c:v>
                </c:pt>
                <c:pt idx="4537">
                  <c:v>39703</c:v>
                </c:pt>
                <c:pt idx="4538">
                  <c:v>39702</c:v>
                </c:pt>
                <c:pt idx="4539">
                  <c:v>39701</c:v>
                </c:pt>
                <c:pt idx="4540">
                  <c:v>39700</c:v>
                </c:pt>
                <c:pt idx="4541">
                  <c:v>39699</c:v>
                </c:pt>
                <c:pt idx="4542">
                  <c:v>39696</c:v>
                </c:pt>
                <c:pt idx="4543">
                  <c:v>39695</c:v>
                </c:pt>
                <c:pt idx="4544">
                  <c:v>39694</c:v>
                </c:pt>
                <c:pt idx="4545">
                  <c:v>39693</c:v>
                </c:pt>
                <c:pt idx="4546">
                  <c:v>39689</c:v>
                </c:pt>
                <c:pt idx="4547">
                  <c:v>39688</c:v>
                </c:pt>
                <c:pt idx="4548">
                  <c:v>39687</c:v>
                </c:pt>
                <c:pt idx="4549">
                  <c:v>39686</c:v>
                </c:pt>
                <c:pt idx="4550">
                  <c:v>39685</c:v>
                </c:pt>
                <c:pt idx="4551">
                  <c:v>39682</c:v>
                </c:pt>
                <c:pt idx="4552">
                  <c:v>39681</c:v>
                </c:pt>
                <c:pt idx="4553">
                  <c:v>39680</c:v>
                </c:pt>
                <c:pt idx="4554">
                  <c:v>39679</c:v>
                </c:pt>
                <c:pt idx="4555">
                  <c:v>39678</c:v>
                </c:pt>
                <c:pt idx="4556">
                  <c:v>39675</c:v>
                </c:pt>
                <c:pt idx="4557">
                  <c:v>39674</c:v>
                </c:pt>
                <c:pt idx="4558">
                  <c:v>39673</c:v>
                </c:pt>
                <c:pt idx="4559">
                  <c:v>39672</c:v>
                </c:pt>
                <c:pt idx="4560">
                  <c:v>39671</c:v>
                </c:pt>
                <c:pt idx="4561">
                  <c:v>39668</c:v>
                </c:pt>
                <c:pt idx="4562">
                  <c:v>39667</c:v>
                </c:pt>
                <c:pt idx="4563">
                  <c:v>39666</c:v>
                </c:pt>
                <c:pt idx="4564">
                  <c:v>39665</c:v>
                </c:pt>
                <c:pt idx="4565">
                  <c:v>39664</c:v>
                </c:pt>
                <c:pt idx="4566">
                  <c:v>39661</c:v>
                </c:pt>
                <c:pt idx="4567">
                  <c:v>39660</c:v>
                </c:pt>
                <c:pt idx="4568">
                  <c:v>39659</c:v>
                </c:pt>
                <c:pt idx="4569">
                  <c:v>39658</c:v>
                </c:pt>
                <c:pt idx="4570">
                  <c:v>39657</c:v>
                </c:pt>
                <c:pt idx="4571">
                  <c:v>39654</c:v>
                </c:pt>
                <c:pt idx="4572">
                  <c:v>39653</c:v>
                </c:pt>
                <c:pt idx="4573">
                  <c:v>39652</c:v>
                </c:pt>
                <c:pt idx="4574">
                  <c:v>39651</c:v>
                </c:pt>
                <c:pt idx="4575">
                  <c:v>39650</c:v>
                </c:pt>
                <c:pt idx="4576">
                  <c:v>39647</c:v>
                </c:pt>
                <c:pt idx="4577">
                  <c:v>39646</c:v>
                </c:pt>
                <c:pt idx="4578">
                  <c:v>39645</c:v>
                </c:pt>
                <c:pt idx="4579">
                  <c:v>39644</c:v>
                </c:pt>
                <c:pt idx="4580">
                  <c:v>39643</c:v>
                </c:pt>
                <c:pt idx="4581">
                  <c:v>39640</c:v>
                </c:pt>
                <c:pt idx="4582">
                  <c:v>39639</c:v>
                </c:pt>
                <c:pt idx="4583">
                  <c:v>39638</c:v>
                </c:pt>
                <c:pt idx="4584">
                  <c:v>39637</c:v>
                </c:pt>
                <c:pt idx="4585">
                  <c:v>39636</c:v>
                </c:pt>
                <c:pt idx="4586">
                  <c:v>39632</c:v>
                </c:pt>
                <c:pt idx="4587">
                  <c:v>39631</c:v>
                </c:pt>
                <c:pt idx="4588">
                  <c:v>39630</c:v>
                </c:pt>
                <c:pt idx="4589">
                  <c:v>39629</c:v>
                </c:pt>
                <c:pt idx="4590">
                  <c:v>39626</c:v>
                </c:pt>
                <c:pt idx="4591">
                  <c:v>39625</c:v>
                </c:pt>
                <c:pt idx="4592">
                  <c:v>39624</c:v>
                </c:pt>
                <c:pt idx="4593">
                  <c:v>39623</c:v>
                </c:pt>
                <c:pt idx="4594">
                  <c:v>39622</c:v>
                </c:pt>
                <c:pt idx="4595">
                  <c:v>39619</c:v>
                </c:pt>
                <c:pt idx="4596">
                  <c:v>39618</c:v>
                </c:pt>
                <c:pt idx="4597">
                  <c:v>39617</c:v>
                </c:pt>
                <c:pt idx="4598">
                  <c:v>39616</c:v>
                </c:pt>
                <c:pt idx="4599">
                  <c:v>39615</c:v>
                </c:pt>
                <c:pt idx="4600">
                  <c:v>39612</c:v>
                </c:pt>
                <c:pt idx="4601">
                  <c:v>39611</c:v>
                </c:pt>
                <c:pt idx="4602">
                  <c:v>39610</c:v>
                </c:pt>
                <c:pt idx="4603">
                  <c:v>39609</c:v>
                </c:pt>
                <c:pt idx="4604">
                  <c:v>39608</c:v>
                </c:pt>
                <c:pt idx="4605">
                  <c:v>39605</c:v>
                </c:pt>
                <c:pt idx="4606">
                  <c:v>39604</c:v>
                </c:pt>
                <c:pt idx="4607">
                  <c:v>39603</c:v>
                </c:pt>
                <c:pt idx="4608">
                  <c:v>39602</c:v>
                </c:pt>
                <c:pt idx="4609">
                  <c:v>39601</c:v>
                </c:pt>
                <c:pt idx="4610">
                  <c:v>39598</c:v>
                </c:pt>
                <c:pt idx="4611">
                  <c:v>39597</c:v>
                </c:pt>
                <c:pt idx="4612">
                  <c:v>39596</c:v>
                </c:pt>
                <c:pt idx="4613">
                  <c:v>39595</c:v>
                </c:pt>
                <c:pt idx="4614">
                  <c:v>39591</c:v>
                </c:pt>
                <c:pt idx="4615">
                  <c:v>39590</c:v>
                </c:pt>
                <c:pt idx="4616">
                  <c:v>39589</c:v>
                </c:pt>
                <c:pt idx="4617">
                  <c:v>39588</c:v>
                </c:pt>
                <c:pt idx="4618">
                  <c:v>39587</c:v>
                </c:pt>
                <c:pt idx="4619">
                  <c:v>39584</c:v>
                </c:pt>
                <c:pt idx="4620">
                  <c:v>39583</c:v>
                </c:pt>
                <c:pt idx="4621">
                  <c:v>39582</c:v>
                </c:pt>
                <c:pt idx="4622">
                  <c:v>39581</c:v>
                </c:pt>
                <c:pt idx="4623">
                  <c:v>39580</c:v>
                </c:pt>
                <c:pt idx="4624">
                  <c:v>39577</c:v>
                </c:pt>
                <c:pt idx="4625">
                  <c:v>39576</c:v>
                </c:pt>
                <c:pt idx="4626">
                  <c:v>39575</c:v>
                </c:pt>
                <c:pt idx="4627">
                  <c:v>39574</c:v>
                </c:pt>
                <c:pt idx="4628">
                  <c:v>39573</c:v>
                </c:pt>
                <c:pt idx="4629">
                  <c:v>39570</c:v>
                </c:pt>
                <c:pt idx="4630">
                  <c:v>39569</c:v>
                </c:pt>
                <c:pt idx="4631">
                  <c:v>39568</c:v>
                </c:pt>
                <c:pt idx="4632">
                  <c:v>39567</c:v>
                </c:pt>
                <c:pt idx="4633">
                  <c:v>39566</c:v>
                </c:pt>
                <c:pt idx="4634">
                  <c:v>39563</c:v>
                </c:pt>
                <c:pt idx="4635">
                  <c:v>39562</c:v>
                </c:pt>
                <c:pt idx="4636">
                  <c:v>39561</c:v>
                </c:pt>
                <c:pt idx="4637">
                  <c:v>39560</c:v>
                </c:pt>
                <c:pt idx="4638">
                  <c:v>39559</c:v>
                </c:pt>
                <c:pt idx="4639">
                  <c:v>39556</c:v>
                </c:pt>
                <c:pt idx="4640">
                  <c:v>39555</c:v>
                </c:pt>
                <c:pt idx="4641">
                  <c:v>39554</c:v>
                </c:pt>
                <c:pt idx="4642">
                  <c:v>39553</c:v>
                </c:pt>
                <c:pt idx="4643">
                  <c:v>39552</c:v>
                </c:pt>
                <c:pt idx="4644">
                  <c:v>39549</c:v>
                </c:pt>
                <c:pt idx="4645">
                  <c:v>39548</c:v>
                </c:pt>
                <c:pt idx="4646">
                  <c:v>39547</c:v>
                </c:pt>
                <c:pt idx="4647">
                  <c:v>39546</c:v>
                </c:pt>
                <c:pt idx="4648">
                  <c:v>39545</c:v>
                </c:pt>
                <c:pt idx="4649">
                  <c:v>39542</c:v>
                </c:pt>
                <c:pt idx="4650">
                  <c:v>39541</c:v>
                </c:pt>
                <c:pt idx="4651">
                  <c:v>39540</c:v>
                </c:pt>
                <c:pt idx="4652">
                  <c:v>39539</c:v>
                </c:pt>
                <c:pt idx="4653">
                  <c:v>39538</c:v>
                </c:pt>
                <c:pt idx="4654">
                  <c:v>39535</c:v>
                </c:pt>
                <c:pt idx="4655">
                  <c:v>39534</c:v>
                </c:pt>
                <c:pt idx="4656">
                  <c:v>39533</c:v>
                </c:pt>
                <c:pt idx="4657">
                  <c:v>39532</c:v>
                </c:pt>
                <c:pt idx="4658">
                  <c:v>39531</c:v>
                </c:pt>
                <c:pt idx="4659">
                  <c:v>39527</c:v>
                </c:pt>
                <c:pt idx="4660">
                  <c:v>39526</c:v>
                </c:pt>
                <c:pt idx="4661">
                  <c:v>39525</c:v>
                </c:pt>
                <c:pt idx="4662">
                  <c:v>39524</c:v>
                </c:pt>
                <c:pt idx="4663">
                  <c:v>39521</c:v>
                </c:pt>
                <c:pt idx="4664">
                  <c:v>39520</c:v>
                </c:pt>
                <c:pt idx="4665">
                  <c:v>39519</c:v>
                </c:pt>
                <c:pt idx="4666">
                  <c:v>39518</c:v>
                </c:pt>
                <c:pt idx="4667">
                  <c:v>39517</c:v>
                </c:pt>
                <c:pt idx="4668">
                  <c:v>39514</c:v>
                </c:pt>
                <c:pt idx="4669">
                  <c:v>39513</c:v>
                </c:pt>
                <c:pt idx="4670">
                  <c:v>39512</c:v>
                </c:pt>
                <c:pt idx="4671">
                  <c:v>39511</c:v>
                </c:pt>
                <c:pt idx="4672">
                  <c:v>39510</c:v>
                </c:pt>
                <c:pt idx="4673">
                  <c:v>39507</c:v>
                </c:pt>
                <c:pt idx="4674">
                  <c:v>39506</c:v>
                </c:pt>
                <c:pt idx="4675">
                  <c:v>39505</c:v>
                </c:pt>
                <c:pt idx="4676">
                  <c:v>39504</c:v>
                </c:pt>
                <c:pt idx="4677">
                  <c:v>39503</c:v>
                </c:pt>
                <c:pt idx="4678">
                  <c:v>39500</c:v>
                </c:pt>
                <c:pt idx="4679">
                  <c:v>39499</c:v>
                </c:pt>
                <c:pt idx="4680">
                  <c:v>39498</c:v>
                </c:pt>
                <c:pt idx="4681">
                  <c:v>39497</c:v>
                </c:pt>
                <c:pt idx="4682">
                  <c:v>39493</c:v>
                </c:pt>
                <c:pt idx="4683">
                  <c:v>39492</c:v>
                </c:pt>
                <c:pt idx="4684">
                  <c:v>39491</c:v>
                </c:pt>
                <c:pt idx="4685">
                  <c:v>39490</c:v>
                </c:pt>
                <c:pt idx="4686">
                  <c:v>39489</c:v>
                </c:pt>
                <c:pt idx="4687">
                  <c:v>39486</c:v>
                </c:pt>
                <c:pt idx="4688">
                  <c:v>39485</c:v>
                </c:pt>
                <c:pt idx="4689">
                  <c:v>39484</c:v>
                </c:pt>
                <c:pt idx="4690">
                  <c:v>39483</c:v>
                </c:pt>
                <c:pt idx="4691">
                  <c:v>39482</c:v>
                </c:pt>
                <c:pt idx="4692">
                  <c:v>39479</c:v>
                </c:pt>
                <c:pt idx="4693">
                  <c:v>39478</c:v>
                </c:pt>
                <c:pt idx="4694">
                  <c:v>39477</c:v>
                </c:pt>
                <c:pt idx="4695">
                  <c:v>39476</c:v>
                </c:pt>
                <c:pt idx="4696">
                  <c:v>39475</c:v>
                </c:pt>
                <c:pt idx="4697">
                  <c:v>39472</c:v>
                </c:pt>
                <c:pt idx="4698">
                  <c:v>39471</c:v>
                </c:pt>
                <c:pt idx="4699">
                  <c:v>39470</c:v>
                </c:pt>
                <c:pt idx="4700">
                  <c:v>39469</c:v>
                </c:pt>
                <c:pt idx="4701">
                  <c:v>39465</c:v>
                </c:pt>
                <c:pt idx="4702">
                  <c:v>39464</c:v>
                </c:pt>
                <c:pt idx="4703">
                  <c:v>39463</c:v>
                </c:pt>
                <c:pt idx="4704">
                  <c:v>39462</c:v>
                </c:pt>
                <c:pt idx="4705">
                  <c:v>39461</c:v>
                </c:pt>
                <c:pt idx="4706">
                  <c:v>39458</c:v>
                </c:pt>
                <c:pt idx="4707">
                  <c:v>39457</c:v>
                </c:pt>
                <c:pt idx="4708">
                  <c:v>39456</c:v>
                </c:pt>
                <c:pt idx="4709">
                  <c:v>39455</c:v>
                </c:pt>
                <c:pt idx="4710">
                  <c:v>39454</c:v>
                </c:pt>
                <c:pt idx="4711">
                  <c:v>39451</c:v>
                </c:pt>
                <c:pt idx="4712">
                  <c:v>39450</c:v>
                </c:pt>
                <c:pt idx="4713">
                  <c:v>39449</c:v>
                </c:pt>
                <c:pt idx="4714">
                  <c:v>39447</c:v>
                </c:pt>
                <c:pt idx="4715">
                  <c:v>39444</c:v>
                </c:pt>
                <c:pt idx="4716">
                  <c:v>39443</c:v>
                </c:pt>
                <c:pt idx="4717">
                  <c:v>39442</c:v>
                </c:pt>
                <c:pt idx="4718">
                  <c:v>39440</c:v>
                </c:pt>
                <c:pt idx="4719">
                  <c:v>39437</c:v>
                </c:pt>
                <c:pt idx="4720">
                  <c:v>39436</c:v>
                </c:pt>
                <c:pt idx="4721">
                  <c:v>39435</c:v>
                </c:pt>
                <c:pt idx="4722">
                  <c:v>39434</c:v>
                </c:pt>
                <c:pt idx="4723">
                  <c:v>39433</c:v>
                </c:pt>
                <c:pt idx="4724">
                  <c:v>39430</c:v>
                </c:pt>
                <c:pt idx="4725">
                  <c:v>39429</c:v>
                </c:pt>
                <c:pt idx="4726">
                  <c:v>39428</c:v>
                </c:pt>
                <c:pt idx="4727">
                  <c:v>39427</c:v>
                </c:pt>
                <c:pt idx="4728">
                  <c:v>39426</c:v>
                </c:pt>
                <c:pt idx="4729">
                  <c:v>39423</c:v>
                </c:pt>
                <c:pt idx="4730">
                  <c:v>39422</c:v>
                </c:pt>
                <c:pt idx="4731">
                  <c:v>39421</c:v>
                </c:pt>
                <c:pt idx="4732">
                  <c:v>39420</c:v>
                </c:pt>
                <c:pt idx="4733">
                  <c:v>39419</c:v>
                </c:pt>
                <c:pt idx="4734">
                  <c:v>39416</c:v>
                </c:pt>
                <c:pt idx="4735">
                  <c:v>39415</c:v>
                </c:pt>
                <c:pt idx="4736">
                  <c:v>39414</c:v>
                </c:pt>
                <c:pt idx="4737">
                  <c:v>39413</c:v>
                </c:pt>
                <c:pt idx="4738">
                  <c:v>39412</c:v>
                </c:pt>
                <c:pt idx="4739">
                  <c:v>39409</c:v>
                </c:pt>
                <c:pt idx="4740">
                  <c:v>39407</c:v>
                </c:pt>
                <c:pt idx="4741">
                  <c:v>39406</c:v>
                </c:pt>
                <c:pt idx="4742">
                  <c:v>39405</c:v>
                </c:pt>
                <c:pt idx="4743">
                  <c:v>39402</c:v>
                </c:pt>
                <c:pt idx="4744">
                  <c:v>39401</c:v>
                </c:pt>
                <c:pt idx="4745">
                  <c:v>39400</c:v>
                </c:pt>
                <c:pt idx="4746">
                  <c:v>39399</c:v>
                </c:pt>
                <c:pt idx="4747">
                  <c:v>39398</c:v>
                </c:pt>
                <c:pt idx="4748">
                  <c:v>39395</c:v>
                </c:pt>
                <c:pt idx="4749">
                  <c:v>39394</c:v>
                </c:pt>
                <c:pt idx="4750">
                  <c:v>39393</c:v>
                </c:pt>
                <c:pt idx="4751">
                  <c:v>39392</c:v>
                </c:pt>
                <c:pt idx="4752">
                  <c:v>39391</c:v>
                </c:pt>
                <c:pt idx="4753">
                  <c:v>39388</c:v>
                </c:pt>
                <c:pt idx="4754">
                  <c:v>39387</c:v>
                </c:pt>
                <c:pt idx="4755">
                  <c:v>39386</c:v>
                </c:pt>
                <c:pt idx="4756">
                  <c:v>39385</c:v>
                </c:pt>
                <c:pt idx="4757">
                  <c:v>39384</c:v>
                </c:pt>
                <c:pt idx="4758">
                  <c:v>39381</c:v>
                </c:pt>
                <c:pt idx="4759">
                  <c:v>39380</c:v>
                </c:pt>
                <c:pt idx="4760">
                  <c:v>39379</c:v>
                </c:pt>
                <c:pt idx="4761">
                  <c:v>39378</c:v>
                </c:pt>
                <c:pt idx="4762">
                  <c:v>39377</c:v>
                </c:pt>
                <c:pt idx="4763">
                  <c:v>39374</c:v>
                </c:pt>
                <c:pt idx="4764">
                  <c:v>39373</c:v>
                </c:pt>
                <c:pt idx="4765">
                  <c:v>39372</c:v>
                </c:pt>
                <c:pt idx="4766">
                  <c:v>39371</c:v>
                </c:pt>
                <c:pt idx="4767">
                  <c:v>39370</c:v>
                </c:pt>
                <c:pt idx="4768">
                  <c:v>39367</c:v>
                </c:pt>
                <c:pt idx="4769">
                  <c:v>39366</c:v>
                </c:pt>
                <c:pt idx="4770">
                  <c:v>39365</c:v>
                </c:pt>
                <c:pt idx="4771">
                  <c:v>39364</c:v>
                </c:pt>
                <c:pt idx="4772">
                  <c:v>39363</c:v>
                </c:pt>
                <c:pt idx="4773">
                  <c:v>39360</c:v>
                </c:pt>
                <c:pt idx="4774">
                  <c:v>39359</c:v>
                </c:pt>
                <c:pt idx="4775">
                  <c:v>39358</c:v>
                </c:pt>
                <c:pt idx="4776">
                  <c:v>39357</c:v>
                </c:pt>
                <c:pt idx="4777">
                  <c:v>39356</c:v>
                </c:pt>
                <c:pt idx="4778">
                  <c:v>39353</c:v>
                </c:pt>
                <c:pt idx="4779">
                  <c:v>39352</c:v>
                </c:pt>
                <c:pt idx="4780">
                  <c:v>39351</c:v>
                </c:pt>
                <c:pt idx="4781">
                  <c:v>39350</c:v>
                </c:pt>
                <c:pt idx="4782">
                  <c:v>39349</c:v>
                </c:pt>
                <c:pt idx="4783">
                  <c:v>39346</c:v>
                </c:pt>
                <c:pt idx="4784">
                  <c:v>39345</c:v>
                </c:pt>
                <c:pt idx="4785">
                  <c:v>39344</c:v>
                </c:pt>
                <c:pt idx="4786">
                  <c:v>39343</c:v>
                </c:pt>
                <c:pt idx="4787">
                  <c:v>39342</c:v>
                </c:pt>
                <c:pt idx="4788">
                  <c:v>39339</c:v>
                </c:pt>
                <c:pt idx="4789">
                  <c:v>39338</c:v>
                </c:pt>
                <c:pt idx="4790">
                  <c:v>39337</c:v>
                </c:pt>
                <c:pt idx="4791">
                  <c:v>39336</c:v>
                </c:pt>
                <c:pt idx="4792">
                  <c:v>39335</c:v>
                </c:pt>
                <c:pt idx="4793">
                  <c:v>39332</c:v>
                </c:pt>
                <c:pt idx="4794">
                  <c:v>39331</c:v>
                </c:pt>
                <c:pt idx="4795">
                  <c:v>39330</c:v>
                </c:pt>
                <c:pt idx="4796">
                  <c:v>39329</c:v>
                </c:pt>
                <c:pt idx="4797">
                  <c:v>39325</c:v>
                </c:pt>
                <c:pt idx="4798">
                  <c:v>39324</c:v>
                </c:pt>
                <c:pt idx="4799">
                  <c:v>39323</c:v>
                </c:pt>
                <c:pt idx="4800">
                  <c:v>39322</c:v>
                </c:pt>
                <c:pt idx="4801">
                  <c:v>39321</c:v>
                </c:pt>
                <c:pt idx="4802">
                  <c:v>39318</c:v>
                </c:pt>
                <c:pt idx="4803">
                  <c:v>39317</c:v>
                </c:pt>
                <c:pt idx="4804">
                  <c:v>39316</c:v>
                </c:pt>
                <c:pt idx="4805">
                  <c:v>39315</c:v>
                </c:pt>
                <c:pt idx="4806">
                  <c:v>39314</c:v>
                </c:pt>
                <c:pt idx="4807">
                  <c:v>39311</c:v>
                </c:pt>
                <c:pt idx="4808">
                  <c:v>39310</c:v>
                </c:pt>
                <c:pt idx="4809">
                  <c:v>39309</c:v>
                </c:pt>
                <c:pt idx="4810">
                  <c:v>39308</c:v>
                </c:pt>
                <c:pt idx="4811">
                  <c:v>39307</c:v>
                </c:pt>
                <c:pt idx="4812">
                  <c:v>39304</c:v>
                </c:pt>
                <c:pt idx="4813">
                  <c:v>39303</c:v>
                </c:pt>
                <c:pt idx="4814">
                  <c:v>39302</c:v>
                </c:pt>
                <c:pt idx="4815">
                  <c:v>39301</c:v>
                </c:pt>
                <c:pt idx="4816">
                  <c:v>39300</c:v>
                </c:pt>
                <c:pt idx="4817">
                  <c:v>39297</c:v>
                </c:pt>
                <c:pt idx="4818">
                  <c:v>39296</c:v>
                </c:pt>
                <c:pt idx="4819">
                  <c:v>39295</c:v>
                </c:pt>
                <c:pt idx="4820">
                  <c:v>39294</c:v>
                </c:pt>
                <c:pt idx="4821">
                  <c:v>39293</c:v>
                </c:pt>
                <c:pt idx="4822">
                  <c:v>39290</c:v>
                </c:pt>
                <c:pt idx="4823">
                  <c:v>39289</c:v>
                </c:pt>
                <c:pt idx="4824">
                  <c:v>39288</c:v>
                </c:pt>
                <c:pt idx="4825">
                  <c:v>39287</c:v>
                </c:pt>
                <c:pt idx="4826">
                  <c:v>39286</c:v>
                </c:pt>
                <c:pt idx="4827">
                  <c:v>39283</c:v>
                </c:pt>
                <c:pt idx="4828">
                  <c:v>39282</c:v>
                </c:pt>
                <c:pt idx="4829">
                  <c:v>39281</c:v>
                </c:pt>
                <c:pt idx="4830">
                  <c:v>39280</c:v>
                </c:pt>
                <c:pt idx="4831">
                  <c:v>39279</c:v>
                </c:pt>
                <c:pt idx="4832">
                  <c:v>39276</c:v>
                </c:pt>
                <c:pt idx="4833">
                  <c:v>39275</c:v>
                </c:pt>
                <c:pt idx="4834">
                  <c:v>39274</c:v>
                </c:pt>
                <c:pt idx="4835">
                  <c:v>39273</c:v>
                </c:pt>
                <c:pt idx="4836">
                  <c:v>39272</c:v>
                </c:pt>
                <c:pt idx="4837">
                  <c:v>39269</c:v>
                </c:pt>
                <c:pt idx="4838">
                  <c:v>39268</c:v>
                </c:pt>
                <c:pt idx="4839">
                  <c:v>39266</c:v>
                </c:pt>
                <c:pt idx="4840">
                  <c:v>39265</c:v>
                </c:pt>
                <c:pt idx="4841">
                  <c:v>39262</c:v>
                </c:pt>
                <c:pt idx="4842">
                  <c:v>39261</c:v>
                </c:pt>
                <c:pt idx="4843">
                  <c:v>39260</c:v>
                </c:pt>
                <c:pt idx="4844">
                  <c:v>39259</c:v>
                </c:pt>
                <c:pt idx="4845">
                  <c:v>39258</c:v>
                </c:pt>
                <c:pt idx="4846">
                  <c:v>39255</c:v>
                </c:pt>
                <c:pt idx="4847">
                  <c:v>39254</c:v>
                </c:pt>
                <c:pt idx="4848">
                  <c:v>39253</c:v>
                </c:pt>
                <c:pt idx="4849">
                  <c:v>39252</c:v>
                </c:pt>
                <c:pt idx="4850">
                  <c:v>39251</c:v>
                </c:pt>
                <c:pt idx="4851">
                  <c:v>39248</c:v>
                </c:pt>
                <c:pt idx="4852">
                  <c:v>39247</c:v>
                </c:pt>
                <c:pt idx="4853">
                  <c:v>39246</c:v>
                </c:pt>
                <c:pt idx="4854">
                  <c:v>39245</c:v>
                </c:pt>
                <c:pt idx="4855">
                  <c:v>39244</c:v>
                </c:pt>
                <c:pt idx="4856">
                  <c:v>39241</c:v>
                </c:pt>
                <c:pt idx="4857">
                  <c:v>39240</c:v>
                </c:pt>
                <c:pt idx="4858">
                  <c:v>39239</c:v>
                </c:pt>
                <c:pt idx="4859">
                  <c:v>39238</c:v>
                </c:pt>
                <c:pt idx="4860">
                  <c:v>39237</c:v>
                </c:pt>
                <c:pt idx="4861">
                  <c:v>39234</c:v>
                </c:pt>
                <c:pt idx="4862">
                  <c:v>39233</c:v>
                </c:pt>
                <c:pt idx="4863">
                  <c:v>39232</c:v>
                </c:pt>
                <c:pt idx="4864">
                  <c:v>39231</c:v>
                </c:pt>
                <c:pt idx="4865">
                  <c:v>39227</c:v>
                </c:pt>
                <c:pt idx="4866">
                  <c:v>39226</c:v>
                </c:pt>
                <c:pt idx="4867">
                  <c:v>39225</c:v>
                </c:pt>
                <c:pt idx="4868">
                  <c:v>39224</c:v>
                </c:pt>
                <c:pt idx="4869">
                  <c:v>39223</c:v>
                </c:pt>
                <c:pt idx="4870">
                  <c:v>39220</c:v>
                </c:pt>
                <c:pt idx="4871">
                  <c:v>39219</c:v>
                </c:pt>
                <c:pt idx="4872">
                  <c:v>39218</c:v>
                </c:pt>
                <c:pt idx="4873">
                  <c:v>39217</c:v>
                </c:pt>
                <c:pt idx="4874">
                  <c:v>39216</c:v>
                </c:pt>
                <c:pt idx="4875">
                  <c:v>39213</c:v>
                </c:pt>
                <c:pt idx="4876">
                  <c:v>39212</c:v>
                </c:pt>
                <c:pt idx="4877">
                  <c:v>39211</c:v>
                </c:pt>
                <c:pt idx="4878">
                  <c:v>39210</c:v>
                </c:pt>
                <c:pt idx="4879">
                  <c:v>39209</c:v>
                </c:pt>
                <c:pt idx="4880">
                  <c:v>39206</c:v>
                </c:pt>
                <c:pt idx="4881">
                  <c:v>39205</c:v>
                </c:pt>
                <c:pt idx="4882">
                  <c:v>39204</c:v>
                </c:pt>
                <c:pt idx="4883">
                  <c:v>39203</c:v>
                </c:pt>
                <c:pt idx="4884">
                  <c:v>39202</c:v>
                </c:pt>
                <c:pt idx="4885">
                  <c:v>39199</c:v>
                </c:pt>
                <c:pt idx="4886">
                  <c:v>39198</c:v>
                </c:pt>
                <c:pt idx="4887">
                  <c:v>39197</c:v>
                </c:pt>
                <c:pt idx="4888">
                  <c:v>39196</c:v>
                </c:pt>
                <c:pt idx="4889">
                  <c:v>39195</c:v>
                </c:pt>
                <c:pt idx="4890">
                  <c:v>39192</c:v>
                </c:pt>
                <c:pt idx="4891">
                  <c:v>39191</c:v>
                </c:pt>
                <c:pt idx="4892">
                  <c:v>39190</c:v>
                </c:pt>
                <c:pt idx="4893">
                  <c:v>39189</c:v>
                </c:pt>
                <c:pt idx="4894">
                  <c:v>39188</c:v>
                </c:pt>
                <c:pt idx="4895">
                  <c:v>39185</c:v>
                </c:pt>
                <c:pt idx="4896">
                  <c:v>39184</c:v>
                </c:pt>
                <c:pt idx="4897">
                  <c:v>39183</c:v>
                </c:pt>
                <c:pt idx="4898">
                  <c:v>39182</c:v>
                </c:pt>
                <c:pt idx="4899">
                  <c:v>39181</c:v>
                </c:pt>
                <c:pt idx="4900">
                  <c:v>39177</c:v>
                </c:pt>
                <c:pt idx="4901">
                  <c:v>39176</c:v>
                </c:pt>
                <c:pt idx="4902">
                  <c:v>39175</c:v>
                </c:pt>
                <c:pt idx="4903">
                  <c:v>39174</c:v>
                </c:pt>
                <c:pt idx="4904">
                  <c:v>39171</c:v>
                </c:pt>
                <c:pt idx="4905">
                  <c:v>39170</c:v>
                </c:pt>
                <c:pt idx="4906">
                  <c:v>39169</c:v>
                </c:pt>
                <c:pt idx="4907">
                  <c:v>39168</c:v>
                </c:pt>
                <c:pt idx="4908">
                  <c:v>39167</c:v>
                </c:pt>
                <c:pt idx="4909">
                  <c:v>39164</c:v>
                </c:pt>
                <c:pt idx="4910">
                  <c:v>39163</c:v>
                </c:pt>
                <c:pt idx="4911">
                  <c:v>39162</c:v>
                </c:pt>
                <c:pt idx="4912">
                  <c:v>39161</c:v>
                </c:pt>
                <c:pt idx="4913">
                  <c:v>39160</c:v>
                </c:pt>
                <c:pt idx="4914">
                  <c:v>39157</c:v>
                </c:pt>
                <c:pt idx="4915">
                  <c:v>39156</c:v>
                </c:pt>
                <c:pt idx="4916">
                  <c:v>39155</c:v>
                </c:pt>
                <c:pt idx="4917">
                  <c:v>39154</c:v>
                </c:pt>
                <c:pt idx="4918">
                  <c:v>39153</c:v>
                </c:pt>
                <c:pt idx="4919">
                  <c:v>39150</c:v>
                </c:pt>
                <c:pt idx="4920">
                  <c:v>39149</c:v>
                </c:pt>
                <c:pt idx="4921">
                  <c:v>39148</c:v>
                </c:pt>
                <c:pt idx="4922">
                  <c:v>39147</c:v>
                </c:pt>
                <c:pt idx="4923">
                  <c:v>39146</c:v>
                </c:pt>
                <c:pt idx="4924">
                  <c:v>39143</c:v>
                </c:pt>
                <c:pt idx="4925">
                  <c:v>39142</c:v>
                </c:pt>
                <c:pt idx="4926">
                  <c:v>39141</c:v>
                </c:pt>
                <c:pt idx="4927">
                  <c:v>39140</c:v>
                </c:pt>
                <c:pt idx="4928">
                  <c:v>39139</c:v>
                </c:pt>
                <c:pt idx="4929">
                  <c:v>39136</c:v>
                </c:pt>
                <c:pt idx="4930">
                  <c:v>39135</c:v>
                </c:pt>
                <c:pt idx="4931">
                  <c:v>39134</c:v>
                </c:pt>
                <c:pt idx="4932">
                  <c:v>39133</c:v>
                </c:pt>
                <c:pt idx="4933">
                  <c:v>39129</c:v>
                </c:pt>
                <c:pt idx="4934">
                  <c:v>39128</c:v>
                </c:pt>
                <c:pt idx="4935">
                  <c:v>39127</c:v>
                </c:pt>
                <c:pt idx="4936">
                  <c:v>39126</c:v>
                </c:pt>
                <c:pt idx="4937">
                  <c:v>39125</c:v>
                </c:pt>
                <c:pt idx="4938">
                  <c:v>39122</c:v>
                </c:pt>
                <c:pt idx="4939">
                  <c:v>39121</c:v>
                </c:pt>
                <c:pt idx="4940">
                  <c:v>39120</c:v>
                </c:pt>
                <c:pt idx="4941">
                  <c:v>39119</c:v>
                </c:pt>
                <c:pt idx="4942">
                  <c:v>39118</c:v>
                </c:pt>
                <c:pt idx="4943">
                  <c:v>39115</c:v>
                </c:pt>
                <c:pt idx="4944">
                  <c:v>39114</c:v>
                </c:pt>
                <c:pt idx="4945">
                  <c:v>39113</c:v>
                </c:pt>
                <c:pt idx="4946">
                  <c:v>39112</c:v>
                </c:pt>
                <c:pt idx="4947">
                  <c:v>39111</c:v>
                </c:pt>
                <c:pt idx="4948">
                  <c:v>39108</c:v>
                </c:pt>
                <c:pt idx="4949">
                  <c:v>39107</c:v>
                </c:pt>
                <c:pt idx="4950">
                  <c:v>39106</c:v>
                </c:pt>
                <c:pt idx="4951">
                  <c:v>39105</c:v>
                </c:pt>
                <c:pt idx="4952">
                  <c:v>39104</c:v>
                </c:pt>
                <c:pt idx="4953">
                  <c:v>39101</c:v>
                </c:pt>
                <c:pt idx="4954">
                  <c:v>39100</c:v>
                </c:pt>
                <c:pt idx="4955">
                  <c:v>39099</c:v>
                </c:pt>
                <c:pt idx="4956">
                  <c:v>39098</c:v>
                </c:pt>
                <c:pt idx="4957">
                  <c:v>39094</c:v>
                </c:pt>
                <c:pt idx="4958">
                  <c:v>39093</c:v>
                </c:pt>
                <c:pt idx="4959">
                  <c:v>39092</c:v>
                </c:pt>
                <c:pt idx="4960">
                  <c:v>39091</c:v>
                </c:pt>
                <c:pt idx="4961">
                  <c:v>39090</c:v>
                </c:pt>
                <c:pt idx="4962">
                  <c:v>39087</c:v>
                </c:pt>
                <c:pt idx="4963">
                  <c:v>39086</c:v>
                </c:pt>
                <c:pt idx="4964">
                  <c:v>39085</c:v>
                </c:pt>
                <c:pt idx="4965">
                  <c:v>39080</c:v>
                </c:pt>
                <c:pt idx="4966">
                  <c:v>39079</c:v>
                </c:pt>
                <c:pt idx="4967">
                  <c:v>39078</c:v>
                </c:pt>
                <c:pt idx="4968">
                  <c:v>39077</c:v>
                </c:pt>
                <c:pt idx="4969">
                  <c:v>39073</c:v>
                </c:pt>
                <c:pt idx="4970">
                  <c:v>39072</c:v>
                </c:pt>
                <c:pt idx="4971">
                  <c:v>39071</c:v>
                </c:pt>
                <c:pt idx="4972">
                  <c:v>39070</c:v>
                </c:pt>
                <c:pt idx="4973">
                  <c:v>39069</c:v>
                </c:pt>
                <c:pt idx="4974">
                  <c:v>39066</c:v>
                </c:pt>
                <c:pt idx="4975">
                  <c:v>39065</c:v>
                </c:pt>
                <c:pt idx="4976">
                  <c:v>39064</c:v>
                </c:pt>
                <c:pt idx="4977">
                  <c:v>39063</c:v>
                </c:pt>
                <c:pt idx="4978">
                  <c:v>39062</c:v>
                </c:pt>
                <c:pt idx="4979">
                  <c:v>39059</c:v>
                </c:pt>
                <c:pt idx="4980">
                  <c:v>39058</c:v>
                </c:pt>
                <c:pt idx="4981">
                  <c:v>39057</c:v>
                </c:pt>
                <c:pt idx="4982">
                  <c:v>39056</c:v>
                </c:pt>
                <c:pt idx="4983">
                  <c:v>39055</c:v>
                </c:pt>
                <c:pt idx="4984">
                  <c:v>39052</c:v>
                </c:pt>
                <c:pt idx="4985">
                  <c:v>39051</c:v>
                </c:pt>
                <c:pt idx="4986">
                  <c:v>39050</c:v>
                </c:pt>
                <c:pt idx="4987">
                  <c:v>39049</c:v>
                </c:pt>
                <c:pt idx="4988">
                  <c:v>39048</c:v>
                </c:pt>
                <c:pt idx="4989">
                  <c:v>39045</c:v>
                </c:pt>
                <c:pt idx="4990">
                  <c:v>39043</c:v>
                </c:pt>
                <c:pt idx="4991">
                  <c:v>39042</c:v>
                </c:pt>
                <c:pt idx="4992">
                  <c:v>39041</c:v>
                </c:pt>
                <c:pt idx="4993">
                  <c:v>39038</c:v>
                </c:pt>
                <c:pt idx="4994">
                  <c:v>39037</c:v>
                </c:pt>
                <c:pt idx="4995">
                  <c:v>39036</c:v>
                </c:pt>
                <c:pt idx="4996">
                  <c:v>39035</c:v>
                </c:pt>
                <c:pt idx="4997">
                  <c:v>39034</c:v>
                </c:pt>
                <c:pt idx="4998">
                  <c:v>39031</c:v>
                </c:pt>
                <c:pt idx="4999">
                  <c:v>39030</c:v>
                </c:pt>
                <c:pt idx="5000">
                  <c:v>39029</c:v>
                </c:pt>
                <c:pt idx="5001">
                  <c:v>39028</c:v>
                </c:pt>
                <c:pt idx="5002">
                  <c:v>39027</c:v>
                </c:pt>
                <c:pt idx="5003">
                  <c:v>39024</c:v>
                </c:pt>
                <c:pt idx="5004">
                  <c:v>39023</c:v>
                </c:pt>
                <c:pt idx="5005">
                  <c:v>39022</c:v>
                </c:pt>
                <c:pt idx="5006">
                  <c:v>39021</c:v>
                </c:pt>
                <c:pt idx="5007">
                  <c:v>39020</c:v>
                </c:pt>
                <c:pt idx="5008">
                  <c:v>39017</c:v>
                </c:pt>
                <c:pt idx="5009">
                  <c:v>39016</c:v>
                </c:pt>
                <c:pt idx="5010">
                  <c:v>39015</c:v>
                </c:pt>
                <c:pt idx="5011">
                  <c:v>39014</c:v>
                </c:pt>
                <c:pt idx="5012">
                  <c:v>39013</c:v>
                </c:pt>
                <c:pt idx="5013">
                  <c:v>39010</c:v>
                </c:pt>
                <c:pt idx="5014">
                  <c:v>39009</c:v>
                </c:pt>
                <c:pt idx="5015">
                  <c:v>39008</c:v>
                </c:pt>
                <c:pt idx="5016">
                  <c:v>39007</c:v>
                </c:pt>
                <c:pt idx="5017">
                  <c:v>39006</c:v>
                </c:pt>
                <c:pt idx="5018">
                  <c:v>39003</c:v>
                </c:pt>
                <c:pt idx="5019">
                  <c:v>39002</c:v>
                </c:pt>
                <c:pt idx="5020">
                  <c:v>39001</c:v>
                </c:pt>
                <c:pt idx="5021">
                  <c:v>39000</c:v>
                </c:pt>
                <c:pt idx="5022">
                  <c:v>38999</c:v>
                </c:pt>
                <c:pt idx="5023">
                  <c:v>38996</c:v>
                </c:pt>
                <c:pt idx="5024">
                  <c:v>38995</c:v>
                </c:pt>
                <c:pt idx="5025">
                  <c:v>38994</c:v>
                </c:pt>
                <c:pt idx="5026">
                  <c:v>38993</c:v>
                </c:pt>
                <c:pt idx="5027">
                  <c:v>38992</c:v>
                </c:pt>
                <c:pt idx="5028">
                  <c:v>38989</c:v>
                </c:pt>
                <c:pt idx="5029">
                  <c:v>38988</c:v>
                </c:pt>
                <c:pt idx="5030">
                  <c:v>38987</c:v>
                </c:pt>
                <c:pt idx="5031">
                  <c:v>38986</c:v>
                </c:pt>
                <c:pt idx="5032">
                  <c:v>38985</c:v>
                </c:pt>
                <c:pt idx="5033">
                  <c:v>38982</c:v>
                </c:pt>
                <c:pt idx="5034">
                  <c:v>38981</c:v>
                </c:pt>
                <c:pt idx="5035">
                  <c:v>38980</c:v>
                </c:pt>
                <c:pt idx="5036">
                  <c:v>38979</c:v>
                </c:pt>
                <c:pt idx="5037">
                  <c:v>38978</c:v>
                </c:pt>
                <c:pt idx="5038">
                  <c:v>38975</c:v>
                </c:pt>
                <c:pt idx="5039">
                  <c:v>38974</c:v>
                </c:pt>
                <c:pt idx="5040">
                  <c:v>38973</c:v>
                </c:pt>
                <c:pt idx="5041">
                  <c:v>38972</c:v>
                </c:pt>
                <c:pt idx="5042">
                  <c:v>38971</c:v>
                </c:pt>
                <c:pt idx="5043">
                  <c:v>38968</c:v>
                </c:pt>
                <c:pt idx="5044">
                  <c:v>38967</c:v>
                </c:pt>
                <c:pt idx="5045">
                  <c:v>38966</c:v>
                </c:pt>
                <c:pt idx="5046">
                  <c:v>38965</c:v>
                </c:pt>
                <c:pt idx="5047">
                  <c:v>38961</c:v>
                </c:pt>
                <c:pt idx="5048">
                  <c:v>38960</c:v>
                </c:pt>
                <c:pt idx="5049">
                  <c:v>38959</c:v>
                </c:pt>
                <c:pt idx="5050">
                  <c:v>38958</c:v>
                </c:pt>
                <c:pt idx="5051">
                  <c:v>38957</c:v>
                </c:pt>
                <c:pt idx="5052">
                  <c:v>38954</c:v>
                </c:pt>
                <c:pt idx="5053">
                  <c:v>38953</c:v>
                </c:pt>
                <c:pt idx="5054">
                  <c:v>38952</c:v>
                </c:pt>
                <c:pt idx="5055">
                  <c:v>38951</c:v>
                </c:pt>
                <c:pt idx="5056">
                  <c:v>38950</c:v>
                </c:pt>
                <c:pt idx="5057">
                  <c:v>38947</c:v>
                </c:pt>
                <c:pt idx="5058">
                  <c:v>38946</c:v>
                </c:pt>
                <c:pt idx="5059">
                  <c:v>38945</c:v>
                </c:pt>
                <c:pt idx="5060">
                  <c:v>38944</c:v>
                </c:pt>
                <c:pt idx="5061">
                  <c:v>38943</c:v>
                </c:pt>
                <c:pt idx="5062">
                  <c:v>38940</c:v>
                </c:pt>
                <c:pt idx="5063">
                  <c:v>38939</c:v>
                </c:pt>
                <c:pt idx="5064">
                  <c:v>38938</c:v>
                </c:pt>
                <c:pt idx="5065">
                  <c:v>38937</c:v>
                </c:pt>
                <c:pt idx="5066">
                  <c:v>38936</c:v>
                </c:pt>
                <c:pt idx="5067">
                  <c:v>38933</c:v>
                </c:pt>
                <c:pt idx="5068">
                  <c:v>38932</c:v>
                </c:pt>
                <c:pt idx="5069">
                  <c:v>38931</c:v>
                </c:pt>
                <c:pt idx="5070">
                  <c:v>38930</c:v>
                </c:pt>
                <c:pt idx="5071">
                  <c:v>38929</c:v>
                </c:pt>
                <c:pt idx="5072">
                  <c:v>38926</c:v>
                </c:pt>
                <c:pt idx="5073">
                  <c:v>38925</c:v>
                </c:pt>
                <c:pt idx="5074">
                  <c:v>38924</c:v>
                </c:pt>
                <c:pt idx="5075">
                  <c:v>38923</c:v>
                </c:pt>
                <c:pt idx="5076">
                  <c:v>38922</c:v>
                </c:pt>
                <c:pt idx="5077">
                  <c:v>38919</c:v>
                </c:pt>
                <c:pt idx="5078">
                  <c:v>38918</c:v>
                </c:pt>
                <c:pt idx="5079">
                  <c:v>38917</c:v>
                </c:pt>
                <c:pt idx="5080">
                  <c:v>38916</c:v>
                </c:pt>
                <c:pt idx="5081">
                  <c:v>38915</c:v>
                </c:pt>
                <c:pt idx="5082">
                  <c:v>38912</c:v>
                </c:pt>
                <c:pt idx="5083">
                  <c:v>38911</c:v>
                </c:pt>
                <c:pt idx="5084">
                  <c:v>38910</c:v>
                </c:pt>
                <c:pt idx="5085">
                  <c:v>38909</c:v>
                </c:pt>
                <c:pt idx="5086">
                  <c:v>38908</c:v>
                </c:pt>
                <c:pt idx="5087">
                  <c:v>38905</c:v>
                </c:pt>
                <c:pt idx="5088">
                  <c:v>38904</c:v>
                </c:pt>
                <c:pt idx="5089">
                  <c:v>38903</c:v>
                </c:pt>
                <c:pt idx="5090">
                  <c:v>38901</c:v>
                </c:pt>
                <c:pt idx="5091">
                  <c:v>38898</c:v>
                </c:pt>
                <c:pt idx="5092">
                  <c:v>38897</c:v>
                </c:pt>
                <c:pt idx="5093">
                  <c:v>38896</c:v>
                </c:pt>
                <c:pt idx="5094">
                  <c:v>38895</c:v>
                </c:pt>
                <c:pt idx="5095">
                  <c:v>38894</c:v>
                </c:pt>
                <c:pt idx="5096">
                  <c:v>38891</c:v>
                </c:pt>
                <c:pt idx="5097">
                  <c:v>38890</c:v>
                </c:pt>
                <c:pt idx="5098">
                  <c:v>38889</c:v>
                </c:pt>
                <c:pt idx="5099">
                  <c:v>38888</c:v>
                </c:pt>
                <c:pt idx="5100">
                  <c:v>38887</c:v>
                </c:pt>
                <c:pt idx="5101">
                  <c:v>38884</c:v>
                </c:pt>
                <c:pt idx="5102">
                  <c:v>38883</c:v>
                </c:pt>
                <c:pt idx="5103">
                  <c:v>38882</c:v>
                </c:pt>
                <c:pt idx="5104">
                  <c:v>38881</c:v>
                </c:pt>
                <c:pt idx="5105">
                  <c:v>38880</c:v>
                </c:pt>
                <c:pt idx="5106">
                  <c:v>38877</c:v>
                </c:pt>
                <c:pt idx="5107">
                  <c:v>38876</c:v>
                </c:pt>
                <c:pt idx="5108">
                  <c:v>38875</c:v>
                </c:pt>
                <c:pt idx="5109">
                  <c:v>38874</c:v>
                </c:pt>
                <c:pt idx="5110">
                  <c:v>38873</c:v>
                </c:pt>
                <c:pt idx="5111">
                  <c:v>38870</c:v>
                </c:pt>
                <c:pt idx="5112">
                  <c:v>38869</c:v>
                </c:pt>
                <c:pt idx="5113">
                  <c:v>38868</c:v>
                </c:pt>
                <c:pt idx="5114">
                  <c:v>38867</c:v>
                </c:pt>
                <c:pt idx="5115">
                  <c:v>38863</c:v>
                </c:pt>
                <c:pt idx="5116">
                  <c:v>38862</c:v>
                </c:pt>
                <c:pt idx="5117">
                  <c:v>38861</c:v>
                </c:pt>
                <c:pt idx="5118">
                  <c:v>38860</c:v>
                </c:pt>
                <c:pt idx="5119">
                  <c:v>38859</c:v>
                </c:pt>
                <c:pt idx="5120">
                  <c:v>38856</c:v>
                </c:pt>
                <c:pt idx="5121">
                  <c:v>38855</c:v>
                </c:pt>
                <c:pt idx="5122">
                  <c:v>38854</c:v>
                </c:pt>
                <c:pt idx="5123">
                  <c:v>38853</c:v>
                </c:pt>
                <c:pt idx="5124">
                  <c:v>38852</c:v>
                </c:pt>
                <c:pt idx="5125">
                  <c:v>38849</c:v>
                </c:pt>
                <c:pt idx="5126">
                  <c:v>38848</c:v>
                </c:pt>
                <c:pt idx="5127">
                  <c:v>38847</c:v>
                </c:pt>
                <c:pt idx="5128">
                  <c:v>38846</c:v>
                </c:pt>
                <c:pt idx="5129">
                  <c:v>38845</c:v>
                </c:pt>
                <c:pt idx="5130">
                  <c:v>38842</c:v>
                </c:pt>
                <c:pt idx="5131">
                  <c:v>38841</c:v>
                </c:pt>
                <c:pt idx="5132">
                  <c:v>38840</c:v>
                </c:pt>
                <c:pt idx="5133">
                  <c:v>38839</c:v>
                </c:pt>
                <c:pt idx="5134">
                  <c:v>38838</c:v>
                </c:pt>
                <c:pt idx="5135">
                  <c:v>38835</c:v>
                </c:pt>
                <c:pt idx="5136">
                  <c:v>38834</c:v>
                </c:pt>
                <c:pt idx="5137">
                  <c:v>38833</c:v>
                </c:pt>
                <c:pt idx="5138">
                  <c:v>38832</c:v>
                </c:pt>
                <c:pt idx="5139">
                  <c:v>38831</c:v>
                </c:pt>
                <c:pt idx="5140">
                  <c:v>38828</c:v>
                </c:pt>
                <c:pt idx="5141">
                  <c:v>38827</c:v>
                </c:pt>
                <c:pt idx="5142">
                  <c:v>38826</c:v>
                </c:pt>
                <c:pt idx="5143">
                  <c:v>38825</c:v>
                </c:pt>
                <c:pt idx="5144">
                  <c:v>38824</c:v>
                </c:pt>
                <c:pt idx="5145">
                  <c:v>38820</c:v>
                </c:pt>
                <c:pt idx="5146">
                  <c:v>38819</c:v>
                </c:pt>
                <c:pt idx="5147">
                  <c:v>38818</c:v>
                </c:pt>
                <c:pt idx="5148">
                  <c:v>38817</c:v>
                </c:pt>
                <c:pt idx="5149">
                  <c:v>38814</c:v>
                </c:pt>
                <c:pt idx="5150">
                  <c:v>38813</c:v>
                </c:pt>
                <c:pt idx="5151">
                  <c:v>38812</c:v>
                </c:pt>
                <c:pt idx="5152">
                  <c:v>38811</c:v>
                </c:pt>
                <c:pt idx="5153">
                  <c:v>38810</c:v>
                </c:pt>
                <c:pt idx="5154">
                  <c:v>38807</c:v>
                </c:pt>
                <c:pt idx="5155">
                  <c:v>38806</c:v>
                </c:pt>
                <c:pt idx="5156">
                  <c:v>38805</c:v>
                </c:pt>
                <c:pt idx="5157">
                  <c:v>38804</c:v>
                </c:pt>
                <c:pt idx="5158">
                  <c:v>38803</c:v>
                </c:pt>
                <c:pt idx="5159">
                  <c:v>38800</c:v>
                </c:pt>
                <c:pt idx="5160">
                  <c:v>38799</c:v>
                </c:pt>
                <c:pt idx="5161">
                  <c:v>38798</c:v>
                </c:pt>
                <c:pt idx="5162">
                  <c:v>38797</c:v>
                </c:pt>
                <c:pt idx="5163">
                  <c:v>38796</c:v>
                </c:pt>
                <c:pt idx="5164">
                  <c:v>38793</c:v>
                </c:pt>
                <c:pt idx="5165">
                  <c:v>38792</c:v>
                </c:pt>
                <c:pt idx="5166">
                  <c:v>38791</c:v>
                </c:pt>
                <c:pt idx="5167">
                  <c:v>38790</c:v>
                </c:pt>
                <c:pt idx="5168">
                  <c:v>38789</c:v>
                </c:pt>
                <c:pt idx="5169">
                  <c:v>38786</c:v>
                </c:pt>
                <c:pt idx="5170">
                  <c:v>38785</c:v>
                </c:pt>
                <c:pt idx="5171">
                  <c:v>38784</c:v>
                </c:pt>
                <c:pt idx="5172">
                  <c:v>38783</c:v>
                </c:pt>
                <c:pt idx="5173">
                  <c:v>38782</c:v>
                </c:pt>
                <c:pt idx="5174">
                  <c:v>38779</c:v>
                </c:pt>
                <c:pt idx="5175">
                  <c:v>38778</c:v>
                </c:pt>
                <c:pt idx="5176">
                  <c:v>38777</c:v>
                </c:pt>
                <c:pt idx="5177">
                  <c:v>38776</c:v>
                </c:pt>
                <c:pt idx="5178">
                  <c:v>38775</c:v>
                </c:pt>
                <c:pt idx="5179">
                  <c:v>38772</c:v>
                </c:pt>
                <c:pt idx="5180">
                  <c:v>38771</c:v>
                </c:pt>
                <c:pt idx="5181">
                  <c:v>38770</c:v>
                </c:pt>
                <c:pt idx="5182">
                  <c:v>38769</c:v>
                </c:pt>
                <c:pt idx="5183">
                  <c:v>38765</c:v>
                </c:pt>
                <c:pt idx="5184">
                  <c:v>38764</c:v>
                </c:pt>
                <c:pt idx="5185">
                  <c:v>38763</c:v>
                </c:pt>
                <c:pt idx="5186">
                  <c:v>38762</c:v>
                </c:pt>
                <c:pt idx="5187">
                  <c:v>38761</c:v>
                </c:pt>
                <c:pt idx="5188">
                  <c:v>38758</c:v>
                </c:pt>
                <c:pt idx="5189">
                  <c:v>38757</c:v>
                </c:pt>
                <c:pt idx="5190">
                  <c:v>38756</c:v>
                </c:pt>
                <c:pt idx="5191">
                  <c:v>38755</c:v>
                </c:pt>
                <c:pt idx="5192">
                  <c:v>38754</c:v>
                </c:pt>
                <c:pt idx="5193">
                  <c:v>38751</c:v>
                </c:pt>
                <c:pt idx="5194">
                  <c:v>38750</c:v>
                </c:pt>
                <c:pt idx="5195">
                  <c:v>38749</c:v>
                </c:pt>
                <c:pt idx="5196">
                  <c:v>38748</c:v>
                </c:pt>
                <c:pt idx="5197">
                  <c:v>38747</c:v>
                </c:pt>
                <c:pt idx="5198">
                  <c:v>38744</c:v>
                </c:pt>
                <c:pt idx="5199">
                  <c:v>38743</c:v>
                </c:pt>
                <c:pt idx="5200">
                  <c:v>38742</c:v>
                </c:pt>
                <c:pt idx="5201">
                  <c:v>38741</c:v>
                </c:pt>
                <c:pt idx="5202">
                  <c:v>38740</c:v>
                </c:pt>
                <c:pt idx="5203">
                  <c:v>38737</c:v>
                </c:pt>
                <c:pt idx="5204">
                  <c:v>38736</c:v>
                </c:pt>
                <c:pt idx="5205">
                  <c:v>38735</c:v>
                </c:pt>
                <c:pt idx="5206">
                  <c:v>38734</c:v>
                </c:pt>
                <c:pt idx="5207">
                  <c:v>38730</c:v>
                </c:pt>
                <c:pt idx="5208">
                  <c:v>38729</c:v>
                </c:pt>
                <c:pt idx="5209">
                  <c:v>38728</c:v>
                </c:pt>
                <c:pt idx="5210">
                  <c:v>38727</c:v>
                </c:pt>
                <c:pt idx="5211">
                  <c:v>38726</c:v>
                </c:pt>
                <c:pt idx="5212">
                  <c:v>38723</c:v>
                </c:pt>
                <c:pt idx="5213">
                  <c:v>38722</c:v>
                </c:pt>
                <c:pt idx="5214">
                  <c:v>38721</c:v>
                </c:pt>
                <c:pt idx="5215">
                  <c:v>38720</c:v>
                </c:pt>
                <c:pt idx="5216">
                  <c:v>38716</c:v>
                </c:pt>
                <c:pt idx="5217">
                  <c:v>38715</c:v>
                </c:pt>
                <c:pt idx="5218">
                  <c:v>38714</c:v>
                </c:pt>
                <c:pt idx="5219">
                  <c:v>38713</c:v>
                </c:pt>
                <c:pt idx="5220">
                  <c:v>38709</c:v>
                </c:pt>
                <c:pt idx="5221">
                  <c:v>38708</c:v>
                </c:pt>
                <c:pt idx="5222">
                  <c:v>38707</c:v>
                </c:pt>
                <c:pt idx="5223">
                  <c:v>38706</c:v>
                </c:pt>
                <c:pt idx="5224">
                  <c:v>38705</c:v>
                </c:pt>
                <c:pt idx="5225">
                  <c:v>38702</c:v>
                </c:pt>
                <c:pt idx="5226">
                  <c:v>38701</c:v>
                </c:pt>
                <c:pt idx="5227">
                  <c:v>38700</c:v>
                </c:pt>
                <c:pt idx="5228">
                  <c:v>38699</c:v>
                </c:pt>
                <c:pt idx="5229">
                  <c:v>38698</c:v>
                </c:pt>
                <c:pt idx="5230">
                  <c:v>38695</c:v>
                </c:pt>
                <c:pt idx="5231">
                  <c:v>38694</c:v>
                </c:pt>
                <c:pt idx="5232">
                  <c:v>38693</c:v>
                </c:pt>
                <c:pt idx="5233">
                  <c:v>38692</c:v>
                </c:pt>
                <c:pt idx="5234">
                  <c:v>38691</c:v>
                </c:pt>
                <c:pt idx="5235">
                  <c:v>38688</c:v>
                </c:pt>
                <c:pt idx="5236">
                  <c:v>38687</c:v>
                </c:pt>
                <c:pt idx="5237">
                  <c:v>38686</c:v>
                </c:pt>
                <c:pt idx="5238">
                  <c:v>38685</c:v>
                </c:pt>
                <c:pt idx="5239">
                  <c:v>38684</c:v>
                </c:pt>
                <c:pt idx="5240">
                  <c:v>38681</c:v>
                </c:pt>
                <c:pt idx="5241">
                  <c:v>38679</c:v>
                </c:pt>
                <c:pt idx="5242">
                  <c:v>38678</c:v>
                </c:pt>
                <c:pt idx="5243">
                  <c:v>38677</c:v>
                </c:pt>
                <c:pt idx="5244">
                  <c:v>38674</c:v>
                </c:pt>
                <c:pt idx="5245">
                  <c:v>38673</c:v>
                </c:pt>
                <c:pt idx="5246">
                  <c:v>38672</c:v>
                </c:pt>
                <c:pt idx="5247">
                  <c:v>38671</c:v>
                </c:pt>
                <c:pt idx="5248">
                  <c:v>38670</c:v>
                </c:pt>
                <c:pt idx="5249">
                  <c:v>38667</c:v>
                </c:pt>
                <c:pt idx="5250">
                  <c:v>38666</c:v>
                </c:pt>
                <c:pt idx="5251">
                  <c:v>38665</c:v>
                </c:pt>
                <c:pt idx="5252">
                  <c:v>38664</c:v>
                </c:pt>
                <c:pt idx="5253">
                  <c:v>38663</c:v>
                </c:pt>
                <c:pt idx="5254">
                  <c:v>38660</c:v>
                </c:pt>
                <c:pt idx="5255">
                  <c:v>38659</c:v>
                </c:pt>
                <c:pt idx="5256">
                  <c:v>38658</c:v>
                </c:pt>
                <c:pt idx="5257">
                  <c:v>38657</c:v>
                </c:pt>
                <c:pt idx="5258">
                  <c:v>38656</c:v>
                </c:pt>
                <c:pt idx="5259">
                  <c:v>38653</c:v>
                </c:pt>
                <c:pt idx="5260">
                  <c:v>38652</c:v>
                </c:pt>
                <c:pt idx="5261">
                  <c:v>38651</c:v>
                </c:pt>
                <c:pt idx="5262">
                  <c:v>38650</c:v>
                </c:pt>
                <c:pt idx="5263">
                  <c:v>38649</c:v>
                </c:pt>
                <c:pt idx="5264">
                  <c:v>38646</c:v>
                </c:pt>
                <c:pt idx="5265">
                  <c:v>38645</c:v>
                </c:pt>
                <c:pt idx="5266">
                  <c:v>38644</c:v>
                </c:pt>
                <c:pt idx="5267">
                  <c:v>38643</c:v>
                </c:pt>
                <c:pt idx="5268">
                  <c:v>38642</c:v>
                </c:pt>
                <c:pt idx="5269">
                  <c:v>38639</c:v>
                </c:pt>
                <c:pt idx="5270">
                  <c:v>38638</c:v>
                </c:pt>
                <c:pt idx="5271">
                  <c:v>38637</c:v>
                </c:pt>
                <c:pt idx="5272">
                  <c:v>38636</c:v>
                </c:pt>
                <c:pt idx="5273">
                  <c:v>38635</c:v>
                </c:pt>
                <c:pt idx="5274">
                  <c:v>38632</c:v>
                </c:pt>
                <c:pt idx="5275">
                  <c:v>38631</c:v>
                </c:pt>
                <c:pt idx="5276">
                  <c:v>38630</c:v>
                </c:pt>
                <c:pt idx="5277">
                  <c:v>38629</c:v>
                </c:pt>
                <c:pt idx="5278">
                  <c:v>38628</c:v>
                </c:pt>
                <c:pt idx="5279">
                  <c:v>38625</c:v>
                </c:pt>
                <c:pt idx="5280">
                  <c:v>38624</c:v>
                </c:pt>
                <c:pt idx="5281">
                  <c:v>38623</c:v>
                </c:pt>
                <c:pt idx="5282">
                  <c:v>38622</c:v>
                </c:pt>
                <c:pt idx="5283">
                  <c:v>38621</c:v>
                </c:pt>
                <c:pt idx="5284">
                  <c:v>38618</c:v>
                </c:pt>
                <c:pt idx="5285">
                  <c:v>38617</c:v>
                </c:pt>
                <c:pt idx="5286">
                  <c:v>38616</c:v>
                </c:pt>
                <c:pt idx="5287">
                  <c:v>38615</c:v>
                </c:pt>
                <c:pt idx="5288">
                  <c:v>38614</c:v>
                </c:pt>
                <c:pt idx="5289">
                  <c:v>38611</c:v>
                </c:pt>
                <c:pt idx="5290">
                  <c:v>38610</c:v>
                </c:pt>
                <c:pt idx="5291">
                  <c:v>38609</c:v>
                </c:pt>
                <c:pt idx="5292">
                  <c:v>38608</c:v>
                </c:pt>
                <c:pt idx="5293">
                  <c:v>38607</c:v>
                </c:pt>
                <c:pt idx="5294">
                  <c:v>38604</c:v>
                </c:pt>
                <c:pt idx="5295">
                  <c:v>38603</c:v>
                </c:pt>
                <c:pt idx="5296">
                  <c:v>38602</c:v>
                </c:pt>
                <c:pt idx="5297">
                  <c:v>38601</c:v>
                </c:pt>
                <c:pt idx="5298">
                  <c:v>38597</c:v>
                </c:pt>
                <c:pt idx="5299">
                  <c:v>38596</c:v>
                </c:pt>
                <c:pt idx="5300">
                  <c:v>38595</c:v>
                </c:pt>
                <c:pt idx="5301">
                  <c:v>38594</c:v>
                </c:pt>
                <c:pt idx="5302">
                  <c:v>38593</c:v>
                </c:pt>
                <c:pt idx="5303">
                  <c:v>38590</c:v>
                </c:pt>
                <c:pt idx="5304">
                  <c:v>38589</c:v>
                </c:pt>
                <c:pt idx="5305">
                  <c:v>38588</c:v>
                </c:pt>
                <c:pt idx="5306">
                  <c:v>38587</c:v>
                </c:pt>
                <c:pt idx="5307">
                  <c:v>38586</c:v>
                </c:pt>
                <c:pt idx="5308">
                  <c:v>38583</c:v>
                </c:pt>
                <c:pt idx="5309">
                  <c:v>38582</c:v>
                </c:pt>
                <c:pt idx="5310">
                  <c:v>38581</c:v>
                </c:pt>
                <c:pt idx="5311">
                  <c:v>38580</c:v>
                </c:pt>
                <c:pt idx="5312">
                  <c:v>38579</c:v>
                </c:pt>
                <c:pt idx="5313">
                  <c:v>38576</c:v>
                </c:pt>
                <c:pt idx="5314">
                  <c:v>38575</c:v>
                </c:pt>
                <c:pt idx="5315">
                  <c:v>38574</c:v>
                </c:pt>
                <c:pt idx="5316">
                  <c:v>38573</c:v>
                </c:pt>
                <c:pt idx="5317">
                  <c:v>38572</c:v>
                </c:pt>
                <c:pt idx="5318">
                  <c:v>38569</c:v>
                </c:pt>
                <c:pt idx="5319">
                  <c:v>38568</c:v>
                </c:pt>
                <c:pt idx="5320">
                  <c:v>38567</c:v>
                </c:pt>
                <c:pt idx="5321">
                  <c:v>38566</c:v>
                </c:pt>
                <c:pt idx="5322">
                  <c:v>38565</c:v>
                </c:pt>
                <c:pt idx="5323">
                  <c:v>38562</c:v>
                </c:pt>
                <c:pt idx="5324">
                  <c:v>38561</c:v>
                </c:pt>
                <c:pt idx="5325">
                  <c:v>38560</c:v>
                </c:pt>
                <c:pt idx="5326">
                  <c:v>38559</c:v>
                </c:pt>
                <c:pt idx="5327">
                  <c:v>38558</c:v>
                </c:pt>
                <c:pt idx="5328">
                  <c:v>38555</c:v>
                </c:pt>
                <c:pt idx="5329">
                  <c:v>38554</c:v>
                </c:pt>
                <c:pt idx="5330">
                  <c:v>38553</c:v>
                </c:pt>
                <c:pt idx="5331">
                  <c:v>38552</c:v>
                </c:pt>
                <c:pt idx="5332">
                  <c:v>38551</c:v>
                </c:pt>
                <c:pt idx="5333">
                  <c:v>38548</c:v>
                </c:pt>
                <c:pt idx="5334">
                  <c:v>38547</c:v>
                </c:pt>
                <c:pt idx="5335">
                  <c:v>38546</c:v>
                </c:pt>
                <c:pt idx="5336">
                  <c:v>38545</c:v>
                </c:pt>
                <c:pt idx="5337">
                  <c:v>38544</c:v>
                </c:pt>
                <c:pt idx="5338">
                  <c:v>38541</c:v>
                </c:pt>
                <c:pt idx="5339">
                  <c:v>38540</c:v>
                </c:pt>
                <c:pt idx="5340">
                  <c:v>38539</c:v>
                </c:pt>
                <c:pt idx="5341">
                  <c:v>38538</c:v>
                </c:pt>
                <c:pt idx="5342">
                  <c:v>38534</c:v>
                </c:pt>
                <c:pt idx="5343">
                  <c:v>38533</c:v>
                </c:pt>
                <c:pt idx="5344">
                  <c:v>38532</c:v>
                </c:pt>
                <c:pt idx="5345">
                  <c:v>38531</c:v>
                </c:pt>
                <c:pt idx="5346">
                  <c:v>38530</c:v>
                </c:pt>
                <c:pt idx="5347">
                  <c:v>38527</c:v>
                </c:pt>
                <c:pt idx="5348">
                  <c:v>38526</c:v>
                </c:pt>
                <c:pt idx="5349">
                  <c:v>38525</c:v>
                </c:pt>
                <c:pt idx="5350">
                  <c:v>38524</c:v>
                </c:pt>
                <c:pt idx="5351">
                  <c:v>38523</c:v>
                </c:pt>
                <c:pt idx="5352">
                  <c:v>38520</c:v>
                </c:pt>
                <c:pt idx="5353">
                  <c:v>38519</c:v>
                </c:pt>
                <c:pt idx="5354">
                  <c:v>38518</c:v>
                </c:pt>
                <c:pt idx="5355">
                  <c:v>38517</c:v>
                </c:pt>
                <c:pt idx="5356">
                  <c:v>38516</c:v>
                </c:pt>
                <c:pt idx="5357">
                  <c:v>38513</c:v>
                </c:pt>
                <c:pt idx="5358">
                  <c:v>38512</c:v>
                </c:pt>
                <c:pt idx="5359">
                  <c:v>38511</c:v>
                </c:pt>
                <c:pt idx="5360">
                  <c:v>38510</c:v>
                </c:pt>
                <c:pt idx="5361">
                  <c:v>38509</c:v>
                </c:pt>
                <c:pt idx="5362">
                  <c:v>38506</c:v>
                </c:pt>
                <c:pt idx="5363">
                  <c:v>38505</c:v>
                </c:pt>
                <c:pt idx="5364">
                  <c:v>38504</c:v>
                </c:pt>
                <c:pt idx="5365">
                  <c:v>38503</c:v>
                </c:pt>
                <c:pt idx="5366">
                  <c:v>38499</c:v>
                </c:pt>
                <c:pt idx="5367">
                  <c:v>38498</c:v>
                </c:pt>
                <c:pt idx="5368">
                  <c:v>38497</c:v>
                </c:pt>
                <c:pt idx="5369">
                  <c:v>38496</c:v>
                </c:pt>
                <c:pt idx="5370">
                  <c:v>38495</c:v>
                </c:pt>
                <c:pt idx="5371">
                  <c:v>38492</c:v>
                </c:pt>
                <c:pt idx="5372">
                  <c:v>38491</c:v>
                </c:pt>
                <c:pt idx="5373">
                  <c:v>38490</c:v>
                </c:pt>
                <c:pt idx="5374">
                  <c:v>38489</c:v>
                </c:pt>
                <c:pt idx="5375">
                  <c:v>38488</c:v>
                </c:pt>
                <c:pt idx="5376">
                  <c:v>38485</c:v>
                </c:pt>
                <c:pt idx="5377">
                  <c:v>38484</c:v>
                </c:pt>
                <c:pt idx="5378">
                  <c:v>38483</c:v>
                </c:pt>
                <c:pt idx="5379">
                  <c:v>38482</c:v>
                </c:pt>
                <c:pt idx="5380">
                  <c:v>38481</c:v>
                </c:pt>
                <c:pt idx="5381">
                  <c:v>38478</c:v>
                </c:pt>
                <c:pt idx="5382">
                  <c:v>38477</c:v>
                </c:pt>
                <c:pt idx="5383">
                  <c:v>38476</c:v>
                </c:pt>
                <c:pt idx="5384">
                  <c:v>38475</c:v>
                </c:pt>
                <c:pt idx="5385">
                  <c:v>38474</c:v>
                </c:pt>
                <c:pt idx="5386">
                  <c:v>38471</c:v>
                </c:pt>
                <c:pt idx="5387">
                  <c:v>38470</c:v>
                </c:pt>
                <c:pt idx="5388">
                  <c:v>38469</c:v>
                </c:pt>
                <c:pt idx="5389">
                  <c:v>38468</c:v>
                </c:pt>
                <c:pt idx="5390">
                  <c:v>38467</c:v>
                </c:pt>
                <c:pt idx="5391">
                  <c:v>38464</c:v>
                </c:pt>
                <c:pt idx="5392">
                  <c:v>38463</c:v>
                </c:pt>
                <c:pt idx="5393">
                  <c:v>38462</c:v>
                </c:pt>
                <c:pt idx="5394">
                  <c:v>38461</c:v>
                </c:pt>
                <c:pt idx="5395">
                  <c:v>38460</c:v>
                </c:pt>
                <c:pt idx="5396">
                  <c:v>38457</c:v>
                </c:pt>
                <c:pt idx="5397">
                  <c:v>38456</c:v>
                </c:pt>
                <c:pt idx="5398">
                  <c:v>38455</c:v>
                </c:pt>
                <c:pt idx="5399">
                  <c:v>38454</c:v>
                </c:pt>
                <c:pt idx="5400">
                  <c:v>38453</c:v>
                </c:pt>
                <c:pt idx="5401">
                  <c:v>38450</c:v>
                </c:pt>
                <c:pt idx="5402">
                  <c:v>38449</c:v>
                </c:pt>
                <c:pt idx="5403">
                  <c:v>38448</c:v>
                </c:pt>
                <c:pt idx="5404">
                  <c:v>38447</c:v>
                </c:pt>
                <c:pt idx="5405">
                  <c:v>38446</c:v>
                </c:pt>
                <c:pt idx="5406">
                  <c:v>38443</c:v>
                </c:pt>
                <c:pt idx="5407">
                  <c:v>38442</c:v>
                </c:pt>
                <c:pt idx="5408">
                  <c:v>38441</c:v>
                </c:pt>
                <c:pt idx="5409">
                  <c:v>38440</c:v>
                </c:pt>
                <c:pt idx="5410">
                  <c:v>38439</c:v>
                </c:pt>
                <c:pt idx="5411">
                  <c:v>38435</c:v>
                </c:pt>
                <c:pt idx="5412">
                  <c:v>38434</c:v>
                </c:pt>
                <c:pt idx="5413">
                  <c:v>38433</c:v>
                </c:pt>
                <c:pt idx="5414">
                  <c:v>38432</c:v>
                </c:pt>
                <c:pt idx="5415">
                  <c:v>38429</c:v>
                </c:pt>
                <c:pt idx="5416">
                  <c:v>38428</c:v>
                </c:pt>
                <c:pt idx="5417">
                  <c:v>38427</c:v>
                </c:pt>
                <c:pt idx="5418">
                  <c:v>38426</c:v>
                </c:pt>
                <c:pt idx="5419">
                  <c:v>38425</c:v>
                </c:pt>
                <c:pt idx="5420">
                  <c:v>38422</c:v>
                </c:pt>
                <c:pt idx="5421">
                  <c:v>38421</c:v>
                </c:pt>
                <c:pt idx="5422">
                  <c:v>38420</c:v>
                </c:pt>
                <c:pt idx="5423">
                  <c:v>38419</c:v>
                </c:pt>
                <c:pt idx="5424">
                  <c:v>38418</c:v>
                </c:pt>
                <c:pt idx="5425">
                  <c:v>38415</c:v>
                </c:pt>
                <c:pt idx="5426">
                  <c:v>38414</c:v>
                </c:pt>
                <c:pt idx="5427">
                  <c:v>38413</c:v>
                </c:pt>
                <c:pt idx="5428">
                  <c:v>38412</c:v>
                </c:pt>
                <c:pt idx="5429">
                  <c:v>38411</c:v>
                </c:pt>
                <c:pt idx="5430">
                  <c:v>38408</c:v>
                </c:pt>
                <c:pt idx="5431">
                  <c:v>38407</c:v>
                </c:pt>
                <c:pt idx="5432">
                  <c:v>38406</c:v>
                </c:pt>
                <c:pt idx="5433">
                  <c:v>38405</c:v>
                </c:pt>
                <c:pt idx="5434">
                  <c:v>38401</c:v>
                </c:pt>
                <c:pt idx="5435">
                  <c:v>38400</c:v>
                </c:pt>
                <c:pt idx="5436">
                  <c:v>38399</c:v>
                </c:pt>
                <c:pt idx="5437">
                  <c:v>38398</c:v>
                </c:pt>
                <c:pt idx="5438">
                  <c:v>38397</c:v>
                </c:pt>
                <c:pt idx="5439">
                  <c:v>38394</c:v>
                </c:pt>
                <c:pt idx="5440">
                  <c:v>38393</c:v>
                </c:pt>
                <c:pt idx="5441">
                  <c:v>38392</c:v>
                </c:pt>
                <c:pt idx="5442">
                  <c:v>38391</c:v>
                </c:pt>
                <c:pt idx="5443">
                  <c:v>38390</c:v>
                </c:pt>
                <c:pt idx="5444">
                  <c:v>38387</c:v>
                </c:pt>
                <c:pt idx="5445">
                  <c:v>38386</c:v>
                </c:pt>
                <c:pt idx="5446">
                  <c:v>38385</c:v>
                </c:pt>
                <c:pt idx="5447">
                  <c:v>38384</c:v>
                </c:pt>
                <c:pt idx="5448">
                  <c:v>38383</c:v>
                </c:pt>
                <c:pt idx="5449">
                  <c:v>38380</c:v>
                </c:pt>
                <c:pt idx="5450">
                  <c:v>38379</c:v>
                </c:pt>
                <c:pt idx="5451">
                  <c:v>38378</c:v>
                </c:pt>
                <c:pt idx="5452">
                  <c:v>38377</c:v>
                </c:pt>
                <c:pt idx="5453">
                  <c:v>38376</c:v>
                </c:pt>
                <c:pt idx="5454">
                  <c:v>38373</c:v>
                </c:pt>
                <c:pt idx="5455">
                  <c:v>38372</c:v>
                </c:pt>
                <c:pt idx="5456">
                  <c:v>38371</c:v>
                </c:pt>
                <c:pt idx="5457">
                  <c:v>38370</c:v>
                </c:pt>
                <c:pt idx="5458">
                  <c:v>38366</c:v>
                </c:pt>
                <c:pt idx="5459">
                  <c:v>38365</c:v>
                </c:pt>
                <c:pt idx="5460">
                  <c:v>38364</c:v>
                </c:pt>
                <c:pt idx="5461">
                  <c:v>38363</c:v>
                </c:pt>
                <c:pt idx="5462">
                  <c:v>38362</c:v>
                </c:pt>
                <c:pt idx="5463">
                  <c:v>38359</c:v>
                </c:pt>
                <c:pt idx="5464">
                  <c:v>38358</c:v>
                </c:pt>
                <c:pt idx="5465">
                  <c:v>38357</c:v>
                </c:pt>
                <c:pt idx="5466">
                  <c:v>38356</c:v>
                </c:pt>
                <c:pt idx="5467">
                  <c:v>38355</c:v>
                </c:pt>
                <c:pt idx="5468">
                  <c:v>38352</c:v>
                </c:pt>
                <c:pt idx="5469">
                  <c:v>38351</c:v>
                </c:pt>
                <c:pt idx="5470">
                  <c:v>38350</c:v>
                </c:pt>
                <c:pt idx="5471">
                  <c:v>38349</c:v>
                </c:pt>
                <c:pt idx="5472">
                  <c:v>38348</c:v>
                </c:pt>
                <c:pt idx="5473">
                  <c:v>38344</c:v>
                </c:pt>
                <c:pt idx="5474">
                  <c:v>38343</c:v>
                </c:pt>
                <c:pt idx="5475">
                  <c:v>38342</c:v>
                </c:pt>
                <c:pt idx="5476">
                  <c:v>38341</c:v>
                </c:pt>
                <c:pt idx="5477">
                  <c:v>38338</c:v>
                </c:pt>
                <c:pt idx="5478">
                  <c:v>38337</c:v>
                </c:pt>
                <c:pt idx="5479">
                  <c:v>38336</c:v>
                </c:pt>
                <c:pt idx="5480">
                  <c:v>38335</c:v>
                </c:pt>
                <c:pt idx="5481">
                  <c:v>38334</c:v>
                </c:pt>
                <c:pt idx="5482">
                  <c:v>38331</c:v>
                </c:pt>
                <c:pt idx="5483">
                  <c:v>38330</c:v>
                </c:pt>
                <c:pt idx="5484">
                  <c:v>38329</c:v>
                </c:pt>
                <c:pt idx="5485">
                  <c:v>38328</c:v>
                </c:pt>
                <c:pt idx="5486">
                  <c:v>38327</c:v>
                </c:pt>
                <c:pt idx="5487">
                  <c:v>38324</c:v>
                </c:pt>
                <c:pt idx="5488">
                  <c:v>38323</c:v>
                </c:pt>
                <c:pt idx="5489">
                  <c:v>38322</c:v>
                </c:pt>
                <c:pt idx="5490">
                  <c:v>38321</c:v>
                </c:pt>
                <c:pt idx="5491">
                  <c:v>38320</c:v>
                </c:pt>
                <c:pt idx="5492">
                  <c:v>38317</c:v>
                </c:pt>
                <c:pt idx="5493">
                  <c:v>38315</c:v>
                </c:pt>
                <c:pt idx="5494">
                  <c:v>38314</c:v>
                </c:pt>
                <c:pt idx="5495">
                  <c:v>38313</c:v>
                </c:pt>
                <c:pt idx="5496">
                  <c:v>38310</c:v>
                </c:pt>
                <c:pt idx="5497">
                  <c:v>38309</c:v>
                </c:pt>
                <c:pt idx="5498">
                  <c:v>38308</c:v>
                </c:pt>
                <c:pt idx="5499">
                  <c:v>38307</c:v>
                </c:pt>
                <c:pt idx="5500">
                  <c:v>38306</c:v>
                </c:pt>
                <c:pt idx="5501">
                  <c:v>38303</c:v>
                </c:pt>
                <c:pt idx="5502">
                  <c:v>38302</c:v>
                </c:pt>
                <c:pt idx="5503">
                  <c:v>38301</c:v>
                </c:pt>
                <c:pt idx="5504">
                  <c:v>38300</c:v>
                </c:pt>
                <c:pt idx="5505">
                  <c:v>38299</c:v>
                </c:pt>
                <c:pt idx="5506">
                  <c:v>38296</c:v>
                </c:pt>
                <c:pt idx="5507">
                  <c:v>38295</c:v>
                </c:pt>
                <c:pt idx="5508">
                  <c:v>38294</c:v>
                </c:pt>
                <c:pt idx="5509">
                  <c:v>38293</c:v>
                </c:pt>
                <c:pt idx="5510">
                  <c:v>38292</c:v>
                </c:pt>
                <c:pt idx="5511">
                  <c:v>38289</c:v>
                </c:pt>
                <c:pt idx="5512">
                  <c:v>38288</c:v>
                </c:pt>
                <c:pt idx="5513">
                  <c:v>38287</c:v>
                </c:pt>
                <c:pt idx="5514">
                  <c:v>38286</c:v>
                </c:pt>
                <c:pt idx="5515">
                  <c:v>38285</c:v>
                </c:pt>
                <c:pt idx="5516">
                  <c:v>38282</c:v>
                </c:pt>
                <c:pt idx="5517">
                  <c:v>38281</c:v>
                </c:pt>
                <c:pt idx="5518">
                  <c:v>38280</c:v>
                </c:pt>
                <c:pt idx="5519">
                  <c:v>38279</c:v>
                </c:pt>
                <c:pt idx="5520">
                  <c:v>38278</c:v>
                </c:pt>
                <c:pt idx="5521">
                  <c:v>38275</c:v>
                </c:pt>
                <c:pt idx="5522">
                  <c:v>38274</c:v>
                </c:pt>
                <c:pt idx="5523">
                  <c:v>38273</c:v>
                </c:pt>
                <c:pt idx="5524">
                  <c:v>38272</c:v>
                </c:pt>
                <c:pt idx="5525">
                  <c:v>38271</c:v>
                </c:pt>
                <c:pt idx="5526">
                  <c:v>38268</c:v>
                </c:pt>
                <c:pt idx="5527">
                  <c:v>38267</c:v>
                </c:pt>
                <c:pt idx="5528">
                  <c:v>38266</c:v>
                </c:pt>
                <c:pt idx="5529">
                  <c:v>38265</c:v>
                </c:pt>
                <c:pt idx="5530">
                  <c:v>38264</c:v>
                </c:pt>
                <c:pt idx="5531">
                  <c:v>38261</c:v>
                </c:pt>
                <c:pt idx="5532">
                  <c:v>38260</c:v>
                </c:pt>
                <c:pt idx="5533">
                  <c:v>38259</c:v>
                </c:pt>
                <c:pt idx="5534">
                  <c:v>38258</c:v>
                </c:pt>
                <c:pt idx="5535">
                  <c:v>38257</c:v>
                </c:pt>
                <c:pt idx="5536">
                  <c:v>38254</c:v>
                </c:pt>
                <c:pt idx="5537">
                  <c:v>38253</c:v>
                </c:pt>
                <c:pt idx="5538">
                  <c:v>38252</c:v>
                </c:pt>
                <c:pt idx="5539">
                  <c:v>38251</c:v>
                </c:pt>
                <c:pt idx="5540">
                  <c:v>38250</c:v>
                </c:pt>
                <c:pt idx="5541">
                  <c:v>38247</c:v>
                </c:pt>
                <c:pt idx="5542">
                  <c:v>38246</c:v>
                </c:pt>
                <c:pt idx="5543">
                  <c:v>38245</c:v>
                </c:pt>
                <c:pt idx="5544">
                  <c:v>38244</c:v>
                </c:pt>
                <c:pt idx="5545">
                  <c:v>38243</c:v>
                </c:pt>
                <c:pt idx="5546">
                  <c:v>38240</c:v>
                </c:pt>
                <c:pt idx="5547">
                  <c:v>38239</c:v>
                </c:pt>
                <c:pt idx="5548">
                  <c:v>38238</c:v>
                </c:pt>
                <c:pt idx="5549">
                  <c:v>38237</c:v>
                </c:pt>
                <c:pt idx="5550">
                  <c:v>38233</c:v>
                </c:pt>
                <c:pt idx="5551">
                  <c:v>38232</c:v>
                </c:pt>
                <c:pt idx="5552">
                  <c:v>38231</c:v>
                </c:pt>
                <c:pt idx="5553">
                  <c:v>38230</c:v>
                </c:pt>
                <c:pt idx="5554">
                  <c:v>38229</c:v>
                </c:pt>
                <c:pt idx="5555">
                  <c:v>38226</c:v>
                </c:pt>
                <c:pt idx="5556">
                  <c:v>38225</c:v>
                </c:pt>
                <c:pt idx="5557">
                  <c:v>38224</c:v>
                </c:pt>
                <c:pt idx="5558">
                  <c:v>38223</c:v>
                </c:pt>
                <c:pt idx="5559">
                  <c:v>38222</c:v>
                </c:pt>
                <c:pt idx="5560">
                  <c:v>38219</c:v>
                </c:pt>
                <c:pt idx="5561">
                  <c:v>38218</c:v>
                </c:pt>
                <c:pt idx="5562">
                  <c:v>38217</c:v>
                </c:pt>
                <c:pt idx="5563">
                  <c:v>38216</c:v>
                </c:pt>
                <c:pt idx="5564">
                  <c:v>38215</c:v>
                </c:pt>
                <c:pt idx="5565">
                  <c:v>38212</c:v>
                </c:pt>
                <c:pt idx="5566">
                  <c:v>38211</c:v>
                </c:pt>
                <c:pt idx="5567">
                  <c:v>38210</c:v>
                </c:pt>
                <c:pt idx="5568">
                  <c:v>38209</c:v>
                </c:pt>
                <c:pt idx="5569">
                  <c:v>38208</c:v>
                </c:pt>
                <c:pt idx="5570">
                  <c:v>38205</c:v>
                </c:pt>
                <c:pt idx="5571">
                  <c:v>38204</c:v>
                </c:pt>
                <c:pt idx="5572">
                  <c:v>38203</c:v>
                </c:pt>
                <c:pt idx="5573">
                  <c:v>38202</c:v>
                </c:pt>
                <c:pt idx="5574">
                  <c:v>38201</c:v>
                </c:pt>
                <c:pt idx="5575">
                  <c:v>38198</c:v>
                </c:pt>
                <c:pt idx="5576">
                  <c:v>38197</c:v>
                </c:pt>
                <c:pt idx="5577">
                  <c:v>38196</c:v>
                </c:pt>
                <c:pt idx="5578">
                  <c:v>38195</c:v>
                </c:pt>
                <c:pt idx="5579">
                  <c:v>38194</c:v>
                </c:pt>
                <c:pt idx="5580">
                  <c:v>38191</c:v>
                </c:pt>
                <c:pt idx="5581">
                  <c:v>38190</c:v>
                </c:pt>
                <c:pt idx="5582">
                  <c:v>38189</c:v>
                </c:pt>
                <c:pt idx="5583">
                  <c:v>38188</c:v>
                </c:pt>
                <c:pt idx="5584">
                  <c:v>38187</c:v>
                </c:pt>
                <c:pt idx="5585">
                  <c:v>38184</c:v>
                </c:pt>
                <c:pt idx="5586">
                  <c:v>38183</c:v>
                </c:pt>
                <c:pt idx="5587">
                  <c:v>38182</c:v>
                </c:pt>
                <c:pt idx="5588">
                  <c:v>38181</c:v>
                </c:pt>
                <c:pt idx="5589">
                  <c:v>38180</c:v>
                </c:pt>
                <c:pt idx="5590">
                  <c:v>38177</c:v>
                </c:pt>
                <c:pt idx="5591">
                  <c:v>38176</c:v>
                </c:pt>
                <c:pt idx="5592">
                  <c:v>38175</c:v>
                </c:pt>
                <c:pt idx="5593">
                  <c:v>38174</c:v>
                </c:pt>
                <c:pt idx="5594">
                  <c:v>38170</c:v>
                </c:pt>
                <c:pt idx="5595">
                  <c:v>38169</c:v>
                </c:pt>
                <c:pt idx="5596">
                  <c:v>38168</c:v>
                </c:pt>
                <c:pt idx="5597">
                  <c:v>38167</c:v>
                </c:pt>
                <c:pt idx="5598">
                  <c:v>38166</c:v>
                </c:pt>
                <c:pt idx="5599">
                  <c:v>38163</c:v>
                </c:pt>
                <c:pt idx="5600">
                  <c:v>38162</c:v>
                </c:pt>
                <c:pt idx="5601">
                  <c:v>38161</c:v>
                </c:pt>
                <c:pt idx="5602">
                  <c:v>38160</c:v>
                </c:pt>
                <c:pt idx="5603">
                  <c:v>38159</c:v>
                </c:pt>
                <c:pt idx="5604">
                  <c:v>38156</c:v>
                </c:pt>
                <c:pt idx="5605">
                  <c:v>38155</c:v>
                </c:pt>
                <c:pt idx="5606">
                  <c:v>38154</c:v>
                </c:pt>
                <c:pt idx="5607">
                  <c:v>38153</c:v>
                </c:pt>
                <c:pt idx="5608">
                  <c:v>38152</c:v>
                </c:pt>
                <c:pt idx="5609">
                  <c:v>38148</c:v>
                </c:pt>
                <c:pt idx="5610">
                  <c:v>38147</c:v>
                </c:pt>
                <c:pt idx="5611">
                  <c:v>38146</c:v>
                </c:pt>
                <c:pt idx="5612">
                  <c:v>38145</c:v>
                </c:pt>
                <c:pt idx="5613">
                  <c:v>38142</c:v>
                </c:pt>
                <c:pt idx="5614">
                  <c:v>38141</c:v>
                </c:pt>
                <c:pt idx="5615">
                  <c:v>38140</c:v>
                </c:pt>
                <c:pt idx="5616">
                  <c:v>38139</c:v>
                </c:pt>
                <c:pt idx="5617">
                  <c:v>38135</c:v>
                </c:pt>
                <c:pt idx="5618">
                  <c:v>38134</c:v>
                </c:pt>
                <c:pt idx="5619">
                  <c:v>38133</c:v>
                </c:pt>
                <c:pt idx="5620">
                  <c:v>38132</c:v>
                </c:pt>
                <c:pt idx="5621">
                  <c:v>38131</c:v>
                </c:pt>
                <c:pt idx="5622">
                  <c:v>38128</c:v>
                </c:pt>
                <c:pt idx="5623">
                  <c:v>38127</c:v>
                </c:pt>
                <c:pt idx="5624">
                  <c:v>38126</c:v>
                </c:pt>
                <c:pt idx="5625">
                  <c:v>38125</c:v>
                </c:pt>
                <c:pt idx="5626">
                  <c:v>38124</c:v>
                </c:pt>
                <c:pt idx="5627">
                  <c:v>38121</c:v>
                </c:pt>
                <c:pt idx="5628">
                  <c:v>38120</c:v>
                </c:pt>
                <c:pt idx="5629">
                  <c:v>38119</c:v>
                </c:pt>
                <c:pt idx="5630">
                  <c:v>38118</c:v>
                </c:pt>
                <c:pt idx="5631">
                  <c:v>38117</c:v>
                </c:pt>
                <c:pt idx="5632">
                  <c:v>38114</c:v>
                </c:pt>
                <c:pt idx="5633">
                  <c:v>38113</c:v>
                </c:pt>
                <c:pt idx="5634">
                  <c:v>38112</c:v>
                </c:pt>
                <c:pt idx="5635">
                  <c:v>38111</c:v>
                </c:pt>
                <c:pt idx="5636">
                  <c:v>38110</c:v>
                </c:pt>
                <c:pt idx="5637">
                  <c:v>38107</c:v>
                </c:pt>
                <c:pt idx="5638">
                  <c:v>38106</c:v>
                </c:pt>
                <c:pt idx="5639">
                  <c:v>38105</c:v>
                </c:pt>
                <c:pt idx="5640">
                  <c:v>38104</c:v>
                </c:pt>
                <c:pt idx="5641">
                  <c:v>38103</c:v>
                </c:pt>
                <c:pt idx="5642">
                  <c:v>38100</c:v>
                </c:pt>
                <c:pt idx="5643">
                  <c:v>38099</c:v>
                </c:pt>
                <c:pt idx="5644">
                  <c:v>38098</c:v>
                </c:pt>
                <c:pt idx="5645">
                  <c:v>38097</c:v>
                </c:pt>
                <c:pt idx="5646">
                  <c:v>38096</c:v>
                </c:pt>
                <c:pt idx="5647">
                  <c:v>38093</c:v>
                </c:pt>
                <c:pt idx="5648">
                  <c:v>38092</c:v>
                </c:pt>
                <c:pt idx="5649">
                  <c:v>38091</c:v>
                </c:pt>
                <c:pt idx="5650">
                  <c:v>38090</c:v>
                </c:pt>
                <c:pt idx="5651">
                  <c:v>38089</c:v>
                </c:pt>
                <c:pt idx="5652">
                  <c:v>38085</c:v>
                </c:pt>
                <c:pt idx="5653">
                  <c:v>38084</c:v>
                </c:pt>
                <c:pt idx="5654">
                  <c:v>38083</c:v>
                </c:pt>
                <c:pt idx="5655">
                  <c:v>38082</c:v>
                </c:pt>
                <c:pt idx="5656">
                  <c:v>38079</c:v>
                </c:pt>
                <c:pt idx="5657">
                  <c:v>38078</c:v>
                </c:pt>
                <c:pt idx="5658">
                  <c:v>38077</c:v>
                </c:pt>
                <c:pt idx="5659">
                  <c:v>38076</c:v>
                </c:pt>
                <c:pt idx="5660">
                  <c:v>38075</c:v>
                </c:pt>
                <c:pt idx="5661">
                  <c:v>38072</c:v>
                </c:pt>
                <c:pt idx="5662">
                  <c:v>38071</c:v>
                </c:pt>
                <c:pt idx="5663">
                  <c:v>38070</c:v>
                </c:pt>
                <c:pt idx="5664">
                  <c:v>38069</c:v>
                </c:pt>
                <c:pt idx="5665">
                  <c:v>38068</c:v>
                </c:pt>
                <c:pt idx="5666">
                  <c:v>38065</c:v>
                </c:pt>
                <c:pt idx="5667">
                  <c:v>38064</c:v>
                </c:pt>
                <c:pt idx="5668">
                  <c:v>38063</c:v>
                </c:pt>
                <c:pt idx="5669">
                  <c:v>38062</c:v>
                </c:pt>
                <c:pt idx="5670">
                  <c:v>38061</c:v>
                </c:pt>
                <c:pt idx="5671">
                  <c:v>38058</c:v>
                </c:pt>
                <c:pt idx="5672">
                  <c:v>38057</c:v>
                </c:pt>
                <c:pt idx="5673">
                  <c:v>38056</c:v>
                </c:pt>
                <c:pt idx="5674">
                  <c:v>38055</c:v>
                </c:pt>
                <c:pt idx="5675">
                  <c:v>38054</c:v>
                </c:pt>
                <c:pt idx="5676">
                  <c:v>38051</c:v>
                </c:pt>
                <c:pt idx="5677">
                  <c:v>38050</c:v>
                </c:pt>
                <c:pt idx="5678">
                  <c:v>38049</c:v>
                </c:pt>
                <c:pt idx="5679">
                  <c:v>38048</c:v>
                </c:pt>
                <c:pt idx="5680">
                  <c:v>38047</c:v>
                </c:pt>
                <c:pt idx="5681">
                  <c:v>38044</c:v>
                </c:pt>
                <c:pt idx="5682">
                  <c:v>38043</c:v>
                </c:pt>
                <c:pt idx="5683">
                  <c:v>38042</c:v>
                </c:pt>
                <c:pt idx="5684">
                  <c:v>38041</c:v>
                </c:pt>
                <c:pt idx="5685">
                  <c:v>38040</c:v>
                </c:pt>
                <c:pt idx="5686">
                  <c:v>38037</c:v>
                </c:pt>
                <c:pt idx="5687">
                  <c:v>38036</c:v>
                </c:pt>
                <c:pt idx="5688">
                  <c:v>38035</c:v>
                </c:pt>
                <c:pt idx="5689">
                  <c:v>38034</c:v>
                </c:pt>
                <c:pt idx="5690">
                  <c:v>38030</c:v>
                </c:pt>
                <c:pt idx="5691">
                  <c:v>38029</c:v>
                </c:pt>
                <c:pt idx="5692">
                  <c:v>38028</c:v>
                </c:pt>
                <c:pt idx="5693">
                  <c:v>38027</c:v>
                </c:pt>
                <c:pt idx="5694">
                  <c:v>38026</c:v>
                </c:pt>
                <c:pt idx="5695">
                  <c:v>38023</c:v>
                </c:pt>
                <c:pt idx="5696">
                  <c:v>38022</c:v>
                </c:pt>
                <c:pt idx="5697">
                  <c:v>38021</c:v>
                </c:pt>
                <c:pt idx="5698">
                  <c:v>38020</c:v>
                </c:pt>
                <c:pt idx="5699">
                  <c:v>38019</c:v>
                </c:pt>
                <c:pt idx="5700">
                  <c:v>38016</c:v>
                </c:pt>
                <c:pt idx="5701">
                  <c:v>38015</c:v>
                </c:pt>
                <c:pt idx="5702">
                  <c:v>38014</c:v>
                </c:pt>
                <c:pt idx="5703">
                  <c:v>38013</c:v>
                </c:pt>
                <c:pt idx="5704">
                  <c:v>38012</c:v>
                </c:pt>
                <c:pt idx="5705">
                  <c:v>38009</c:v>
                </c:pt>
                <c:pt idx="5706">
                  <c:v>38008</c:v>
                </c:pt>
                <c:pt idx="5707">
                  <c:v>38007</c:v>
                </c:pt>
                <c:pt idx="5708">
                  <c:v>38006</c:v>
                </c:pt>
                <c:pt idx="5709">
                  <c:v>38002</c:v>
                </c:pt>
                <c:pt idx="5710">
                  <c:v>38001</c:v>
                </c:pt>
                <c:pt idx="5711">
                  <c:v>38000</c:v>
                </c:pt>
                <c:pt idx="5712">
                  <c:v>37999</c:v>
                </c:pt>
                <c:pt idx="5713">
                  <c:v>37998</c:v>
                </c:pt>
                <c:pt idx="5714">
                  <c:v>37995</c:v>
                </c:pt>
                <c:pt idx="5715">
                  <c:v>37994</c:v>
                </c:pt>
                <c:pt idx="5716">
                  <c:v>37993</c:v>
                </c:pt>
                <c:pt idx="5717">
                  <c:v>37992</c:v>
                </c:pt>
                <c:pt idx="5718">
                  <c:v>37991</c:v>
                </c:pt>
                <c:pt idx="5719">
                  <c:v>37988</c:v>
                </c:pt>
                <c:pt idx="5720">
                  <c:v>37986</c:v>
                </c:pt>
                <c:pt idx="5721">
                  <c:v>37985</c:v>
                </c:pt>
                <c:pt idx="5722">
                  <c:v>37984</c:v>
                </c:pt>
                <c:pt idx="5723">
                  <c:v>37981</c:v>
                </c:pt>
                <c:pt idx="5724">
                  <c:v>37979</c:v>
                </c:pt>
                <c:pt idx="5725">
                  <c:v>37978</c:v>
                </c:pt>
                <c:pt idx="5726">
                  <c:v>37977</c:v>
                </c:pt>
                <c:pt idx="5727">
                  <c:v>37974</c:v>
                </c:pt>
                <c:pt idx="5728">
                  <c:v>37973</c:v>
                </c:pt>
                <c:pt idx="5729">
                  <c:v>37972</c:v>
                </c:pt>
                <c:pt idx="5730">
                  <c:v>37971</c:v>
                </c:pt>
                <c:pt idx="5731">
                  <c:v>37970</c:v>
                </c:pt>
                <c:pt idx="5732">
                  <c:v>37967</c:v>
                </c:pt>
                <c:pt idx="5733">
                  <c:v>37966</c:v>
                </c:pt>
                <c:pt idx="5734">
                  <c:v>37965</c:v>
                </c:pt>
                <c:pt idx="5735">
                  <c:v>37964</c:v>
                </c:pt>
                <c:pt idx="5736">
                  <c:v>37963</c:v>
                </c:pt>
                <c:pt idx="5737">
                  <c:v>37960</c:v>
                </c:pt>
                <c:pt idx="5738">
                  <c:v>37959</c:v>
                </c:pt>
                <c:pt idx="5739">
                  <c:v>37958</c:v>
                </c:pt>
                <c:pt idx="5740">
                  <c:v>37957</c:v>
                </c:pt>
                <c:pt idx="5741">
                  <c:v>37956</c:v>
                </c:pt>
                <c:pt idx="5742">
                  <c:v>37953</c:v>
                </c:pt>
                <c:pt idx="5743">
                  <c:v>37951</c:v>
                </c:pt>
                <c:pt idx="5744">
                  <c:v>37950</c:v>
                </c:pt>
                <c:pt idx="5745">
                  <c:v>37949</c:v>
                </c:pt>
                <c:pt idx="5746">
                  <c:v>37946</c:v>
                </c:pt>
                <c:pt idx="5747">
                  <c:v>37945</c:v>
                </c:pt>
                <c:pt idx="5748">
                  <c:v>37944</c:v>
                </c:pt>
                <c:pt idx="5749">
                  <c:v>37943</c:v>
                </c:pt>
                <c:pt idx="5750">
                  <c:v>37942</c:v>
                </c:pt>
                <c:pt idx="5751">
                  <c:v>37939</c:v>
                </c:pt>
                <c:pt idx="5752">
                  <c:v>37938</c:v>
                </c:pt>
                <c:pt idx="5753">
                  <c:v>37937</c:v>
                </c:pt>
                <c:pt idx="5754">
                  <c:v>37936</c:v>
                </c:pt>
                <c:pt idx="5755">
                  <c:v>37935</c:v>
                </c:pt>
                <c:pt idx="5756">
                  <c:v>37932</c:v>
                </c:pt>
                <c:pt idx="5757">
                  <c:v>37931</c:v>
                </c:pt>
                <c:pt idx="5758">
                  <c:v>37930</c:v>
                </c:pt>
                <c:pt idx="5759">
                  <c:v>37929</c:v>
                </c:pt>
                <c:pt idx="5760">
                  <c:v>37928</c:v>
                </c:pt>
                <c:pt idx="5761">
                  <c:v>37925</c:v>
                </c:pt>
                <c:pt idx="5762">
                  <c:v>37924</c:v>
                </c:pt>
                <c:pt idx="5763">
                  <c:v>37923</c:v>
                </c:pt>
                <c:pt idx="5764">
                  <c:v>37922</c:v>
                </c:pt>
                <c:pt idx="5765">
                  <c:v>37921</c:v>
                </c:pt>
                <c:pt idx="5766">
                  <c:v>37918</c:v>
                </c:pt>
                <c:pt idx="5767">
                  <c:v>37917</c:v>
                </c:pt>
                <c:pt idx="5768">
                  <c:v>37916</c:v>
                </c:pt>
                <c:pt idx="5769">
                  <c:v>37915</c:v>
                </c:pt>
                <c:pt idx="5770">
                  <c:v>37914</c:v>
                </c:pt>
                <c:pt idx="5771">
                  <c:v>37911</c:v>
                </c:pt>
                <c:pt idx="5772">
                  <c:v>37910</c:v>
                </c:pt>
                <c:pt idx="5773">
                  <c:v>37909</c:v>
                </c:pt>
                <c:pt idx="5774">
                  <c:v>37908</c:v>
                </c:pt>
                <c:pt idx="5775">
                  <c:v>37907</c:v>
                </c:pt>
                <c:pt idx="5776">
                  <c:v>37904</c:v>
                </c:pt>
                <c:pt idx="5777">
                  <c:v>37903</c:v>
                </c:pt>
                <c:pt idx="5778">
                  <c:v>37902</c:v>
                </c:pt>
                <c:pt idx="5779">
                  <c:v>37901</c:v>
                </c:pt>
                <c:pt idx="5780">
                  <c:v>37900</c:v>
                </c:pt>
                <c:pt idx="5781">
                  <c:v>37897</c:v>
                </c:pt>
                <c:pt idx="5782">
                  <c:v>37896</c:v>
                </c:pt>
                <c:pt idx="5783">
                  <c:v>37895</c:v>
                </c:pt>
                <c:pt idx="5784">
                  <c:v>37894</c:v>
                </c:pt>
                <c:pt idx="5785">
                  <c:v>37893</c:v>
                </c:pt>
                <c:pt idx="5786">
                  <c:v>37890</c:v>
                </c:pt>
                <c:pt idx="5787">
                  <c:v>37889</c:v>
                </c:pt>
                <c:pt idx="5788">
                  <c:v>37888</c:v>
                </c:pt>
                <c:pt idx="5789">
                  <c:v>37887</c:v>
                </c:pt>
                <c:pt idx="5790">
                  <c:v>37886</c:v>
                </c:pt>
                <c:pt idx="5791">
                  <c:v>37883</c:v>
                </c:pt>
                <c:pt idx="5792">
                  <c:v>37882</c:v>
                </c:pt>
                <c:pt idx="5793">
                  <c:v>37881</c:v>
                </c:pt>
                <c:pt idx="5794">
                  <c:v>37880</c:v>
                </c:pt>
                <c:pt idx="5795">
                  <c:v>37879</c:v>
                </c:pt>
                <c:pt idx="5796">
                  <c:v>37876</c:v>
                </c:pt>
                <c:pt idx="5797">
                  <c:v>37875</c:v>
                </c:pt>
                <c:pt idx="5798">
                  <c:v>37874</c:v>
                </c:pt>
                <c:pt idx="5799">
                  <c:v>37873</c:v>
                </c:pt>
                <c:pt idx="5800">
                  <c:v>37872</c:v>
                </c:pt>
                <c:pt idx="5801">
                  <c:v>37869</c:v>
                </c:pt>
                <c:pt idx="5802">
                  <c:v>37868</c:v>
                </c:pt>
                <c:pt idx="5803">
                  <c:v>37867</c:v>
                </c:pt>
                <c:pt idx="5804">
                  <c:v>37866</c:v>
                </c:pt>
                <c:pt idx="5805">
                  <c:v>37862</c:v>
                </c:pt>
                <c:pt idx="5806">
                  <c:v>37861</c:v>
                </c:pt>
                <c:pt idx="5807">
                  <c:v>37860</c:v>
                </c:pt>
                <c:pt idx="5808">
                  <c:v>37859</c:v>
                </c:pt>
                <c:pt idx="5809">
                  <c:v>37858</c:v>
                </c:pt>
                <c:pt idx="5810">
                  <c:v>37855</c:v>
                </c:pt>
                <c:pt idx="5811">
                  <c:v>37854</c:v>
                </c:pt>
                <c:pt idx="5812">
                  <c:v>37853</c:v>
                </c:pt>
                <c:pt idx="5813">
                  <c:v>37852</c:v>
                </c:pt>
                <c:pt idx="5814">
                  <c:v>37851</c:v>
                </c:pt>
                <c:pt idx="5815">
                  <c:v>37848</c:v>
                </c:pt>
                <c:pt idx="5816">
                  <c:v>37847</c:v>
                </c:pt>
                <c:pt idx="5817">
                  <c:v>37846</c:v>
                </c:pt>
                <c:pt idx="5818">
                  <c:v>37845</c:v>
                </c:pt>
                <c:pt idx="5819">
                  <c:v>37844</c:v>
                </c:pt>
                <c:pt idx="5820">
                  <c:v>37841</c:v>
                </c:pt>
                <c:pt idx="5821">
                  <c:v>37840</c:v>
                </c:pt>
                <c:pt idx="5822">
                  <c:v>37839</c:v>
                </c:pt>
                <c:pt idx="5823">
                  <c:v>37838</c:v>
                </c:pt>
                <c:pt idx="5824">
                  <c:v>37837</c:v>
                </c:pt>
                <c:pt idx="5825">
                  <c:v>37834</c:v>
                </c:pt>
                <c:pt idx="5826">
                  <c:v>37833</c:v>
                </c:pt>
                <c:pt idx="5827">
                  <c:v>37832</c:v>
                </c:pt>
                <c:pt idx="5828">
                  <c:v>37831</c:v>
                </c:pt>
                <c:pt idx="5829">
                  <c:v>37830</c:v>
                </c:pt>
                <c:pt idx="5830">
                  <c:v>37827</c:v>
                </c:pt>
                <c:pt idx="5831">
                  <c:v>37826</c:v>
                </c:pt>
                <c:pt idx="5832">
                  <c:v>37825</c:v>
                </c:pt>
                <c:pt idx="5833">
                  <c:v>37824</c:v>
                </c:pt>
                <c:pt idx="5834">
                  <c:v>37823</c:v>
                </c:pt>
                <c:pt idx="5835">
                  <c:v>37820</c:v>
                </c:pt>
                <c:pt idx="5836">
                  <c:v>37819</c:v>
                </c:pt>
                <c:pt idx="5837">
                  <c:v>37818</c:v>
                </c:pt>
                <c:pt idx="5838">
                  <c:v>37817</c:v>
                </c:pt>
                <c:pt idx="5839">
                  <c:v>37816</c:v>
                </c:pt>
                <c:pt idx="5840">
                  <c:v>37813</c:v>
                </c:pt>
                <c:pt idx="5841">
                  <c:v>37812</c:v>
                </c:pt>
                <c:pt idx="5842">
                  <c:v>37811</c:v>
                </c:pt>
                <c:pt idx="5843">
                  <c:v>37810</c:v>
                </c:pt>
                <c:pt idx="5844">
                  <c:v>37809</c:v>
                </c:pt>
                <c:pt idx="5845">
                  <c:v>37805</c:v>
                </c:pt>
                <c:pt idx="5846">
                  <c:v>37804</c:v>
                </c:pt>
                <c:pt idx="5847">
                  <c:v>37803</c:v>
                </c:pt>
                <c:pt idx="5848">
                  <c:v>37802</c:v>
                </c:pt>
                <c:pt idx="5849">
                  <c:v>37799</c:v>
                </c:pt>
                <c:pt idx="5850">
                  <c:v>37798</c:v>
                </c:pt>
                <c:pt idx="5851">
                  <c:v>37797</c:v>
                </c:pt>
                <c:pt idx="5852">
                  <c:v>37796</c:v>
                </c:pt>
                <c:pt idx="5853">
                  <c:v>37795</c:v>
                </c:pt>
                <c:pt idx="5854">
                  <c:v>37792</c:v>
                </c:pt>
                <c:pt idx="5855">
                  <c:v>37791</c:v>
                </c:pt>
                <c:pt idx="5856">
                  <c:v>37790</c:v>
                </c:pt>
                <c:pt idx="5857">
                  <c:v>37789</c:v>
                </c:pt>
                <c:pt idx="5858">
                  <c:v>37788</c:v>
                </c:pt>
                <c:pt idx="5859">
                  <c:v>37785</c:v>
                </c:pt>
                <c:pt idx="5860">
                  <c:v>37784</c:v>
                </c:pt>
                <c:pt idx="5861">
                  <c:v>37783</c:v>
                </c:pt>
                <c:pt idx="5862">
                  <c:v>37782</c:v>
                </c:pt>
                <c:pt idx="5863">
                  <c:v>37781</c:v>
                </c:pt>
                <c:pt idx="5864">
                  <c:v>37778</c:v>
                </c:pt>
                <c:pt idx="5865">
                  <c:v>37777</c:v>
                </c:pt>
                <c:pt idx="5866">
                  <c:v>37776</c:v>
                </c:pt>
                <c:pt idx="5867">
                  <c:v>37775</c:v>
                </c:pt>
                <c:pt idx="5868">
                  <c:v>37774</c:v>
                </c:pt>
                <c:pt idx="5869">
                  <c:v>37771</c:v>
                </c:pt>
                <c:pt idx="5870">
                  <c:v>37770</c:v>
                </c:pt>
                <c:pt idx="5871">
                  <c:v>37769</c:v>
                </c:pt>
                <c:pt idx="5872">
                  <c:v>37768</c:v>
                </c:pt>
                <c:pt idx="5873">
                  <c:v>37764</c:v>
                </c:pt>
                <c:pt idx="5874">
                  <c:v>37763</c:v>
                </c:pt>
                <c:pt idx="5875">
                  <c:v>37762</c:v>
                </c:pt>
                <c:pt idx="5876">
                  <c:v>37761</c:v>
                </c:pt>
                <c:pt idx="5877">
                  <c:v>37760</c:v>
                </c:pt>
                <c:pt idx="5878">
                  <c:v>37757</c:v>
                </c:pt>
                <c:pt idx="5879">
                  <c:v>37756</c:v>
                </c:pt>
                <c:pt idx="5880">
                  <c:v>37755</c:v>
                </c:pt>
                <c:pt idx="5881">
                  <c:v>37754</c:v>
                </c:pt>
                <c:pt idx="5882">
                  <c:v>37753</c:v>
                </c:pt>
                <c:pt idx="5883">
                  <c:v>37750</c:v>
                </c:pt>
                <c:pt idx="5884">
                  <c:v>37749</c:v>
                </c:pt>
                <c:pt idx="5885">
                  <c:v>37748</c:v>
                </c:pt>
                <c:pt idx="5886">
                  <c:v>37747</c:v>
                </c:pt>
                <c:pt idx="5887">
                  <c:v>37746</c:v>
                </c:pt>
                <c:pt idx="5888">
                  <c:v>37743</c:v>
                </c:pt>
                <c:pt idx="5889">
                  <c:v>37742</c:v>
                </c:pt>
                <c:pt idx="5890">
                  <c:v>37741</c:v>
                </c:pt>
                <c:pt idx="5891">
                  <c:v>37740</c:v>
                </c:pt>
                <c:pt idx="5892">
                  <c:v>37739</c:v>
                </c:pt>
                <c:pt idx="5893">
                  <c:v>37736</c:v>
                </c:pt>
                <c:pt idx="5894">
                  <c:v>37735</c:v>
                </c:pt>
                <c:pt idx="5895">
                  <c:v>37734</c:v>
                </c:pt>
                <c:pt idx="5896">
                  <c:v>37733</c:v>
                </c:pt>
                <c:pt idx="5897">
                  <c:v>37732</c:v>
                </c:pt>
                <c:pt idx="5898">
                  <c:v>37728</c:v>
                </c:pt>
                <c:pt idx="5899">
                  <c:v>37727</c:v>
                </c:pt>
                <c:pt idx="5900">
                  <c:v>37726</c:v>
                </c:pt>
                <c:pt idx="5901">
                  <c:v>37725</c:v>
                </c:pt>
                <c:pt idx="5902">
                  <c:v>37722</c:v>
                </c:pt>
                <c:pt idx="5903">
                  <c:v>37721</c:v>
                </c:pt>
                <c:pt idx="5904">
                  <c:v>37720</c:v>
                </c:pt>
                <c:pt idx="5905">
                  <c:v>37719</c:v>
                </c:pt>
                <c:pt idx="5906">
                  <c:v>37718</c:v>
                </c:pt>
                <c:pt idx="5907">
                  <c:v>37715</c:v>
                </c:pt>
                <c:pt idx="5908">
                  <c:v>37714</c:v>
                </c:pt>
                <c:pt idx="5909">
                  <c:v>37713</c:v>
                </c:pt>
                <c:pt idx="5910">
                  <c:v>37712</c:v>
                </c:pt>
                <c:pt idx="5911">
                  <c:v>37711</c:v>
                </c:pt>
                <c:pt idx="5912">
                  <c:v>37708</c:v>
                </c:pt>
                <c:pt idx="5913">
                  <c:v>37707</c:v>
                </c:pt>
                <c:pt idx="5914">
                  <c:v>37706</c:v>
                </c:pt>
                <c:pt idx="5915">
                  <c:v>37705</c:v>
                </c:pt>
                <c:pt idx="5916">
                  <c:v>37704</c:v>
                </c:pt>
                <c:pt idx="5917">
                  <c:v>37701</c:v>
                </c:pt>
                <c:pt idx="5918">
                  <c:v>37700</c:v>
                </c:pt>
                <c:pt idx="5919">
                  <c:v>37699</c:v>
                </c:pt>
                <c:pt idx="5920">
                  <c:v>37698</c:v>
                </c:pt>
                <c:pt idx="5921">
                  <c:v>37697</c:v>
                </c:pt>
                <c:pt idx="5922">
                  <c:v>37694</c:v>
                </c:pt>
                <c:pt idx="5923">
                  <c:v>37693</c:v>
                </c:pt>
                <c:pt idx="5924">
                  <c:v>37692</c:v>
                </c:pt>
                <c:pt idx="5925">
                  <c:v>37691</c:v>
                </c:pt>
                <c:pt idx="5926">
                  <c:v>37690</c:v>
                </c:pt>
                <c:pt idx="5927">
                  <c:v>37687</c:v>
                </c:pt>
                <c:pt idx="5928">
                  <c:v>37686</c:v>
                </c:pt>
                <c:pt idx="5929">
                  <c:v>37685</c:v>
                </c:pt>
                <c:pt idx="5930">
                  <c:v>37684</c:v>
                </c:pt>
                <c:pt idx="5931">
                  <c:v>37683</c:v>
                </c:pt>
                <c:pt idx="5932">
                  <c:v>37680</c:v>
                </c:pt>
                <c:pt idx="5933">
                  <c:v>37679</c:v>
                </c:pt>
                <c:pt idx="5934">
                  <c:v>37678</c:v>
                </c:pt>
                <c:pt idx="5935">
                  <c:v>37677</c:v>
                </c:pt>
                <c:pt idx="5936">
                  <c:v>37676</c:v>
                </c:pt>
                <c:pt idx="5937">
                  <c:v>37673</c:v>
                </c:pt>
                <c:pt idx="5938">
                  <c:v>37672</c:v>
                </c:pt>
                <c:pt idx="5939">
                  <c:v>37671</c:v>
                </c:pt>
                <c:pt idx="5940">
                  <c:v>37670</c:v>
                </c:pt>
                <c:pt idx="5941">
                  <c:v>37666</c:v>
                </c:pt>
                <c:pt idx="5942">
                  <c:v>37665</c:v>
                </c:pt>
                <c:pt idx="5943">
                  <c:v>37664</c:v>
                </c:pt>
                <c:pt idx="5944">
                  <c:v>37663</c:v>
                </c:pt>
                <c:pt idx="5945">
                  <c:v>37662</c:v>
                </c:pt>
                <c:pt idx="5946">
                  <c:v>37659</c:v>
                </c:pt>
                <c:pt idx="5947">
                  <c:v>37658</c:v>
                </c:pt>
                <c:pt idx="5948">
                  <c:v>37657</c:v>
                </c:pt>
                <c:pt idx="5949">
                  <c:v>37656</c:v>
                </c:pt>
                <c:pt idx="5950">
                  <c:v>37655</c:v>
                </c:pt>
                <c:pt idx="5951">
                  <c:v>37652</c:v>
                </c:pt>
                <c:pt idx="5952">
                  <c:v>37651</c:v>
                </c:pt>
                <c:pt idx="5953">
                  <c:v>37650</c:v>
                </c:pt>
                <c:pt idx="5954">
                  <c:v>37649</c:v>
                </c:pt>
                <c:pt idx="5955">
                  <c:v>37648</c:v>
                </c:pt>
                <c:pt idx="5956">
                  <c:v>37645</c:v>
                </c:pt>
                <c:pt idx="5957">
                  <c:v>37644</c:v>
                </c:pt>
                <c:pt idx="5958">
                  <c:v>37643</c:v>
                </c:pt>
                <c:pt idx="5959">
                  <c:v>37642</c:v>
                </c:pt>
                <c:pt idx="5960">
                  <c:v>37638</c:v>
                </c:pt>
                <c:pt idx="5961">
                  <c:v>37637</c:v>
                </c:pt>
                <c:pt idx="5962">
                  <c:v>37636</c:v>
                </c:pt>
                <c:pt idx="5963">
                  <c:v>37635</c:v>
                </c:pt>
                <c:pt idx="5964">
                  <c:v>37634</c:v>
                </c:pt>
                <c:pt idx="5965">
                  <c:v>37631</c:v>
                </c:pt>
                <c:pt idx="5966">
                  <c:v>37630</c:v>
                </c:pt>
                <c:pt idx="5967">
                  <c:v>37629</c:v>
                </c:pt>
                <c:pt idx="5968">
                  <c:v>37628</c:v>
                </c:pt>
                <c:pt idx="5969">
                  <c:v>37627</c:v>
                </c:pt>
                <c:pt idx="5970">
                  <c:v>37624</c:v>
                </c:pt>
                <c:pt idx="5971">
                  <c:v>37623</c:v>
                </c:pt>
                <c:pt idx="5972">
                  <c:v>37621</c:v>
                </c:pt>
                <c:pt idx="5973">
                  <c:v>37620</c:v>
                </c:pt>
                <c:pt idx="5974">
                  <c:v>37617</c:v>
                </c:pt>
                <c:pt idx="5975">
                  <c:v>37616</c:v>
                </c:pt>
                <c:pt idx="5976">
                  <c:v>37614</c:v>
                </c:pt>
                <c:pt idx="5977">
                  <c:v>37613</c:v>
                </c:pt>
                <c:pt idx="5978">
                  <c:v>37610</c:v>
                </c:pt>
                <c:pt idx="5979">
                  <c:v>37609</c:v>
                </c:pt>
                <c:pt idx="5980">
                  <c:v>37608</c:v>
                </c:pt>
                <c:pt idx="5981">
                  <c:v>37607</c:v>
                </c:pt>
                <c:pt idx="5982">
                  <c:v>37606</c:v>
                </c:pt>
                <c:pt idx="5983">
                  <c:v>37603</c:v>
                </c:pt>
                <c:pt idx="5984">
                  <c:v>37602</c:v>
                </c:pt>
                <c:pt idx="5985">
                  <c:v>37601</c:v>
                </c:pt>
                <c:pt idx="5986">
                  <c:v>37600</c:v>
                </c:pt>
                <c:pt idx="5987">
                  <c:v>37599</c:v>
                </c:pt>
                <c:pt idx="5988">
                  <c:v>37596</c:v>
                </c:pt>
                <c:pt idx="5989">
                  <c:v>37595</c:v>
                </c:pt>
                <c:pt idx="5990">
                  <c:v>37594</c:v>
                </c:pt>
                <c:pt idx="5991">
                  <c:v>37593</c:v>
                </c:pt>
                <c:pt idx="5992">
                  <c:v>37592</c:v>
                </c:pt>
                <c:pt idx="5993">
                  <c:v>37589</c:v>
                </c:pt>
                <c:pt idx="5994">
                  <c:v>37587</c:v>
                </c:pt>
                <c:pt idx="5995">
                  <c:v>37586</c:v>
                </c:pt>
                <c:pt idx="5996">
                  <c:v>37585</c:v>
                </c:pt>
                <c:pt idx="5997">
                  <c:v>37582</c:v>
                </c:pt>
                <c:pt idx="5998">
                  <c:v>37581</c:v>
                </c:pt>
                <c:pt idx="5999">
                  <c:v>37580</c:v>
                </c:pt>
                <c:pt idx="6000">
                  <c:v>37579</c:v>
                </c:pt>
                <c:pt idx="6001">
                  <c:v>37578</c:v>
                </c:pt>
                <c:pt idx="6002">
                  <c:v>37575</c:v>
                </c:pt>
                <c:pt idx="6003">
                  <c:v>37574</c:v>
                </c:pt>
                <c:pt idx="6004">
                  <c:v>37573</c:v>
                </c:pt>
                <c:pt idx="6005">
                  <c:v>37572</c:v>
                </c:pt>
                <c:pt idx="6006">
                  <c:v>37571</c:v>
                </c:pt>
                <c:pt idx="6007">
                  <c:v>37568</c:v>
                </c:pt>
                <c:pt idx="6008">
                  <c:v>37567</c:v>
                </c:pt>
                <c:pt idx="6009">
                  <c:v>37566</c:v>
                </c:pt>
                <c:pt idx="6010">
                  <c:v>37565</c:v>
                </c:pt>
                <c:pt idx="6011">
                  <c:v>37564</c:v>
                </c:pt>
                <c:pt idx="6012">
                  <c:v>37561</c:v>
                </c:pt>
                <c:pt idx="6013">
                  <c:v>37560</c:v>
                </c:pt>
                <c:pt idx="6014">
                  <c:v>37559</c:v>
                </c:pt>
                <c:pt idx="6015">
                  <c:v>37558</c:v>
                </c:pt>
                <c:pt idx="6016">
                  <c:v>37557</c:v>
                </c:pt>
                <c:pt idx="6017">
                  <c:v>37554</c:v>
                </c:pt>
                <c:pt idx="6018">
                  <c:v>37553</c:v>
                </c:pt>
                <c:pt idx="6019">
                  <c:v>37552</c:v>
                </c:pt>
                <c:pt idx="6020">
                  <c:v>37551</c:v>
                </c:pt>
                <c:pt idx="6021">
                  <c:v>37550</c:v>
                </c:pt>
                <c:pt idx="6022">
                  <c:v>37547</c:v>
                </c:pt>
                <c:pt idx="6023">
                  <c:v>37546</c:v>
                </c:pt>
                <c:pt idx="6024">
                  <c:v>37545</c:v>
                </c:pt>
                <c:pt idx="6025">
                  <c:v>37544</c:v>
                </c:pt>
                <c:pt idx="6026">
                  <c:v>37543</c:v>
                </c:pt>
                <c:pt idx="6027">
                  <c:v>37540</c:v>
                </c:pt>
                <c:pt idx="6028">
                  <c:v>37539</c:v>
                </c:pt>
                <c:pt idx="6029">
                  <c:v>37538</c:v>
                </c:pt>
                <c:pt idx="6030">
                  <c:v>37537</c:v>
                </c:pt>
                <c:pt idx="6031">
                  <c:v>37536</c:v>
                </c:pt>
                <c:pt idx="6032">
                  <c:v>37533</c:v>
                </c:pt>
                <c:pt idx="6033">
                  <c:v>37532</c:v>
                </c:pt>
                <c:pt idx="6034">
                  <c:v>37531</c:v>
                </c:pt>
                <c:pt idx="6035">
                  <c:v>37530</c:v>
                </c:pt>
                <c:pt idx="6036">
                  <c:v>37529</c:v>
                </c:pt>
                <c:pt idx="6037">
                  <c:v>37526</c:v>
                </c:pt>
                <c:pt idx="6038">
                  <c:v>37525</c:v>
                </c:pt>
                <c:pt idx="6039">
                  <c:v>37524</c:v>
                </c:pt>
                <c:pt idx="6040">
                  <c:v>37523</c:v>
                </c:pt>
                <c:pt idx="6041">
                  <c:v>37522</c:v>
                </c:pt>
                <c:pt idx="6042">
                  <c:v>37519</c:v>
                </c:pt>
                <c:pt idx="6043">
                  <c:v>37518</c:v>
                </c:pt>
                <c:pt idx="6044">
                  <c:v>37517</c:v>
                </c:pt>
                <c:pt idx="6045">
                  <c:v>37516</c:v>
                </c:pt>
                <c:pt idx="6046">
                  <c:v>37515</c:v>
                </c:pt>
                <c:pt idx="6047">
                  <c:v>37512</c:v>
                </c:pt>
                <c:pt idx="6048">
                  <c:v>37511</c:v>
                </c:pt>
                <c:pt idx="6049">
                  <c:v>37510</c:v>
                </c:pt>
                <c:pt idx="6050">
                  <c:v>37509</c:v>
                </c:pt>
                <c:pt idx="6051">
                  <c:v>37508</c:v>
                </c:pt>
                <c:pt idx="6052">
                  <c:v>37505</c:v>
                </c:pt>
                <c:pt idx="6053">
                  <c:v>37504</c:v>
                </c:pt>
                <c:pt idx="6054">
                  <c:v>37503</c:v>
                </c:pt>
                <c:pt idx="6055">
                  <c:v>37502</c:v>
                </c:pt>
                <c:pt idx="6056">
                  <c:v>37498</c:v>
                </c:pt>
                <c:pt idx="6057">
                  <c:v>37497</c:v>
                </c:pt>
                <c:pt idx="6058">
                  <c:v>37496</c:v>
                </c:pt>
                <c:pt idx="6059">
                  <c:v>37495</c:v>
                </c:pt>
                <c:pt idx="6060">
                  <c:v>37494</c:v>
                </c:pt>
                <c:pt idx="6061">
                  <c:v>37491</c:v>
                </c:pt>
                <c:pt idx="6062">
                  <c:v>37490</c:v>
                </c:pt>
                <c:pt idx="6063">
                  <c:v>37489</c:v>
                </c:pt>
                <c:pt idx="6064">
                  <c:v>37488</c:v>
                </c:pt>
                <c:pt idx="6065">
                  <c:v>37487</c:v>
                </c:pt>
                <c:pt idx="6066">
                  <c:v>37484</c:v>
                </c:pt>
                <c:pt idx="6067">
                  <c:v>37483</c:v>
                </c:pt>
                <c:pt idx="6068">
                  <c:v>37482</c:v>
                </c:pt>
                <c:pt idx="6069">
                  <c:v>37481</c:v>
                </c:pt>
                <c:pt idx="6070">
                  <c:v>37480</c:v>
                </c:pt>
                <c:pt idx="6071">
                  <c:v>37477</c:v>
                </c:pt>
                <c:pt idx="6072">
                  <c:v>37476</c:v>
                </c:pt>
                <c:pt idx="6073">
                  <c:v>37475</c:v>
                </c:pt>
                <c:pt idx="6074">
                  <c:v>37474</c:v>
                </c:pt>
                <c:pt idx="6075">
                  <c:v>37473</c:v>
                </c:pt>
                <c:pt idx="6076">
                  <c:v>37470</c:v>
                </c:pt>
                <c:pt idx="6077">
                  <c:v>37469</c:v>
                </c:pt>
                <c:pt idx="6078">
                  <c:v>37468</c:v>
                </c:pt>
                <c:pt idx="6079">
                  <c:v>37467</c:v>
                </c:pt>
                <c:pt idx="6080">
                  <c:v>37466</c:v>
                </c:pt>
                <c:pt idx="6081">
                  <c:v>37463</c:v>
                </c:pt>
                <c:pt idx="6082">
                  <c:v>37462</c:v>
                </c:pt>
                <c:pt idx="6083">
                  <c:v>37461</c:v>
                </c:pt>
                <c:pt idx="6084">
                  <c:v>37460</c:v>
                </c:pt>
                <c:pt idx="6085">
                  <c:v>37459</c:v>
                </c:pt>
                <c:pt idx="6086">
                  <c:v>37456</c:v>
                </c:pt>
                <c:pt idx="6087">
                  <c:v>37455</c:v>
                </c:pt>
                <c:pt idx="6088">
                  <c:v>37454</c:v>
                </c:pt>
                <c:pt idx="6089">
                  <c:v>37453</c:v>
                </c:pt>
                <c:pt idx="6090">
                  <c:v>37452</c:v>
                </c:pt>
                <c:pt idx="6091">
                  <c:v>37449</c:v>
                </c:pt>
                <c:pt idx="6092">
                  <c:v>37448</c:v>
                </c:pt>
                <c:pt idx="6093">
                  <c:v>37447</c:v>
                </c:pt>
                <c:pt idx="6094">
                  <c:v>37446</c:v>
                </c:pt>
                <c:pt idx="6095">
                  <c:v>37445</c:v>
                </c:pt>
                <c:pt idx="6096">
                  <c:v>37442</c:v>
                </c:pt>
                <c:pt idx="6097">
                  <c:v>37440</c:v>
                </c:pt>
                <c:pt idx="6098">
                  <c:v>37439</c:v>
                </c:pt>
                <c:pt idx="6099">
                  <c:v>37438</c:v>
                </c:pt>
                <c:pt idx="6100">
                  <c:v>37435</c:v>
                </c:pt>
                <c:pt idx="6101">
                  <c:v>37434</c:v>
                </c:pt>
                <c:pt idx="6102">
                  <c:v>37433</c:v>
                </c:pt>
                <c:pt idx="6103">
                  <c:v>37432</c:v>
                </c:pt>
                <c:pt idx="6104">
                  <c:v>37431</c:v>
                </c:pt>
                <c:pt idx="6105">
                  <c:v>37428</c:v>
                </c:pt>
                <c:pt idx="6106">
                  <c:v>37427</c:v>
                </c:pt>
                <c:pt idx="6107">
                  <c:v>37426</c:v>
                </c:pt>
                <c:pt idx="6108">
                  <c:v>37425</c:v>
                </c:pt>
                <c:pt idx="6109">
                  <c:v>37424</c:v>
                </c:pt>
                <c:pt idx="6110">
                  <c:v>37421</c:v>
                </c:pt>
                <c:pt idx="6111">
                  <c:v>37420</c:v>
                </c:pt>
                <c:pt idx="6112">
                  <c:v>37419</c:v>
                </c:pt>
                <c:pt idx="6113">
                  <c:v>37418</c:v>
                </c:pt>
                <c:pt idx="6114">
                  <c:v>37417</c:v>
                </c:pt>
                <c:pt idx="6115">
                  <c:v>37414</c:v>
                </c:pt>
                <c:pt idx="6116">
                  <c:v>37413</c:v>
                </c:pt>
                <c:pt idx="6117">
                  <c:v>37412</c:v>
                </c:pt>
                <c:pt idx="6118">
                  <c:v>37411</c:v>
                </c:pt>
                <c:pt idx="6119">
                  <c:v>37410</c:v>
                </c:pt>
                <c:pt idx="6120">
                  <c:v>37407</c:v>
                </c:pt>
                <c:pt idx="6121">
                  <c:v>37406</c:v>
                </c:pt>
                <c:pt idx="6122">
                  <c:v>37405</c:v>
                </c:pt>
                <c:pt idx="6123">
                  <c:v>37404</c:v>
                </c:pt>
                <c:pt idx="6124">
                  <c:v>37400</c:v>
                </c:pt>
                <c:pt idx="6125">
                  <c:v>37399</c:v>
                </c:pt>
                <c:pt idx="6126">
                  <c:v>37398</c:v>
                </c:pt>
                <c:pt idx="6127">
                  <c:v>37397</c:v>
                </c:pt>
                <c:pt idx="6128">
                  <c:v>37396</c:v>
                </c:pt>
                <c:pt idx="6129">
                  <c:v>37393</c:v>
                </c:pt>
                <c:pt idx="6130">
                  <c:v>37392</c:v>
                </c:pt>
                <c:pt idx="6131">
                  <c:v>37391</c:v>
                </c:pt>
                <c:pt idx="6132">
                  <c:v>37390</c:v>
                </c:pt>
                <c:pt idx="6133">
                  <c:v>37389</c:v>
                </c:pt>
                <c:pt idx="6134">
                  <c:v>37386</c:v>
                </c:pt>
                <c:pt idx="6135">
                  <c:v>37385</c:v>
                </c:pt>
                <c:pt idx="6136">
                  <c:v>37384</c:v>
                </c:pt>
                <c:pt idx="6137">
                  <c:v>37383</c:v>
                </c:pt>
                <c:pt idx="6138">
                  <c:v>37382</c:v>
                </c:pt>
                <c:pt idx="6139">
                  <c:v>37379</c:v>
                </c:pt>
                <c:pt idx="6140">
                  <c:v>37378</c:v>
                </c:pt>
                <c:pt idx="6141">
                  <c:v>37377</c:v>
                </c:pt>
                <c:pt idx="6142">
                  <c:v>37376</c:v>
                </c:pt>
                <c:pt idx="6143">
                  <c:v>37375</c:v>
                </c:pt>
                <c:pt idx="6144">
                  <c:v>37372</c:v>
                </c:pt>
                <c:pt idx="6145">
                  <c:v>37371</c:v>
                </c:pt>
                <c:pt idx="6146">
                  <c:v>37370</c:v>
                </c:pt>
                <c:pt idx="6147">
                  <c:v>37369</c:v>
                </c:pt>
                <c:pt idx="6148">
                  <c:v>37368</c:v>
                </c:pt>
                <c:pt idx="6149">
                  <c:v>37365</c:v>
                </c:pt>
                <c:pt idx="6150">
                  <c:v>37364</c:v>
                </c:pt>
                <c:pt idx="6151">
                  <c:v>37363</c:v>
                </c:pt>
                <c:pt idx="6152">
                  <c:v>37362</c:v>
                </c:pt>
                <c:pt idx="6153">
                  <c:v>37361</c:v>
                </c:pt>
                <c:pt idx="6154">
                  <c:v>37358</c:v>
                </c:pt>
                <c:pt idx="6155">
                  <c:v>37357</c:v>
                </c:pt>
                <c:pt idx="6156">
                  <c:v>37356</c:v>
                </c:pt>
                <c:pt idx="6157">
                  <c:v>37355</c:v>
                </c:pt>
                <c:pt idx="6158">
                  <c:v>37354</c:v>
                </c:pt>
                <c:pt idx="6159">
                  <c:v>37351</c:v>
                </c:pt>
                <c:pt idx="6160">
                  <c:v>37350</c:v>
                </c:pt>
                <c:pt idx="6161">
                  <c:v>37349</c:v>
                </c:pt>
                <c:pt idx="6162">
                  <c:v>37348</c:v>
                </c:pt>
                <c:pt idx="6163">
                  <c:v>37347</c:v>
                </c:pt>
                <c:pt idx="6164">
                  <c:v>37343</c:v>
                </c:pt>
                <c:pt idx="6165">
                  <c:v>37342</c:v>
                </c:pt>
                <c:pt idx="6166">
                  <c:v>37341</c:v>
                </c:pt>
                <c:pt idx="6167">
                  <c:v>37340</c:v>
                </c:pt>
                <c:pt idx="6168">
                  <c:v>37337</c:v>
                </c:pt>
                <c:pt idx="6169">
                  <c:v>37336</c:v>
                </c:pt>
                <c:pt idx="6170">
                  <c:v>37335</c:v>
                </c:pt>
                <c:pt idx="6171">
                  <c:v>37334</c:v>
                </c:pt>
                <c:pt idx="6172">
                  <c:v>37333</c:v>
                </c:pt>
                <c:pt idx="6173">
                  <c:v>37330</c:v>
                </c:pt>
                <c:pt idx="6174">
                  <c:v>37329</c:v>
                </c:pt>
                <c:pt idx="6175">
                  <c:v>37328</c:v>
                </c:pt>
                <c:pt idx="6176">
                  <c:v>37327</c:v>
                </c:pt>
                <c:pt idx="6177">
                  <c:v>37326</c:v>
                </c:pt>
                <c:pt idx="6178">
                  <c:v>37323</c:v>
                </c:pt>
                <c:pt idx="6179">
                  <c:v>37322</c:v>
                </c:pt>
                <c:pt idx="6180">
                  <c:v>37321</c:v>
                </c:pt>
                <c:pt idx="6181">
                  <c:v>37320</c:v>
                </c:pt>
                <c:pt idx="6182">
                  <c:v>37319</c:v>
                </c:pt>
                <c:pt idx="6183">
                  <c:v>37316</c:v>
                </c:pt>
                <c:pt idx="6184">
                  <c:v>37315</c:v>
                </c:pt>
                <c:pt idx="6185">
                  <c:v>37314</c:v>
                </c:pt>
                <c:pt idx="6186">
                  <c:v>37313</c:v>
                </c:pt>
                <c:pt idx="6187">
                  <c:v>37312</c:v>
                </c:pt>
                <c:pt idx="6188">
                  <c:v>37309</c:v>
                </c:pt>
                <c:pt idx="6189">
                  <c:v>37308</c:v>
                </c:pt>
                <c:pt idx="6190">
                  <c:v>37307</c:v>
                </c:pt>
                <c:pt idx="6191">
                  <c:v>37306</c:v>
                </c:pt>
                <c:pt idx="6192">
                  <c:v>37302</c:v>
                </c:pt>
                <c:pt idx="6193">
                  <c:v>37301</c:v>
                </c:pt>
                <c:pt idx="6194">
                  <c:v>37300</c:v>
                </c:pt>
                <c:pt idx="6195">
                  <c:v>37299</c:v>
                </c:pt>
                <c:pt idx="6196">
                  <c:v>37298</c:v>
                </c:pt>
                <c:pt idx="6197">
                  <c:v>37295</c:v>
                </c:pt>
                <c:pt idx="6198">
                  <c:v>37294</c:v>
                </c:pt>
                <c:pt idx="6199">
                  <c:v>37293</c:v>
                </c:pt>
                <c:pt idx="6200">
                  <c:v>37292</c:v>
                </c:pt>
                <c:pt idx="6201">
                  <c:v>37291</c:v>
                </c:pt>
                <c:pt idx="6202">
                  <c:v>37288</c:v>
                </c:pt>
                <c:pt idx="6203">
                  <c:v>37287</c:v>
                </c:pt>
                <c:pt idx="6204">
                  <c:v>37286</c:v>
                </c:pt>
                <c:pt idx="6205">
                  <c:v>37285</c:v>
                </c:pt>
                <c:pt idx="6206">
                  <c:v>37284</c:v>
                </c:pt>
                <c:pt idx="6207">
                  <c:v>37281</c:v>
                </c:pt>
                <c:pt idx="6208">
                  <c:v>37280</c:v>
                </c:pt>
                <c:pt idx="6209">
                  <c:v>37279</c:v>
                </c:pt>
                <c:pt idx="6210">
                  <c:v>37278</c:v>
                </c:pt>
                <c:pt idx="6211">
                  <c:v>37274</c:v>
                </c:pt>
                <c:pt idx="6212">
                  <c:v>37273</c:v>
                </c:pt>
                <c:pt idx="6213">
                  <c:v>37272</c:v>
                </c:pt>
                <c:pt idx="6214">
                  <c:v>37271</c:v>
                </c:pt>
                <c:pt idx="6215">
                  <c:v>37270</c:v>
                </c:pt>
                <c:pt idx="6216">
                  <c:v>37267</c:v>
                </c:pt>
                <c:pt idx="6217">
                  <c:v>37266</c:v>
                </c:pt>
                <c:pt idx="6218">
                  <c:v>37265</c:v>
                </c:pt>
                <c:pt idx="6219">
                  <c:v>37264</c:v>
                </c:pt>
                <c:pt idx="6220">
                  <c:v>37263</c:v>
                </c:pt>
                <c:pt idx="6221">
                  <c:v>37260</c:v>
                </c:pt>
                <c:pt idx="6222">
                  <c:v>37259</c:v>
                </c:pt>
                <c:pt idx="6223">
                  <c:v>37258</c:v>
                </c:pt>
                <c:pt idx="6224">
                  <c:v>37256</c:v>
                </c:pt>
                <c:pt idx="6225">
                  <c:v>37253</c:v>
                </c:pt>
                <c:pt idx="6226">
                  <c:v>37252</c:v>
                </c:pt>
                <c:pt idx="6227">
                  <c:v>37251</c:v>
                </c:pt>
                <c:pt idx="6228">
                  <c:v>37249</c:v>
                </c:pt>
                <c:pt idx="6229">
                  <c:v>37246</c:v>
                </c:pt>
                <c:pt idx="6230">
                  <c:v>37245</c:v>
                </c:pt>
                <c:pt idx="6231">
                  <c:v>37244</c:v>
                </c:pt>
                <c:pt idx="6232">
                  <c:v>37243</c:v>
                </c:pt>
                <c:pt idx="6233">
                  <c:v>37242</c:v>
                </c:pt>
                <c:pt idx="6234">
                  <c:v>37239</c:v>
                </c:pt>
                <c:pt idx="6235">
                  <c:v>37238</c:v>
                </c:pt>
                <c:pt idx="6236">
                  <c:v>37237</c:v>
                </c:pt>
                <c:pt idx="6237">
                  <c:v>37236</c:v>
                </c:pt>
                <c:pt idx="6238">
                  <c:v>37235</c:v>
                </c:pt>
                <c:pt idx="6239">
                  <c:v>37232</c:v>
                </c:pt>
                <c:pt idx="6240">
                  <c:v>37231</c:v>
                </c:pt>
                <c:pt idx="6241">
                  <c:v>37230</c:v>
                </c:pt>
                <c:pt idx="6242">
                  <c:v>37229</c:v>
                </c:pt>
                <c:pt idx="6243">
                  <c:v>37228</c:v>
                </c:pt>
                <c:pt idx="6244">
                  <c:v>37225</c:v>
                </c:pt>
                <c:pt idx="6245">
                  <c:v>37224</c:v>
                </c:pt>
                <c:pt idx="6246">
                  <c:v>37223</c:v>
                </c:pt>
                <c:pt idx="6247">
                  <c:v>37222</c:v>
                </c:pt>
                <c:pt idx="6248">
                  <c:v>37221</c:v>
                </c:pt>
                <c:pt idx="6249">
                  <c:v>37218</c:v>
                </c:pt>
                <c:pt idx="6250">
                  <c:v>37216</c:v>
                </c:pt>
                <c:pt idx="6251">
                  <c:v>37215</c:v>
                </c:pt>
                <c:pt idx="6252">
                  <c:v>37214</c:v>
                </c:pt>
                <c:pt idx="6253">
                  <c:v>37211</c:v>
                </c:pt>
                <c:pt idx="6254">
                  <c:v>37210</c:v>
                </c:pt>
                <c:pt idx="6255">
                  <c:v>37209</c:v>
                </c:pt>
                <c:pt idx="6256">
                  <c:v>37208</c:v>
                </c:pt>
                <c:pt idx="6257">
                  <c:v>37207</c:v>
                </c:pt>
                <c:pt idx="6258">
                  <c:v>37204</c:v>
                </c:pt>
                <c:pt idx="6259">
                  <c:v>37203</c:v>
                </c:pt>
                <c:pt idx="6260">
                  <c:v>37202</c:v>
                </c:pt>
                <c:pt idx="6261">
                  <c:v>37201</c:v>
                </c:pt>
                <c:pt idx="6262">
                  <c:v>37200</c:v>
                </c:pt>
                <c:pt idx="6263">
                  <c:v>37197</c:v>
                </c:pt>
                <c:pt idx="6264">
                  <c:v>37196</c:v>
                </c:pt>
                <c:pt idx="6265">
                  <c:v>37195</c:v>
                </c:pt>
                <c:pt idx="6266">
                  <c:v>37194</c:v>
                </c:pt>
                <c:pt idx="6267">
                  <c:v>37193</c:v>
                </c:pt>
                <c:pt idx="6268">
                  <c:v>37190</c:v>
                </c:pt>
                <c:pt idx="6269">
                  <c:v>37189</c:v>
                </c:pt>
                <c:pt idx="6270">
                  <c:v>37188</c:v>
                </c:pt>
                <c:pt idx="6271">
                  <c:v>37187</c:v>
                </c:pt>
                <c:pt idx="6272">
                  <c:v>37186</c:v>
                </c:pt>
                <c:pt idx="6273">
                  <c:v>37183</c:v>
                </c:pt>
                <c:pt idx="6274">
                  <c:v>37182</c:v>
                </c:pt>
                <c:pt idx="6275">
                  <c:v>37181</c:v>
                </c:pt>
                <c:pt idx="6276">
                  <c:v>37180</c:v>
                </c:pt>
                <c:pt idx="6277">
                  <c:v>37179</c:v>
                </c:pt>
                <c:pt idx="6278">
                  <c:v>37176</c:v>
                </c:pt>
                <c:pt idx="6279">
                  <c:v>37175</c:v>
                </c:pt>
                <c:pt idx="6280">
                  <c:v>37174</c:v>
                </c:pt>
                <c:pt idx="6281">
                  <c:v>37173</c:v>
                </c:pt>
                <c:pt idx="6282">
                  <c:v>37172</c:v>
                </c:pt>
                <c:pt idx="6283">
                  <c:v>37169</c:v>
                </c:pt>
                <c:pt idx="6284">
                  <c:v>37168</c:v>
                </c:pt>
                <c:pt idx="6285">
                  <c:v>37167</c:v>
                </c:pt>
                <c:pt idx="6286">
                  <c:v>37166</c:v>
                </c:pt>
                <c:pt idx="6287">
                  <c:v>37165</c:v>
                </c:pt>
                <c:pt idx="6288">
                  <c:v>37162</c:v>
                </c:pt>
                <c:pt idx="6289">
                  <c:v>37161</c:v>
                </c:pt>
                <c:pt idx="6290">
                  <c:v>37160</c:v>
                </c:pt>
                <c:pt idx="6291">
                  <c:v>37159</c:v>
                </c:pt>
                <c:pt idx="6292">
                  <c:v>37158</c:v>
                </c:pt>
                <c:pt idx="6293">
                  <c:v>37155</c:v>
                </c:pt>
                <c:pt idx="6294">
                  <c:v>37154</c:v>
                </c:pt>
                <c:pt idx="6295">
                  <c:v>37153</c:v>
                </c:pt>
                <c:pt idx="6296">
                  <c:v>37152</c:v>
                </c:pt>
                <c:pt idx="6297">
                  <c:v>37151</c:v>
                </c:pt>
                <c:pt idx="6298">
                  <c:v>37144</c:v>
                </c:pt>
                <c:pt idx="6299">
                  <c:v>37141</c:v>
                </c:pt>
                <c:pt idx="6300">
                  <c:v>37140</c:v>
                </c:pt>
                <c:pt idx="6301">
                  <c:v>37139</c:v>
                </c:pt>
                <c:pt idx="6302">
                  <c:v>37138</c:v>
                </c:pt>
                <c:pt idx="6303">
                  <c:v>37134</c:v>
                </c:pt>
                <c:pt idx="6304">
                  <c:v>37133</c:v>
                </c:pt>
                <c:pt idx="6305">
                  <c:v>37132</c:v>
                </c:pt>
                <c:pt idx="6306">
                  <c:v>37131</c:v>
                </c:pt>
                <c:pt idx="6307">
                  <c:v>37130</c:v>
                </c:pt>
                <c:pt idx="6308">
                  <c:v>37127</c:v>
                </c:pt>
                <c:pt idx="6309">
                  <c:v>37126</c:v>
                </c:pt>
                <c:pt idx="6310">
                  <c:v>37125</c:v>
                </c:pt>
                <c:pt idx="6311">
                  <c:v>37124</c:v>
                </c:pt>
                <c:pt idx="6312">
                  <c:v>37123</c:v>
                </c:pt>
                <c:pt idx="6313">
                  <c:v>37120</c:v>
                </c:pt>
                <c:pt idx="6314">
                  <c:v>37119</c:v>
                </c:pt>
                <c:pt idx="6315">
                  <c:v>37118</c:v>
                </c:pt>
                <c:pt idx="6316">
                  <c:v>37117</c:v>
                </c:pt>
                <c:pt idx="6317">
                  <c:v>37116</c:v>
                </c:pt>
                <c:pt idx="6318">
                  <c:v>37113</c:v>
                </c:pt>
                <c:pt idx="6319">
                  <c:v>37112</c:v>
                </c:pt>
                <c:pt idx="6320">
                  <c:v>37111</c:v>
                </c:pt>
                <c:pt idx="6321">
                  <c:v>37110</c:v>
                </c:pt>
                <c:pt idx="6322">
                  <c:v>37109</c:v>
                </c:pt>
                <c:pt idx="6323">
                  <c:v>37106</c:v>
                </c:pt>
                <c:pt idx="6324">
                  <c:v>37105</c:v>
                </c:pt>
                <c:pt idx="6325">
                  <c:v>37104</c:v>
                </c:pt>
                <c:pt idx="6326">
                  <c:v>37103</c:v>
                </c:pt>
                <c:pt idx="6327">
                  <c:v>37102</c:v>
                </c:pt>
                <c:pt idx="6328">
                  <c:v>37099</c:v>
                </c:pt>
                <c:pt idx="6329">
                  <c:v>37098</c:v>
                </c:pt>
                <c:pt idx="6330">
                  <c:v>37097</c:v>
                </c:pt>
                <c:pt idx="6331">
                  <c:v>37096</c:v>
                </c:pt>
                <c:pt idx="6332">
                  <c:v>37095</c:v>
                </c:pt>
                <c:pt idx="6333">
                  <c:v>37092</c:v>
                </c:pt>
                <c:pt idx="6334">
                  <c:v>37091</c:v>
                </c:pt>
                <c:pt idx="6335">
                  <c:v>37090</c:v>
                </c:pt>
                <c:pt idx="6336">
                  <c:v>37089</c:v>
                </c:pt>
                <c:pt idx="6337">
                  <c:v>37088</c:v>
                </c:pt>
                <c:pt idx="6338">
                  <c:v>37085</c:v>
                </c:pt>
                <c:pt idx="6339">
                  <c:v>37084</c:v>
                </c:pt>
                <c:pt idx="6340">
                  <c:v>37083</c:v>
                </c:pt>
                <c:pt idx="6341">
                  <c:v>37082</c:v>
                </c:pt>
                <c:pt idx="6342">
                  <c:v>37081</c:v>
                </c:pt>
                <c:pt idx="6343">
                  <c:v>37078</c:v>
                </c:pt>
                <c:pt idx="6344">
                  <c:v>37077</c:v>
                </c:pt>
                <c:pt idx="6345">
                  <c:v>37075</c:v>
                </c:pt>
                <c:pt idx="6346">
                  <c:v>37074</c:v>
                </c:pt>
                <c:pt idx="6347">
                  <c:v>37071</c:v>
                </c:pt>
                <c:pt idx="6348">
                  <c:v>37070</c:v>
                </c:pt>
                <c:pt idx="6349">
                  <c:v>37069</c:v>
                </c:pt>
                <c:pt idx="6350">
                  <c:v>37068</c:v>
                </c:pt>
                <c:pt idx="6351">
                  <c:v>37067</c:v>
                </c:pt>
                <c:pt idx="6352">
                  <c:v>37064</c:v>
                </c:pt>
                <c:pt idx="6353">
                  <c:v>37063</c:v>
                </c:pt>
                <c:pt idx="6354">
                  <c:v>37062</c:v>
                </c:pt>
                <c:pt idx="6355">
                  <c:v>37061</c:v>
                </c:pt>
                <c:pt idx="6356">
                  <c:v>37060</c:v>
                </c:pt>
                <c:pt idx="6357">
                  <c:v>37057</c:v>
                </c:pt>
                <c:pt idx="6358">
                  <c:v>37056</c:v>
                </c:pt>
                <c:pt idx="6359">
                  <c:v>37055</c:v>
                </c:pt>
                <c:pt idx="6360">
                  <c:v>37054</c:v>
                </c:pt>
                <c:pt idx="6361">
                  <c:v>37053</c:v>
                </c:pt>
                <c:pt idx="6362">
                  <c:v>37050</c:v>
                </c:pt>
                <c:pt idx="6363">
                  <c:v>37049</c:v>
                </c:pt>
                <c:pt idx="6364">
                  <c:v>37048</c:v>
                </c:pt>
                <c:pt idx="6365">
                  <c:v>37047</c:v>
                </c:pt>
                <c:pt idx="6366">
                  <c:v>37046</c:v>
                </c:pt>
                <c:pt idx="6367">
                  <c:v>37043</c:v>
                </c:pt>
                <c:pt idx="6368">
                  <c:v>37042</c:v>
                </c:pt>
                <c:pt idx="6369">
                  <c:v>37041</c:v>
                </c:pt>
                <c:pt idx="6370">
                  <c:v>37040</c:v>
                </c:pt>
                <c:pt idx="6371">
                  <c:v>37036</c:v>
                </c:pt>
                <c:pt idx="6372">
                  <c:v>37035</c:v>
                </c:pt>
                <c:pt idx="6373">
                  <c:v>37034</c:v>
                </c:pt>
                <c:pt idx="6374">
                  <c:v>37033</c:v>
                </c:pt>
                <c:pt idx="6375">
                  <c:v>37032</c:v>
                </c:pt>
                <c:pt idx="6376">
                  <c:v>37029</c:v>
                </c:pt>
                <c:pt idx="6377">
                  <c:v>37028</c:v>
                </c:pt>
                <c:pt idx="6378">
                  <c:v>37027</c:v>
                </c:pt>
                <c:pt idx="6379">
                  <c:v>37026</c:v>
                </c:pt>
                <c:pt idx="6380">
                  <c:v>37025</c:v>
                </c:pt>
                <c:pt idx="6381">
                  <c:v>37022</c:v>
                </c:pt>
                <c:pt idx="6382">
                  <c:v>37021</c:v>
                </c:pt>
                <c:pt idx="6383">
                  <c:v>37020</c:v>
                </c:pt>
                <c:pt idx="6384">
                  <c:v>37019</c:v>
                </c:pt>
                <c:pt idx="6385">
                  <c:v>37018</c:v>
                </c:pt>
                <c:pt idx="6386">
                  <c:v>37015</c:v>
                </c:pt>
                <c:pt idx="6387">
                  <c:v>37014</c:v>
                </c:pt>
                <c:pt idx="6388">
                  <c:v>37013</c:v>
                </c:pt>
                <c:pt idx="6389">
                  <c:v>37012</c:v>
                </c:pt>
                <c:pt idx="6390">
                  <c:v>37011</c:v>
                </c:pt>
                <c:pt idx="6391">
                  <c:v>37008</c:v>
                </c:pt>
                <c:pt idx="6392">
                  <c:v>37007</c:v>
                </c:pt>
                <c:pt idx="6393">
                  <c:v>37006</c:v>
                </c:pt>
                <c:pt idx="6394">
                  <c:v>37005</c:v>
                </c:pt>
                <c:pt idx="6395">
                  <c:v>37004</c:v>
                </c:pt>
                <c:pt idx="6396">
                  <c:v>37001</c:v>
                </c:pt>
                <c:pt idx="6397">
                  <c:v>37000</c:v>
                </c:pt>
                <c:pt idx="6398">
                  <c:v>36999</c:v>
                </c:pt>
                <c:pt idx="6399">
                  <c:v>36998</c:v>
                </c:pt>
                <c:pt idx="6400">
                  <c:v>36997</c:v>
                </c:pt>
                <c:pt idx="6401">
                  <c:v>36993</c:v>
                </c:pt>
                <c:pt idx="6402">
                  <c:v>36992</c:v>
                </c:pt>
                <c:pt idx="6403">
                  <c:v>36991</c:v>
                </c:pt>
                <c:pt idx="6404">
                  <c:v>36990</c:v>
                </c:pt>
                <c:pt idx="6405">
                  <c:v>36987</c:v>
                </c:pt>
                <c:pt idx="6406">
                  <c:v>36986</c:v>
                </c:pt>
                <c:pt idx="6407">
                  <c:v>36985</c:v>
                </c:pt>
                <c:pt idx="6408">
                  <c:v>36984</c:v>
                </c:pt>
                <c:pt idx="6409">
                  <c:v>36983</c:v>
                </c:pt>
                <c:pt idx="6410">
                  <c:v>36980</c:v>
                </c:pt>
                <c:pt idx="6411">
                  <c:v>36979</c:v>
                </c:pt>
                <c:pt idx="6412">
                  <c:v>36978</c:v>
                </c:pt>
                <c:pt idx="6413">
                  <c:v>36977</c:v>
                </c:pt>
                <c:pt idx="6414">
                  <c:v>36976</c:v>
                </c:pt>
                <c:pt idx="6415">
                  <c:v>36973</c:v>
                </c:pt>
                <c:pt idx="6416">
                  <c:v>36972</c:v>
                </c:pt>
                <c:pt idx="6417">
                  <c:v>36971</c:v>
                </c:pt>
                <c:pt idx="6418">
                  <c:v>36970</c:v>
                </c:pt>
                <c:pt idx="6419">
                  <c:v>36969</c:v>
                </c:pt>
                <c:pt idx="6420">
                  <c:v>36966</c:v>
                </c:pt>
                <c:pt idx="6421">
                  <c:v>36965</c:v>
                </c:pt>
                <c:pt idx="6422">
                  <c:v>36964</c:v>
                </c:pt>
                <c:pt idx="6423">
                  <c:v>36963</c:v>
                </c:pt>
                <c:pt idx="6424">
                  <c:v>36962</c:v>
                </c:pt>
                <c:pt idx="6425">
                  <c:v>36959</c:v>
                </c:pt>
                <c:pt idx="6426">
                  <c:v>36958</c:v>
                </c:pt>
                <c:pt idx="6427">
                  <c:v>36957</c:v>
                </c:pt>
                <c:pt idx="6428">
                  <c:v>36956</c:v>
                </c:pt>
                <c:pt idx="6429">
                  <c:v>36955</c:v>
                </c:pt>
                <c:pt idx="6430">
                  <c:v>36952</c:v>
                </c:pt>
                <c:pt idx="6431">
                  <c:v>36951</c:v>
                </c:pt>
                <c:pt idx="6432">
                  <c:v>36950</c:v>
                </c:pt>
                <c:pt idx="6433">
                  <c:v>36949</c:v>
                </c:pt>
                <c:pt idx="6434">
                  <c:v>36948</c:v>
                </c:pt>
                <c:pt idx="6435">
                  <c:v>36945</c:v>
                </c:pt>
                <c:pt idx="6436">
                  <c:v>36944</c:v>
                </c:pt>
                <c:pt idx="6437">
                  <c:v>36943</c:v>
                </c:pt>
                <c:pt idx="6438">
                  <c:v>36942</c:v>
                </c:pt>
                <c:pt idx="6439">
                  <c:v>36938</c:v>
                </c:pt>
                <c:pt idx="6440">
                  <c:v>36937</c:v>
                </c:pt>
                <c:pt idx="6441">
                  <c:v>36936</c:v>
                </c:pt>
                <c:pt idx="6442">
                  <c:v>36935</c:v>
                </c:pt>
                <c:pt idx="6443">
                  <c:v>36934</c:v>
                </c:pt>
                <c:pt idx="6444">
                  <c:v>36931</c:v>
                </c:pt>
                <c:pt idx="6445">
                  <c:v>36930</c:v>
                </c:pt>
                <c:pt idx="6446">
                  <c:v>36929</c:v>
                </c:pt>
                <c:pt idx="6447">
                  <c:v>36928</c:v>
                </c:pt>
                <c:pt idx="6448">
                  <c:v>36927</c:v>
                </c:pt>
                <c:pt idx="6449">
                  <c:v>36924</c:v>
                </c:pt>
                <c:pt idx="6450">
                  <c:v>36923</c:v>
                </c:pt>
                <c:pt idx="6451">
                  <c:v>36922</c:v>
                </c:pt>
                <c:pt idx="6452">
                  <c:v>36921</c:v>
                </c:pt>
                <c:pt idx="6453">
                  <c:v>36920</c:v>
                </c:pt>
                <c:pt idx="6454">
                  <c:v>36917</c:v>
                </c:pt>
                <c:pt idx="6455">
                  <c:v>36916</c:v>
                </c:pt>
                <c:pt idx="6456">
                  <c:v>36915</c:v>
                </c:pt>
                <c:pt idx="6457">
                  <c:v>36914</c:v>
                </c:pt>
                <c:pt idx="6458">
                  <c:v>36913</c:v>
                </c:pt>
                <c:pt idx="6459">
                  <c:v>36910</c:v>
                </c:pt>
                <c:pt idx="6460">
                  <c:v>36909</c:v>
                </c:pt>
                <c:pt idx="6461">
                  <c:v>36908</c:v>
                </c:pt>
                <c:pt idx="6462">
                  <c:v>36907</c:v>
                </c:pt>
                <c:pt idx="6463">
                  <c:v>36903</c:v>
                </c:pt>
                <c:pt idx="6464">
                  <c:v>36902</c:v>
                </c:pt>
                <c:pt idx="6465">
                  <c:v>36901</c:v>
                </c:pt>
                <c:pt idx="6466">
                  <c:v>36900</c:v>
                </c:pt>
                <c:pt idx="6467">
                  <c:v>36899</c:v>
                </c:pt>
                <c:pt idx="6468">
                  <c:v>36896</c:v>
                </c:pt>
                <c:pt idx="6469">
                  <c:v>36895</c:v>
                </c:pt>
                <c:pt idx="6470">
                  <c:v>36894</c:v>
                </c:pt>
                <c:pt idx="6471">
                  <c:v>36893</c:v>
                </c:pt>
                <c:pt idx="6472">
                  <c:v>36889</c:v>
                </c:pt>
                <c:pt idx="6473">
                  <c:v>36888</c:v>
                </c:pt>
                <c:pt idx="6474">
                  <c:v>36887</c:v>
                </c:pt>
                <c:pt idx="6475">
                  <c:v>36886</c:v>
                </c:pt>
                <c:pt idx="6476">
                  <c:v>36882</c:v>
                </c:pt>
                <c:pt idx="6477">
                  <c:v>36881</c:v>
                </c:pt>
                <c:pt idx="6478">
                  <c:v>36880</c:v>
                </c:pt>
                <c:pt idx="6479">
                  <c:v>36879</c:v>
                </c:pt>
                <c:pt idx="6480">
                  <c:v>36878</c:v>
                </c:pt>
                <c:pt idx="6481">
                  <c:v>36875</c:v>
                </c:pt>
                <c:pt idx="6482">
                  <c:v>36874</c:v>
                </c:pt>
                <c:pt idx="6483">
                  <c:v>36873</c:v>
                </c:pt>
                <c:pt idx="6484">
                  <c:v>36872</c:v>
                </c:pt>
                <c:pt idx="6485">
                  <c:v>36871</c:v>
                </c:pt>
                <c:pt idx="6486">
                  <c:v>36868</c:v>
                </c:pt>
                <c:pt idx="6487">
                  <c:v>36867</c:v>
                </c:pt>
                <c:pt idx="6488">
                  <c:v>36866</c:v>
                </c:pt>
                <c:pt idx="6489">
                  <c:v>36865</c:v>
                </c:pt>
                <c:pt idx="6490">
                  <c:v>36864</c:v>
                </c:pt>
                <c:pt idx="6491">
                  <c:v>36861</c:v>
                </c:pt>
                <c:pt idx="6492">
                  <c:v>36860</c:v>
                </c:pt>
                <c:pt idx="6493">
                  <c:v>36859</c:v>
                </c:pt>
                <c:pt idx="6494">
                  <c:v>36858</c:v>
                </c:pt>
                <c:pt idx="6495">
                  <c:v>36857</c:v>
                </c:pt>
                <c:pt idx="6496">
                  <c:v>36854</c:v>
                </c:pt>
                <c:pt idx="6497">
                  <c:v>36852</c:v>
                </c:pt>
                <c:pt idx="6498">
                  <c:v>36851</c:v>
                </c:pt>
                <c:pt idx="6499">
                  <c:v>36850</c:v>
                </c:pt>
                <c:pt idx="6500">
                  <c:v>36847</c:v>
                </c:pt>
                <c:pt idx="6501">
                  <c:v>36846</c:v>
                </c:pt>
                <c:pt idx="6502">
                  <c:v>36845</c:v>
                </c:pt>
                <c:pt idx="6503">
                  <c:v>36844</c:v>
                </c:pt>
                <c:pt idx="6504">
                  <c:v>36843</c:v>
                </c:pt>
                <c:pt idx="6505">
                  <c:v>36840</c:v>
                </c:pt>
                <c:pt idx="6506">
                  <c:v>36839</c:v>
                </c:pt>
                <c:pt idx="6507">
                  <c:v>36838</c:v>
                </c:pt>
                <c:pt idx="6508">
                  <c:v>36837</c:v>
                </c:pt>
                <c:pt idx="6509">
                  <c:v>36836</c:v>
                </c:pt>
                <c:pt idx="6510">
                  <c:v>36833</c:v>
                </c:pt>
                <c:pt idx="6511">
                  <c:v>36832</c:v>
                </c:pt>
                <c:pt idx="6512">
                  <c:v>36831</c:v>
                </c:pt>
                <c:pt idx="6513">
                  <c:v>36830</c:v>
                </c:pt>
                <c:pt idx="6514">
                  <c:v>36829</c:v>
                </c:pt>
                <c:pt idx="6515">
                  <c:v>36826</c:v>
                </c:pt>
                <c:pt idx="6516">
                  <c:v>36825</c:v>
                </c:pt>
                <c:pt idx="6517">
                  <c:v>36824</c:v>
                </c:pt>
                <c:pt idx="6518">
                  <c:v>36823</c:v>
                </c:pt>
                <c:pt idx="6519">
                  <c:v>36822</c:v>
                </c:pt>
                <c:pt idx="6520">
                  <c:v>36819</c:v>
                </c:pt>
                <c:pt idx="6521">
                  <c:v>36818</c:v>
                </c:pt>
                <c:pt idx="6522">
                  <c:v>36817</c:v>
                </c:pt>
                <c:pt idx="6523">
                  <c:v>36816</c:v>
                </c:pt>
                <c:pt idx="6524">
                  <c:v>36815</c:v>
                </c:pt>
                <c:pt idx="6525">
                  <c:v>36812</c:v>
                </c:pt>
                <c:pt idx="6526">
                  <c:v>36811</c:v>
                </c:pt>
                <c:pt idx="6527">
                  <c:v>36810</c:v>
                </c:pt>
                <c:pt idx="6528">
                  <c:v>36809</c:v>
                </c:pt>
                <c:pt idx="6529">
                  <c:v>36808</c:v>
                </c:pt>
                <c:pt idx="6530">
                  <c:v>36805</c:v>
                </c:pt>
                <c:pt idx="6531">
                  <c:v>36804</c:v>
                </c:pt>
                <c:pt idx="6532">
                  <c:v>36803</c:v>
                </c:pt>
                <c:pt idx="6533">
                  <c:v>36802</c:v>
                </c:pt>
                <c:pt idx="6534">
                  <c:v>36801</c:v>
                </c:pt>
                <c:pt idx="6535">
                  <c:v>36798</c:v>
                </c:pt>
                <c:pt idx="6536">
                  <c:v>36797</c:v>
                </c:pt>
                <c:pt idx="6537">
                  <c:v>36796</c:v>
                </c:pt>
                <c:pt idx="6538">
                  <c:v>36795</c:v>
                </c:pt>
                <c:pt idx="6539">
                  <c:v>36794</c:v>
                </c:pt>
                <c:pt idx="6540">
                  <c:v>36791</c:v>
                </c:pt>
                <c:pt idx="6541">
                  <c:v>36790</c:v>
                </c:pt>
                <c:pt idx="6542">
                  <c:v>36789</c:v>
                </c:pt>
                <c:pt idx="6543">
                  <c:v>36788</c:v>
                </c:pt>
                <c:pt idx="6544">
                  <c:v>36787</c:v>
                </c:pt>
                <c:pt idx="6545">
                  <c:v>36784</c:v>
                </c:pt>
                <c:pt idx="6546">
                  <c:v>36783</c:v>
                </c:pt>
                <c:pt idx="6547">
                  <c:v>36782</c:v>
                </c:pt>
                <c:pt idx="6548">
                  <c:v>36781</c:v>
                </c:pt>
                <c:pt idx="6549">
                  <c:v>36780</c:v>
                </c:pt>
                <c:pt idx="6550">
                  <c:v>36777</c:v>
                </c:pt>
                <c:pt idx="6551">
                  <c:v>36776</c:v>
                </c:pt>
                <c:pt idx="6552">
                  <c:v>36775</c:v>
                </c:pt>
                <c:pt idx="6553">
                  <c:v>36774</c:v>
                </c:pt>
                <c:pt idx="6554">
                  <c:v>36770</c:v>
                </c:pt>
                <c:pt idx="6555">
                  <c:v>36769</c:v>
                </c:pt>
                <c:pt idx="6556">
                  <c:v>36768</c:v>
                </c:pt>
                <c:pt idx="6557">
                  <c:v>36767</c:v>
                </c:pt>
                <c:pt idx="6558">
                  <c:v>36766</c:v>
                </c:pt>
                <c:pt idx="6559">
                  <c:v>36763</c:v>
                </c:pt>
                <c:pt idx="6560">
                  <c:v>36762</c:v>
                </c:pt>
                <c:pt idx="6561">
                  <c:v>36761</c:v>
                </c:pt>
                <c:pt idx="6562">
                  <c:v>36760</c:v>
                </c:pt>
                <c:pt idx="6563">
                  <c:v>36759</c:v>
                </c:pt>
                <c:pt idx="6564">
                  <c:v>36756</c:v>
                </c:pt>
                <c:pt idx="6565">
                  <c:v>36755</c:v>
                </c:pt>
                <c:pt idx="6566">
                  <c:v>36754</c:v>
                </c:pt>
                <c:pt idx="6567">
                  <c:v>36753</c:v>
                </c:pt>
                <c:pt idx="6568">
                  <c:v>36752</c:v>
                </c:pt>
                <c:pt idx="6569">
                  <c:v>36749</c:v>
                </c:pt>
                <c:pt idx="6570">
                  <c:v>36748</c:v>
                </c:pt>
                <c:pt idx="6571">
                  <c:v>36747</c:v>
                </c:pt>
                <c:pt idx="6572">
                  <c:v>36746</c:v>
                </c:pt>
                <c:pt idx="6573">
                  <c:v>36745</c:v>
                </c:pt>
                <c:pt idx="6574">
                  <c:v>36742</c:v>
                </c:pt>
                <c:pt idx="6575">
                  <c:v>36741</c:v>
                </c:pt>
                <c:pt idx="6576">
                  <c:v>36740</c:v>
                </c:pt>
                <c:pt idx="6577">
                  <c:v>36739</c:v>
                </c:pt>
                <c:pt idx="6578">
                  <c:v>36738</c:v>
                </c:pt>
                <c:pt idx="6579">
                  <c:v>36735</c:v>
                </c:pt>
                <c:pt idx="6580">
                  <c:v>36734</c:v>
                </c:pt>
                <c:pt idx="6581">
                  <c:v>36733</c:v>
                </c:pt>
                <c:pt idx="6582">
                  <c:v>36732</c:v>
                </c:pt>
                <c:pt idx="6583">
                  <c:v>36731</c:v>
                </c:pt>
                <c:pt idx="6584">
                  <c:v>36728</c:v>
                </c:pt>
                <c:pt idx="6585">
                  <c:v>36727</c:v>
                </c:pt>
                <c:pt idx="6586">
                  <c:v>36726</c:v>
                </c:pt>
                <c:pt idx="6587">
                  <c:v>36725</c:v>
                </c:pt>
                <c:pt idx="6588">
                  <c:v>36724</c:v>
                </c:pt>
                <c:pt idx="6589">
                  <c:v>36721</c:v>
                </c:pt>
                <c:pt idx="6590">
                  <c:v>36720</c:v>
                </c:pt>
                <c:pt idx="6591">
                  <c:v>36719</c:v>
                </c:pt>
                <c:pt idx="6592">
                  <c:v>36718</c:v>
                </c:pt>
                <c:pt idx="6593">
                  <c:v>36717</c:v>
                </c:pt>
                <c:pt idx="6594">
                  <c:v>36714</c:v>
                </c:pt>
                <c:pt idx="6595">
                  <c:v>36713</c:v>
                </c:pt>
                <c:pt idx="6596">
                  <c:v>36712</c:v>
                </c:pt>
                <c:pt idx="6597">
                  <c:v>36710</c:v>
                </c:pt>
                <c:pt idx="6598">
                  <c:v>36707</c:v>
                </c:pt>
                <c:pt idx="6599">
                  <c:v>36706</c:v>
                </c:pt>
                <c:pt idx="6600">
                  <c:v>36705</c:v>
                </c:pt>
                <c:pt idx="6601">
                  <c:v>36704</c:v>
                </c:pt>
                <c:pt idx="6602">
                  <c:v>36703</c:v>
                </c:pt>
                <c:pt idx="6603">
                  <c:v>36700</c:v>
                </c:pt>
                <c:pt idx="6604">
                  <c:v>36699</c:v>
                </c:pt>
                <c:pt idx="6605">
                  <c:v>36698</c:v>
                </c:pt>
                <c:pt idx="6606">
                  <c:v>36697</c:v>
                </c:pt>
                <c:pt idx="6607">
                  <c:v>36696</c:v>
                </c:pt>
                <c:pt idx="6608">
                  <c:v>36693</c:v>
                </c:pt>
                <c:pt idx="6609">
                  <c:v>36692</c:v>
                </c:pt>
                <c:pt idx="6610">
                  <c:v>36691</c:v>
                </c:pt>
                <c:pt idx="6611">
                  <c:v>36690</c:v>
                </c:pt>
                <c:pt idx="6612">
                  <c:v>36689</c:v>
                </c:pt>
                <c:pt idx="6613">
                  <c:v>36686</c:v>
                </c:pt>
                <c:pt idx="6614">
                  <c:v>36685</c:v>
                </c:pt>
                <c:pt idx="6615">
                  <c:v>36684</c:v>
                </c:pt>
                <c:pt idx="6616">
                  <c:v>36683</c:v>
                </c:pt>
                <c:pt idx="6617">
                  <c:v>36682</c:v>
                </c:pt>
                <c:pt idx="6618">
                  <c:v>36679</c:v>
                </c:pt>
                <c:pt idx="6619">
                  <c:v>36678</c:v>
                </c:pt>
                <c:pt idx="6620">
                  <c:v>36677</c:v>
                </c:pt>
                <c:pt idx="6621">
                  <c:v>36676</c:v>
                </c:pt>
                <c:pt idx="6622">
                  <c:v>36672</c:v>
                </c:pt>
                <c:pt idx="6623">
                  <c:v>36671</c:v>
                </c:pt>
                <c:pt idx="6624">
                  <c:v>36670</c:v>
                </c:pt>
                <c:pt idx="6625">
                  <c:v>36669</c:v>
                </c:pt>
                <c:pt idx="6626">
                  <c:v>36668</c:v>
                </c:pt>
                <c:pt idx="6627">
                  <c:v>36665</c:v>
                </c:pt>
                <c:pt idx="6628">
                  <c:v>36664</c:v>
                </c:pt>
                <c:pt idx="6629">
                  <c:v>36663</c:v>
                </c:pt>
                <c:pt idx="6630">
                  <c:v>36662</c:v>
                </c:pt>
                <c:pt idx="6631">
                  <c:v>36661</c:v>
                </c:pt>
                <c:pt idx="6632">
                  <c:v>36658</c:v>
                </c:pt>
                <c:pt idx="6633">
                  <c:v>36657</c:v>
                </c:pt>
                <c:pt idx="6634">
                  <c:v>36656</c:v>
                </c:pt>
                <c:pt idx="6635">
                  <c:v>36655</c:v>
                </c:pt>
                <c:pt idx="6636">
                  <c:v>36654</c:v>
                </c:pt>
                <c:pt idx="6637">
                  <c:v>36651</c:v>
                </c:pt>
                <c:pt idx="6638">
                  <c:v>36650</c:v>
                </c:pt>
                <c:pt idx="6639">
                  <c:v>36649</c:v>
                </c:pt>
                <c:pt idx="6640">
                  <c:v>36648</c:v>
                </c:pt>
                <c:pt idx="6641">
                  <c:v>36647</c:v>
                </c:pt>
                <c:pt idx="6642">
                  <c:v>36644</c:v>
                </c:pt>
                <c:pt idx="6643">
                  <c:v>36643</c:v>
                </c:pt>
                <c:pt idx="6644">
                  <c:v>36642</c:v>
                </c:pt>
                <c:pt idx="6645">
                  <c:v>36641</c:v>
                </c:pt>
                <c:pt idx="6646">
                  <c:v>36640</c:v>
                </c:pt>
                <c:pt idx="6647">
                  <c:v>36636</c:v>
                </c:pt>
                <c:pt idx="6648">
                  <c:v>36635</c:v>
                </c:pt>
                <c:pt idx="6649">
                  <c:v>36634</c:v>
                </c:pt>
                <c:pt idx="6650">
                  <c:v>36633</c:v>
                </c:pt>
                <c:pt idx="6651">
                  <c:v>36630</c:v>
                </c:pt>
                <c:pt idx="6652">
                  <c:v>36629</c:v>
                </c:pt>
                <c:pt idx="6653">
                  <c:v>36628</c:v>
                </c:pt>
                <c:pt idx="6654">
                  <c:v>36627</c:v>
                </c:pt>
                <c:pt idx="6655">
                  <c:v>36626</c:v>
                </c:pt>
                <c:pt idx="6656">
                  <c:v>36623</c:v>
                </c:pt>
                <c:pt idx="6657">
                  <c:v>36622</c:v>
                </c:pt>
                <c:pt idx="6658">
                  <c:v>36621</c:v>
                </c:pt>
                <c:pt idx="6659">
                  <c:v>36620</c:v>
                </c:pt>
                <c:pt idx="6660">
                  <c:v>36619</c:v>
                </c:pt>
                <c:pt idx="6661">
                  <c:v>36616</c:v>
                </c:pt>
                <c:pt idx="6662">
                  <c:v>36615</c:v>
                </c:pt>
                <c:pt idx="6663">
                  <c:v>36614</c:v>
                </c:pt>
                <c:pt idx="6664">
                  <c:v>36613</c:v>
                </c:pt>
                <c:pt idx="6665">
                  <c:v>36612</c:v>
                </c:pt>
                <c:pt idx="6666">
                  <c:v>36609</c:v>
                </c:pt>
                <c:pt idx="6667">
                  <c:v>36608</c:v>
                </c:pt>
                <c:pt idx="6668">
                  <c:v>36607</c:v>
                </c:pt>
                <c:pt idx="6669">
                  <c:v>36606</c:v>
                </c:pt>
                <c:pt idx="6670">
                  <c:v>36605</c:v>
                </c:pt>
                <c:pt idx="6671">
                  <c:v>36602</c:v>
                </c:pt>
                <c:pt idx="6672">
                  <c:v>36601</c:v>
                </c:pt>
                <c:pt idx="6673">
                  <c:v>36600</c:v>
                </c:pt>
                <c:pt idx="6674">
                  <c:v>36599</c:v>
                </c:pt>
                <c:pt idx="6675">
                  <c:v>36598</c:v>
                </c:pt>
                <c:pt idx="6676">
                  <c:v>36595</c:v>
                </c:pt>
                <c:pt idx="6677">
                  <c:v>36594</c:v>
                </c:pt>
                <c:pt idx="6678">
                  <c:v>36593</c:v>
                </c:pt>
                <c:pt idx="6679">
                  <c:v>36592</c:v>
                </c:pt>
                <c:pt idx="6680">
                  <c:v>36591</c:v>
                </c:pt>
                <c:pt idx="6681">
                  <c:v>36588</c:v>
                </c:pt>
                <c:pt idx="6682">
                  <c:v>36587</c:v>
                </c:pt>
                <c:pt idx="6683">
                  <c:v>36586</c:v>
                </c:pt>
                <c:pt idx="6684">
                  <c:v>36585</c:v>
                </c:pt>
                <c:pt idx="6685">
                  <c:v>36584</c:v>
                </c:pt>
                <c:pt idx="6686">
                  <c:v>36581</c:v>
                </c:pt>
                <c:pt idx="6687">
                  <c:v>36580</c:v>
                </c:pt>
                <c:pt idx="6688">
                  <c:v>36579</c:v>
                </c:pt>
                <c:pt idx="6689">
                  <c:v>36578</c:v>
                </c:pt>
                <c:pt idx="6690">
                  <c:v>36574</c:v>
                </c:pt>
                <c:pt idx="6691">
                  <c:v>36573</c:v>
                </c:pt>
                <c:pt idx="6692">
                  <c:v>36572</c:v>
                </c:pt>
                <c:pt idx="6693">
                  <c:v>36571</c:v>
                </c:pt>
                <c:pt idx="6694">
                  <c:v>36570</c:v>
                </c:pt>
                <c:pt idx="6695">
                  <c:v>36567</c:v>
                </c:pt>
                <c:pt idx="6696">
                  <c:v>36566</c:v>
                </c:pt>
                <c:pt idx="6697">
                  <c:v>36565</c:v>
                </c:pt>
                <c:pt idx="6698">
                  <c:v>36564</c:v>
                </c:pt>
                <c:pt idx="6699">
                  <c:v>36563</c:v>
                </c:pt>
                <c:pt idx="6700">
                  <c:v>36560</c:v>
                </c:pt>
                <c:pt idx="6701">
                  <c:v>36559</c:v>
                </c:pt>
                <c:pt idx="6702">
                  <c:v>36558</c:v>
                </c:pt>
                <c:pt idx="6703">
                  <c:v>36557</c:v>
                </c:pt>
                <c:pt idx="6704">
                  <c:v>36556</c:v>
                </c:pt>
                <c:pt idx="6705">
                  <c:v>36553</c:v>
                </c:pt>
                <c:pt idx="6706">
                  <c:v>36552</c:v>
                </c:pt>
                <c:pt idx="6707">
                  <c:v>36551</c:v>
                </c:pt>
                <c:pt idx="6708">
                  <c:v>36550</c:v>
                </c:pt>
                <c:pt idx="6709">
                  <c:v>36549</c:v>
                </c:pt>
                <c:pt idx="6710">
                  <c:v>36546</c:v>
                </c:pt>
                <c:pt idx="6711">
                  <c:v>36545</c:v>
                </c:pt>
                <c:pt idx="6712">
                  <c:v>36544</c:v>
                </c:pt>
                <c:pt idx="6713">
                  <c:v>36543</c:v>
                </c:pt>
                <c:pt idx="6714">
                  <c:v>36539</c:v>
                </c:pt>
                <c:pt idx="6715">
                  <c:v>36538</c:v>
                </c:pt>
                <c:pt idx="6716">
                  <c:v>36537</c:v>
                </c:pt>
                <c:pt idx="6717">
                  <c:v>36536</c:v>
                </c:pt>
                <c:pt idx="6718">
                  <c:v>36535</c:v>
                </c:pt>
                <c:pt idx="6719">
                  <c:v>36532</c:v>
                </c:pt>
                <c:pt idx="6720">
                  <c:v>36531</c:v>
                </c:pt>
                <c:pt idx="6721">
                  <c:v>36530</c:v>
                </c:pt>
                <c:pt idx="6722">
                  <c:v>36529</c:v>
                </c:pt>
                <c:pt idx="6723">
                  <c:v>36528</c:v>
                </c:pt>
              </c:numCache>
            </c:numRef>
          </c:cat>
          <c:val>
            <c:numRef>
              <c:f>'Shell chart'!$R$9:$R$6732</c:f>
              <c:numCache>
                <c:formatCode>0.00</c:formatCode>
                <c:ptCount val="6724"/>
                <c:pt idx="0">
                  <c:v>33.71</c:v>
                </c:pt>
                <c:pt idx="1">
                  <c:v>33.865000000000002</c:v>
                </c:pt>
                <c:pt idx="2">
                  <c:v>33.97</c:v>
                </c:pt>
                <c:pt idx="3">
                  <c:v>34.094999999999999</c:v>
                </c:pt>
                <c:pt idx="4">
                  <c:v>34.4</c:v>
                </c:pt>
                <c:pt idx="5">
                  <c:v>34.204999999999998</c:v>
                </c:pt>
                <c:pt idx="6">
                  <c:v>33.880000000000003</c:v>
                </c:pt>
                <c:pt idx="7">
                  <c:v>33.295000000000002</c:v>
                </c:pt>
                <c:pt idx="8">
                  <c:v>33.200000000000003</c:v>
                </c:pt>
                <c:pt idx="9">
                  <c:v>32.880000000000003</c:v>
                </c:pt>
                <c:pt idx="10">
                  <c:v>33.225000000000001</c:v>
                </c:pt>
                <c:pt idx="11">
                  <c:v>33.56</c:v>
                </c:pt>
                <c:pt idx="12">
                  <c:v>32.979999999999997</c:v>
                </c:pt>
                <c:pt idx="13">
                  <c:v>32.774999999999999</c:v>
                </c:pt>
                <c:pt idx="14">
                  <c:v>33.15</c:v>
                </c:pt>
                <c:pt idx="15">
                  <c:v>32.805</c:v>
                </c:pt>
                <c:pt idx="16">
                  <c:v>33.215000000000003</c:v>
                </c:pt>
                <c:pt idx="17">
                  <c:v>34.055</c:v>
                </c:pt>
                <c:pt idx="18">
                  <c:v>33.835000000000001</c:v>
                </c:pt>
                <c:pt idx="19">
                  <c:v>33.19</c:v>
                </c:pt>
                <c:pt idx="20">
                  <c:v>33.234999999999999</c:v>
                </c:pt>
                <c:pt idx="21">
                  <c:v>32.344999999999999</c:v>
                </c:pt>
                <c:pt idx="22">
                  <c:v>32.770000000000003</c:v>
                </c:pt>
                <c:pt idx="23">
                  <c:v>33.055</c:v>
                </c:pt>
                <c:pt idx="24">
                  <c:v>33.44</c:v>
                </c:pt>
                <c:pt idx="25">
                  <c:v>32.92</c:v>
                </c:pt>
                <c:pt idx="26">
                  <c:v>32.54</c:v>
                </c:pt>
                <c:pt idx="27">
                  <c:v>32.200000000000003</c:v>
                </c:pt>
                <c:pt idx="28">
                  <c:v>32.36</c:v>
                </c:pt>
                <c:pt idx="29">
                  <c:v>31.6</c:v>
                </c:pt>
                <c:pt idx="30">
                  <c:v>31.295000000000002</c:v>
                </c:pt>
                <c:pt idx="31">
                  <c:v>31.47</c:v>
                </c:pt>
                <c:pt idx="32">
                  <c:v>31.09</c:v>
                </c:pt>
                <c:pt idx="33">
                  <c:v>30.385000000000002</c:v>
                </c:pt>
                <c:pt idx="34">
                  <c:v>30.41</c:v>
                </c:pt>
                <c:pt idx="35">
                  <c:v>30.795000000000002</c:v>
                </c:pt>
                <c:pt idx="36">
                  <c:v>30.11</c:v>
                </c:pt>
                <c:pt idx="37">
                  <c:v>29.125</c:v>
                </c:pt>
                <c:pt idx="38">
                  <c:v>28.914999999999999</c:v>
                </c:pt>
                <c:pt idx="39">
                  <c:v>28.99</c:v>
                </c:pt>
                <c:pt idx="40">
                  <c:v>28.725000000000001</c:v>
                </c:pt>
                <c:pt idx="41">
                  <c:v>29.33</c:v>
                </c:pt>
                <c:pt idx="42">
                  <c:v>29.004999999999999</c:v>
                </c:pt>
                <c:pt idx="43">
                  <c:v>28.98</c:v>
                </c:pt>
                <c:pt idx="44">
                  <c:v>29.254999999999999</c:v>
                </c:pt>
                <c:pt idx="45">
                  <c:v>29.465</c:v>
                </c:pt>
                <c:pt idx="46">
                  <c:v>30.045000000000002</c:v>
                </c:pt>
                <c:pt idx="47">
                  <c:v>30.085000000000001</c:v>
                </c:pt>
                <c:pt idx="48">
                  <c:v>29.934999999999999</c:v>
                </c:pt>
                <c:pt idx="49">
                  <c:v>29.62</c:v>
                </c:pt>
                <c:pt idx="50">
                  <c:v>30.35</c:v>
                </c:pt>
                <c:pt idx="51">
                  <c:v>30.68</c:v>
                </c:pt>
                <c:pt idx="52">
                  <c:v>30.805</c:v>
                </c:pt>
                <c:pt idx="53">
                  <c:v>32.204999999999998</c:v>
                </c:pt>
                <c:pt idx="54">
                  <c:v>32.76</c:v>
                </c:pt>
                <c:pt idx="55">
                  <c:v>32.39</c:v>
                </c:pt>
                <c:pt idx="56">
                  <c:v>31.824999999999999</c:v>
                </c:pt>
                <c:pt idx="57">
                  <c:v>32.43</c:v>
                </c:pt>
                <c:pt idx="58">
                  <c:v>32.274999999999999</c:v>
                </c:pt>
                <c:pt idx="59">
                  <c:v>32.295000000000002</c:v>
                </c:pt>
                <c:pt idx="60">
                  <c:v>32.685000000000002</c:v>
                </c:pt>
                <c:pt idx="61">
                  <c:v>32.15</c:v>
                </c:pt>
                <c:pt idx="62">
                  <c:v>31.96</c:v>
                </c:pt>
                <c:pt idx="63">
                  <c:v>31.18</c:v>
                </c:pt>
                <c:pt idx="64">
                  <c:v>31.42</c:v>
                </c:pt>
                <c:pt idx="65">
                  <c:v>31.2</c:v>
                </c:pt>
                <c:pt idx="66">
                  <c:v>31.945</c:v>
                </c:pt>
                <c:pt idx="67">
                  <c:v>32.049999999999997</c:v>
                </c:pt>
                <c:pt idx="68">
                  <c:v>32.049999999999997</c:v>
                </c:pt>
                <c:pt idx="69">
                  <c:v>32.39</c:v>
                </c:pt>
                <c:pt idx="70">
                  <c:v>32.520000000000003</c:v>
                </c:pt>
                <c:pt idx="71">
                  <c:v>32.844999999999999</c:v>
                </c:pt>
                <c:pt idx="72">
                  <c:v>32.895000000000003</c:v>
                </c:pt>
                <c:pt idx="73">
                  <c:v>31.945</c:v>
                </c:pt>
                <c:pt idx="74">
                  <c:v>31.484999999999999</c:v>
                </c:pt>
                <c:pt idx="75">
                  <c:v>31.454999999999998</c:v>
                </c:pt>
                <c:pt idx="76">
                  <c:v>31.574999999999999</c:v>
                </c:pt>
                <c:pt idx="77">
                  <c:v>31.274999999999999</c:v>
                </c:pt>
                <c:pt idx="78">
                  <c:v>31.03</c:v>
                </c:pt>
                <c:pt idx="79">
                  <c:v>31.19</c:v>
                </c:pt>
                <c:pt idx="80">
                  <c:v>32.115000000000002</c:v>
                </c:pt>
                <c:pt idx="81">
                  <c:v>33.125</c:v>
                </c:pt>
                <c:pt idx="82">
                  <c:v>32.9</c:v>
                </c:pt>
                <c:pt idx="83">
                  <c:v>32.9</c:v>
                </c:pt>
                <c:pt idx="84">
                  <c:v>33.26</c:v>
                </c:pt>
                <c:pt idx="85">
                  <c:v>32.799999999999997</c:v>
                </c:pt>
                <c:pt idx="86">
                  <c:v>32.880000000000003</c:v>
                </c:pt>
                <c:pt idx="87">
                  <c:v>32.524999999999999</c:v>
                </c:pt>
                <c:pt idx="88">
                  <c:v>33.075000000000003</c:v>
                </c:pt>
                <c:pt idx="89">
                  <c:v>32.935000000000002</c:v>
                </c:pt>
                <c:pt idx="90">
                  <c:v>32.994999999999997</c:v>
                </c:pt>
                <c:pt idx="91">
                  <c:v>32.76</c:v>
                </c:pt>
                <c:pt idx="92">
                  <c:v>32.744999999999997</c:v>
                </c:pt>
                <c:pt idx="93">
                  <c:v>31.96</c:v>
                </c:pt>
                <c:pt idx="94">
                  <c:v>33.844999999999999</c:v>
                </c:pt>
                <c:pt idx="95">
                  <c:v>33.46</c:v>
                </c:pt>
                <c:pt idx="96">
                  <c:v>33.755000000000003</c:v>
                </c:pt>
                <c:pt idx="97">
                  <c:v>34.71</c:v>
                </c:pt>
                <c:pt idx="98">
                  <c:v>34.204999999999998</c:v>
                </c:pt>
                <c:pt idx="99">
                  <c:v>34.484999999999999</c:v>
                </c:pt>
                <c:pt idx="100">
                  <c:v>34.01</c:v>
                </c:pt>
                <c:pt idx="101">
                  <c:v>35.68</c:v>
                </c:pt>
                <c:pt idx="102">
                  <c:v>35.435000000000002</c:v>
                </c:pt>
                <c:pt idx="103">
                  <c:v>34.435000000000002</c:v>
                </c:pt>
                <c:pt idx="104">
                  <c:v>35.83</c:v>
                </c:pt>
                <c:pt idx="105">
                  <c:v>35.534999999999997</c:v>
                </c:pt>
                <c:pt idx="106">
                  <c:v>34.82</c:v>
                </c:pt>
                <c:pt idx="107">
                  <c:v>34.725000000000001</c:v>
                </c:pt>
                <c:pt idx="108">
                  <c:v>34.33</c:v>
                </c:pt>
                <c:pt idx="109">
                  <c:v>34.6</c:v>
                </c:pt>
                <c:pt idx="110">
                  <c:v>33.545000000000002</c:v>
                </c:pt>
                <c:pt idx="111">
                  <c:v>34.340000000000003</c:v>
                </c:pt>
                <c:pt idx="112">
                  <c:v>34.61</c:v>
                </c:pt>
                <c:pt idx="113">
                  <c:v>34.615000000000002</c:v>
                </c:pt>
                <c:pt idx="114">
                  <c:v>34.74</c:v>
                </c:pt>
                <c:pt idx="115">
                  <c:v>34.15</c:v>
                </c:pt>
                <c:pt idx="116">
                  <c:v>33.674999999999997</c:v>
                </c:pt>
                <c:pt idx="117">
                  <c:v>33.28</c:v>
                </c:pt>
                <c:pt idx="118">
                  <c:v>32.44</c:v>
                </c:pt>
                <c:pt idx="119">
                  <c:v>31.805</c:v>
                </c:pt>
                <c:pt idx="120">
                  <c:v>32.07</c:v>
                </c:pt>
                <c:pt idx="121">
                  <c:v>31.33</c:v>
                </c:pt>
                <c:pt idx="122">
                  <c:v>31.08</c:v>
                </c:pt>
                <c:pt idx="123">
                  <c:v>30.635000000000002</c:v>
                </c:pt>
                <c:pt idx="124">
                  <c:v>31.13</c:v>
                </c:pt>
                <c:pt idx="125">
                  <c:v>31.32</c:v>
                </c:pt>
                <c:pt idx="126">
                  <c:v>30.734999999999999</c:v>
                </c:pt>
                <c:pt idx="127">
                  <c:v>30.24</c:v>
                </c:pt>
                <c:pt idx="128">
                  <c:v>30.11</c:v>
                </c:pt>
                <c:pt idx="129">
                  <c:v>29.715</c:v>
                </c:pt>
                <c:pt idx="130">
                  <c:v>29.65</c:v>
                </c:pt>
                <c:pt idx="131">
                  <c:v>29.405000000000001</c:v>
                </c:pt>
                <c:pt idx="132">
                  <c:v>29.44</c:v>
                </c:pt>
                <c:pt idx="133">
                  <c:v>29.29</c:v>
                </c:pt>
                <c:pt idx="134">
                  <c:v>28.67</c:v>
                </c:pt>
                <c:pt idx="135">
                  <c:v>28.655000000000001</c:v>
                </c:pt>
                <c:pt idx="136">
                  <c:v>28.725000000000001</c:v>
                </c:pt>
                <c:pt idx="137">
                  <c:v>28.88</c:v>
                </c:pt>
                <c:pt idx="138">
                  <c:v>29.14</c:v>
                </c:pt>
                <c:pt idx="139">
                  <c:v>28.32</c:v>
                </c:pt>
                <c:pt idx="140">
                  <c:v>28.23</c:v>
                </c:pt>
                <c:pt idx="141">
                  <c:v>27.745000000000001</c:v>
                </c:pt>
                <c:pt idx="142">
                  <c:v>27.695</c:v>
                </c:pt>
                <c:pt idx="143">
                  <c:v>28.67</c:v>
                </c:pt>
                <c:pt idx="144">
                  <c:v>27.895</c:v>
                </c:pt>
                <c:pt idx="145">
                  <c:v>27.795000000000002</c:v>
                </c:pt>
                <c:pt idx="146">
                  <c:v>27.94</c:v>
                </c:pt>
                <c:pt idx="147">
                  <c:v>27.975000000000001</c:v>
                </c:pt>
                <c:pt idx="148">
                  <c:v>27.324999999999999</c:v>
                </c:pt>
                <c:pt idx="149">
                  <c:v>26.97</c:v>
                </c:pt>
                <c:pt idx="150">
                  <c:v>26.725000000000001</c:v>
                </c:pt>
                <c:pt idx="151">
                  <c:v>26.875</c:v>
                </c:pt>
                <c:pt idx="152">
                  <c:v>26.74</c:v>
                </c:pt>
                <c:pt idx="153">
                  <c:v>27.335000000000001</c:v>
                </c:pt>
                <c:pt idx="154">
                  <c:v>27.22</c:v>
                </c:pt>
                <c:pt idx="155">
                  <c:v>27.3</c:v>
                </c:pt>
                <c:pt idx="156">
                  <c:v>27.524999999999999</c:v>
                </c:pt>
                <c:pt idx="157">
                  <c:v>27.465</c:v>
                </c:pt>
                <c:pt idx="158">
                  <c:v>27.39</c:v>
                </c:pt>
                <c:pt idx="159">
                  <c:v>27.22</c:v>
                </c:pt>
                <c:pt idx="160">
                  <c:v>26.614999999999998</c:v>
                </c:pt>
                <c:pt idx="161">
                  <c:v>26.4</c:v>
                </c:pt>
                <c:pt idx="162">
                  <c:v>25.62</c:v>
                </c:pt>
                <c:pt idx="163">
                  <c:v>26.555</c:v>
                </c:pt>
                <c:pt idx="164">
                  <c:v>27.47</c:v>
                </c:pt>
                <c:pt idx="165">
                  <c:v>27.38</c:v>
                </c:pt>
                <c:pt idx="166">
                  <c:v>27.594999999999999</c:v>
                </c:pt>
                <c:pt idx="167">
                  <c:v>27.4</c:v>
                </c:pt>
                <c:pt idx="168">
                  <c:v>27.315000000000001</c:v>
                </c:pt>
                <c:pt idx="169">
                  <c:v>27.06</c:v>
                </c:pt>
                <c:pt idx="170">
                  <c:v>26.98</c:v>
                </c:pt>
                <c:pt idx="171">
                  <c:v>27.02</c:v>
                </c:pt>
                <c:pt idx="172">
                  <c:v>27.05</c:v>
                </c:pt>
                <c:pt idx="173">
                  <c:v>27.03</c:v>
                </c:pt>
                <c:pt idx="174">
                  <c:v>26.62</c:v>
                </c:pt>
                <c:pt idx="175">
                  <c:v>26.574999999999999</c:v>
                </c:pt>
                <c:pt idx="176">
                  <c:v>26.265000000000001</c:v>
                </c:pt>
                <c:pt idx="177">
                  <c:v>26.984999999999999</c:v>
                </c:pt>
                <c:pt idx="178">
                  <c:v>26.864999999999998</c:v>
                </c:pt>
                <c:pt idx="179">
                  <c:v>27.07</c:v>
                </c:pt>
                <c:pt idx="180">
                  <c:v>27.09</c:v>
                </c:pt>
                <c:pt idx="181">
                  <c:v>27.344999999999999</c:v>
                </c:pt>
                <c:pt idx="182">
                  <c:v>27.5</c:v>
                </c:pt>
                <c:pt idx="183">
                  <c:v>27.6</c:v>
                </c:pt>
                <c:pt idx="184">
                  <c:v>27.995000000000001</c:v>
                </c:pt>
                <c:pt idx="185">
                  <c:v>27.99</c:v>
                </c:pt>
                <c:pt idx="186">
                  <c:v>27.885000000000002</c:v>
                </c:pt>
                <c:pt idx="187">
                  <c:v>28.004999999999999</c:v>
                </c:pt>
                <c:pt idx="188">
                  <c:v>27.835000000000001</c:v>
                </c:pt>
                <c:pt idx="189">
                  <c:v>27.53</c:v>
                </c:pt>
                <c:pt idx="190">
                  <c:v>27.664999999999999</c:v>
                </c:pt>
                <c:pt idx="191">
                  <c:v>27.66</c:v>
                </c:pt>
                <c:pt idx="192">
                  <c:v>27.72</c:v>
                </c:pt>
                <c:pt idx="193">
                  <c:v>27.85</c:v>
                </c:pt>
                <c:pt idx="194">
                  <c:v>28.135000000000002</c:v>
                </c:pt>
                <c:pt idx="195">
                  <c:v>27.94</c:v>
                </c:pt>
                <c:pt idx="196">
                  <c:v>28.175000000000001</c:v>
                </c:pt>
                <c:pt idx="197">
                  <c:v>28.58</c:v>
                </c:pt>
                <c:pt idx="198">
                  <c:v>28.58</c:v>
                </c:pt>
                <c:pt idx="199">
                  <c:v>28.594999999999999</c:v>
                </c:pt>
                <c:pt idx="200">
                  <c:v>29.09</c:v>
                </c:pt>
                <c:pt idx="201">
                  <c:v>29.315000000000001</c:v>
                </c:pt>
                <c:pt idx="202">
                  <c:v>28.695</c:v>
                </c:pt>
                <c:pt idx="203">
                  <c:v>28.49</c:v>
                </c:pt>
                <c:pt idx="204">
                  <c:v>28.5</c:v>
                </c:pt>
                <c:pt idx="205">
                  <c:v>28.635000000000002</c:v>
                </c:pt>
                <c:pt idx="206">
                  <c:v>28.38</c:v>
                </c:pt>
                <c:pt idx="207">
                  <c:v>28.414999999999999</c:v>
                </c:pt>
                <c:pt idx="208">
                  <c:v>28.475000000000001</c:v>
                </c:pt>
                <c:pt idx="209">
                  <c:v>28.83</c:v>
                </c:pt>
                <c:pt idx="210">
                  <c:v>28.754999999999999</c:v>
                </c:pt>
                <c:pt idx="211">
                  <c:v>28.33</c:v>
                </c:pt>
                <c:pt idx="212">
                  <c:v>28.32</c:v>
                </c:pt>
                <c:pt idx="213">
                  <c:v>28.51</c:v>
                </c:pt>
                <c:pt idx="214">
                  <c:v>28.405000000000001</c:v>
                </c:pt>
                <c:pt idx="215">
                  <c:v>27.61</c:v>
                </c:pt>
                <c:pt idx="216">
                  <c:v>27.17</c:v>
                </c:pt>
                <c:pt idx="217">
                  <c:v>27.11</c:v>
                </c:pt>
                <c:pt idx="218">
                  <c:v>26.91</c:v>
                </c:pt>
                <c:pt idx="219">
                  <c:v>26.765000000000001</c:v>
                </c:pt>
                <c:pt idx="220">
                  <c:v>26.914999999999999</c:v>
                </c:pt>
                <c:pt idx="221">
                  <c:v>26.86</c:v>
                </c:pt>
                <c:pt idx="222">
                  <c:v>26.97</c:v>
                </c:pt>
                <c:pt idx="223">
                  <c:v>26.96</c:v>
                </c:pt>
                <c:pt idx="224">
                  <c:v>27.765000000000001</c:v>
                </c:pt>
                <c:pt idx="225">
                  <c:v>27.64</c:v>
                </c:pt>
                <c:pt idx="226">
                  <c:v>27.79</c:v>
                </c:pt>
                <c:pt idx="227">
                  <c:v>27.37</c:v>
                </c:pt>
                <c:pt idx="228">
                  <c:v>27.024999999999999</c:v>
                </c:pt>
                <c:pt idx="229">
                  <c:v>26.704999999999998</c:v>
                </c:pt>
                <c:pt idx="230">
                  <c:v>26.805</c:v>
                </c:pt>
                <c:pt idx="231">
                  <c:v>26.465</c:v>
                </c:pt>
                <c:pt idx="232">
                  <c:v>26.96</c:v>
                </c:pt>
                <c:pt idx="233">
                  <c:v>27.335000000000001</c:v>
                </c:pt>
                <c:pt idx="234">
                  <c:v>26.99</c:v>
                </c:pt>
                <c:pt idx="235">
                  <c:v>26.73</c:v>
                </c:pt>
                <c:pt idx="236">
                  <c:v>26.45</c:v>
                </c:pt>
                <c:pt idx="237">
                  <c:v>26.145</c:v>
                </c:pt>
                <c:pt idx="238">
                  <c:v>26.125</c:v>
                </c:pt>
                <c:pt idx="239">
                  <c:v>26.225000000000001</c:v>
                </c:pt>
                <c:pt idx="240">
                  <c:v>26.06</c:v>
                </c:pt>
                <c:pt idx="241">
                  <c:v>26.37</c:v>
                </c:pt>
                <c:pt idx="242">
                  <c:v>26.265000000000001</c:v>
                </c:pt>
                <c:pt idx="243">
                  <c:v>26.37</c:v>
                </c:pt>
                <c:pt idx="244">
                  <c:v>26.45</c:v>
                </c:pt>
                <c:pt idx="245">
                  <c:v>26.56</c:v>
                </c:pt>
                <c:pt idx="246">
                  <c:v>26.645</c:v>
                </c:pt>
                <c:pt idx="247">
                  <c:v>26.39</c:v>
                </c:pt>
                <c:pt idx="248">
                  <c:v>26.274999999999999</c:v>
                </c:pt>
                <c:pt idx="249">
                  <c:v>26.88</c:v>
                </c:pt>
                <c:pt idx="250">
                  <c:v>26.94</c:v>
                </c:pt>
                <c:pt idx="251">
                  <c:v>27.305</c:v>
                </c:pt>
                <c:pt idx="252">
                  <c:v>27.17</c:v>
                </c:pt>
                <c:pt idx="253">
                  <c:v>27.24</c:v>
                </c:pt>
                <c:pt idx="254">
                  <c:v>27.155000000000001</c:v>
                </c:pt>
                <c:pt idx="255">
                  <c:v>27.155000000000001</c:v>
                </c:pt>
                <c:pt idx="256">
                  <c:v>27.07</c:v>
                </c:pt>
                <c:pt idx="257">
                  <c:v>26.92</c:v>
                </c:pt>
                <c:pt idx="258">
                  <c:v>26.92</c:v>
                </c:pt>
                <c:pt idx="259">
                  <c:v>26.774999999999999</c:v>
                </c:pt>
                <c:pt idx="260">
                  <c:v>26.66</c:v>
                </c:pt>
                <c:pt idx="261">
                  <c:v>26.53</c:v>
                </c:pt>
                <c:pt idx="262">
                  <c:v>26.33</c:v>
                </c:pt>
                <c:pt idx="263">
                  <c:v>26.39</c:v>
                </c:pt>
                <c:pt idx="264">
                  <c:v>26.28</c:v>
                </c:pt>
                <c:pt idx="265">
                  <c:v>26.695</c:v>
                </c:pt>
                <c:pt idx="266">
                  <c:v>26.76</c:v>
                </c:pt>
                <c:pt idx="267">
                  <c:v>26.445</c:v>
                </c:pt>
                <c:pt idx="268">
                  <c:v>26.53</c:v>
                </c:pt>
                <c:pt idx="269">
                  <c:v>26.51</c:v>
                </c:pt>
                <c:pt idx="270">
                  <c:v>27.265000000000001</c:v>
                </c:pt>
                <c:pt idx="271">
                  <c:v>26.914999999999999</c:v>
                </c:pt>
                <c:pt idx="272">
                  <c:v>26.82</c:v>
                </c:pt>
                <c:pt idx="273">
                  <c:v>27.07</c:v>
                </c:pt>
                <c:pt idx="274">
                  <c:v>27.11</c:v>
                </c:pt>
                <c:pt idx="275">
                  <c:v>26.79</c:v>
                </c:pt>
                <c:pt idx="276">
                  <c:v>26.97</c:v>
                </c:pt>
                <c:pt idx="277">
                  <c:v>26.87</c:v>
                </c:pt>
                <c:pt idx="278">
                  <c:v>26.675000000000001</c:v>
                </c:pt>
                <c:pt idx="279">
                  <c:v>26.625</c:v>
                </c:pt>
                <c:pt idx="280">
                  <c:v>26.535</c:v>
                </c:pt>
                <c:pt idx="281">
                  <c:v>26.19</c:v>
                </c:pt>
                <c:pt idx="282">
                  <c:v>26.13</c:v>
                </c:pt>
                <c:pt idx="283">
                  <c:v>26.2</c:v>
                </c:pt>
                <c:pt idx="284">
                  <c:v>26.09</c:v>
                </c:pt>
                <c:pt idx="285">
                  <c:v>26.08</c:v>
                </c:pt>
                <c:pt idx="286">
                  <c:v>26.215</c:v>
                </c:pt>
                <c:pt idx="287">
                  <c:v>26.364999999999998</c:v>
                </c:pt>
                <c:pt idx="288">
                  <c:v>26.72</c:v>
                </c:pt>
                <c:pt idx="289">
                  <c:v>26.58</c:v>
                </c:pt>
                <c:pt idx="290">
                  <c:v>26.27</c:v>
                </c:pt>
                <c:pt idx="291">
                  <c:v>26.04</c:v>
                </c:pt>
                <c:pt idx="292">
                  <c:v>25.53</c:v>
                </c:pt>
                <c:pt idx="293">
                  <c:v>26.28</c:v>
                </c:pt>
                <c:pt idx="294">
                  <c:v>26.204999999999998</c:v>
                </c:pt>
                <c:pt idx="295">
                  <c:v>26.155000000000001</c:v>
                </c:pt>
                <c:pt idx="296">
                  <c:v>25.74</c:v>
                </c:pt>
                <c:pt idx="297">
                  <c:v>25.535</c:v>
                </c:pt>
                <c:pt idx="298">
                  <c:v>25.87</c:v>
                </c:pt>
                <c:pt idx="299">
                  <c:v>25.765000000000001</c:v>
                </c:pt>
                <c:pt idx="300">
                  <c:v>25.635000000000002</c:v>
                </c:pt>
                <c:pt idx="301">
                  <c:v>25.844999999999999</c:v>
                </c:pt>
                <c:pt idx="302">
                  <c:v>26.84</c:v>
                </c:pt>
                <c:pt idx="303">
                  <c:v>26.83</c:v>
                </c:pt>
                <c:pt idx="304">
                  <c:v>26.98</c:v>
                </c:pt>
                <c:pt idx="305">
                  <c:v>26.67</c:v>
                </c:pt>
                <c:pt idx="306">
                  <c:v>26.63</c:v>
                </c:pt>
                <c:pt idx="307">
                  <c:v>26.254999999999999</c:v>
                </c:pt>
                <c:pt idx="308">
                  <c:v>26.31</c:v>
                </c:pt>
                <c:pt idx="309">
                  <c:v>26.145</c:v>
                </c:pt>
                <c:pt idx="310">
                  <c:v>25.815000000000001</c:v>
                </c:pt>
                <c:pt idx="311">
                  <c:v>25.954999999999998</c:v>
                </c:pt>
                <c:pt idx="312">
                  <c:v>25.05</c:v>
                </c:pt>
                <c:pt idx="313">
                  <c:v>25.074999999999999</c:v>
                </c:pt>
                <c:pt idx="314">
                  <c:v>24.79</c:v>
                </c:pt>
                <c:pt idx="315">
                  <c:v>24.8</c:v>
                </c:pt>
                <c:pt idx="316">
                  <c:v>25.1</c:v>
                </c:pt>
                <c:pt idx="317">
                  <c:v>24.684999999999999</c:v>
                </c:pt>
                <c:pt idx="318">
                  <c:v>24.495000000000001</c:v>
                </c:pt>
                <c:pt idx="319">
                  <c:v>24.414999999999999</c:v>
                </c:pt>
                <c:pt idx="320">
                  <c:v>24.45</c:v>
                </c:pt>
                <c:pt idx="321">
                  <c:v>24.465</c:v>
                </c:pt>
                <c:pt idx="322">
                  <c:v>24.2</c:v>
                </c:pt>
                <c:pt idx="323">
                  <c:v>24.2</c:v>
                </c:pt>
                <c:pt idx="324">
                  <c:v>24.4</c:v>
                </c:pt>
                <c:pt idx="325">
                  <c:v>24.774999999999999</c:v>
                </c:pt>
                <c:pt idx="326">
                  <c:v>24.864999999999998</c:v>
                </c:pt>
                <c:pt idx="327">
                  <c:v>24.73</c:v>
                </c:pt>
                <c:pt idx="328">
                  <c:v>24.905000000000001</c:v>
                </c:pt>
                <c:pt idx="329">
                  <c:v>24.73</c:v>
                </c:pt>
                <c:pt idx="330">
                  <c:v>25.145</c:v>
                </c:pt>
                <c:pt idx="331">
                  <c:v>25.225000000000001</c:v>
                </c:pt>
                <c:pt idx="332">
                  <c:v>24.92</c:v>
                </c:pt>
                <c:pt idx="333">
                  <c:v>24.58</c:v>
                </c:pt>
                <c:pt idx="334">
                  <c:v>24.36</c:v>
                </c:pt>
                <c:pt idx="335">
                  <c:v>24.29</c:v>
                </c:pt>
                <c:pt idx="336">
                  <c:v>24.34</c:v>
                </c:pt>
                <c:pt idx="337">
                  <c:v>24.864999999999998</c:v>
                </c:pt>
                <c:pt idx="338">
                  <c:v>24.864999999999998</c:v>
                </c:pt>
                <c:pt idx="339">
                  <c:v>24.364999999999998</c:v>
                </c:pt>
                <c:pt idx="340">
                  <c:v>24.405000000000001</c:v>
                </c:pt>
                <c:pt idx="341">
                  <c:v>24.43</c:v>
                </c:pt>
                <c:pt idx="342">
                  <c:v>24.58</c:v>
                </c:pt>
                <c:pt idx="343">
                  <c:v>24.64</c:v>
                </c:pt>
                <c:pt idx="344">
                  <c:v>24.34</c:v>
                </c:pt>
                <c:pt idx="345">
                  <c:v>24.315000000000001</c:v>
                </c:pt>
                <c:pt idx="346">
                  <c:v>24.32</c:v>
                </c:pt>
                <c:pt idx="347">
                  <c:v>24.39</c:v>
                </c:pt>
                <c:pt idx="348">
                  <c:v>24.344999999999999</c:v>
                </c:pt>
                <c:pt idx="349">
                  <c:v>23.715</c:v>
                </c:pt>
                <c:pt idx="350">
                  <c:v>23.545000000000002</c:v>
                </c:pt>
                <c:pt idx="351">
                  <c:v>23.08</c:v>
                </c:pt>
                <c:pt idx="352">
                  <c:v>23.26</c:v>
                </c:pt>
                <c:pt idx="353">
                  <c:v>22.914999999999999</c:v>
                </c:pt>
                <c:pt idx="354">
                  <c:v>23.94</c:v>
                </c:pt>
                <c:pt idx="355">
                  <c:v>23.704999999999998</c:v>
                </c:pt>
                <c:pt idx="356">
                  <c:v>24.815000000000001</c:v>
                </c:pt>
                <c:pt idx="357">
                  <c:v>26.675000000000001</c:v>
                </c:pt>
                <c:pt idx="358">
                  <c:v>27.8</c:v>
                </c:pt>
                <c:pt idx="359">
                  <c:v>28.065000000000001</c:v>
                </c:pt>
                <c:pt idx="360">
                  <c:v>28.25</c:v>
                </c:pt>
                <c:pt idx="361">
                  <c:v>27.965</c:v>
                </c:pt>
                <c:pt idx="362">
                  <c:v>28.225000000000001</c:v>
                </c:pt>
                <c:pt idx="363">
                  <c:v>28.31</c:v>
                </c:pt>
                <c:pt idx="364">
                  <c:v>27.65</c:v>
                </c:pt>
                <c:pt idx="365">
                  <c:v>27.25</c:v>
                </c:pt>
                <c:pt idx="366">
                  <c:v>27.27</c:v>
                </c:pt>
                <c:pt idx="367">
                  <c:v>27.495000000000001</c:v>
                </c:pt>
                <c:pt idx="368">
                  <c:v>27.41</c:v>
                </c:pt>
                <c:pt idx="369">
                  <c:v>26.96</c:v>
                </c:pt>
                <c:pt idx="370">
                  <c:v>26.76</c:v>
                </c:pt>
                <c:pt idx="371">
                  <c:v>26.335000000000001</c:v>
                </c:pt>
                <c:pt idx="372">
                  <c:v>26.03</c:v>
                </c:pt>
                <c:pt idx="373">
                  <c:v>25.684999999999999</c:v>
                </c:pt>
                <c:pt idx="374">
                  <c:v>25.53</c:v>
                </c:pt>
                <c:pt idx="375">
                  <c:v>25.73</c:v>
                </c:pt>
                <c:pt idx="376">
                  <c:v>25.545000000000002</c:v>
                </c:pt>
                <c:pt idx="377">
                  <c:v>25.33</c:v>
                </c:pt>
                <c:pt idx="378">
                  <c:v>25.285</c:v>
                </c:pt>
                <c:pt idx="379">
                  <c:v>25.68</c:v>
                </c:pt>
                <c:pt idx="380">
                  <c:v>26.565000000000001</c:v>
                </c:pt>
                <c:pt idx="381">
                  <c:v>26.36</c:v>
                </c:pt>
                <c:pt idx="382">
                  <c:v>26.52</c:v>
                </c:pt>
                <c:pt idx="383">
                  <c:v>26.47</c:v>
                </c:pt>
                <c:pt idx="384">
                  <c:v>26.295000000000002</c:v>
                </c:pt>
                <c:pt idx="385">
                  <c:v>26.335000000000001</c:v>
                </c:pt>
                <c:pt idx="386">
                  <c:v>26.375</c:v>
                </c:pt>
                <c:pt idx="387">
                  <c:v>26.84</c:v>
                </c:pt>
                <c:pt idx="388">
                  <c:v>26.86</c:v>
                </c:pt>
                <c:pt idx="389">
                  <c:v>26.8</c:v>
                </c:pt>
                <c:pt idx="390">
                  <c:v>26.87</c:v>
                </c:pt>
                <c:pt idx="391">
                  <c:v>26.74</c:v>
                </c:pt>
                <c:pt idx="392">
                  <c:v>26.515000000000001</c:v>
                </c:pt>
                <c:pt idx="393">
                  <c:v>27.015000000000001</c:v>
                </c:pt>
                <c:pt idx="394">
                  <c:v>26.995000000000001</c:v>
                </c:pt>
                <c:pt idx="395">
                  <c:v>26.395</c:v>
                </c:pt>
                <c:pt idx="396">
                  <c:v>26.45</c:v>
                </c:pt>
                <c:pt idx="397">
                  <c:v>26.465</c:v>
                </c:pt>
                <c:pt idx="398">
                  <c:v>26.45</c:v>
                </c:pt>
                <c:pt idx="399">
                  <c:v>26.52</c:v>
                </c:pt>
                <c:pt idx="400">
                  <c:v>26.27</c:v>
                </c:pt>
                <c:pt idx="401">
                  <c:v>26.785</c:v>
                </c:pt>
                <c:pt idx="402">
                  <c:v>26.63</c:v>
                </c:pt>
                <c:pt idx="403">
                  <c:v>25.95</c:v>
                </c:pt>
                <c:pt idx="404">
                  <c:v>25.81</c:v>
                </c:pt>
                <c:pt idx="405">
                  <c:v>25.835000000000001</c:v>
                </c:pt>
                <c:pt idx="406">
                  <c:v>26.2</c:v>
                </c:pt>
                <c:pt idx="407">
                  <c:v>26.83</c:v>
                </c:pt>
                <c:pt idx="408">
                  <c:v>26.96</c:v>
                </c:pt>
                <c:pt idx="409">
                  <c:v>26.954999999999998</c:v>
                </c:pt>
                <c:pt idx="410">
                  <c:v>27.225000000000001</c:v>
                </c:pt>
                <c:pt idx="411">
                  <c:v>27.204999999999998</c:v>
                </c:pt>
                <c:pt idx="412">
                  <c:v>26.89</c:v>
                </c:pt>
                <c:pt idx="413">
                  <c:v>26.815000000000001</c:v>
                </c:pt>
                <c:pt idx="414">
                  <c:v>26.73</c:v>
                </c:pt>
                <c:pt idx="415">
                  <c:v>26.63</c:v>
                </c:pt>
                <c:pt idx="416">
                  <c:v>26.25</c:v>
                </c:pt>
                <c:pt idx="417">
                  <c:v>26.135000000000002</c:v>
                </c:pt>
                <c:pt idx="418">
                  <c:v>25.795000000000002</c:v>
                </c:pt>
                <c:pt idx="419">
                  <c:v>26.17</c:v>
                </c:pt>
                <c:pt idx="420">
                  <c:v>25.774999999999999</c:v>
                </c:pt>
                <c:pt idx="421">
                  <c:v>25.664999999999999</c:v>
                </c:pt>
                <c:pt idx="422">
                  <c:v>25.27</c:v>
                </c:pt>
                <c:pt idx="423">
                  <c:v>24.76</c:v>
                </c:pt>
                <c:pt idx="424">
                  <c:v>24.42</c:v>
                </c:pt>
                <c:pt idx="425">
                  <c:v>24.405000000000001</c:v>
                </c:pt>
                <c:pt idx="426">
                  <c:v>24.29</c:v>
                </c:pt>
                <c:pt idx="427">
                  <c:v>24.29</c:v>
                </c:pt>
                <c:pt idx="428">
                  <c:v>24.09</c:v>
                </c:pt>
                <c:pt idx="429">
                  <c:v>23.945</c:v>
                </c:pt>
                <c:pt idx="430">
                  <c:v>24.055</c:v>
                </c:pt>
                <c:pt idx="431">
                  <c:v>24.19</c:v>
                </c:pt>
                <c:pt idx="432">
                  <c:v>24.135000000000002</c:v>
                </c:pt>
                <c:pt idx="433">
                  <c:v>24.585000000000001</c:v>
                </c:pt>
                <c:pt idx="434">
                  <c:v>24.984999999999999</c:v>
                </c:pt>
                <c:pt idx="435">
                  <c:v>25.05</c:v>
                </c:pt>
                <c:pt idx="436">
                  <c:v>24.925000000000001</c:v>
                </c:pt>
                <c:pt idx="437">
                  <c:v>25.225000000000001</c:v>
                </c:pt>
                <c:pt idx="438">
                  <c:v>25.364999999999998</c:v>
                </c:pt>
                <c:pt idx="439">
                  <c:v>24.78</c:v>
                </c:pt>
                <c:pt idx="440">
                  <c:v>24.94</c:v>
                </c:pt>
                <c:pt idx="441">
                  <c:v>25.305</c:v>
                </c:pt>
                <c:pt idx="442">
                  <c:v>25.56</c:v>
                </c:pt>
                <c:pt idx="443">
                  <c:v>25.14</c:v>
                </c:pt>
                <c:pt idx="444">
                  <c:v>25.315000000000001</c:v>
                </c:pt>
                <c:pt idx="445">
                  <c:v>25.315000000000001</c:v>
                </c:pt>
                <c:pt idx="446">
                  <c:v>25.38</c:v>
                </c:pt>
                <c:pt idx="447">
                  <c:v>25.545000000000002</c:v>
                </c:pt>
                <c:pt idx="448">
                  <c:v>25.74</c:v>
                </c:pt>
                <c:pt idx="449">
                  <c:v>26.03</c:v>
                </c:pt>
                <c:pt idx="450">
                  <c:v>25.97</c:v>
                </c:pt>
                <c:pt idx="451">
                  <c:v>25.51</c:v>
                </c:pt>
                <c:pt idx="452">
                  <c:v>25.725000000000001</c:v>
                </c:pt>
                <c:pt idx="453">
                  <c:v>25.89</c:v>
                </c:pt>
                <c:pt idx="454">
                  <c:v>25.61</c:v>
                </c:pt>
                <c:pt idx="455">
                  <c:v>25.315000000000001</c:v>
                </c:pt>
                <c:pt idx="456">
                  <c:v>25.25</c:v>
                </c:pt>
                <c:pt idx="457">
                  <c:v>25.18</c:v>
                </c:pt>
                <c:pt idx="458">
                  <c:v>25.5</c:v>
                </c:pt>
                <c:pt idx="459">
                  <c:v>25.645</c:v>
                </c:pt>
                <c:pt idx="460">
                  <c:v>25.995000000000001</c:v>
                </c:pt>
                <c:pt idx="461">
                  <c:v>25.925000000000001</c:v>
                </c:pt>
                <c:pt idx="462">
                  <c:v>26.085000000000001</c:v>
                </c:pt>
                <c:pt idx="463">
                  <c:v>25.94</c:v>
                </c:pt>
                <c:pt idx="464">
                  <c:v>25.79</c:v>
                </c:pt>
                <c:pt idx="465">
                  <c:v>25.785</c:v>
                </c:pt>
                <c:pt idx="466">
                  <c:v>24.905000000000001</c:v>
                </c:pt>
                <c:pt idx="467">
                  <c:v>24.82</c:v>
                </c:pt>
                <c:pt idx="468">
                  <c:v>25.16</c:v>
                </c:pt>
                <c:pt idx="469">
                  <c:v>25.504999999999999</c:v>
                </c:pt>
                <c:pt idx="470">
                  <c:v>25.42</c:v>
                </c:pt>
                <c:pt idx="471">
                  <c:v>25.395</c:v>
                </c:pt>
                <c:pt idx="472">
                  <c:v>25.64</c:v>
                </c:pt>
                <c:pt idx="473">
                  <c:v>25.51</c:v>
                </c:pt>
                <c:pt idx="474">
                  <c:v>25.364999999999998</c:v>
                </c:pt>
                <c:pt idx="475">
                  <c:v>25.545000000000002</c:v>
                </c:pt>
                <c:pt idx="476">
                  <c:v>25.324999999999999</c:v>
                </c:pt>
                <c:pt idx="477">
                  <c:v>25.024999999999999</c:v>
                </c:pt>
                <c:pt idx="478">
                  <c:v>25.895</c:v>
                </c:pt>
                <c:pt idx="479">
                  <c:v>25.92</c:v>
                </c:pt>
                <c:pt idx="480">
                  <c:v>25.93</c:v>
                </c:pt>
                <c:pt idx="481">
                  <c:v>25.86</c:v>
                </c:pt>
                <c:pt idx="482">
                  <c:v>25.76</c:v>
                </c:pt>
                <c:pt idx="483">
                  <c:v>26.38</c:v>
                </c:pt>
                <c:pt idx="484">
                  <c:v>25.774999999999999</c:v>
                </c:pt>
                <c:pt idx="485">
                  <c:v>25.64</c:v>
                </c:pt>
                <c:pt idx="486">
                  <c:v>25.21</c:v>
                </c:pt>
                <c:pt idx="487">
                  <c:v>24.78</c:v>
                </c:pt>
                <c:pt idx="488">
                  <c:v>24.25</c:v>
                </c:pt>
                <c:pt idx="489">
                  <c:v>24.24</c:v>
                </c:pt>
                <c:pt idx="490">
                  <c:v>24.15</c:v>
                </c:pt>
                <c:pt idx="491">
                  <c:v>25.32</c:v>
                </c:pt>
                <c:pt idx="492">
                  <c:v>25.72</c:v>
                </c:pt>
                <c:pt idx="493">
                  <c:v>25.77</c:v>
                </c:pt>
                <c:pt idx="494">
                  <c:v>25.62</c:v>
                </c:pt>
                <c:pt idx="495">
                  <c:v>25.95</c:v>
                </c:pt>
                <c:pt idx="496">
                  <c:v>25.54</c:v>
                </c:pt>
                <c:pt idx="497">
                  <c:v>25.61</c:v>
                </c:pt>
                <c:pt idx="498">
                  <c:v>25.385000000000002</c:v>
                </c:pt>
                <c:pt idx="499">
                  <c:v>25.545000000000002</c:v>
                </c:pt>
                <c:pt idx="500">
                  <c:v>25.37</c:v>
                </c:pt>
                <c:pt idx="501">
                  <c:v>25.1</c:v>
                </c:pt>
                <c:pt idx="502">
                  <c:v>25.085000000000001</c:v>
                </c:pt>
                <c:pt idx="503">
                  <c:v>25.46</c:v>
                </c:pt>
                <c:pt idx="504">
                  <c:v>25.16</c:v>
                </c:pt>
                <c:pt idx="505">
                  <c:v>25.745000000000001</c:v>
                </c:pt>
                <c:pt idx="506">
                  <c:v>25.824999999999999</c:v>
                </c:pt>
                <c:pt idx="507">
                  <c:v>26.12</c:v>
                </c:pt>
                <c:pt idx="508">
                  <c:v>26.844999999999999</c:v>
                </c:pt>
                <c:pt idx="509">
                  <c:v>26.81</c:v>
                </c:pt>
                <c:pt idx="510">
                  <c:v>27.11</c:v>
                </c:pt>
                <c:pt idx="511">
                  <c:v>26.96</c:v>
                </c:pt>
                <c:pt idx="512">
                  <c:v>27.25</c:v>
                </c:pt>
                <c:pt idx="513">
                  <c:v>27.2</c:v>
                </c:pt>
                <c:pt idx="514">
                  <c:v>27.2</c:v>
                </c:pt>
                <c:pt idx="515">
                  <c:v>27.08</c:v>
                </c:pt>
                <c:pt idx="516">
                  <c:v>27.184999999999999</c:v>
                </c:pt>
                <c:pt idx="517">
                  <c:v>27.33</c:v>
                </c:pt>
                <c:pt idx="518">
                  <c:v>28.13</c:v>
                </c:pt>
                <c:pt idx="519">
                  <c:v>27.9</c:v>
                </c:pt>
                <c:pt idx="520">
                  <c:v>28.055</c:v>
                </c:pt>
                <c:pt idx="521">
                  <c:v>28.07</c:v>
                </c:pt>
                <c:pt idx="522">
                  <c:v>27.81</c:v>
                </c:pt>
                <c:pt idx="523">
                  <c:v>27.99</c:v>
                </c:pt>
                <c:pt idx="524">
                  <c:v>27.76</c:v>
                </c:pt>
                <c:pt idx="525">
                  <c:v>27.75</c:v>
                </c:pt>
                <c:pt idx="526">
                  <c:v>27.704999999999998</c:v>
                </c:pt>
                <c:pt idx="527">
                  <c:v>27.085000000000001</c:v>
                </c:pt>
                <c:pt idx="528">
                  <c:v>26.934999999999999</c:v>
                </c:pt>
                <c:pt idx="529">
                  <c:v>27.77</c:v>
                </c:pt>
                <c:pt idx="530">
                  <c:v>28.25</c:v>
                </c:pt>
                <c:pt idx="531">
                  <c:v>28.4</c:v>
                </c:pt>
                <c:pt idx="532">
                  <c:v>27.664999999999999</c:v>
                </c:pt>
                <c:pt idx="533">
                  <c:v>27.715</c:v>
                </c:pt>
                <c:pt idx="534">
                  <c:v>27.795000000000002</c:v>
                </c:pt>
                <c:pt idx="535">
                  <c:v>27.62</c:v>
                </c:pt>
                <c:pt idx="536">
                  <c:v>27.64</c:v>
                </c:pt>
                <c:pt idx="537">
                  <c:v>27.47</c:v>
                </c:pt>
                <c:pt idx="538">
                  <c:v>27.93</c:v>
                </c:pt>
                <c:pt idx="539">
                  <c:v>27.934999999999999</c:v>
                </c:pt>
                <c:pt idx="540">
                  <c:v>28.344999999999999</c:v>
                </c:pt>
                <c:pt idx="541">
                  <c:v>27.984999999999999</c:v>
                </c:pt>
                <c:pt idx="542">
                  <c:v>27.824999999999999</c:v>
                </c:pt>
                <c:pt idx="543">
                  <c:v>28.074999999999999</c:v>
                </c:pt>
                <c:pt idx="544">
                  <c:v>28.125</c:v>
                </c:pt>
                <c:pt idx="545">
                  <c:v>28.15</c:v>
                </c:pt>
                <c:pt idx="546">
                  <c:v>28.33</c:v>
                </c:pt>
                <c:pt idx="547">
                  <c:v>28.34</c:v>
                </c:pt>
                <c:pt idx="548">
                  <c:v>28.35</c:v>
                </c:pt>
                <c:pt idx="549">
                  <c:v>28.62</c:v>
                </c:pt>
                <c:pt idx="550">
                  <c:v>29</c:v>
                </c:pt>
                <c:pt idx="551">
                  <c:v>28.51</c:v>
                </c:pt>
                <c:pt idx="552">
                  <c:v>28.695</c:v>
                </c:pt>
                <c:pt idx="553">
                  <c:v>28.574999999999999</c:v>
                </c:pt>
                <c:pt idx="554">
                  <c:v>28.34</c:v>
                </c:pt>
                <c:pt idx="555">
                  <c:v>28.135000000000002</c:v>
                </c:pt>
                <c:pt idx="556">
                  <c:v>27.91</c:v>
                </c:pt>
                <c:pt idx="557">
                  <c:v>28.074999999999999</c:v>
                </c:pt>
                <c:pt idx="558">
                  <c:v>27.945</c:v>
                </c:pt>
                <c:pt idx="559">
                  <c:v>27.77</c:v>
                </c:pt>
                <c:pt idx="560">
                  <c:v>27.675000000000001</c:v>
                </c:pt>
                <c:pt idx="561">
                  <c:v>27.48</c:v>
                </c:pt>
                <c:pt idx="562">
                  <c:v>27.335000000000001</c:v>
                </c:pt>
                <c:pt idx="563">
                  <c:v>27.26</c:v>
                </c:pt>
                <c:pt idx="564">
                  <c:v>27.11</c:v>
                </c:pt>
                <c:pt idx="565">
                  <c:v>27.24</c:v>
                </c:pt>
                <c:pt idx="566">
                  <c:v>27.445</c:v>
                </c:pt>
                <c:pt idx="567">
                  <c:v>27.504999999999999</c:v>
                </c:pt>
                <c:pt idx="568">
                  <c:v>27.574999999999999</c:v>
                </c:pt>
                <c:pt idx="569">
                  <c:v>27.324999999999999</c:v>
                </c:pt>
                <c:pt idx="570">
                  <c:v>27.364999999999998</c:v>
                </c:pt>
                <c:pt idx="571">
                  <c:v>27.175000000000001</c:v>
                </c:pt>
                <c:pt idx="572">
                  <c:v>27.23</c:v>
                </c:pt>
                <c:pt idx="573">
                  <c:v>27.824999999999999</c:v>
                </c:pt>
                <c:pt idx="574">
                  <c:v>28.114999999999998</c:v>
                </c:pt>
                <c:pt idx="575">
                  <c:v>27.97</c:v>
                </c:pt>
                <c:pt idx="576">
                  <c:v>28.015000000000001</c:v>
                </c:pt>
                <c:pt idx="577">
                  <c:v>27.805</c:v>
                </c:pt>
                <c:pt idx="578">
                  <c:v>27.72</c:v>
                </c:pt>
                <c:pt idx="579">
                  <c:v>27.72</c:v>
                </c:pt>
                <c:pt idx="580">
                  <c:v>27.725000000000001</c:v>
                </c:pt>
                <c:pt idx="581">
                  <c:v>27.605</c:v>
                </c:pt>
                <c:pt idx="582">
                  <c:v>28.035</c:v>
                </c:pt>
                <c:pt idx="583">
                  <c:v>28.04</c:v>
                </c:pt>
                <c:pt idx="584">
                  <c:v>28.045000000000002</c:v>
                </c:pt>
                <c:pt idx="585">
                  <c:v>28.29</c:v>
                </c:pt>
                <c:pt idx="586">
                  <c:v>28.69</c:v>
                </c:pt>
                <c:pt idx="587">
                  <c:v>29.01</c:v>
                </c:pt>
                <c:pt idx="588">
                  <c:v>29.37</c:v>
                </c:pt>
                <c:pt idx="589">
                  <c:v>29.46</c:v>
                </c:pt>
                <c:pt idx="590">
                  <c:v>29.085000000000001</c:v>
                </c:pt>
                <c:pt idx="591">
                  <c:v>28.914999999999999</c:v>
                </c:pt>
                <c:pt idx="592">
                  <c:v>28.95</c:v>
                </c:pt>
                <c:pt idx="593">
                  <c:v>28.585000000000001</c:v>
                </c:pt>
                <c:pt idx="594">
                  <c:v>28.585000000000001</c:v>
                </c:pt>
                <c:pt idx="595">
                  <c:v>28.73</c:v>
                </c:pt>
                <c:pt idx="596">
                  <c:v>28.19</c:v>
                </c:pt>
                <c:pt idx="597">
                  <c:v>28.63</c:v>
                </c:pt>
                <c:pt idx="598">
                  <c:v>28.875</c:v>
                </c:pt>
                <c:pt idx="599">
                  <c:v>29.035</c:v>
                </c:pt>
                <c:pt idx="600">
                  <c:v>29.01</c:v>
                </c:pt>
                <c:pt idx="601">
                  <c:v>29.07</c:v>
                </c:pt>
                <c:pt idx="602">
                  <c:v>28.95</c:v>
                </c:pt>
                <c:pt idx="603">
                  <c:v>29.07</c:v>
                </c:pt>
                <c:pt idx="604">
                  <c:v>28.51</c:v>
                </c:pt>
                <c:pt idx="605">
                  <c:v>28.414999999999999</c:v>
                </c:pt>
                <c:pt idx="606">
                  <c:v>28.46</c:v>
                </c:pt>
                <c:pt idx="607">
                  <c:v>28.344999999999999</c:v>
                </c:pt>
                <c:pt idx="608">
                  <c:v>28.895</c:v>
                </c:pt>
                <c:pt idx="609">
                  <c:v>29.37</c:v>
                </c:pt>
                <c:pt idx="610">
                  <c:v>28.57</c:v>
                </c:pt>
                <c:pt idx="611">
                  <c:v>28.69</c:v>
                </c:pt>
                <c:pt idx="612">
                  <c:v>28.285</c:v>
                </c:pt>
                <c:pt idx="613">
                  <c:v>28.14</c:v>
                </c:pt>
                <c:pt idx="614">
                  <c:v>27.8</c:v>
                </c:pt>
                <c:pt idx="615">
                  <c:v>27.64</c:v>
                </c:pt>
                <c:pt idx="616">
                  <c:v>27.475000000000001</c:v>
                </c:pt>
                <c:pt idx="617">
                  <c:v>27.17</c:v>
                </c:pt>
                <c:pt idx="618">
                  <c:v>26.25</c:v>
                </c:pt>
                <c:pt idx="619">
                  <c:v>26.13</c:v>
                </c:pt>
                <c:pt idx="620">
                  <c:v>26.47</c:v>
                </c:pt>
                <c:pt idx="621">
                  <c:v>26.504999999999999</c:v>
                </c:pt>
                <c:pt idx="622">
                  <c:v>26.32</c:v>
                </c:pt>
                <c:pt idx="623">
                  <c:v>26.215</c:v>
                </c:pt>
                <c:pt idx="624">
                  <c:v>25.914999999999999</c:v>
                </c:pt>
                <c:pt idx="625">
                  <c:v>25.94</c:v>
                </c:pt>
                <c:pt idx="626">
                  <c:v>25.605</c:v>
                </c:pt>
                <c:pt idx="627">
                  <c:v>25.484999999999999</c:v>
                </c:pt>
                <c:pt idx="628">
                  <c:v>25.38</c:v>
                </c:pt>
                <c:pt idx="629">
                  <c:v>25.274999999999999</c:v>
                </c:pt>
                <c:pt idx="630">
                  <c:v>24.97</c:v>
                </c:pt>
                <c:pt idx="631">
                  <c:v>24.725000000000001</c:v>
                </c:pt>
                <c:pt idx="632">
                  <c:v>24.71</c:v>
                </c:pt>
                <c:pt idx="633">
                  <c:v>24.82</c:v>
                </c:pt>
                <c:pt idx="634">
                  <c:v>24.885000000000002</c:v>
                </c:pt>
                <c:pt idx="635">
                  <c:v>24.524999999999999</c:v>
                </c:pt>
                <c:pt idx="636">
                  <c:v>24.605</c:v>
                </c:pt>
                <c:pt idx="637">
                  <c:v>24.945</c:v>
                </c:pt>
                <c:pt idx="638">
                  <c:v>24.57</c:v>
                </c:pt>
                <c:pt idx="639">
                  <c:v>24.594999999999999</c:v>
                </c:pt>
                <c:pt idx="640">
                  <c:v>24.734999999999999</c:v>
                </c:pt>
                <c:pt idx="641">
                  <c:v>24.704999999999998</c:v>
                </c:pt>
                <c:pt idx="642">
                  <c:v>24.94</c:v>
                </c:pt>
                <c:pt idx="643">
                  <c:v>25.065000000000001</c:v>
                </c:pt>
                <c:pt idx="644">
                  <c:v>25.08</c:v>
                </c:pt>
                <c:pt idx="645">
                  <c:v>24.88</c:v>
                </c:pt>
                <c:pt idx="646">
                  <c:v>25.08</c:v>
                </c:pt>
                <c:pt idx="647">
                  <c:v>24.97</c:v>
                </c:pt>
                <c:pt idx="648">
                  <c:v>24.64</c:v>
                </c:pt>
                <c:pt idx="649">
                  <c:v>24.975000000000001</c:v>
                </c:pt>
                <c:pt idx="650">
                  <c:v>24.885000000000002</c:v>
                </c:pt>
                <c:pt idx="651">
                  <c:v>24.954999999999998</c:v>
                </c:pt>
                <c:pt idx="652">
                  <c:v>24.875</c:v>
                </c:pt>
                <c:pt idx="653">
                  <c:v>24.785</c:v>
                </c:pt>
                <c:pt idx="654">
                  <c:v>24.71</c:v>
                </c:pt>
                <c:pt idx="655">
                  <c:v>24.89</c:v>
                </c:pt>
                <c:pt idx="656">
                  <c:v>24.71</c:v>
                </c:pt>
                <c:pt idx="657">
                  <c:v>24.715</c:v>
                </c:pt>
                <c:pt idx="658">
                  <c:v>25.06</c:v>
                </c:pt>
                <c:pt idx="659">
                  <c:v>24.47</c:v>
                </c:pt>
                <c:pt idx="660">
                  <c:v>24.74</c:v>
                </c:pt>
                <c:pt idx="661">
                  <c:v>24.52</c:v>
                </c:pt>
                <c:pt idx="662">
                  <c:v>24.295000000000002</c:v>
                </c:pt>
                <c:pt idx="663">
                  <c:v>23.91</c:v>
                </c:pt>
                <c:pt idx="664">
                  <c:v>23.79</c:v>
                </c:pt>
                <c:pt idx="665">
                  <c:v>23.754999999999999</c:v>
                </c:pt>
                <c:pt idx="666">
                  <c:v>23.614999999999998</c:v>
                </c:pt>
                <c:pt idx="667">
                  <c:v>23.704999999999998</c:v>
                </c:pt>
                <c:pt idx="668">
                  <c:v>23.74</c:v>
                </c:pt>
                <c:pt idx="669">
                  <c:v>23.785</c:v>
                </c:pt>
                <c:pt idx="670">
                  <c:v>24.355</c:v>
                </c:pt>
                <c:pt idx="671">
                  <c:v>24.6</c:v>
                </c:pt>
                <c:pt idx="672">
                  <c:v>24.61</c:v>
                </c:pt>
                <c:pt idx="673">
                  <c:v>24.445</c:v>
                </c:pt>
                <c:pt idx="674">
                  <c:v>24.475000000000001</c:v>
                </c:pt>
                <c:pt idx="675">
                  <c:v>24.81</c:v>
                </c:pt>
                <c:pt idx="676">
                  <c:v>24.91</c:v>
                </c:pt>
                <c:pt idx="677">
                  <c:v>25.71</c:v>
                </c:pt>
                <c:pt idx="678">
                  <c:v>25.945</c:v>
                </c:pt>
                <c:pt idx="679">
                  <c:v>25.93</c:v>
                </c:pt>
                <c:pt idx="680">
                  <c:v>25.754999999999999</c:v>
                </c:pt>
                <c:pt idx="681">
                  <c:v>25.715</c:v>
                </c:pt>
                <c:pt idx="682">
                  <c:v>25.49</c:v>
                </c:pt>
                <c:pt idx="683">
                  <c:v>25.56</c:v>
                </c:pt>
                <c:pt idx="684">
                  <c:v>25.664999999999999</c:v>
                </c:pt>
                <c:pt idx="685">
                  <c:v>25.664999999999999</c:v>
                </c:pt>
                <c:pt idx="686">
                  <c:v>25.57</c:v>
                </c:pt>
                <c:pt idx="687">
                  <c:v>25.81</c:v>
                </c:pt>
                <c:pt idx="688">
                  <c:v>25.425000000000001</c:v>
                </c:pt>
                <c:pt idx="689">
                  <c:v>25.37</c:v>
                </c:pt>
                <c:pt idx="690">
                  <c:v>25.03</c:v>
                </c:pt>
                <c:pt idx="691">
                  <c:v>25.2</c:v>
                </c:pt>
                <c:pt idx="692">
                  <c:v>24.94</c:v>
                </c:pt>
                <c:pt idx="693">
                  <c:v>24.99</c:v>
                </c:pt>
                <c:pt idx="694">
                  <c:v>25.164999999999999</c:v>
                </c:pt>
                <c:pt idx="695">
                  <c:v>25.204999999999998</c:v>
                </c:pt>
                <c:pt idx="696">
                  <c:v>24.81</c:v>
                </c:pt>
                <c:pt idx="697">
                  <c:v>24.9</c:v>
                </c:pt>
                <c:pt idx="698">
                  <c:v>25.26</c:v>
                </c:pt>
                <c:pt idx="699">
                  <c:v>25.364999999999998</c:v>
                </c:pt>
                <c:pt idx="700">
                  <c:v>25.68</c:v>
                </c:pt>
                <c:pt idx="701">
                  <c:v>25.6</c:v>
                </c:pt>
                <c:pt idx="702">
                  <c:v>25.535</c:v>
                </c:pt>
                <c:pt idx="703">
                  <c:v>25.805</c:v>
                </c:pt>
                <c:pt idx="704">
                  <c:v>25.704999999999998</c:v>
                </c:pt>
                <c:pt idx="705">
                  <c:v>25.95</c:v>
                </c:pt>
                <c:pt idx="706">
                  <c:v>25.86</c:v>
                </c:pt>
                <c:pt idx="707">
                  <c:v>25.565000000000001</c:v>
                </c:pt>
                <c:pt idx="708">
                  <c:v>26.13</c:v>
                </c:pt>
                <c:pt idx="709">
                  <c:v>26.41</c:v>
                </c:pt>
                <c:pt idx="710">
                  <c:v>26.085000000000001</c:v>
                </c:pt>
                <c:pt idx="711">
                  <c:v>25.555</c:v>
                </c:pt>
                <c:pt idx="712">
                  <c:v>26.355</c:v>
                </c:pt>
                <c:pt idx="713">
                  <c:v>26.204999999999998</c:v>
                </c:pt>
                <c:pt idx="714">
                  <c:v>26.565000000000001</c:v>
                </c:pt>
                <c:pt idx="715">
                  <c:v>26.295000000000002</c:v>
                </c:pt>
                <c:pt idx="716">
                  <c:v>26.15</c:v>
                </c:pt>
                <c:pt idx="717">
                  <c:v>25.965</c:v>
                </c:pt>
                <c:pt idx="718">
                  <c:v>26.26</c:v>
                </c:pt>
                <c:pt idx="719">
                  <c:v>26.734999999999999</c:v>
                </c:pt>
                <c:pt idx="720">
                  <c:v>26.524999999999999</c:v>
                </c:pt>
                <c:pt idx="721">
                  <c:v>27.68</c:v>
                </c:pt>
                <c:pt idx="722">
                  <c:v>26.57</c:v>
                </c:pt>
                <c:pt idx="723">
                  <c:v>26.465</c:v>
                </c:pt>
                <c:pt idx="724">
                  <c:v>26.87</c:v>
                </c:pt>
                <c:pt idx="725">
                  <c:v>27.004999999999999</c:v>
                </c:pt>
                <c:pt idx="726">
                  <c:v>26.885000000000002</c:v>
                </c:pt>
                <c:pt idx="727">
                  <c:v>27.18</c:v>
                </c:pt>
                <c:pt idx="728">
                  <c:v>27.164999999999999</c:v>
                </c:pt>
                <c:pt idx="729">
                  <c:v>27.305</c:v>
                </c:pt>
                <c:pt idx="730">
                  <c:v>27.274999999999999</c:v>
                </c:pt>
                <c:pt idx="731">
                  <c:v>27.58</c:v>
                </c:pt>
                <c:pt idx="732">
                  <c:v>27.725000000000001</c:v>
                </c:pt>
                <c:pt idx="733">
                  <c:v>27.715</c:v>
                </c:pt>
                <c:pt idx="734">
                  <c:v>27.504999999999999</c:v>
                </c:pt>
                <c:pt idx="735">
                  <c:v>27.22</c:v>
                </c:pt>
                <c:pt idx="736">
                  <c:v>26.81</c:v>
                </c:pt>
                <c:pt idx="737">
                  <c:v>26.46</c:v>
                </c:pt>
                <c:pt idx="738">
                  <c:v>26.63</c:v>
                </c:pt>
                <c:pt idx="739">
                  <c:v>26.49</c:v>
                </c:pt>
                <c:pt idx="740">
                  <c:v>25.815000000000001</c:v>
                </c:pt>
                <c:pt idx="741">
                  <c:v>25.324999999999999</c:v>
                </c:pt>
                <c:pt idx="742">
                  <c:v>25.215</c:v>
                </c:pt>
                <c:pt idx="743">
                  <c:v>25.774999999999999</c:v>
                </c:pt>
                <c:pt idx="744">
                  <c:v>25.82</c:v>
                </c:pt>
                <c:pt idx="745">
                  <c:v>26.06</c:v>
                </c:pt>
                <c:pt idx="746">
                  <c:v>26.605</c:v>
                </c:pt>
                <c:pt idx="747">
                  <c:v>26.295000000000002</c:v>
                </c:pt>
                <c:pt idx="748">
                  <c:v>25.995000000000001</c:v>
                </c:pt>
                <c:pt idx="749">
                  <c:v>26.05</c:v>
                </c:pt>
                <c:pt idx="750">
                  <c:v>26.074999999999999</c:v>
                </c:pt>
                <c:pt idx="751">
                  <c:v>25.96</c:v>
                </c:pt>
                <c:pt idx="752">
                  <c:v>25.945</c:v>
                </c:pt>
                <c:pt idx="753">
                  <c:v>26.13</c:v>
                </c:pt>
                <c:pt idx="754">
                  <c:v>25.91</c:v>
                </c:pt>
                <c:pt idx="755">
                  <c:v>25.8</c:v>
                </c:pt>
                <c:pt idx="756">
                  <c:v>25.815000000000001</c:v>
                </c:pt>
                <c:pt idx="757">
                  <c:v>25.21</c:v>
                </c:pt>
                <c:pt idx="758">
                  <c:v>25.3</c:v>
                </c:pt>
                <c:pt idx="759">
                  <c:v>25.1</c:v>
                </c:pt>
                <c:pt idx="760">
                  <c:v>25.024999999999999</c:v>
                </c:pt>
                <c:pt idx="761">
                  <c:v>25.02</c:v>
                </c:pt>
                <c:pt idx="762">
                  <c:v>24.89</c:v>
                </c:pt>
                <c:pt idx="763">
                  <c:v>24.69</c:v>
                </c:pt>
                <c:pt idx="764">
                  <c:v>24.445</c:v>
                </c:pt>
                <c:pt idx="765">
                  <c:v>24.445</c:v>
                </c:pt>
                <c:pt idx="766">
                  <c:v>24.114999999999998</c:v>
                </c:pt>
                <c:pt idx="767">
                  <c:v>24.125</c:v>
                </c:pt>
                <c:pt idx="768">
                  <c:v>24.06</c:v>
                </c:pt>
                <c:pt idx="769">
                  <c:v>23.785</c:v>
                </c:pt>
                <c:pt idx="770">
                  <c:v>23.785</c:v>
                </c:pt>
                <c:pt idx="771">
                  <c:v>23.664999999999999</c:v>
                </c:pt>
                <c:pt idx="772">
                  <c:v>23.53</c:v>
                </c:pt>
                <c:pt idx="773">
                  <c:v>23.684999999999999</c:v>
                </c:pt>
                <c:pt idx="774">
                  <c:v>23.695</c:v>
                </c:pt>
                <c:pt idx="775">
                  <c:v>23.6</c:v>
                </c:pt>
                <c:pt idx="776">
                  <c:v>23.65</c:v>
                </c:pt>
                <c:pt idx="777">
                  <c:v>23.57</c:v>
                </c:pt>
                <c:pt idx="778">
                  <c:v>23.68</c:v>
                </c:pt>
                <c:pt idx="779">
                  <c:v>23.934999999999999</c:v>
                </c:pt>
                <c:pt idx="780">
                  <c:v>24.16</c:v>
                </c:pt>
                <c:pt idx="781">
                  <c:v>24.324999999999999</c:v>
                </c:pt>
                <c:pt idx="782">
                  <c:v>24.285</c:v>
                </c:pt>
                <c:pt idx="783">
                  <c:v>23.72</c:v>
                </c:pt>
                <c:pt idx="784">
                  <c:v>23.765000000000001</c:v>
                </c:pt>
                <c:pt idx="785">
                  <c:v>23.885000000000002</c:v>
                </c:pt>
                <c:pt idx="786">
                  <c:v>23.39</c:v>
                </c:pt>
                <c:pt idx="787">
                  <c:v>23.184999999999999</c:v>
                </c:pt>
                <c:pt idx="788">
                  <c:v>23.515000000000001</c:v>
                </c:pt>
                <c:pt idx="789">
                  <c:v>23.66</c:v>
                </c:pt>
                <c:pt idx="790">
                  <c:v>23.414999999999999</c:v>
                </c:pt>
                <c:pt idx="791">
                  <c:v>23.64</c:v>
                </c:pt>
                <c:pt idx="792">
                  <c:v>23.965</c:v>
                </c:pt>
                <c:pt idx="793">
                  <c:v>24.1</c:v>
                </c:pt>
                <c:pt idx="794">
                  <c:v>24.43</c:v>
                </c:pt>
                <c:pt idx="795">
                  <c:v>24.18</c:v>
                </c:pt>
                <c:pt idx="796">
                  <c:v>23.954999999999998</c:v>
                </c:pt>
                <c:pt idx="797">
                  <c:v>23.684999999999999</c:v>
                </c:pt>
                <c:pt idx="798">
                  <c:v>23.225000000000001</c:v>
                </c:pt>
                <c:pt idx="799">
                  <c:v>23.08</c:v>
                </c:pt>
                <c:pt idx="800">
                  <c:v>23.135000000000002</c:v>
                </c:pt>
                <c:pt idx="801">
                  <c:v>23.46</c:v>
                </c:pt>
                <c:pt idx="802">
                  <c:v>23.52</c:v>
                </c:pt>
                <c:pt idx="803">
                  <c:v>23.2</c:v>
                </c:pt>
                <c:pt idx="804">
                  <c:v>23.05</c:v>
                </c:pt>
                <c:pt idx="805">
                  <c:v>22.824999999999999</c:v>
                </c:pt>
                <c:pt idx="806">
                  <c:v>22.645</c:v>
                </c:pt>
                <c:pt idx="807">
                  <c:v>23.29</c:v>
                </c:pt>
                <c:pt idx="808">
                  <c:v>23.805</c:v>
                </c:pt>
                <c:pt idx="809">
                  <c:v>23.795000000000002</c:v>
                </c:pt>
                <c:pt idx="810">
                  <c:v>23.425000000000001</c:v>
                </c:pt>
                <c:pt idx="811">
                  <c:v>23.254999999999999</c:v>
                </c:pt>
                <c:pt idx="812">
                  <c:v>23.234999999999999</c:v>
                </c:pt>
                <c:pt idx="813">
                  <c:v>23.195</c:v>
                </c:pt>
                <c:pt idx="814">
                  <c:v>23.41</c:v>
                </c:pt>
                <c:pt idx="815">
                  <c:v>23.184999999999999</c:v>
                </c:pt>
                <c:pt idx="816">
                  <c:v>23.335000000000001</c:v>
                </c:pt>
                <c:pt idx="817">
                  <c:v>23.635000000000002</c:v>
                </c:pt>
                <c:pt idx="818">
                  <c:v>23.215</c:v>
                </c:pt>
                <c:pt idx="819">
                  <c:v>23.4</c:v>
                </c:pt>
                <c:pt idx="820">
                  <c:v>23.36</c:v>
                </c:pt>
                <c:pt idx="821">
                  <c:v>23.344999999999999</c:v>
                </c:pt>
                <c:pt idx="822">
                  <c:v>23.045000000000002</c:v>
                </c:pt>
                <c:pt idx="823">
                  <c:v>22.96</c:v>
                </c:pt>
                <c:pt idx="824">
                  <c:v>22.78</c:v>
                </c:pt>
                <c:pt idx="825">
                  <c:v>22.945</c:v>
                </c:pt>
                <c:pt idx="826">
                  <c:v>23.09</c:v>
                </c:pt>
                <c:pt idx="827">
                  <c:v>22.945</c:v>
                </c:pt>
                <c:pt idx="828">
                  <c:v>22.734999999999999</c:v>
                </c:pt>
                <c:pt idx="829">
                  <c:v>22.85</c:v>
                </c:pt>
                <c:pt idx="830">
                  <c:v>22.9</c:v>
                </c:pt>
                <c:pt idx="831">
                  <c:v>22.48</c:v>
                </c:pt>
                <c:pt idx="832">
                  <c:v>22.204999999999998</c:v>
                </c:pt>
                <c:pt idx="833">
                  <c:v>22.82</c:v>
                </c:pt>
                <c:pt idx="834">
                  <c:v>23.524999999999999</c:v>
                </c:pt>
                <c:pt idx="835">
                  <c:v>23.524999999999999</c:v>
                </c:pt>
                <c:pt idx="836">
                  <c:v>23.405000000000001</c:v>
                </c:pt>
                <c:pt idx="837">
                  <c:v>23.925000000000001</c:v>
                </c:pt>
                <c:pt idx="838">
                  <c:v>24.18</c:v>
                </c:pt>
                <c:pt idx="839">
                  <c:v>23.95</c:v>
                </c:pt>
                <c:pt idx="840">
                  <c:v>24.09</c:v>
                </c:pt>
                <c:pt idx="841">
                  <c:v>23.93</c:v>
                </c:pt>
                <c:pt idx="842">
                  <c:v>23.965</c:v>
                </c:pt>
                <c:pt idx="843">
                  <c:v>23.844999999999999</c:v>
                </c:pt>
                <c:pt idx="844">
                  <c:v>24.12</c:v>
                </c:pt>
                <c:pt idx="845">
                  <c:v>24.09</c:v>
                </c:pt>
                <c:pt idx="846">
                  <c:v>23.87</c:v>
                </c:pt>
                <c:pt idx="847">
                  <c:v>23.984999999999999</c:v>
                </c:pt>
                <c:pt idx="848">
                  <c:v>23.78</c:v>
                </c:pt>
                <c:pt idx="849">
                  <c:v>23.905000000000001</c:v>
                </c:pt>
                <c:pt idx="850">
                  <c:v>23.905000000000001</c:v>
                </c:pt>
                <c:pt idx="851">
                  <c:v>23.454999999999998</c:v>
                </c:pt>
                <c:pt idx="852">
                  <c:v>23.254999999999999</c:v>
                </c:pt>
                <c:pt idx="853">
                  <c:v>23.425000000000001</c:v>
                </c:pt>
                <c:pt idx="854">
                  <c:v>24.52</c:v>
                </c:pt>
                <c:pt idx="855">
                  <c:v>24.01</c:v>
                </c:pt>
                <c:pt idx="856">
                  <c:v>24.34</c:v>
                </c:pt>
                <c:pt idx="857">
                  <c:v>24.254999999999999</c:v>
                </c:pt>
                <c:pt idx="858">
                  <c:v>24.614999999999998</c:v>
                </c:pt>
                <c:pt idx="859">
                  <c:v>24.53</c:v>
                </c:pt>
                <c:pt idx="860">
                  <c:v>24.495000000000001</c:v>
                </c:pt>
                <c:pt idx="861">
                  <c:v>24.574999999999999</c:v>
                </c:pt>
                <c:pt idx="862">
                  <c:v>24.68</c:v>
                </c:pt>
                <c:pt idx="863">
                  <c:v>24.55</c:v>
                </c:pt>
                <c:pt idx="864">
                  <c:v>24.62</c:v>
                </c:pt>
                <c:pt idx="865">
                  <c:v>24.484999999999999</c:v>
                </c:pt>
                <c:pt idx="866">
                  <c:v>24.454999999999998</c:v>
                </c:pt>
                <c:pt idx="867">
                  <c:v>24.305</c:v>
                </c:pt>
                <c:pt idx="868">
                  <c:v>24.17</c:v>
                </c:pt>
                <c:pt idx="869">
                  <c:v>23.63</c:v>
                </c:pt>
                <c:pt idx="870">
                  <c:v>23.59</c:v>
                </c:pt>
                <c:pt idx="871">
                  <c:v>24.05</c:v>
                </c:pt>
                <c:pt idx="872">
                  <c:v>23.085000000000001</c:v>
                </c:pt>
                <c:pt idx="873">
                  <c:v>23.18</c:v>
                </c:pt>
                <c:pt idx="874">
                  <c:v>22.98</c:v>
                </c:pt>
                <c:pt idx="875">
                  <c:v>22.63</c:v>
                </c:pt>
                <c:pt idx="876">
                  <c:v>22.324999999999999</c:v>
                </c:pt>
                <c:pt idx="877">
                  <c:v>22.004999999999999</c:v>
                </c:pt>
                <c:pt idx="878">
                  <c:v>22.72</c:v>
                </c:pt>
                <c:pt idx="879">
                  <c:v>23.175000000000001</c:v>
                </c:pt>
                <c:pt idx="880">
                  <c:v>23.105</c:v>
                </c:pt>
                <c:pt idx="881">
                  <c:v>22.36</c:v>
                </c:pt>
                <c:pt idx="882">
                  <c:v>22.14</c:v>
                </c:pt>
                <c:pt idx="883">
                  <c:v>22.09</c:v>
                </c:pt>
                <c:pt idx="884">
                  <c:v>22.594999999999999</c:v>
                </c:pt>
                <c:pt idx="885">
                  <c:v>24.695</c:v>
                </c:pt>
                <c:pt idx="886">
                  <c:v>24.38</c:v>
                </c:pt>
                <c:pt idx="887">
                  <c:v>25.445</c:v>
                </c:pt>
                <c:pt idx="888">
                  <c:v>25.73</c:v>
                </c:pt>
                <c:pt idx="889">
                  <c:v>25.875</c:v>
                </c:pt>
                <c:pt idx="890">
                  <c:v>25.98</c:v>
                </c:pt>
                <c:pt idx="891">
                  <c:v>25.995000000000001</c:v>
                </c:pt>
                <c:pt idx="892">
                  <c:v>25.8</c:v>
                </c:pt>
                <c:pt idx="893">
                  <c:v>26.045000000000002</c:v>
                </c:pt>
                <c:pt idx="894">
                  <c:v>25.64</c:v>
                </c:pt>
                <c:pt idx="895">
                  <c:v>25.265000000000001</c:v>
                </c:pt>
                <c:pt idx="896">
                  <c:v>25.364999999999998</c:v>
                </c:pt>
                <c:pt idx="897">
                  <c:v>24.99</c:v>
                </c:pt>
                <c:pt idx="898">
                  <c:v>24.82</c:v>
                </c:pt>
                <c:pt idx="899">
                  <c:v>24.495000000000001</c:v>
                </c:pt>
                <c:pt idx="900">
                  <c:v>24.855</c:v>
                </c:pt>
                <c:pt idx="901">
                  <c:v>25.24</c:v>
                </c:pt>
                <c:pt idx="902">
                  <c:v>25.41</c:v>
                </c:pt>
                <c:pt idx="903">
                  <c:v>25.875</c:v>
                </c:pt>
                <c:pt idx="904">
                  <c:v>25.79</c:v>
                </c:pt>
                <c:pt idx="905">
                  <c:v>25.605</c:v>
                </c:pt>
                <c:pt idx="906">
                  <c:v>25.45</c:v>
                </c:pt>
                <c:pt idx="907">
                  <c:v>25.39</c:v>
                </c:pt>
                <c:pt idx="908">
                  <c:v>24.66</c:v>
                </c:pt>
                <c:pt idx="909">
                  <c:v>24.43</c:v>
                </c:pt>
                <c:pt idx="910">
                  <c:v>24.55</c:v>
                </c:pt>
                <c:pt idx="911">
                  <c:v>23.984999999999999</c:v>
                </c:pt>
                <c:pt idx="912">
                  <c:v>24.14</c:v>
                </c:pt>
                <c:pt idx="913">
                  <c:v>23.375</c:v>
                </c:pt>
                <c:pt idx="914">
                  <c:v>23.664999999999999</c:v>
                </c:pt>
                <c:pt idx="915">
                  <c:v>23.74</c:v>
                </c:pt>
                <c:pt idx="916">
                  <c:v>23.75</c:v>
                </c:pt>
                <c:pt idx="917">
                  <c:v>23.704999999999998</c:v>
                </c:pt>
                <c:pt idx="918">
                  <c:v>23.414999999999999</c:v>
                </c:pt>
                <c:pt idx="919">
                  <c:v>23.32</c:v>
                </c:pt>
                <c:pt idx="920">
                  <c:v>23.475000000000001</c:v>
                </c:pt>
                <c:pt idx="921">
                  <c:v>23.655000000000001</c:v>
                </c:pt>
                <c:pt idx="922">
                  <c:v>23.63</c:v>
                </c:pt>
                <c:pt idx="923">
                  <c:v>23.605</c:v>
                </c:pt>
                <c:pt idx="924">
                  <c:v>24.035</c:v>
                </c:pt>
                <c:pt idx="925">
                  <c:v>24.19</c:v>
                </c:pt>
                <c:pt idx="926">
                  <c:v>24.254999999999999</c:v>
                </c:pt>
                <c:pt idx="927">
                  <c:v>24.405000000000001</c:v>
                </c:pt>
                <c:pt idx="928">
                  <c:v>24.324999999999999</c:v>
                </c:pt>
                <c:pt idx="929">
                  <c:v>24.06</c:v>
                </c:pt>
                <c:pt idx="930">
                  <c:v>23.765000000000001</c:v>
                </c:pt>
                <c:pt idx="931">
                  <c:v>23.79</c:v>
                </c:pt>
                <c:pt idx="932">
                  <c:v>23.5</c:v>
                </c:pt>
                <c:pt idx="933">
                  <c:v>23.114999999999998</c:v>
                </c:pt>
                <c:pt idx="934">
                  <c:v>22.85</c:v>
                </c:pt>
                <c:pt idx="935">
                  <c:v>23.67</c:v>
                </c:pt>
                <c:pt idx="936">
                  <c:v>23.26</c:v>
                </c:pt>
                <c:pt idx="937">
                  <c:v>23.26</c:v>
                </c:pt>
                <c:pt idx="938">
                  <c:v>23.495000000000001</c:v>
                </c:pt>
                <c:pt idx="939">
                  <c:v>23.5</c:v>
                </c:pt>
                <c:pt idx="940">
                  <c:v>23.664999999999999</c:v>
                </c:pt>
                <c:pt idx="941">
                  <c:v>23.664999999999999</c:v>
                </c:pt>
                <c:pt idx="942">
                  <c:v>23.524999999999999</c:v>
                </c:pt>
                <c:pt idx="943">
                  <c:v>23.545000000000002</c:v>
                </c:pt>
                <c:pt idx="944">
                  <c:v>23.074999999999999</c:v>
                </c:pt>
                <c:pt idx="945">
                  <c:v>22.87</c:v>
                </c:pt>
                <c:pt idx="946">
                  <c:v>22.43</c:v>
                </c:pt>
                <c:pt idx="947">
                  <c:v>22.895</c:v>
                </c:pt>
                <c:pt idx="948">
                  <c:v>22.96</c:v>
                </c:pt>
                <c:pt idx="949">
                  <c:v>23.18</c:v>
                </c:pt>
                <c:pt idx="950">
                  <c:v>22.954999999999998</c:v>
                </c:pt>
                <c:pt idx="951">
                  <c:v>22.86</c:v>
                </c:pt>
                <c:pt idx="952">
                  <c:v>23.094999999999999</c:v>
                </c:pt>
                <c:pt idx="953">
                  <c:v>23.155000000000001</c:v>
                </c:pt>
                <c:pt idx="954">
                  <c:v>23.585000000000001</c:v>
                </c:pt>
                <c:pt idx="955">
                  <c:v>23.754999999999999</c:v>
                </c:pt>
                <c:pt idx="956">
                  <c:v>23.655000000000001</c:v>
                </c:pt>
                <c:pt idx="957">
                  <c:v>23.82</c:v>
                </c:pt>
                <c:pt idx="958">
                  <c:v>24.44</c:v>
                </c:pt>
                <c:pt idx="959">
                  <c:v>24.004999999999999</c:v>
                </c:pt>
                <c:pt idx="960">
                  <c:v>23.605</c:v>
                </c:pt>
                <c:pt idx="961">
                  <c:v>23.67</c:v>
                </c:pt>
                <c:pt idx="962">
                  <c:v>23.425000000000001</c:v>
                </c:pt>
                <c:pt idx="963">
                  <c:v>23.565000000000001</c:v>
                </c:pt>
                <c:pt idx="964">
                  <c:v>23.824999999999999</c:v>
                </c:pt>
                <c:pt idx="965">
                  <c:v>22.725000000000001</c:v>
                </c:pt>
                <c:pt idx="966">
                  <c:v>23.445</c:v>
                </c:pt>
                <c:pt idx="967">
                  <c:v>23.645</c:v>
                </c:pt>
                <c:pt idx="968">
                  <c:v>23.704999999999998</c:v>
                </c:pt>
                <c:pt idx="969">
                  <c:v>23.75</c:v>
                </c:pt>
                <c:pt idx="970">
                  <c:v>23.58</c:v>
                </c:pt>
                <c:pt idx="971">
                  <c:v>23.6</c:v>
                </c:pt>
                <c:pt idx="972">
                  <c:v>23.15</c:v>
                </c:pt>
                <c:pt idx="973">
                  <c:v>23.835000000000001</c:v>
                </c:pt>
                <c:pt idx="974">
                  <c:v>24.38</c:v>
                </c:pt>
                <c:pt idx="975">
                  <c:v>25.01</c:v>
                </c:pt>
                <c:pt idx="976">
                  <c:v>25.265000000000001</c:v>
                </c:pt>
                <c:pt idx="977">
                  <c:v>24.914999999999999</c:v>
                </c:pt>
                <c:pt idx="978">
                  <c:v>24.28</c:v>
                </c:pt>
                <c:pt idx="979">
                  <c:v>24.54</c:v>
                </c:pt>
                <c:pt idx="980">
                  <c:v>24.04</c:v>
                </c:pt>
                <c:pt idx="981">
                  <c:v>24.184999999999999</c:v>
                </c:pt>
                <c:pt idx="982">
                  <c:v>24.25</c:v>
                </c:pt>
                <c:pt idx="983">
                  <c:v>22.995000000000001</c:v>
                </c:pt>
                <c:pt idx="984">
                  <c:v>22.895</c:v>
                </c:pt>
                <c:pt idx="985">
                  <c:v>23.45</c:v>
                </c:pt>
                <c:pt idx="986">
                  <c:v>23.44</c:v>
                </c:pt>
                <c:pt idx="987">
                  <c:v>23.2</c:v>
                </c:pt>
                <c:pt idx="988">
                  <c:v>22.73</c:v>
                </c:pt>
                <c:pt idx="989">
                  <c:v>22.53</c:v>
                </c:pt>
                <c:pt idx="990">
                  <c:v>22.664999999999999</c:v>
                </c:pt>
                <c:pt idx="991">
                  <c:v>22.7</c:v>
                </c:pt>
                <c:pt idx="992">
                  <c:v>23.024999999999999</c:v>
                </c:pt>
                <c:pt idx="993">
                  <c:v>22.69</c:v>
                </c:pt>
                <c:pt idx="994">
                  <c:v>22.86</c:v>
                </c:pt>
                <c:pt idx="995">
                  <c:v>23.274999999999999</c:v>
                </c:pt>
                <c:pt idx="996">
                  <c:v>23.454999999999998</c:v>
                </c:pt>
                <c:pt idx="997">
                  <c:v>23.12</c:v>
                </c:pt>
                <c:pt idx="998">
                  <c:v>23.785</c:v>
                </c:pt>
                <c:pt idx="999">
                  <c:v>23.38</c:v>
                </c:pt>
                <c:pt idx="1000">
                  <c:v>22.995000000000001</c:v>
                </c:pt>
                <c:pt idx="1001">
                  <c:v>22.465</c:v>
                </c:pt>
                <c:pt idx="1002">
                  <c:v>22.414999999999999</c:v>
                </c:pt>
                <c:pt idx="1003">
                  <c:v>22.61</c:v>
                </c:pt>
                <c:pt idx="1004">
                  <c:v>22.434999999999999</c:v>
                </c:pt>
                <c:pt idx="1005">
                  <c:v>22.114999999999998</c:v>
                </c:pt>
                <c:pt idx="1006">
                  <c:v>22.145</c:v>
                </c:pt>
                <c:pt idx="1007">
                  <c:v>23.385000000000002</c:v>
                </c:pt>
                <c:pt idx="1008">
                  <c:v>23.35</c:v>
                </c:pt>
                <c:pt idx="1009">
                  <c:v>23.024999999999999</c:v>
                </c:pt>
                <c:pt idx="1010">
                  <c:v>22.965</c:v>
                </c:pt>
                <c:pt idx="1011">
                  <c:v>22.965</c:v>
                </c:pt>
                <c:pt idx="1012">
                  <c:v>23.145</c:v>
                </c:pt>
                <c:pt idx="1013">
                  <c:v>23.41</c:v>
                </c:pt>
                <c:pt idx="1014">
                  <c:v>23.274999999999999</c:v>
                </c:pt>
                <c:pt idx="1015">
                  <c:v>23.215</c:v>
                </c:pt>
                <c:pt idx="1016">
                  <c:v>23</c:v>
                </c:pt>
                <c:pt idx="1017">
                  <c:v>22.7</c:v>
                </c:pt>
                <c:pt idx="1018">
                  <c:v>22.63</c:v>
                </c:pt>
                <c:pt idx="1019">
                  <c:v>23.085000000000001</c:v>
                </c:pt>
                <c:pt idx="1020">
                  <c:v>23.24</c:v>
                </c:pt>
                <c:pt idx="1021">
                  <c:v>22.73</c:v>
                </c:pt>
                <c:pt idx="1022">
                  <c:v>22.9</c:v>
                </c:pt>
                <c:pt idx="1023">
                  <c:v>23.395</c:v>
                </c:pt>
                <c:pt idx="1024">
                  <c:v>23.34</c:v>
                </c:pt>
                <c:pt idx="1025">
                  <c:v>23.34</c:v>
                </c:pt>
                <c:pt idx="1026">
                  <c:v>23.204999999999998</c:v>
                </c:pt>
                <c:pt idx="1027">
                  <c:v>22.925000000000001</c:v>
                </c:pt>
                <c:pt idx="1028">
                  <c:v>23.175000000000001</c:v>
                </c:pt>
                <c:pt idx="1029">
                  <c:v>22.44</c:v>
                </c:pt>
                <c:pt idx="1030">
                  <c:v>22.484999999999999</c:v>
                </c:pt>
                <c:pt idx="1031">
                  <c:v>22.175000000000001</c:v>
                </c:pt>
                <c:pt idx="1032">
                  <c:v>21.82</c:v>
                </c:pt>
                <c:pt idx="1033">
                  <c:v>21.684999999999999</c:v>
                </c:pt>
                <c:pt idx="1034">
                  <c:v>21.82</c:v>
                </c:pt>
                <c:pt idx="1035">
                  <c:v>22.15</c:v>
                </c:pt>
                <c:pt idx="1036">
                  <c:v>22.135000000000002</c:v>
                </c:pt>
                <c:pt idx="1037">
                  <c:v>21.695</c:v>
                </c:pt>
                <c:pt idx="1038">
                  <c:v>21.844999999999999</c:v>
                </c:pt>
                <c:pt idx="1039">
                  <c:v>21.614999999999998</c:v>
                </c:pt>
                <c:pt idx="1040">
                  <c:v>21.5</c:v>
                </c:pt>
                <c:pt idx="1041">
                  <c:v>21.324999999999999</c:v>
                </c:pt>
                <c:pt idx="1042">
                  <c:v>21.704999999999998</c:v>
                </c:pt>
                <c:pt idx="1043">
                  <c:v>21.66</c:v>
                </c:pt>
                <c:pt idx="1044">
                  <c:v>21.36</c:v>
                </c:pt>
                <c:pt idx="1045">
                  <c:v>21.79</c:v>
                </c:pt>
                <c:pt idx="1046">
                  <c:v>21.24</c:v>
                </c:pt>
                <c:pt idx="1047">
                  <c:v>21.175000000000001</c:v>
                </c:pt>
                <c:pt idx="1048">
                  <c:v>20.864999999999998</c:v>
                </c:pt>
                <c:pt idx="1049">
                  <c:v>20.69</c:v>
                </c:pt>
                <c:pt idx="1050">
                  <c:v>20.395</c:v>
                </c:pt>
                <c:pt idx="1051">
                  <c:v>20.285</c:v>
                </c:pt>
                <c:pt idx="1052">
                  <c:v>20.504999999999999</c:v>
                </c:pt>
                <c:pt idx="1053">
                  <c:v>20.34</c:v>
                </c:pt>
                <c:pt idx="1054">
                  <c:v>20.37</c:v>
                </c:pt>
                <c:pt idx="1055">
                  <c:v>19.896000000000001</c:v>
                </c:pt>
                <c:pt idx="1056">
                  <c:v>19.364000000000001</c:v>
                </c:pt>
                <c:pt idx="1057">
                  <c:v>20.02</c:v>
                </c:pt>
                <c:pt idx="1058">
                  <c:v>19.98</c:v>
                </c:pt>
                <c:pt idx="1059">
                  <c:v>20.305</c:v>
                </c:pt>
                <c:pt idx="1060">
                  <c:v>20.434999999999999</c:v>
                </c:pt>
                <c:pt idx="1061">
                  <c:v>20.335000000000001</c:v>
                </c:pt>
                <c:pt idx="1062">
                  <c:v>19.742000000000001</c:v>
                </c:pt>
                <c:pt idx="1063">
                  <c:v>20.16</c:v>
                </c:pt>
                <c:pt idx="1064">
                  <c:v>21.21</c:v>
                </c:pt>
                <c:pt idx="1065">
                  <c:v>21.34</c:v>
                </c:pt>
                <c:pt idx="1066">
                  <c:v>21.85</c:v>
                </c:pt>
                <c:pt idx="1067">
                  <c:v>21.77</c:v>
                </c:pt>
                <c:pt idx="1068">
                  <c:v>21.125</c:v>
                </c:pt>
                <c:pt idx="1069">
                  <c:v>20.875</c:v>
                </c:pt>
                <c:pt idx="1070">
                  <c:v>20.29</c:v>
                </c:pt>
                <c:pt idx="1071">
                  <c:v>20.76</c:v>
                </c:pt>
                <c:pt idx="1072">
                  <c:v>21.51</c:v>
                </c:pt>
                <c:pt idx="1073">
                  <c:v>20.440000000000001</c:v>
                </c:pt>
                <c:pt idx="1074">
                  <c:v>21.44</c:v>
                </c:pt>
                <c:pt idx="1075">
                  <c:v>22.71</c:v>
                </c:pt>
                <c:pt idx="1076">
                  <c:v>23.08</c:v>
                </c:pt>
                <c:pt idx="1077">
                  <c:v>22.875</c:v>
                </c:pt>
                <c:pt idx="1078">
                  <c:v>23.38</c:v>
                </c:pt>
                <c:pt idx="1079">
                  <c:v>23.954999999999998</c:v>
                </c:pt>
                <c:pt idx="1080">
                  <c:v>24.4</c:v>
                </c:pt>
                <c:pt idx="1081">
                  <c:v>24.16</c:v>
                </c:pt>
                <c:pt idx="1082">
                  <c:v>23.945</c:v>
                </c:pt>
                <c:pt idx="1083">
                  <c:v>23.61</c:v>
                </c:pt>
                <c:pt idx="1084">
                  <c:v>23.61</c:v>
                </c:pt>
                <c:pt idx="1085">
                  <c:v>23.61</c:v>
                </c:pt>
                <c:pt idx="1086">
                  <c:v>23.765000000000001</c:v>
                </c:pt>
                <c:pt idx="1087">
                  <c:v>23.8</c:v>
                </c:pt>
                <c:pt idx="1088">
                  <c:v>24.04</c:v>
                </c:pt>
                <c:pt idx="1089">
                  <c:v>23.785</c:v>
                </c:pt>
                <c:pt idx="1090">
                  <c:v>23.66</c:v>
                </c:pt>
                <c:pt idx="1091">
                  <c:v>23.875</c:v>
                </c:pt>
                <c:pt idx="1092">
                  <c:v>23.364999999999998</c:v>
                </c:pt>
                <c:pt idx="1093">
                  <c:v>23.285</c:v>
                </c:pt>
                <c:pt idx="1094">
                  <c:v>23.704999999999998</c:v>
                </c:pt>
                <c:pt idx="1095">
                  <c:v>23.504999999999999</c:v>
                </c:pt>
                <c:pt idx="1096">
                  <c:v>23.375</c:v>
                </c:pt>
                <c:pt idx="1097">
                  <c:v>23.035</c:v>
                </c:pt>
                <c:pt idx="1098">
                  <c:v>22.405000000000001</c:v>
                </c:pt>
                <c:pt idx="1099">
                  <c:v>23.164999999999999</c:v>
                </c:pt>
                <c:pt idx="1100">
                  <c:v>22.335000000000001</c:v>
                </c:pt>
                <c:pt idx="1101">
                  <c:v>22.25</c:v>
                </c:pt>
                <c:pt idx="1102">
                  <c:v>22.995000000000001</c:v>
                </c:pt>
                <c:pt idx="1103">
                  <c:v>22.93</c:v>
                </c:pt>
                <c:pt idx="1104">
                  <c:v>22.25</c:v>
                </c:pt>
                <c:pt idx="1105">
                  <c:v>22.16</c:v>
                </c:pt>
                <c:pt idx="1106">
                  <c:v>21.73</c:v>
                </c:pt>
                <c:pt idx="1107">
                  <c:v>21.73</c:v>
                </c:pt>
                <c:pt idx="1108">
                  <c:v>21.85</c:v>
                </c:pt>
                <c:pt idx="1109">
                  <c:v>21.305</c:v>
                </c:pt>
                <c:pt idx="1110">
                  <c:v>21.24</c:v>
                </c:pt>
                <c:pt idx="1111">
                  <c:v>20.745000000000001</c:v>
                </c:pt>
                <c:pt idx="1112">
                  <c:v>21.88</c:v>
                </c:pt>
                <c:pt idx="1113">
                  <c:v>22.22</c:v>
                </c:pt>
                <c:pt idx="1114">
                  <c:v>22.08</c:v>
                </c:pt>
                <c:pt idx="1115">
                  <c:v>22.28</c:v>
                </c:pt>
                <c:pt idx="1116">
                  <c:v>21.92</c:v>
                </c:pt>
                <c:pt idx="1117">
                  <c:v>21.92</c:v>
                </c:pt>
                <c:pt idx="1118">
                  <c:v>21.82</c:v>
                </c:pt>
                <c:pt idx="1119">
                  <c:v>21.655000000000001</c:v>
                </c:pt>
                <c:pt idx="1120">
                  <c:v>21.35</c:v>
                </c:pt>
                <c:pt idx="1121">
                  <c:v>21.68</c:v>
                </c:pt>
                <c:pt idx="1122">
                  <c:v>20.86</c:v>
                </c:pt>
                <c:pt idx="1123">
                  <c:v>21.315000000000001</c:v>
                </c:pt>
                <c:pt idx="1124">
                  <c:v>21.21</c:v>
                </c:pt>
                <c:pt idx="1125">
                  <c:v>21.16</c:v>
                </c:pt>
                <c:pt idx="1126">
                  <c:v>21.195</c:v>
                </c:pt>
                <c:pt idx="1127">
                  <c:v>21.085000000000001</c:v>
                </c:pt>
                <c:pt idx="1128">
                  <c:v>21.114999999999998</c:v>
                </c:pt>
                <c:pt idx="1129">
                  <c:v>20.22</c:v>
                </c:pt>
                <c:pt idx="1130">
                  <c:v>20.614999999999998</c:v>
                </c:pt>
                <c:pt idx="1131">
                  <c:v>21.105</c:v>
                </c:pt>
                <c:pt idx="1132">
                  <c:v>20.81</c:v>
                </c:pt>
                <c:pt idx="1133">
                  <c:v>20.85</c:v>
                </c:pt>
                <c:pt idx="1134">
                  <c:v>20.074999999999999</c:v>
                </c:pt>
                <c:pt idx="1135">
                  <c:v>20.204999999999998</c:v>
                </c:pt>
                <c:pt idx="1136">
                  <c:v>19.417999999999999</c:v>
                </c:pt>
                <c:pt idx="1137">
                  <c:v>19.654</c:v>
                </c:pt>
                <c:pt idx="1138">
                  <c:v>19.035999999999998</c:v>
                </c:pt>
                <c:pt idx="1139">
                  <c:v>19.399999999999999</c:v>
                </c:pt>
                <c:pt idx="1140">
                  <c:v>19.268000000000001</c:v>
                </c:pt>
                <c:pt idx="1141">
                  <c:v>19.635999999999999</c:v>
                </c:pt>
                <c:pt idx="1142">
                  <c:v>19.558</c:v>
                </c:pt>
                <c:pt idx="1143">
                  <c:v>20.045000000000002</c:v>
                </c:pt>
                <c:pt idx="1144">
                  <c:v>20.395</c:v>
                </c:pt>
                <c:pt idx="1145">
                  <c:v>19.809999999999999</c:v>
                </c:pt>
                <c:pt idx="1146">
                  <c:v>18.334</c:v>
                </c:pt>
                <c:pt idx="1147">
                  <c:v>19.302</c:v>
                </c:pt>
                <c:pt idx="1148">
                  <c:v>20.475000000000001</c:v>
                </c:pt>
                <c:pt idx="1149">
                  <c:v>19.510000000000002</c:v>
                </c:pt>
                <c:pt idx="1150">
                  <c:v>19.72</c:v>
                </c:pt>
                <c:pt idx="1151">
                  <c:v>20.004999999999999</c:v>
                </c:pt>
                <c:pt idx="1152">
                  <c:v>19.527999999999999</c:v>
                </c:pt>
                <c:pt idx="1153">
                  <c:v>19.432000000000002</c:v>
                </c:pt>
                <c:pt idx="1154">
                  <c:v>19.545999999999999</c:v>
                </c:pt>
                <c:pt idx="1155">
                  <c:v>19.57</c:v>
                </c:pt>
                <c:pt idx="1156">
                  <c:v>19.694000000000003</c:v>
                </c:pt>
                <c:pt idx="1157">
                  <c:v>20.234999999999999</c:v>
                </c:pt>
                <c:pt idx="1158">
                  <c:v>19.84</c:v>
                </c:pt>
                <c:pt idx="1159">
                  <c:v>20.055</c:v>
                </c:pt>
                <c:pt idx="1160">
                  <c:v>20.39</c:v>
                </c:pt>
                <c:pt idx="1161">
                  <c:v>20.184999999999999</c:v>
                </c:pt>
                <c:pt idx="1162">
                  <c:v>20.28</c:v>
                </c:pt>
                <c:pt idx="1163">
                  <c:v>19.96</c:v>
                </c:pt>
                <c:pt idx="1164">
                  <c:v>20.614999999999998</c:v>
                </c:pt>
                <c:pt idx="1165">
                  <c:v>20.37</c:v>
                </c:pt>
                <c:pt idx="1166">
                  <c:v>19.600000000000001</c:v>
                </c:pt>
                <c:pt idx="1167">
                  <c:v>19.324000000000002</c:v>
                </c:pt>
                <c:pt idx="1168">
                  <c:v>19.465999999999998</c:v>
                </c:pt>
                <c:pt idx="1169">
                  <c:v>18.866</c:v>
                </c:pt>
                <c:pt idx="1170">
                  <c:v>18.952000000000002</c:v>
                </c:pt>
                <c:pt idx="1171">
                  <c:v>19.192</c:v>
                </c:pt>
                <c:pt idx="1172">
                  <c:v>19.122</c:v>
                </c:pt>
                <c:pt idx="1173">
                  <c:v>18.108000000000001</c:v>
                </c:pt>
                <c:pt idx="1174">
                  <c:v>17.472000000000001</c:v>
                </c:pt>
                <c:pt idx="1175">
                  <c:v>18.074000000000002</c:v>
                </c:pt>
                <c:pt idx="1176">
                  <c:v>18.384</c:v>
                </c:pt>
                <c:pt idx="1177">
                  <c:v>18.694000000000003</c:v>
                </c:pt>
                <c:pt idx="1178">
                  <c:v>18.722000000000001</c:v>
                </c:pt>
                <c:pt idx="1179">
                  <c:v>18.206</c:v>
                </c:pt>
                <c:pt idx="1180">
                  <c:v>18.062000000000001</c:v>
                </c:pt>
                <c:pt idx="1181">
                  <c:v>18.064</c:v>
                </c:pt>
                <c:pt idx="1182">
                  <c:v>17.584</c:v>
                </c:pt>
                <c:pt idx="1183">
                  <c:v>17.305999999999997</c:v>
                </c:pt>
                <c:pt idx="1184">
                  <c:v>17.366</c:v>
                </c:pt>
                <c:pt idx="1185">
                  <c:v>17.182000000000002</c:v>
                </c:pt>
                <c:pt idx="1186">
                  <c:v>17.222000000000001</c:v>
                </c:pt>
                <c:pt idx="1187">
                  <c:v>17.007999999999999</c:v>
                </c:pt>
                <c:pt idx="1188">
                  <c:v>16.218</c:v>
                </c:pt>
                <c:pt idx="1189">
                  <c:v>16.218</c:v>
                </c:pt>
                <c:pt idx="1190">
                  <c:v>16.190000000000001</c:v>
                </c:pt>
                <c:pt idx="1191">
                  <c:v>16.294</c:v>
                </c:pt>
                <c:pt idx="1192">
                  <c:v>16.457999999999998</c:v>
                </c:pt>
                <c:pt idx="1193">
                  <c:v>16.457999999999998</c:v>
                </c:pt>
                <c:pt idx="1194">
                  <c:v>16.457999999999998</c:v>
                </c:pt>
                <c:pt idx="1195">
                  <c:v>16.28</c:v>
                </c:pt>
                <c:pt idx="1196">
                  <c:v>16.186</c:v>
                </c:pt>
                <c:pt idx="1197">
                  <c:v>15.735999999999999</c:v>
                </c:pt>
                <c:pt idx="1198">
                  <c:v>15.93</c:v>
                </c:pt>
                <c:pt idx="1199">
                  <c:v>16.27</c:v>
                </c:pt>
                <c:pt idx="1200">
                  <c:v>15.942</c:v>
                </c:pt>
                <c:pt idx="1201">
                  <c:v>16.194000000000003</c:v>
                </c:pt>
                <c:pt idx="1202">
                  <c:v>16.149999999999999</c:v>
                </c:pt>
                <c:pt idx="1203">
                  <c:v>16.597999999999999</c:v>
                </c:pt>
                <c:pt idx="1204">
                  <c:v>16.692</c:v>
                </c:pt>
                <c:pt idx="1205">
                  <c:v>16.911999999999999</c:v>
                </c:pt>
                <c:pt idx="1206">
                  <c:v>16.956</c:v>
                </c:pt>
                <c:pt idx="1207">
                  <c:v>16.814</c:v>
                </c:pt>
                <c:pt idx="1208">
                  <c:v>16.513999999999999</c:v>
                </c:pt>
                <c:pt idx="1209">
                  <c:v>16.332000000000001</c:v>
                </c:pt>
                <c:pt idx="1210">
                  <c:v>16.07</c:v>
                </c:pt>
                <c:pt idx="1211">
                  <c:v>15.77</c:v>
                </c:pt>
                <c:pt idx="1212">
                  <c:v>15.948</c:v>
                </c:pt>
                <c:pt idx="1213">
                  <c:v>15.562000000000001</c:v>
                </c:pt>
                <c:pt idx="1214">
                  <c:v>16.576000000000001</c:v>
                </c:pt>
                <c:pt idx="1215">
                  <c:v>16.382000000000001</c:v>
                </c:pt>
                <c:pt idx="1216">
                  <c:v>16.154</c:v>
                </c:pt>
                <c:pt idx="1217">
                  <c:v>16.094000000000001</c:v>
                </c:pt>
                <c:pt idx="1218">
                  <c:v>16.608000000000001</c:v>
                </c:pt>
                <c:pt idx="1219">
                  <c:v>16.894000000000002</c:v>
                </c:pt>
                <c:pt idx="1220">
                  <c:v>17.007999999999999</c:v>
                </c:pt>
                <c:pt idx="1221">
                  <c:v>16.763999999999999</c:v>
                </c:pt>
                <c:pt idx="1222">
                  <c:v>16.411999999999999</c:v>
                </c:pt>
                <c:pt idx="1223">
                  <c:v>16.648</c:v>
                </c:pt>
                <c:pt idx="1224">
                  <c:v>16.812000000000001</c:v>
                </c:pt>
                <c:pt idx="1225">
                  <c:v>16.77</c:v>
                </c:pt>
                <c:pt idx="1226">
                  <c:v>16.862000000000002</c:v>
                </c:pt>
                <c:pt idx="1227">
                  <c:v>16.834</c:v>
                </c:pt>
                <c:pt idx="1228">
                  <c:v>16.579999999999998</c:v>
                </c:pt>
                <c:pt idx="1229">
                  <c:v>16.285999999999998</c:v>
                </c:pt>
                <c:pt idx="1230">
                  <c:v>16.616</c:v>
                </c:pt>
                <c:pt idx="1231">
                  <c:v>16.832000000000001</c:v>
                </c:pt>
                <c:pt idx="1232">
                  <c:v>16.809999999999999</c:v>
                </c:pt>
                <c:pt idx="1233">
                  <c:v>17.132000000000001</c:v>
                </c:pt>
                <c:pt idx="1234">
                  <c:v>17.655999999999999</c:v>
                </c:pt>
                <c:pt idx="1235">
                  <c:v>17.738</c:v>
                </c:pt>
                <c:pt idx="1236">
                  <c:v>17.757999999999999</c:v>
                </c:pt>
                <c:pt idx="1237">
                  <c:v>17.492000000000001</c:v>
                </c:pt>
                <c:pt idx="1238">
                  <c:v>17.562000000000001</c:v>
                </c:pt>
                <c:pt idx="1239">
                  <c:v>17.86</c:v>
                </c:pt>
                <c:pt idx="1240">
                  <c:v>17.784000000000002</c:v>
                </c:pt>
                <c:pt idx="1241">
                  <c:v>17.682000000000002</c:v>
                </c:pt>
                <c:pt idx="1242">
                  <c:v>17.72</c:v>
                </c:pt>
                <c:pt idx="1243">
                  <c:v>17.448</c:v>
                </c:pt>
                <c:pt idx="1244">
                  <c:v>17.21</c:v>
                </c:pt>
                <c:pt idx="1245">
                  <c:v>17.312000000000001</c:v>
                </c:pt>
                <c:pt idx="1246">
                  <c:v>17.367999999999999</c:v>
                </c:pt>
                <c:pt idx="1247">
                  <c:v>17.085999999999999</c:v>
                </c:pt>
                <c:pt idx="1248">
                  <c:v>16.724</c:v>
                </c:pt>
                <c:pt idx="1249">
                  <c:v>16.526</c:v>
                </c:pt>
                <c:pt idx="1250">
                  <c:v>16.992000000000001</c:v>
                </c:pt>
                <c:pt idx="1251">
                  <c:v>16.725999999999999</c:v>
                </c:pt>
                <c:pt idx="1252">
                  <c:v>16.477999999999998</c:v>
                </c:pt>
                <c:pt idx="1253">
                  <c:v>16.55</c:v>
                </c:pt>
                <c:pt idx="1254">
                  <c:v>16.512</c:v>
                </c:pt>
                <c:pt idx="1255">
                  <c:v>16.417999999999999</c:v>
                </c:pt>
                <c:pt idx="1256">
                  <c:v>15.975999999999999</c:v>
                </c:pt>
                <c:pt idx="1257">
                  <c:v>15.292</c:v>
                </c:pt>
                <c:pt idx="1258">
                  <c:v>15.238</c:v>
                </c:pt>
                <c:pt idx="1259">
                  <c:v>15.177999999999999</c:v>
                </c:pt>
                <c:pt idx="1260">
                  <c:v>14.89</c:v>
                </c:pt>
                <c:pt idx="1261">
                  <c:v>14.368</c:v>
                </c:pt>
                <c:pt idx="1262">
                  <c:v>14.56</c:v>
                </c:pt>
                <c:pt idx="1263">
                  <c:v>14.642000000000001</c:v>
                </c:pt>
                <c:pt idx="1264">
                  <c:v>14.762</c:v>
                </c:pt>
                <c:pt idx="1265">
                  <c:v>14.5</c:v>
                </c:pt>
                <c:pt idx="1266">
                  <c:v>14.522</c:v>
                </c:pt>
                <c:pt idx="1267">
                  <c:v>14.187999999999999</c:v>
                </c:pt>
                <c:pt idx="1268">
                  <c:v>14.177999999999999</c:v>
                </c:pt>
                <c:pt idx="1269">
                  <c:v>14.342000000000001</c:v>
                </c:pt>
                <c:pt idx="1270">
                  <c:v>14.422000000000001</c:v>
                </c:pt>
                <c:pt idx="1271">
                  <c:v>14.335999999999999</c:v>
                </c:pt>
                <c:pt idx="1272">
                  <c:v>14.554</c:v>
                </c:pt>
                <c:pt idx="1273">
                  <c:v>14.282</c:v>
                </c:pt>
                <c:pt idx="1274">
                  <c:v>14.315999999999999</c:v>
                </c:pt>
                <c:pt idx="1275">
                  <c:v>14.538</c:v>
                </c:pt>
                <c:pt idx="1276">
                  <c:v>14.538</c:v>
                </c:pt>
                <c:pt idx="1277">
                  <c:v>14.322000000000001</c:v>
                </c:pt>
                <c:pt idx="1278">
                  <c:v>14.324000000000002</c:v>
                </c:pt>
                <c:pt idx="1279">
                  <c:v>14.345999999999998</c:v>
                </c:pt>
                <c:pt idx="1280">
                  <c:v>14.222000000000001</c:v>
                </c:pt>
                <c:pt idx="1281">
                  <c:v>13.924000000000001</c:v>
                </c:pt>
                <c:pt idx="1282">
                  <c:v>13.845999999999998</c:v>
                </c:pt>
                <c:pt idx="1283">
                  <c:v>14.414000000000001</c:v>
                </c:pt>
                <c:pt idx="1284">
                  <c:v>14.475999999999999</c:v>
                </c:pt>
                <c:pt idx="1285">
                  <c:v>14.254000000000001</c:v>
                </c:pt>
                <c:pt idx="1286">
                  <c:v>14.595999999999998</c:v>
                </c:pt>
                <c:pt idx="1287">
                  <c:v>14.7</c:v>
                </c:pt>
                <c:pt idx="1288">
                  <c:v>14.907999999999999</c:v>
                </c:pt>
                <c:pt idx="1289">
                  <c:v>14.776</c:v>
                </c:pt>
                <c:pt idx="1290">
                  <c:v>14.706</c:v>
                </c:pt>
                <c:pt idx="1291">
                  <c:v>14.83</c:v>
                </c:pt>
                <c:pt idx="1292">
                  <c:v>14.822000000000001</c:v>
                </c:pt>
                <c:pt idx="1293">
                  <c:v>14.628</c:v>
                </c:pt>
                <c:pt idx="1294">
                  <c:v>14.792</c:v>
                </c:pt>
                <c:pt idx="1295">
                  <c:v>14.534000000000001</c:v>
                </c:pt>
                <c:pt idx="1296">
                  <c:v>14.432</c:v>
                </c:pt>
                <c:pt idx="1297">
                  <c:v>14.585999999999999</c:v>
                </c:pt>
                <c:pt idx="1298">
                  <c:v>14.055999999999999</c:v>
                </c:pt>
                <c:pt idx="1299">
                  <c:v>13.994000000000002</c:v>
                </c:pt>
                <c:pt idx="1300">
                  <c:v>14</c:v>
                </c:pt>
                <c:pt idx="1301">
                  <c:v>13.652000000000001</c:v>
                </c:pt>
                <c:pt idx="1302">
                  <c:v>13.645999999999999</c:v>
                </c:pt>
                <c:pt idx="1303">
                  <c:v>13.878</c:v>
                </c:pt>
                <c:pt idx="1304">
                  <c:v>13.472000000000001</c:v>
                </c:pt>
                <c:pt idx="1305">
                  <c:v>13.39</c:v>
                </c:pt>
                <c:pt idx="1306">
                  <c:v>13.994000000000002</c:v>
                </c:pt>
                <c:pt idx="1307">
                  <c:v>14.074000000000002</c:v>
                </c:pt>
                <c:pt idx="1308">
                  <c:v>14.432</c:v>
                </c:pt>
                <c:pt idx="1309">
                  <c:v>14.47</c:v>
                </c:pt>
                <c:pt idx="1310">
                  <c:v>14.564</c:v>
                </c:pt>
                <c:pt idx="1311">
                  <c:v>14.684000000000001</c:v>
                </c:pt>
                <c:pt idx="1312">
                  <c:v>14.6</c:v>
                </c:pt>
                <c:pt idx="1313">
                  <c:v>14.512</c:v>
                </c:pt>
                <c:pt idx="1314">
                  <c:v>14.592000000000001</c:v>
                </c:pt>
                <c:pt idx="1315">
                  <c:v>14.765999999999998</c:v>
                </c:pt>
                <c:pt idx="1316">
                  <c:v>14.885999999999999</c:v>
                </c:pt>
                <c:pt idx="1317">
                  <c:v>14.468</c:v>
                </c:pt>
                <c:pt idx="1318">
                  <c:v>14.488</c:v>
                </c:pt>
                <c:pt idx="1319">
                  <c:v>14.444000000000001</c:v>
                </c:pt>
                <c:pt idx="1320">
                  <c:v>14.944000000000001</c:v>
                </c:pt>
                <c:pt idx="1321">
                  <c:v>14.825999999999999</c:v>
                </c:pt>
                <c:pt idx="1322">
                  <c:v>14.725999999999999</c:v>
                </c:pt>
                <c:pt idx="1323">
                  <c:v>14.526</c:v>
                </c:pt>
                <c:pt idx="1324">
                  <c:v>14.24</c:v>
                </c:pt>
                <c:pt idx="1325">
                  <c:v>14.182</c:v>
                </c:pt>
                <c:pt idx="1326">
                  <c:v>14.64</c:v>
                </c:pt>
                <c:pt idx="1327">
                  <c:v>14.742000000000001</c:v>
                </c:pt>
                <c:pt idx="1328">
                  <c:v>14.845999999999998</c:v>
                </c:pt>
                <c:pt idx="1329">
                  <c:v>14.584000000000001</c:v>
                </c:pt>
                <c:pt idx="1330">
                  <c:v>14.204000000000001</c:v>
                </c:pt>
                <c:pt idx="1331">
                  <c:v>14.097999999999999</c:v>
                </c:pt>
                <c:pt idx="1332">
                  <c:v>14.022</c:v>
                </c:pt>
                <c:pt idx="1333">
                  <c:v>13.837999999999999</c:v>
                </c:pt>
                <c:pt idx="1334">
                  <c:v>13.925999999999998</c:v>
                </c:pt>
                <c:pt idx="1335">
                  <c:v>13.936</c:v>
                </c:pt>
                <c:pt idx="1336">
                  <c:v>14.012</c:v>
                </c:pt>
                <c:pt idx="1337">
                  <c:v>14.017999999999999</c:v>
                </c:pt>
                <c:pt idx="1338">
                  <c:v>13.745999999999999</c:v>
                </c:pt>
                <c:pt idx="1339">
                  <c:v>13.456</c:v>
                </c:pt>
                <c:pt idx="1340">
                  <c:v>13.515999999999998</c:v>
                </c:pt>
                <c:pt idx="1341">
                  <c:v>13.784000000000001</c:v>
                </c:pt>
                <c:pt idx="1342">
                  <c:v>13.74</c:v>
                </c:pt>
                <c:pt idx="1343">
                  <c:v>14.085999999999999</c:v>
                </c:pt>
                <c:pt idx="1344">
                  <c:v>13.988</c:v>
                </c:pt>
                <c:pt idx="1345">
                  <c:v>13.85</c:v>
                </c:pt>
                <c:pt idx="1346">
                  <c:v>13.805999999999999</c:v>
                </c:pt>
                <c:pt idx="1347">
                  <c:v>14.202</c:v>
                </c:pt>
                <c:pt idx="1348">
                  <c:v>14.264000000000001</c:v>
                </c:pt>
                <c:pt idx="1349">
                  <c:v>14.19</c:v>
                </c:pt>
                <c:pt idx="1350">
                  <c:v>13.824000000000002</c:v>
                </c:pt>
                <c:pt idx="1351">
                  <c:v>14.13</c:v>
                </c:pt>
                <c:pt idx="1352">
                  <c:v>13.675999999999998</c:v>
                </c:pt>
                <c:pt idx="1353">
                  <c:v>14.215999999999999</c:v>
                </c:pt>
                <c:pt idx="1354">
                  <c:v>14.302</c:v>
                </c:pt>
                <c:pt idx="1355">
                  <c:v>14.215999999999999</c:v>
                </c:pt>
                <c:pt idx="1356">
                  <c:v>14.074000000000002</c:v>
                </c:pt>
                <c:pt idx="1357">
                  <c:v>13.815999999999999</c:v>
                </c:pt>
                <c:pt idx="1358">
                  <c:v>13.65</c:v>
                </c:pt>
                <c:pt idx="1359">
                  <c:v>13.65</c:v>
                </c:pt>
                <c:pt idx="1360">
                  <c:v>13.65</c:v>
                </c:pt>
                <c:pt idx="1361">
                  <c:v>13.822000000000001</c:v>
                </c:pt>
                <c:pt idx="1362">
                  <c:v>13.552</c:v>
                </c:pt>
                <c:pt idx="1363">
                  <c:v>13.686</c:v>
                </c:pt>
                <c:pt idx="1364">
                  <c:v>13.562000000000001</c:v>
                </c:pt>
                <c:pt idx="1365">
                  <c:v>13.632</c:v>
                </c:pt>
                <c:pt idx="1366">
                  <c:v>13.662000000000001</c:v>
                </c:pt>
                <c:pt idx="1367">
                  <c:v>13.502000000000001</c:v>
                </c:pt>
                <c:pt idx="1368">
                  <c:v>13.968</c:v>
                </c:pt>
                <c:pt idx="1369">
                  <c:v>14.128</c:v>
                </c:pt>
                <c:pt idx="1370">
                  <c:v>14.286</c:v>
                </c:pt>
                <c:pt idx="1371">
                  <c:v>14.384</c:v>
                </c:pt>
                <c:pt idx="1372">
                  <c:v>13.952</c:v>
                </c:pt>
                <c:pt idx="1373">
                  <c:v>14.026</c:v>
                </c:pt>
                <c:pt idx="1374">
                  <c:v>13.958</c:v>
                </c:pt>
                <c:pt idx="1375">
                  <c:v>14.094000000000001</c:v>
                </c:pt>
                <c:pt idx="1376">
                  <c:v>14.404000000000002</c:v>
                </c:pt>
                <c:pt idx="1377">
                  <c:v>14.255999999999998</c:v>
                </c:pt>
                <c:pt idx="1378">
                  <c:v>14.122</c:v>
                </c:pt>
                <c:pt idx="1379">
                  <c:v>14.122</c:v>
                </c:pt>
                <c:pt idx="1380">
                  <c:v>14.138</c:v>
                </c:pt>
                <c:pt idx="1381">
                  <c:v>14.46</c:v>
                </c:pt>
                <c:pt idx="1382">
                  <c:v>14.432</c:v>
                </c:pt>
                <c:pt idx="1383">
                  <c:v>14.505999999999998</c:v>
                </c:pt>
                <c:pt idx="1384">
                  <c:v>14.21</c:v>
                </c:pt>
                <c:pt idx="1385">
                  <c:v>14.632</c:v>
                </c:pt>
                <c:pt idx="1386">
                  <c:v>14.362</c:v>
                </c:pt>
                <c:pt idx="1387">
                  <c:v>14.847999999999999</c:v>
                </c:pt>
                <c:pt idx="1388">
                  <c:v>14.964</c:v>
                </c:pt>
                <c:pt idx="1389">
                  <c:v>15.097999999999999</c:v>
                </c:pt>
                <c:pt idx="1390">
                  <c:v>15.238</c:v>
                </c:pt>
                <c:pt idx="1391">
                  <c:v>15.234000000000002</c:v>
                </c:pt>
                <c:pt idx="1392">
                  <c:v>15.504000000000001</c:v>
                </c:pt>
                <c:pt idx="1393">
                  <c:v>15.835999999999999</c:v>
                </c:pt>
                <c:pt idx="1394">
                  <c:v>15.702</c:v>
                </c:pt>
                <c:pt idx="1395">
                  <c:v>15.648</c:v>
                </c:pt>
                <c:pt idx="1396">
                  <c:v>15.507999999999999</c:v>
                </c:pt>
                <c:pt idx="1397">
                  <c:v>15.46</c:v>
                </c:pt>
                <c:pt idx="1398">
                  <c:v>15.484000000000002</c:v>
                </c:pt>
                <c:pt idx="1399">
                  <c:v>15.228</c:v>
                </c:pt>
                <c:pt idx="1400">
                  <c:v>14.904000000000002</c:v>
                </c:pt>
                <c:pt idx="1401">
                  <c:v>14.702</c:v>
                </c:pt>
                <c:pt idx="1402">
                  <c:v>14.665999999999999</c:v>
                </c:pt>
                <c:pt idx="1403">
                  <c:v>14.448</c:v>
                </c:pt>
                <c:pt idx="1404">
                  <c:v>14.946</c:v>
                </c:pt>
                <c:pt idx="1405">
                  <c:v>14.815999999999999</c:v>
                </c:pt>
                <c:pt idx="1406">
                  <c:v>14.337999999999999</c:v>
                </c:pt>
                <c:pt idx="1407">
                  <c:v>14.304</c:v>
                </c:pt>
                <c:pt idx="1408">
                  <c:v>13.972000000000001</c:v>
                </c:pt>
                <c:pt idx="1409">
                  <c:v>13.905999999999999</c:v>
                </c:pt>
                <c:pt idx="1410">
                  <c:v>14.385999999999999</c:v>
                </c:pt>
                <c:pt idx="1411">
                  <c:v>14.298</c:v>
                </c:pt>
                <c:pt idx="1412">
                  <c:v>13.582000000000001</c:v>
                </c:pt>
                <c:pt idx="1413">
                  <c:v>13.32</c:v>
                </c:pt>
                <c:pt idx="1414">
                  <c:v>13.632</c:v>
                </c:pt>
                <c:pt idx="1415">
                  <c:v>13.612</c:v>
                </c:pt>
                <c:pt idx="1416">
                  <c:v>13.655999999999999</c:v>
                </c:pt>
                <c:pt idx="1417">
                  <c:v>13.458</c:v>
                </c:pt>
                <c:pt idx="1418">
                  <c:v>13.092000000000001</c:v>
                </c:pt>
                <c:pt idx="1419">
                  <c:v>13.36</c:v>
                </c:pt>
                <c:pt idx="1420">
                  <c:v>13.167999999999999</c:v>
                </c:pt>
                <c:pt idx="1421">
                  <c:v>13.164000000000001</c:v>
                </c:pt>
                <c:pt idx="1422">
                  <c:v>13.38</c:v>
                </c:pt>
                <c:pt idx="1423">
                  <c:v>13.667999999999999</c:v>
                </c:pt>
                <c:pt idx="1424">
                  <c:v>13.965999999999999</c:v>
                </c:pt>
                <c:pt idx="1425">
                  <c:v>13.934000000000001</c:v>
                </c:pt>
                <c:pt idx="1426">
                  <c:v>13.81</c:v>
                </c:pt>
                <c:pt idx="1427">
                  <c:v>14.2</c:v>
                </c:pt>
                <c:pt idx="1428">
                  <c:v>14.368</c:v>
                </c:pt>
                <c:pt idx="1429">
                  <c:v>14.77</c:v>
                </c:pt>
                <c:pt idx="1430">
                  <c:v>14.714</c:v>
                </c:pt>
                <c:pt idx="1431">
                  <c:v>14.83</c:v>
                </c:pt>
                <c:pt idx="1432">
                  <c:v>15.038</c:v>
                </c:pt>
                <c:pt idx="1433">
                  <c:v>14.776</c:v>
                </c:pt>
                <c:pt idx="1434">
                  <c:v>14.907999999999999</c:v>
                </c:pt>
                <c:pt idx="1435">
                  <c:v>14.624000000000001</c:v>
                </c:pt>
                <c:pt idx="1436">
                  <c:v>14.682</c:v>
                </c:pt>
                <c:pt idx="1437">
                  <c:v>14.744000000000002</c:v>
                </c:pt>
                <c:pt idx="1438">
                  <c:v>14.735999999999999</c:v>
                </c:pt>
                <c:pt idx="1439">
                  <c:v>13.915999999999999</c:v>
                </c:pt>
                <c:pt idx="1440">
                  <c:v>13.022</c:v>
                </c:pt>
                <c:pt idx="1441">
                  <c:v>12.978</c:v>
                </c:pt>
                <c:pt idx="1442">
                  <c:v>13.174000000000001</c:v>
                </c:pt>
                <c:pt idx="1443">
                  <c:v>13.288</c:v>
                </c:pt>
                <c:pt idx="1444">
                  <c:v>13.276</c:v>
                </c:pt>
                <c:pt idx="1445">
                  <c:v>13.276</c:v>
                </c:pt>
                <c:pt idx="1446">
                  <c:v>13.345999999999998</c:v>
                </c:pt>
                <c:pt idx="1447">
                  <c:v>13.092000000000001</c:v>
                </c:pt>
                <c:pt idx="1448">
                  <c:v>13.12</c:v>
                </c:pt>
                <c:pt idx="1449">
                  <c:v>13.812000000000001</c:v>
                </c:pt>
                <c:pt idx="1450">
                  <c:v>13.888</c:v>
                </c:pt>
                <c:pt idx="1451">
                  <c:v>13.924000000000001</c:v>
                </c:pt>
                <c:pt idx="1452">
                  <c:v>13.664000000000001</c:v>
                </c:pt>
                <c:pt idx="1453">
                  <c:v>13.602</c:v>
                </c:pt>
                <c:pt idx="1454">
                  <c:v>13.948</c:v>
                </c:pt>
                <c:pt idx="1455">
                  <c:v>14.347999999999999</c:v>
                </c:pt>
                <c:pt idx="1456">
                  <c:v>13.837999999999999</c:v>
                </c:pt>
                <c:pt idx="1457">
                  <c:v>13.925999999999998</c:v>
                </c:pt>
                <c:pt idx="1458">
                  <c:v>14.012</c:v>
                </c:pt>
                <c:pt idx="1459">
                  <c:v>14.024000000000001</c:v>
                </c:pt>
                <c:pt idx="1460">
                  <c:v>13.564</c:v>
                </c:pt>
                <c:pt idx="1461">
                  <c:v>13.538</c:v>
                </c:pt>
                <c:pt idx="1462">
                  <c:v>13.042</c:v>
                </c:pt>
                <c:pt idx="1463">
                  <c:v>12.712</c:v>
                </c:pt>
                <c:pt idx="1464">
                  <c:v>13.394</c:v>
                </c:pt>
                <c:pt idx="1465">
                  <c:v>13.47</c:v>
                </c:pt>
                <c:pt idx="1466">
                  <c:v>13.734000000000002</c:v>
                </c:pt>
                <c:pt idx="1467">
                  <c:v>12.99</c:v>
                </c:pt>
                <c:pt idx="1468">
                  <c:v>12.448</c:v>
                </c:pt>
                <c:pt idx="1469">
                  <c:v>12.26</c:v>
                </c:pt>
                <c:pt idx="1470">
                  <c:v>12.58</c:v>
                </c:pt>
                <c:pt idx="1471">
                  <c:v>12.524000000000001</c:v>
                </c:pt>
                <c:pt idx="1472">
                  <c:v>12.41</c:v>
                </c:pt>
                <c:pt idx="1473">
                  <c:v>11.657999999999999</c:v>
                </c:pt>
                <c:pt idx="1474">
                  <c:v>11.75</c:v>
                </c:pt>
                <c:pt idx="1475">
                  <c:v>11.9</c:v>
                </c:pt>
                <c:pt idx="1476">
                  <c:v>11.792</c:v>
                </c:pt>
                <c:pt idx="1477">
                  <c:v>11.337999999999999</c:v>
                </c:pt>
                <c:pt idx="1478">
                  <c:v>10.08</c:v>
                </c:pt>
                <c:pt idx="1479">
                  <c:v>10.077999999999999</c:v>
                </c:pt>
                <c:pt idx="1480">
                  <c:v>10.318</c:v>
                </c:pt>
                <c:pt idx="1481">
                  <c:v>10.27</c:v>
                </c:pt>
                <c:pt idx="1482">
                  <c:v>10.144</c:v>
                </c:pt>
                <c:pt idx="1483">
                  <c:v>9.6539999999999999</c:v>
                </c:pt>
                <c:pt idx="1484">
                  <c:v>9.327</c:v>
                </c:pt>
                <c:pt idx="1485">
                  <c:v>9</c:v>
                </c:pt>
                <c:pt idx="1486">
                  <c:v>9.1939999999999991</c:v>
                </c:pt>
                <c:pt idx="1487">
                  <c:v>9.4339999999999993</c:v>
                </c:pt>
                <c:pt idx="1488">
                  <c:v>9.718</c:v>
                </c:pt>
                <c:pt idx="1489">
                  <c:v>9.484</c:v>
                </c:pt>
                <c:pt idx="1490">
                  <c:v>9.3729999999999993</c:v>
                </c:pt>
                <c:pt idx="1491">
                  <c:v>9.6429999999999989</c:v>
                </c:pt>
                <c:pt idx="1492">
                  <c:v>9.702</c:v>
                </c:pt>
                <c:pt idx="1493">
                  <c:v>9.7379999999999995</c:v>
                </c:pt>
                <c:pt idx="1494">
                  <c:v>9.5440000000000005</c:v>
                </c:pt>
                <c:pt idx="1495">
                  <c:v>9.8989999999999991</c:v>
                </c:pt>
                <c:pt idx="1496">
                  <c:v>9.8249999999999993</c:v>
                </c:pt>
                <c:pt idx="1497">
                  <c:v>9.9049999999999994</c:v>
                </c:pt>
                <c:pt idx="1498">
                  <c:v>10.164</c:v>
                </c:pt>
                <c:pt idx="1499">
                  <c:v>9.9559999999999995</c:v>
                </c:pt>
                <c:pt idx="1500">
                  <c:v>9.697000000000001</c:v>
                </c:pt>
                <c:pt idx="1501">
                  <c:v>9.8279999999999994</c:v>
                </c:pt>
                <c:pt idx="1502">
                  <c:v>9.5760000000000005</c:v>
                </c:pt>
                <c:pt idx="1503">
                  <c:v>9.3309999999999995</c:v>
                </c:pt>
                <c:pt idx="1504">
                  <c:v>9.2799999999999994</c:v>
                </c:pt>
                <c:pt idx="1505">
                  <c:v>9.6389999999999993</c:v>
                </c:pt>
                <c:pt idx="1506">
                  <c:v>9.8379999999999992</c:v>
                </c:pt>
                <c:pt idx="1507">
                  <c:v>10.023999999999999</c:v>
                </c:pt>
                <c:pt idx="1508">
                  <c:v>10.048</c:v>
                </c:pt>
                <c:pt idx="1509">
                  <c:v>10.14</c:v>
                </c:pt>
                <c:pt idx="1510">
                  <c:v>10.312000000000001</c:v>
                </c:pt>
                <c:pt idx="1511">
                  <c:v>10.337999999999999</c:v>
                </c:pt>
                <c:pt idx="1512">
                  <c:v>10.048</c:v>
                </c:pt>
                <c:pt idx="1513">
                  <c:v>10.345999999999998</c:v>
                </c:pt>
                <c:pt idx="1514">
                  <c:v>10.524000000000001</c:v>
                </c:pt>
                <c:pt idx="1515">
                  <c:v>10.72</c:v>
                </c:pt>
                <c:pt idx="1516">
                  <c:v>10.81</c:v>
                </c:pt>
                <c:pt idx="1517">
                  <c:v>10.652000000000001</c:v>
                </c:pt>
                <c:pt idx="1518">
                  <c:v>10.834000000000001</c:v>
                </c:pt>
                <c:pt idx="1519">
                  <c:v>10.914000000000001</c:v>
                </c:pt>
                <c:pt idx="1520">
                  <c:v>10.872</c:v>
                </c:pt>
                <c:pt idx="1521">
                  <c:v>10.652000000000001</c:v>
                </c:pt>
                <c:pt idx="1522">
                  <c:v>10.782</c:v>
                </c:pt>
                <c:pt idx="1523">
                  <c:v>10.81</c:v>
                </c:pt>
                <c:pt idx="1524">
                  <c:v>10.74</c:v>
                </c:pt>
                <c:pt idx="1525">
                  <c:v>10.85</c:v>
                </c:pt>
                <c:pt idx="1526">
                  <c:v>11.068</c:v>
                </c:pt>
                <c:pt idx="1527">
                  <c:v>11.068</c:v>
                </c:pt>
                <c:pt idx="1528">
                  <c:v>11.11</c:v>
                </c:pt>
                <c:pt idx="1529">
                  <c:v>11.218</c:v>
                </c:pt>
                <c:pt idx="1530">
                  <c:v>11.288</c:v>
                </c:pt>
                <c:pt idx="1531">
                  <c:v>11.604000000000001</c:v>
                </c:pt>
                <c:pt idx="1532">
                  <c:v>11.157999999999999</c:v>
                </c:pt>
                <c:pt idx="1533">
                  <c:v>11.23</c:v>
                </c:pt>
                <c:pt idx="1534">
                  <c:v>11.544</c:v>
                </c:pt>
                <c:pt idx="1535">
                  <c:v>11.485999999999999</c:v>
                </c:pt>
                <c:pt idx="1536">
                  <c:v>11.62</c:v>
                </c:pt>
                <c:pt idx="1537">
                  <c:v>11.714</c:v>
                </c:pt>
                <c:pt idx="1538">
                  <c:v>12.032</c:v>
                </c:pt>
                <c:pt idx="1539">
                  <c:v>12.497999999999999</c:v>
                </c:pt>
                <c:pt idx="1540">
                  <c:v>12.202</c:v>
                </c:pt>
                <c:pt idx="1541">
                  <c:v>11.747999999999999</c:v>
                </c:pt>
                <c:pt idx="1542">
                  <c:v>11.545999999999999</c:v>
                </c:pt>
                <c:pt idx="1543">
                  <c:v>11.757999999999999</c:v>
                </c:pt>
                <c:pt idx="1544">
                  <c:v>11.985999999999999</c:v>
                </c:pt>
                <c:pt idx="1545">
                  <c:v>11.83</c:v>
                </c:pt>
                <c:pt idx="1546">
                  <c:v>11.434000000000001</c:v>
                </c:pt>
                <c:pt idx="1547">
                  <c:v>11.215999999999999</c:v>
                </c:pt>
                <c:pt idx="1548">
                  <c:v>11.587999999999999</c:v>
                </c:pt>
                <c:pt idx="1549">
                  <c:v>12.267999999999999</c:v>
                </c:pt>
                <c:pt idx="1550">
                  <c:v>12.284000000000001</c:v>
                </c:pt>
                <c:pt idx="1551">
                  <c:v>12.304</c:v>
                </c:pt>
                <c:pt idx="1552">
                  <c:v>12.425999999999998</c:v>
                </c:pt>
                <c:pt idx="1553">
                  <c:v>12.515999999999998</c:v>
                </c:pt>
                <c:pt idx="1554">
                  <c:v>12.628</c:v>
                </c:pt>
                <c:pt idx="1555">
                  <c:v>13.1</c:v>
                </c:pt>
                <c:pt idx="1556">
                  <c:v>12.728</c:v>
                </c:pt>
                <c:pt idx="1557">
                  <c:v>13.032</c:v>
                </c:pt>
                <c:pt idx="1558">
                  <c:v>13.225999999999999</c:v>
                </c:pt>
                <c:pt idx="1559">
                  <c:v>13.244000000000002</c:v>
                </c:pt>
                <c:pt idx="1560">
                  <c:v>13.095999999999998</c:v>
                </c:pt>
                <c:pt idx="1561">
                  <c:v>12.792</c:v>
                </c:pt>
                <c:pt idx="1562">
                  <c:v>12.464</c:v>
                </c:pt>
                <c:pt idx="1563">
                  <c:v>12.312000000000001</c:v>
                </c:pt>
                <c:pt idx="1564">
                  <c:v>12.788</c:v>
                </c:pt>
                <c:pt idx="1565">
                  <c:v>12.964</c:v>
                </c:pt>
                <c:pt idx="1566">
                  <c:v>13.21</c:v>
                </c:pt>
                <c:pt idx="1567">
                  <c:v>13.122</c:v>
                </c:pt>
                <c:pt idx="1568">
                  <c:v>13.045999999999999</c:v>
                </c:pt>
                <c:pt idx="1569">
                  <c:v>12.87</c:v>
                </c:pt>
                <c:pt idx="1570">
                  <c:v>13.398</c:v>
                </c:pt>
                <c:pt idx="1571">
                  <c:v>13.198</c:v>
                </c:pt>
                <c:pt idx="1572">
                  <c:v>13.295999999999999</c:v>
                </c:pt>
                <c:pt idx="1573">
                  <c:v>13.247999999999999</c:v>
                </c:pt>
                <c:pt idx="1574">
                  <c:v>13.898</c:v>
                </c:pt>
                <c:pt idx="1575">
                  <c:v>13.582000000000001</c:v>
                </c:pt>
                <c:pt idx="1576">
                  <c:v>13.757999999999999</c:v>
                </c:pt>
                <c:pt idx="1577">
                  <c:v>13.618</c:v>
                </c:pt>
                <c:pt idx="1578">
                  <c:v>13.61</c:v>
                </c:pt>
                <c:pt idx="1579">
                  <c:v>13.762</c:v>
                </c:pt>
                <c:pt idx="1580">
                  <c:v>13.347999999999999</c:v>
                </c:pt>
                <c:pt idx="1581">
                  <c:v>13.504000000000001</c:v>
                </c:pt>
                <c:pt idx="1582">
                  <c:v>13.286</c:v>
                </c:pt>
                <c:pt idx="1583">
                  <c:v>14.13</c:v>
                </c:pt>
                <c:pt idx="1584">
                  <c:v>14.378</c:v>
                </c:pt>
                <c:pt idx="1585">
                  <c:v>15.036</c:v>
                </c:pt>
                <c:pt idx="1586">
                  <c:v>14.772</c:v>
                </c:pt>
                <c:pt idx="1587">
                  <c:v>13.892000000000001</c:v>
                </c:pt>
                <c:pt idx="1588">
                  <c:v>13.932</c:v>
                </c:pt>
                <c:pt idx="1589">
                  <c:v>13.345999999999998</c:v>
                </c:pt>
                <c:pt idx="1590">
                  <c:v>12.907999999999999</c:v>
                </c:pt>
                <c:pt idx="1591">
                  <c:v>12.592000000000001</c:v>
                </c:pt>
                <c:pt idx="1592">
                  <c:v>13.175999999999998</c:v>
                </c:pt>
                <c:pt idx="1593">
                  <c:v>13.262</c:v>
                </c:pt>
                <c:pt idx="1594">
                  <c:v>13.055999999999999</c:v>
                </c:pt>
                <c:pt idx="1595">
                  <c:v>12.925999999999998</c:v>
                </c:pt>
                <c:pt idx="1596">
                  <c:v>13.042</c:v>
                </c:pt>
                <c:pt idx="1597">
                  <c:v>13.442</c:v>
                </c:pt>
                <c:pt idx="1598">
                  <c:v>13.092000000000001</c:v>
                </c:pt>
                <c:pt idx="1599">
                  <c:v>13.3</c:v>
                </c:pt>
                <c:pt idx="1600">
                  <c:v>12.28</c:v>
                </c:pt>
                <c:pt idx="1601">
                  <c:v>12.04</c:v>
                </c:pt>
                <c:pt idx="1602">
                  <c:v>12.654000000000002</c:v>
                </c:pt>
                <c:pt idx="1603">
                  <c:v>13.116</c:v>
                </c:pt>
                <c:pt idx="1604">
                  <c:v>13.138</c:v>
                </c:pt>
                <c:pt idx="1605">
                  <c:v>13.206</c:v>
                </c:pt>
                <c:pt idx="1606">
                  <c:v>13.206</c:v>
                </c:pt>
                <c:pt idx="1607">
                  <c:v>12.857999999999999</c:v>
                </c:pt>
                <c:pt idx="1608">
                  <c:v>13.356</c:v>
                </c:pt>
                <c:pt idx="1609">
                  <c:v>12.654000000000002</c:v>
                </c:pt>
                <c:pt idx="1610">
                  <c:v>12.315999999999999</c:v>
                </c:pt>
                <c:pt idx="1611">
                  <c:v>13.25</c:v>
                </c:pt>
                <c:pt idx="1612">
                  <c:v>14.857999999999999</c:v>
                </c:pt>
                <c:pt idx="1613">
                  <c:v>14.327999999999999</c:v>
                </c:pt>
                <c:pt idx="1614">
                  <c:v>13.985999999999999</c:v>
                </c:pt>
                <c:pt idx="1615">
                  <c:v>13.792</c:v>
                </c:pt>
                <c:pt idx="1616">
                  <c:v>14.238</c:v>
                </c:pt>
                <c:pt idx="1617">
                  <c:v>13.852</c:v>
                </c:pt>
                <c:pt idx="1618">
                  <c:v>13.1</c:v>
                </c:pt>
                <c:pt idx="1619">
                  <c:v>13.43</c:v>
                </c:pt>
                <c:pt idx="1620">
                  <c:v>13.702</c:v>
                </c:pt>
                <c:pt idx="1621">
                  <c:v>12.982000000000001</c:v>
                </c:pt>
                <c:pt idx="1622">
                  <c:v>13.46</c:v>
                </c:pt>
                <c:pt idx="1623">
                  <c:v>14.45</c:v>
                </c:pt>
                <c:pt idx="1624">
                  <c:v>15.095999999999998</c:v>
                </c:pt>
                <c:pt idx="1625">
                  <c:v>15.095999999999998</c:v>
                </c:pt>
                <c:pt idx="1626">
                  <c:v>14.927999999999999</c:v>
                </c:pt>
                <c:pt idx="1627">
                  <c:v>15.3</c:v>
                </c:pt>
                <c:pt idx="1628">
                  <c:v>14.788</c:v>
                </c:pt>
                <c:pt idx="1629">
                  <c:v>14.71</c:v>
                </c:pt>
                <c:pt idx="1630">
                  <c:v>15.415999999999999</c:v>
                </c:pt>
                <c:pt idx="1631">
                  <c:v>14.212</c:v>
                </c:pt>
                <c:pt idx="1632">
                  <c:v>14.19</c:v>
                </c:pt>
                <c:pt idx="1633">
                  <c:v>13.252000000000001</c:v>
                </c:pt>
                <c:pt idx="1634">
                  <c:v>12.827999999999999</c:v>
                </c:pt>
                <c:pt idx="1635">
                  <c:v>14.142000000000001</c:v>
                </c:pt>
                <c:pt idx="1636">
                  <c:v>14.57</c:v>
                </c:pt>
                <c:pt idx="1637">
                  <c:v>13.572000000000001</c:v>
                </c:pt>
                <c:pt idx="1638">
                  <c:v>11.274000000000001</c:v>
                </c:pt>
                <c:pt idx="1639">
                  <c:v>10.622</c:v>
                </c:pt>
                <c:pt idx="1640">
                  <c:v>10.206</c:v>
                </c:pt>
                <c:pt idx="1641">
                  <c:v>9.7080000000000002</c:v>
                </c:pt>
                <c:pt idx="1642">
                  <c:v>10.8</c:v>
                </c:pt>
                <c:pt idx="1643">
                  <c:v>10.505999999999998</c:v>
                </c:pt>
                <c:pt idx="1644">
                  <c:v>11.305999999999999</c:v>
                </c:pt>
                <c:pt idx="1645">
                  <c:v>11.27</c:v>
                </c:pt>
                <c:pt idx="1646">
                  <c:v>13.337999999999999</c:v>
                </c:pt>
                <c:pt idx="1647">
                  <c:v>13.664000000000001</c:v>
                </c:pt>
                <c:pt idx="1648">
                  <c:v>13.177999999999999</c:v>
                </c:pt>
                <c:pt idx="1649">
                  <c:v>15.992000000000001</c:v>
                </c:pt>
                <c:pt idx="1650">
                  <c:v>16.899999999999999</c:v>
                </c:pt>
                <c:pt idx="1651">
                  <c:v>17.374000000000002</c:v>
                </c:pt>
                <c:pt idx="1652">
                  <c:v>17.236000000000001</c:v>
                </c:pt>
                <c:pt idx="1653">
                  <c:v>17.16</c:v>
                </c:pt>
                <c:pt idx="1654">
                  <c:v>16.614000000000001</c:v>
                </c:pt>
                <c:pt idx="1655">
                  <c:v>17.315999999999999</c:v>
                </c:pt>
                <c:pt idx="1656">
                  <c:v>17.814</c:v>
                </c:pt>
                <c:pt idx="1657">
                  <c:v>17.808</c:v>
                </c:pt>
                <c:pt idx="1658">
                  <c:v>18.218</c:v>
                </c:pt>
                <c:pt idx="1659">
                  <c:v>18.878</c:v>
                </c:pt>
                <c:pt idx="1660">
                  <c:v>19.268000000000001</c:v>
                </c:pt>
                <c:pt idx="1661">
                  <c:v>19.282</c:v>
                </c:pt>
                <c:pt idx="1662">
                  <c:v>19.141999999999999</c:v>
                </c:pt>
                <c:pt idx="1663">
                  <c:v>19.239999999999998</c:v>
                </c:pt>
                <c:pt idx="1664">
                  <c:v>19.411999999999999</c:v>
                </c:pt>
                <c:pt idx="1665">
                  <c:v>20.079999999999998</c:v>
                </c:pt>
                <c:pt idx="1666">
                  <c:v>19.866</c:v>
                </c:pt>
                <c:pt idx="1667">
                  <c:v>19.744</c:v>
                </c:pt>
                <c:pt idx="1668">
                  <c:v>19.965999999999998</c:v>
                </c:pt>
                <c:pt idx="1669">
                  <c:v>20.094999999999999</c:v>
                </c:pt>
                <c:pt idx="1670">
                  <c:v>20.245000000000001</c:v>
                </c:pt>
                <c:pt idx="1671">
                  <c:v>19.954000000000001</c:v>
                </c:pt>
                <c:pt idx="1672">
                  <c:v>19.644000000000002</c:v>
                </c:pt>
                <c:pt idx="1673">
                  <c:v>19.944000000000003</c:v>
                </c:pt>
                <c:pt idx="1674">
                  <c:v>20.38</c:v>
                </c:pt>
                <c:pt idx="1675">
                  <c:v>21.31</c:v>
                </c:pt>
                <c:pt idx="1676">
                  <c:v>21.49</c:v>
                </c:pt>
                <c:pt idx="1677">
                  <c:v>21.445</c:v>
                </c:pt>
                <c:pt idx="1678">
                  <c:v>21.87</c:v>
                </c:pt>
                <c:pt idx="1679">
                  <c:v>21.725000000000001</c:v>
                </c:pt>
                <c:pt idx="1680">
                  <c:v>21.864999999999998</c:v>
                </c:pt>
                <c:pt idx="1681">
                  <c:v>22.05</c:v>
                </c:pt>
                <c:pt idx="1682">
                  <c:v>22.484999999999999</c:v>
                </c:pt>
                <c:pt idx="1683">
                  <c:v>22.55</c:v>
                </c:pt>
                <c:pt idx="1684">
                  <c:v>22.625</c:v>
                </c:pt>
                <c:pt idx="1685">
                  <c:v>22.57</c:v>
                </c:pt>
                <c:pt idx="1686">
                  <c:v>22.68</c:v>
                </c:pt>
                <c:pt idx="1687">
                  <c:v>22.635000000000002</c:v>
                </c:pt>
                <c:pt idx="1688">
                  <c:v>22.605</c:v>
                </c:pt>
                <c:pt idx="1689">
                  <c:v>22.754999999999999</c:v>
                </c:pt>
                <c:pt idx="1690">
                  <c:v>22.905000000000001</c:v>
                </c:pt>
                <c:pt idx="1691">
                  <c:v>23.09</c:v>
                </c:pt>
                <c:pt idx="1692">
                  <c:v>22.984999999999999</c:v>
                </c:pt>
                <c:pt idx="1693">
                  <c:v>22.565000000000001</c:v>
                </c:pt>
                <c:pt idx="1694">
                  <c:v>22.35</c:v>
                </c:pt>
                <c:pt idx="1695">
                  <c:v>22.45</c:v>
                </c:pt>
                <c:pt idx="1696">
                  <c:v>22.655000000000001</c:v>
                </c:pt>
                <c:pt idx="1697">
                  <c:v>22.78</c:v>
                </c:pt>
                <c:pt idx="1698">
                  <c:v>22.78</c:v>
                </c:pt>
                <c:pt idx="1699">
                  <c:v>22.62</c:v>
                </c:pt>
                <c:pt idx="1700">
                  <c:v>22.32</c:v>
                </c:pt>
                <c:pt idx="1701">
                  <c:v>22.69</c:v>
                </c:pt>
                <c:pt idx="1702">
                  <c:v>22.44</c:v>
                </c:pt>
                <c:pt idx="1703">
                  <c:v>22.33</c:v>
                </c:pt>
                <c:pt idx="1704">
                  <c:v>21.754999999999999</c:v>
                </c:pt>
                <c:pt idx="1705">
                  <c:v>21.524999999999999</c:v>
                </c:pt>
                <c:pt idx="1706">
                  <c:v>21.85</c:v>
                </c:pt>
                <c:pt idx="1707">
                  <c:v>21.68</c:v>
                </c:pt>
                <c:pt idx="1708">
                  <c:v>21.75</c:v>
                </c:pt>
                <c:pt idx="1709">
                  <c:v>21.765000000000001</c:v>
                </c:pt>
                <c:pt idx="1710">
                  <c:v>21.81</c:v>
                </c:pt>
                <c:pt idx="1711">
                  <c:v>21.445</c:v>
                </c:pt>
                <c:pt idx="1712">
                  <c:v>21.64</c:v>
                </c:pt>
                <c:pt idx="1713">
                  <c:v>21.61</c:v>
                </c:pt>
                <c:pt idx="1714">
                  <c:v>22.155000000000001</c:v>
                </c:pt>
                <c:pt idx="1715">
                  <c:v>22.11</c:v>
                </c:pt>
                <c:pt idx="1716">
                  <c:v>22.38</c:v>
                </c:pt>
                <c:pt idx="1717">
                  <c:v>22.565000000000001</c:v>
                </c:pt>
                <c:pt idx="1718">
                  <c:v>22.754999999999999</c:v>
                </c:pt>
                <c:pt idx="1719">
                  <c:v>22.815000000000001</c:v>
                </c:pt>
                <c:pt idx="1720">
                  <c:v>22.63</c:v>
                </c:pt>
                <c:pt idx="1721">
                  <c:v>22.7</c:v>
                </c:pt>
                <c:pt idx="1722">
                  <c:v>22.86</c:v>
                </c:pt>
                <c:pt idx="1723">
                  <c:v>22.934999999999999</c:v>
                </c:pt>
                <c:pt idx="1724">
                  <c:v>23.08</c:v>
                </c:pt>
                <c:pt idx="1725">
                  <c:v>22.95</c:v>
                </c:pt>
                <c:pt idx="1726">
                  <c:v>23.36</c:v>
                </c:pt>
                <c:pt idx="1727">
                  <c:v>23.414999999999999</c:v>
                </c:pt>
                <c:pt idx="1728">
                  <c:v>23.295000000000002</c:v>
                </c:pt>
                <c:pt idx="1729">
                  <c:v>23.41</c:v>
                </c:pt>
                <c:pt idx="1730">
                  <c:v>23.425000000000001</c:v>
                </c:pt>
                <c:pt idx="1731">
                  <c:v>23.39</c:v>
                </c:pt>
                <c:pt idx="1732">
                  <c:v>23.29</c:v>
                </c:pt>
                <c:pt idx="1733">
                  <c:v>23.085000000000001</c:v>
                </c:pt>
                <c:pt idx="1734">
                  <c:v>22.605</c:v>
                </c:pt>
                <c:pt idx="1735">
                  <c:v>22.33</c:v>
                </c:pt>
                <c:pt idx="1736">
                  <c:v>23.29</c:v>
                </c:pt>
                <c:pt idx="1737">
                  <c:v>23.295000000000002</c:v>
                </c:pt>
                <c:pt idx="1738">
                  <c:v>23.3</c:v>
                </c:pt>
                <c:pt idx="1739">
                  <c:v>23.254999999999999</c:v>
                </c:pt>
                <c:pt idx="1740">
                  <c:v>23.215</c:v>
                </c:pt>
                <c:pt idx="1741">
                  <c:v>23.03</c:v>
                </c:pt>
                <c:pt idx="1742">
                  <c:v>22.815000000000001</c:v>
                </c:pt>
                <c:pt idx="1743">
                  <c:v>22.39</c:v>
                </c:pt>
                <c:pt idx="1744">
                  <c:v>22.4</c:v>
                </c:pt>
                <c:pt idx="1745">
                  <c:v>22.585000000000001</c:v>
                </c:pt>
                <c:pt idx="1746">
                  <c:v>22.484999999999999</c:v>
                </c:pt>
                <c:pt idx="1747">
                  <c:v>22.64</c:v>
                </c:pt>
                <c:pt idx="1748">
                  <c:v>22.895</c:v>
                </c:pt>
                <c:pt idx="1749">
                  <c:v>22.905000000000001</c:v>
                </c:pt>
                <c:pt idx="1750">
                  <c:v>23.155000000000001</c:v>
                </c:pt>
                <c:pt idx="1751">
                  <c:v>23.195</c:v>
                </c:pt>
                <c:pt idx="1752">
                  <c:v>23.22</c:v>
                </c:pt>
                <c:pt idx="1753">
                  <c:v>23.42</c:v>
                </c:pt>
                <c:pt idx="1754">
                  <c:v>23.19</c:v>
                </c:pt>
                <c:pt idx="1755">
                  <c:v>22.864999999999998</c:v>
                </c:pt>
                <c:pt idx="1756">
                  <c:v>23.05</c:v>
                </c:pt>
                <c:pt idx="1757">
                  <c:v>23.905000000000001</c:v>
                </c:pt>
                <c:pt idx="1758">
                  <c:v>23.84</c:v>
                </c:pt>
                <c:pt idx="1759">
                  <c:v>24.085000000000001</c:v>
                </c:pt>
                <c:pt idx="1760">
                  <c:v>23.63</c:v>
                </c:pt>
                <c:pt idx="1761">
                  <c:v>23.385000000000002</c:v>
                </c:pt>
                <c:pt idx="1762">
                  <c:v>23.315000000000001</c:v>
                </c:pt>
                <c:pt idx="1763">
                  <c:v>23.535</c:v>
                </c:pt>
                <c:pt idx="1764">
                  <c:v>23.434999999999999</c:v>
                </c:pt>
                <c:pt idx="1765">
                  <c:v>23.43</c:v>
                </c:pt>
                <c:pt idx="1766">
                  <c:v>23.375</c:v>
                </c:pt>
                <c:pt idx="1767">
                  <c:v>23.344999999999999</c:v>
                </c:pt>
                <c:pt idx="1768">
                  <c:v>23.31</c:v>
                </c:pt>
                <c:pt idx="1769">
                  <c:v>22.824999999999999</c:v>
                </c:pt>
                <c:pt idx="1770">
                  <c:v>22.9</c:v>
                </c:pt>
                <c:pt idx="1771">
                  <c:v>23.055</c:v>
                </c:pt>
                <c:pt idx="1772">
                  <c:v>23.274999999999999</c:v>
                </c:pt>
                <c:pt idx="1773">
                  <c:v>22.765000000000001</c:v>
                </c:pt>
                <c:pt idx="1774">
                  <c:v>22.594999999999999</c:v>
                </c:pt>
                <c:pt idx="1775">
                  <c:v>22.844999999999999</c:v>
                </c:pt>
                <c:pt idx="1776">
                  <c:v>22.925000000000001</c:v>
                </c:pt>
                <c:pt idx="1777">
                  <c:v>22.795000000000002</c:v>
                </c:pt>
                <c:pt idx="1778">
                  <c:v>22.754999999999999</c:v>
                </c:pt>
                <c:pt idx="1779">
                  <c:v>22.965</c:v>
                </c:pt>
                <c:pt idx="1780">
                  <c:v>22.805</c:v>
                </c:pt>
                <c:pt idx="1781">
                  <c:v>22.48</c:v>
                </c:pt>
                <c:pt idx="1782">
                  <c:v>22.664999999999999</c:v>
                </c:pt>
                <c:pt idx="1783">
                  <c:v>22.664999999999999</c:v>
                </c:pt>
                <c:pt idx="1784">
                  <c:v>22.875</c:v>
                </c:pt>
                <c:pt idx="1785">
                  <c:v>23.234999999999999</c:v>
                </c:pt>
                <c:pt idx="1786">
                  <c:v>22.88</c:v>
                </c:pt>
                <c:pt idx="1787">
                  <c:v>23.15</c:v>
                </c:pt>
                <c:pt idx="1788">
                  <c:v>22.73</c:v>
                </c:pt>
                <c:pt idx="1789">
                  <c:v>22.75</c:v>
                </c:pt>
                <c:pt idx="1790">
                  <c:v>23.445</c:v>
                </c:pt>
                <c:pt idx="1791">
                  <c:v>23.98</c:v>
                </c:pt>
                <c:pt idx="1792">
                  <c:v>23.77</c:v>
                </c:pt>
                <c:pt idx="1793">
                  <c:v>23.73</c:v>
                </c:pt>
                <c:pt idx="1794">
                  <c:v>23.82</c:v>
                </c:pt>
                <c:pt idx="1795">
                  <c:v>23.305</c:v>
                </c:pt>
                <c:pt idx="1796">
                  <c:v>23.324999999999999</c:v>
                </c:pt>
                <c:pt idx="1797">
                  <c:v>23.62</c:v>
                </c:pt>
                <c:pt idx="1798">
                  <c:v>24.035</c:v>
                </c:pt>
                <c:pt idx="1799">
                  <c:v>24.66</c:v>
                </c:pt>
                <c:pt idx="1800">
                  <c:v>25.94</c:v>
                </c:pt>
                <c:pt idx="1801">
                  <c:v>26.12</c:v>
                </c:pt>
                <c:pt idx="1802">
                  <c:v>26.024999999999999</c:v>
                </c:pt>
                <c:pt idx="1803">
                  <c:v>25.48</c:v>
                </c:pt>
                <c:pt idx="1804">
                  <c:v>25.395</c:v>
                </c:pt>
                <c:pt idx="1805">
                  <c:v>25.414999999999999</c:v>
                </c:pt>
                <c:pt idx="1806">
                  <c:v>25.655000000000001</c:v>
                </c:pt>
                <c:pt idx="1807">
                  <c:v>25.555</c:v>
                </c:pt>
                <c:pt idx="1808">
                  <c:v>25.39</c:v>
                </c:pt>
                <c:pt idx="1809">
                  <c:v>25.21</c:v>
                </c:pt>
                <c:pt idx="1810">
                  <c:v>25.53</c:v>
                </c:pt>
                <c:pt idx="1811">
                  <c:v>25.93</c:v>
                </c:pt>
                <c:pt idx="1812">
                  <c:v>25.925000000000001</c:v>
                </c:pt>
                <c:pt idx="1813">
                  <c:v>25.88</c:v>
                </c:pt>
                <c:pt idx="1814">
                  <c:v>26.035</c:v>
                </c:pt>
                <c:pt idx="1815">
                  <c:v>26.045000000000002</c:v>
                </c:pt>
                <c:pt idx="1816">
                  <c:v>25.89</c:v>
                </c:pt>
                <c:pt idx="1817">
                  <c:v>25.77</c:v>
                </c:pt>
                <c:pt idx="1818">
                  <c:v>25.86</c:v>
                </c:pt>
                <c:pt idx="1819">
                  <c:v>25.79</c:v>
                </c:pt>
                <c:pt idx="1820">
                  <c:v>25.93</c:v>
                </c:pt>
                <c:pt idx="1821">
                  <c:v>25.965</c:v>
                </c:pt>
                <c:pt idx="1822">
                  <c:v>25.725000000000001</c:v>
                </c:pt>
                <c:pt idx="1823">
                  <c:v>25.824999999999999</c:v>
                </c:pt>
                <c:pt idx="1824">
                  <c:v>26.12</c:v>
                </c:pt>
                <c:pt idx="1825">
                  <c:v>25.96</c:v>
                </c:pt>
                <c:pt idx="1826">
                  <c:v>25.864999999999998</c:v>
                </c:pt>
                <c:pt idx="1827">
                  <c:v>25.84</c:v>
                </c:pt>
                <c:pt idx="1828">
                  <c:v>25.725000000000001</c:v>
                </c:pt>
                <c:pt idx="1829">
                  <c:v>25.46</c:v>
                </c:pt>
                <c:pt idx="1830">
                  <c:v>25.45</c:v>
                </c:pt>
                <c:pt idx="1831">
                  <c:v>25.17</c:v>
                </c:pt>
                <c:pt idx="1832">
                  <c:v>25.15</c:v>
                </c:pt>
                <c:pt idx="1833">
                  <c:v>25.1</c:v>
                </c:pt>
                <c:pt idx="1834">
                  <c:v>25.155000000000001</c:v>
                </c:pt>
                <c:pt idx="1835">
                  <c:v>25.425000000000001</c:v>
                </c:pt>
                <c:pt idx="1836">
                  <c:v>25.414999999999999</c:v>
                </c:pt>
                <c:pt idx="1837">
                  <c:v>25.23</c:v>
                </c:pt>
                <c:pt idx="1838">
                  <c:v>24.99</c:v>
                </c:pt>
                <c:pt idx="1839">
                  <c:v>24.605</c:v>
                </c:pt>
                <c:pt idx="1840">
                  <c:v>24.59</c:v>
                </c:pt>
                <c:pt idx="1841">
                  <c:v>24.725000000000001</c:v>
                </c:pt>
                <c:pt idx="1842">
                  <c:v>24.61</c:v>
                </c:pt>
                <c:pt idx="1843">
                  <c:v>24.66</c:v>
                </c:pt>
                <c:pt idx="1844">
                  <c:v>24.6</c:v>
                </c:pt>
                <c:pt idx="1845">
                  <c:v>24.815000000000001</c:v>
                </c:pt>
                <c:pt idx="1846">
                  <c:v>24.87</c:v>
                </c:pt>
                <c:pt idx="1847">
                  <c:v>24.745000000000001</c:v>
                </c:pt>
                <c:pt idx="1848">
                  <c:v>25.39</c:v>
                </c:pt>
                <c:pt idx="1849">
                  <c:v>25.385000000000002</c:v>
                </c:pt>
                <c:pt idx="1850">
                  <c:v>25.39</c:v>
                </c:pt>
                <c:pt idx="1851">
                  <c:v>25.36</c:v>
                </c:pt>
                <c:pt idx="1852">
                  <c:v>25.215</c:v>
                </c:pt>
                <c:pt idx="1853">
                  <c:v>25.19</c:v>
                </c:pt>
                <c:pt idx="1854">
                  <c:v>24.905000000000001</c:v>
                </c:pt>
                <c:pt idx="1855">
                  <c:v>24.475000000000001</c:v>
                </c:pt>
                <c:pt idx="1856">
                  <c:v>24.265000000000001</c:v>
                </c:pt>
                <c:pt idx="1857">
                  <c:v>24.164999999999999</c:v>
                </c:pt>
                <c:pt idx="1858">
                  <c:v>24.125</c:v>
                </c:pt>
                <c:pt idx="1859">
                  <c:v>23.75</c:v>
                </c:pt>
                <c:pt idx="1860">
                  <c:v>24.545000000000002</c:v>
                </c:pt>
                <c:pt idx="1861">
                  <c:v>24.545000000000002</c:v>
                </c:pt>
                <c:pt idx="1862">
                  <c:v>24.535</c:v>
                </c:pt>
                <c:pt idx="1863">
                  <c:v>24.135000000000002</c:v>
                </c:pt>
                <c:pt idx="1864">
                  <c:v>24.5</c:v>
                </c:pt>
                <c:pt idx="1865">
                  <c:v>24.3</c:v>
                </c:pt>
                <c:pt idx="1866">
                  <c:v>24.39</c:v>
                </c:pt>
                <c:pt idx="1867">
                  <c:v>24.754999999999999</c:v>
                </c:pt>
                <c:pt idx="1868">
                  <c:v>24.73</c:v>
                </c:pt>
                <c:pt idx="1869">
                  <c:v>25.21</c:v>
                </c:pt>
                <c:pt idx="1870">
                  <c:v>24.664999999999999</c:v>
                </c:pt>
                <c:pt idx="1871">
                  <c:v>24.664999999999999</c:v>
                </c:pt>
                <c:pt idx="1872">
                  <c:v>24.815000000000001</c:v>
                </c:pt>
                <c:pt idx="1873">
                  <c:v>24.68</c:v>
                </c:pt>
                <c:pt idx="1874">
                  <c:v>24.68</c:v>
                </c:pt>
                <c:pt idx="1875">
                  <c:v>24.79</c:v>
                </c:pt>
                <c:pt idx="1876">
                  <c:v>24.864999999999998</c:v>
                </c:pt>
                <c:pt idx="1877">
                  <c:v>24.905000000000001</c:v>
                </c:pt>
                <c:pt idx="1878">
                  <c:v>24.81</c:v>
                </c:pt>
                <c:pt idx="1879">
                  <c:v>25.05</c:v>
                </c:pt>
                <c:pt idx="1880">
                  <c:v>24.754999999999999</c:v>
                </c:pt>
                <c:pt idx="1881">
                  <c:v>24.4</c:v>
                </c:pt>
                <c:pt idx="1882">
                  <c:v>24.34</c:v>
                </c:pt>
                <c:pt idx="1883">
                  <c:v>24.335000000000001</c:v>
                </c:pt>
                <c:pt idx="1884">
                  <c:v>24.16</c:v>
                </c:pt>
                <c:pt idx="1885">
                  <c:v>24.135000000000002</c:v>
                </c:pt>
                <c:pt idx="1886">
                  <c:v>23.905000000000001</c:v>
                </c:pt>
                <c:pt idx="1887">
                  <c:v>23.745000000000001</c:v>
                </c:pt>
                <c:pt idx="1888">
                  <c:v>23.92</c:v>
                </c:pt>
                <c:pt idx="1889">
                  <c:v>23.83</c:v>
                </c:pt>
                <c:pt idx="1890">
                  <c:v>23.914999999999999</c:v>
                </c:pt>
                <c:pt idx="1891">
                  <c:v>24.57</c:v>
                </c:pt>
                <c:pt idx="1892">
                  <c:v>24.234999999999999</c:v>
                </c:pt>
                <c:pt idx="1893">
                  <c:v>24.25</c:v>
                </c:pt>
                <c:pt idx="1894">
                  <c:v>24.175000000000001</c:v>
                </c:pt>
                <c:pt idx="1895">
                  <c:v>23.82</c:v>
                </c:pt>
                <c:pt idx="1896">
                  <c:v>23.76</c:v>
                </c:pt>
                <c:pt idx="1897">
                  <c:v>23.65</c:v>
                </c:pt>
                <c:pt idx="1898">
                  <c:v>23.49</c:v>
                </c:pt>
                <c:pt idx="1899">
                  <c:v>23.385000000000002</c:v>
                </c:pt>
                <c:pt idx="1900">
                  <c:v>23.265000000000001</c:v>
                </c:pt>
                <c:pt idx="1901">
                  <c:v>23.62</c:v>
                </c:pt>
                <c:pt idx="1902">
                  <c:v>23.75</c:v>
                </c:pt>
                <c:pt idx="1903">
                  <c:v>23.72</c:v>
                </c:pt>
                <c:pt idx="1904">
                  <c:v>23.52</c:v>
                </c:pt>
                <c:pt idx="1905">
                  <c:v>23.504999999999999</c:v>
                </c:pt>
                <c:pt idx="1906">
                  <c:v>23.495000000000001</c:v>
                </c:pt>
                <c:pt idx="1907">
                  <c:v>23.655000000000001</c:v>
                </c:pt>
                <c:pt idx="1908">
                  <c:v>23.754999999999999</c:v>
                </c:pt>
                <c:pt idx="1909">
                  <c:v>23.905000000000001</c:v>
                </c:pt>
                <c:pt idx="1910">
                  <c:v>23.984999999999999</c:v>
                </c:pt>
                <c:pt idx="1911">
                  <c:v>24.1</c:v>
                </c:pt>
                <c:pt idx="1912">
                  <c:v>24.28</c:v>
                </c:pt>
                <c:pt idx="1913">
                  <c:v>24.11</c:v>
                </c:pt>
                <c:pt idx="1914">
                  <c:v>24.24</c:v>
                </c:pt>
                <c:pt idx="1915">
                  <c:v>24.27</c:v>
                </c:pt>
                <c:pt idx="1916">
                  <c:v>24.545000000000002</c:v>
                </c:pt>
                <c:pt idx="1917">
                  <c:v>24.4</c:v>
                </c:pt>
                <c:pt idx="1918">
                  <c:v>24.27</c:v>
                </c:pt>
                <c:pt idx="1919">
                  <c:v>24.14</c:v>
                </c:pt>
                <c:pt idx="1920">
                  <c:v>24.21</c:v>
                </c:pt>
                <c:pt idx="1921">
                  <c:v>24.585000000000001</c:v>
                </c:pt>
                <c:pt idx="1922">
                  <c:v>24.6</c:v>
                </c:pt>
                <c:pt idx="1923">
                  <c:v>24.13</c:v>
                </c:pt>
                <c:pt idx="1924">
                  <c:v>23.84</c:v>
                </c:pt>
                <c:pt idx="1925">
                  <c:v>23.62</c:v>
                </c:pt>
                <c:pt idx="1926">
                  <c:v>22.76</c:v>
                </c:pt>
                <c:pt idx="1927">
                  <c:v>22.38</c:v>
                </c:pt>
                <c:pt idx="1928">
                  <c:v>22.13</c:v>
                </c:pt>
                <c:pt idx="1929">
                  <c:v>22.515000000000001</c:v>
                </c:pt>
                <c:pt idx="1930">
                  <c:v>22.66</c:v>
                </c:pt>
                <c:pt idx="1931">
                  <c:v>22.57</c:v>
                </c:pt>
                <c:pt idx="1932">
                  <c:v>23.125</c:v>
                </c:pt>
                <c:pt idx="1933">
                  <c:v>23.62</c:v>
                </c:pt>
                <c:pt idx="1934">
                  <c:v>23.05</c:v>
                </c:pt>
                <c:pt idx="1935">
                  <c:v>23.305</c:v>
                </c:pt>
                <c:pt idx="1936">
                  <c:v>23.67</c:v>
                </c:pt>
                <c:pt idx="1937">
                  <c:v>23.45</c:v>
                </c:pt>
                <c:pt idx="1938">
                  <c:v>23.614999999999998</c:v>
                </c:pt>
                <c:pt idx="1939">
                  <c:v>23.92</c:v>
                </c:pt>
                <c:pt idx="1940">
                  <c:v>23.754999999999999</c:v>
                </c:pt>
                <c:pt idx="1941">
                  <c:v>23.59</c:v>
                </c:pt>
                <c:pt idx="1942">
                  <c:v>23.68</c:v>
                </c:pt>
                <c:pt idx="1943">
                  <c:v>23.68</c:v>
                </c:pt>
                <c:pt idx="1944">
                  <c:v>23.414999999999999</c:v>
                </c:pt>
                <c:pt idx="1945">
                  <c:v>23.405000000000001</c:v>
                </c:pt>
                <c:pt idx="1946">
                  <c:v>23.074999999999999</c:v>
                </c:pt>
                <c:pt idx="1947">
                  <c:v>23.01</c:v>
                </c:pt>
                <c:pt idx="1948">
                  <c:v>22.495000000000001</c:v>
                </c:pt>
                <c:pt idx="1949">
                  <c:v>22.7</c:v>
                </c:pt>
                <c:pt idx="1950">
                  <c:v>22.7</c:v>
                </c:pt>
                <c:pt idx="1951">
                  <c:v>22.664999999999999</c:v>
                </c:pt>
                <c:pt idx="1952">
                  <c:v>22.66</c:v>
                </c:pt>
                <c:pt idx="1953">
                  <c:v>22.965</c:v>
                </c:pt>
                <c:pt idx="1954">
                  <c:v>22.664999999999999</c:v>
                </c:pt>
                <c:pt idx="1955">
                  <c:v>23.22</c:v>
                </c:pt>
                <c:pt idx="1956">
                  <c:v>23.425000000000001</c:v>
                </c:pt>
                <c:pt idx="1957">
                  <c:v>23.41</c:v>
                </c:pt>
                <c:pt idx="1958">
                  <c:v>23.484999999999999</c:v>
                </c:pt>
                <c:pt idx="1959">
                  <c:v>23.385000000000002</c:v>
                </c:pt>
                <c:pt idx="1960">
                  <c:v>23.17</c:v>
                </c:pt>
                <c:pt idx="1961">
                  <c:v>23.425000000000001</c:v>
                </c:pt>
                <c:pt idx="1962">
                  <c:v>22.75</c:v>
                </c:pt>
                <c:pt idx="1963">
                  <c:v>24.16</c:v>
                </c:pt>
                <c:pt idx="1964">
                  <c:v>24.155000000000001</c:v>
                </c:pt>
                <c:pt idx="1965">
                  <c:v>23.7</c:v>
                </c:pt>
                <c:pt idx="1966">
                  <c:v>23.72</c:v>
                </c:pt>
                <c:pt idx="1967">
                  <c:v>23.47</c:v>
                </c:pt>
                <c:pt idx="1968">
                  <c:v>23.52</c:v>
                </c:pt>
                <c:pt idx="1969">
                  <c:v>23.635000000000002</c:v>
                </c:pt>
                <c:pt idx="1970">
                  <c:v>23.004999999999999</c:v>
                </c:pt>
                <c:pt idx="1971">
                  <c:v>24.105</c:v>
                </c:pt>
                <c:pt idx="1972">
                  <c:v>23.57</c:v>
                </c:pt>
                <c:pt idx="1973">
                  <c:v>23.945</c:v>
                </c:pt>
                <c:pt idx="1974">
                  <c:v>24.07</c:v>
                </c:pt>
                <c:pt idx="1975">
                  <c:v>24.015000000000001</c:v>
                </c:pt>
                <c:pt idx="1976">
                  <c:v>23.585000000000001</c:v>
                </c:pt>
                <c:pt idx="1977">
                  <c:v>23.774999999999999</c:v>
                </c:pt>
                <c:pt idx="1978">
                  <c:v>24.315000000000001</c:v>
                </c:pt>
                <c:pt idx="1979">
                  <c:v>24.18</c:v>
                </c:pt>
                <c:pt idx="1980">
                  <c:v>24.234999999999999</c:v>
                </c:pt>
                <c:pt idx="1981">
                  <c:v>24.305</c:v>
                </c:pt>
                <c:pt idx="1982">
                  <c:v>24.105</c:v>
                </c:pt>
                <c:pt idx="1983">
                  <c:v>24.35</c:v>
                </c:pt>
                <c:pt idx="1984">
                  <c:v>24.024999999999999</c:v>
                </c:pt>
                <c:pt idx="1985">
                  <c:v>24.245000000000001</c:v>
                </c:pt>
                <c:pt idx="1986">
                  <c:v>25.004999999999999</c:v>
                </c:pt>
                <c:pt idx="1987">
                  <c:v>24.37</c:v>
                </c:pt>
                <c:pt idx="1988">
                  <c:v>24.28</c:v>
                </c:pt>
                <c:pt idx="1989">
                  <c:v>24.13</c:v>
                </c:pt>
                <c:pt idx="1990">
                  <c:v>24.16</c:v>
                </c:pt>
                <c:pt idx="1991">
                  <c:v>24.184999999999999</c:v>
                </c:pt>
                <c:pt idx="1992">
                  <c:v>24.285</c:v>
                </c:pt>
                <c:pt idx="1993">
                  <c:v>24.98</c:v>
                </c:pt>
                <c:pt idx="1994">
                  <c:v>25.21</c:v>
                </c:pt>
                <c:pt idx="1995">
                  <c:v>24.88</c:v>
                </c:pt>
                <c:pt idx="1996">
                  <c:v>24.95</c:v>
                </c:pt>
                <c:pt idx="1997">
                  <c:v>25.05</c:v>
                </c:pt>
                <c:pt idx="1998">
                  <c:v>24.995000000000001</c:v>
                </c:pt>
                <c:pt idx="1999">
                  <c:v>24.78</c:v>
                </c:pt>
                <c:pt idx="2000">
                  <c:v>24.85</c:v>
                </c:pt>
                <c:pt idx="2001">
                  <c:v>25.62</c:v>
                </c:pt>
                <c:pt idx="2002">
                  <c:v>25.945</c:v>
                </c:pt>
                <c:pt idx="2003">
                  <c:v>25.71</c:v>
                </c:pt>
                <c:pt idx="2004">
                  <c:v>25.98</c:v>
                </c:pt>
                <c:pt idx="2005">
                  <c:v>26.57</c:v>
                </c:pt>
                <c:pt idx="2006">
                  <c:v>26.66</c:v>
                </c:pt>
                <c:pt idx="2007">
                  <c:v>26.555</c:v>
                </c:pt>
                <c:pt idx="2008">
                  <c:v>26.484999999999999</c:v>
                </c:pt>
                <c:pt idx="2009">
                  <c:v>26.364999999999998</c:v>
                </c:pt>
                <c:pt idx="2010">
                  <c:v>26.295000000000002</c:v>
                </c:pt>
                <c:pt idx="2011">
                  <c:v>26.33</c:v>
                </c:pt>
                <c:pt idx="2012">
                  <c:v>26.535</c:v>
                </c:pt>
                <c:pt idx="2013">
                  <c:v>25.945</c:v>
                </c:pt>
                <c:pt idx="2014">
                  <c:v>25.684999999999999</c:v>
                </c:pt>
                <c:pt idx="2015">
                  <c:v>25.14</c:v>
                </c:pt>
                <c:pt idx="2016">
                  <c:v>25.13</c:v>
                </c:pt>
                <c:pt idx="2017">
                  <c:v>25.08</c:v>
                </c:pt>
                <c:pt idx="2018">
                  <c:v>24.73</c:v>
                </c:pt>
                <c:pt idx="2019">
                  <c:v>24.695</c:v>
                </c:pt>
                <c:pt idx="2020">
                  <c:v>24.61</c:v>
                </c:pt>
                <c:pt idx="2021">
                  <c:v>24.824999999999999</c:v>
                </c:pt>
                <c:pt idx="2022">
                  <c:v>24.585000000000001</c:v>
                </c:pt>
                <c:pt idx="2023">
                  <c:v>24.27</c:v>
                </c:pt>
                <c:pt idx="2024">
                  <c:v>24.434999999999999</c:v>
                </c:pt>
                <c:pt idx="2025">
                  <c:v>24.625</c:v>
                </c:pt>
                <c:pt idx="2026">
                  <c:v>25.07</c:v>
                </c:pt>
                <c:pt idx="2027">
                  <c:v>25.36</c:v>
                </c:pt>
                <c:pt idx="2028">
                  <c:v>25.015000000000001</c:v>
                </c:pt>
                <c:pt idx="2029">
                  <c:v>25.47</c:v>
                </c:pt>
                <c:pt idx="2030">
                  <c:v>25.38</c:v>
                </c:pt>
                <c:pt idx="2031">
                  <c:v>25.635000000000002</c:v>
                </c:pt>
                <c:pt idx="2032">
                  <c:v>25.635000000000002</c:v>
                </c:pt>
                <c:pt idx="2033">
                  <c:v>25.635000000000002</c:v>
                </c:pt>
                <c:pt idx="2034">
                  <c:v>25.38</c:v>
                </c:pt>
                <c:pt idx="2035">
                  <c:v>25.245000000000001</c:v>
                </c:pt>
                <c:pt idx="2036">
                  <c:v>25.015000000000001</c:v>
                </c:pt>
                <c:pt idx="2037">
                  <c:v>24.9</c:v>
                </c:pt>
                <c:pt idx="2038">
                  <c:v>24.725000000000001</c:v>
                </c:pt>
                <c:pt idx="2039">
                  <c:v>24.76</c:v>
                </c:pt>
                <c:pt idx="2040">
                  <c:v>24.504999999999999</c:v>
                </c:pt>
                <c:pt idx="2041">
                  <c:v>24.984999999999999</c:v>
                </c:pt>
                <c:pt idx="2042">
                  <c:v>25.234999999999999</c:v>
                </c:pt>
                <c:pt idx="2043">
                  <c:v>25.31</c:v>
                </c:pt>
                <c:pt idx="2044">
                  <c:v>25.63</c:v>
                </c:pt>
                <c:pt idx="2045">
                  <c:v>26.07</c:v>
                </c:pt>
                <c:pt idx="2046">
                  <c:v>25.93</c:v>
                </c:pt>
                <c:pt idx="2047">
                  <c:v>25.61</c:v>
                </c:pt>
                <c:pt idx="2048">
                  <c:v>25.445</c:v>
                </c:pt>
                <c:pt idx="2049">
                  <c:v>25.315000000000001</c:v>
                </c:pt>
                <c:pt idx="2050">
                  <c:v>25.695</c:v>
                </c:pt>
                <c:pt idx="2051">
                  <c:v>26.15</c:v>
                </c:pt>
                <c:pt idx="2052">
                  <c:v>25.98</c:v>
                </c:pt>
                <c:pt idx="2053">
                  <c:v>25.99</c:v>
                </c:pt>
                <c:pt idx="2054">
                  <c:v>25.76</c:v>
                </c:pt>
                <c:pt idx="2055">
                  <c:v>26.57</c:v>
                </c:pt>
                <c:pt idx="2056">
                  <c:v>26.71</c:v>
                </c:pt>
                <c:pt idx="2057">
                  <c:v>26.565000000000001</c:v>
                </c:pt>
                <c:pt idx="2058">
                  <c:v>26.555</c:v>
                </c:pt>
                <c:pt idx="2059">
                  <c:v>26.614999999999998</c:v>
                </c:pt>
                <c:pt idx="2060">
                  <c:v>26.27</c:v>
                </c:pt>
                <c:pt idx="2061">
                  <c:v>26.105</c:v>
                </c:pt>
                <c:pt idx="2062">
                  <c:v>25.934999999999999</c:v>
                </c:pt>
                <c:pt idx="2063">
                  <c:v>26.454999999999998</c:v>
                </c:pt>
                <c:pt idx="2064">
                  <c:v>26.305</c:v>
                </c:pt>
                <c:pt idx="2065">
                  <c:v>26.37</c:v>
                </c:pt>
                <c:pt idx="2066">
                  <c:v>26.945</c:v>
                </c:pt>
                <c:pt idx="2067">
                  <c:v>26.645</c:v>
                </c:pt>
                <c:pt idx="2068">
                  <c:v>26.18</c:v>
                </c:pt>
                <c:pt idx="2069">
                  <c:v>26.17</c:v>
                </c:pt>
                <c:pt idx="2070">
                  <c:v>26.105</c:v>
                </c:pt>
                <c:pt idx="2071">
                  <c:v>25.965</c:v>
                </c:pt>
                <c:pt idx="2072">
                  <c:v>26.29</c:v>
                </c:pt>
                <c:pt idx="2073">
                  <c:v>26.475000000000001</c:v>
                </c:pt>
                <c:pt idx="2074">
                  <c:v>26.405000000000001</c:v>
                </c:pt>
                <c:pt idx="2075">
                  <c:v>25.74</c:v>
                </c:pt>
                <c:pt idx="2076">
                  <c:v>25.395</c:v>
                </c:pt>
                <c:pt idx="2077">
                  <c:v>26.09</c:v>
                </c:pt>
                <c:pt idx="2078">
                  <c:v>25.234999999999999</c:v>
                </c:pt>
                <c:pt idx="2079">
                  <c:v>25.385000000000002</c:v>
                </c:pt>
                <c:pt idx="2080">
                  <c:v>25.614999999999998</c:v>
                </c:pt>
                <c:pt idx="2081">
                  <c:v>25.59</c:v>
                </c:pt>
                <c:pt idx="2082">
                  <c:v>25.215</c:v>
                </c:pt>
                <c:pt idx="2083">
                  <c:v>26.074999999999999</c:v>
                </c:pt>
                <c:pt idx="2084">
                  <c:v>25.675000000000001</c:v>
                </c:pt>
                <c:pt idx="2085">
                  <c:v>25.96</c:v>
                </c:pt>
                <c:pt idx="2086">
                  <c:v>26.315000000000001</c:v>
                </c:pt>
                <c:pt idx="2087">
                  <c:v>26.065000000000001</c:v>
                </c:pt>
                <c:pt idx="2088">
                  <c:v>26.21</c:v>
                </c:pt>
                <c:pt idx="2089">
                  <c:v>25.82</c:v>
                </c:pt>
                <c:pt idx="2090">
                  <c:v>25.905000000000001</c:v>
                </c:pt>
                <c:pt idx="2091">
                  <c:v>26.22</c:v>
                </c:pt>
                <c:pt idx="2092">
                  <c:v>26.164999999999999</c:v>
                </c:pt>
                <c:pt idx="2093">
                  <c:v>26.07</c:v>
                </c:pt>
                <c:pt idx="2094">
                  <c:v>26.195</c:v>
                </c:pt>
                <c:pt idx="2095">
                  <c:v>25.52</c:v>
                </c:pt>
                <c:pt idx="2096">
                  <c:v>25.59</c:v>
                </c:pt>
                <c:pt idx="2097">
                  <c:v>25.98</c:v>
                </c:pt>
                <c:pt idx="2098">
                  <c:v>26.48</c:v>
                </c:pt>
                <c:pt idx="2099">
                  <c:v>27.395</c:v>
                </c:pt>
                <c:pt idx="2100">
                  <c:v>27.484999999999999</c:v>
                </c:pt>
                <c:pt idx="2101">
                  <c:v>27.16</c:v>
                </c:pt>
                <c:pt idx="2102">
                  <c:v>27.3</c:v>
                </c:pt>
                <c:pt idx="2103">
                  <c:v>26.77</c:v>
                </c:pt>
                <c:pt idx="2104">
                  <c:v>26.91</c:v>
                </c:pt>
                <c:pt idx="2105">
                  <c:v>26.61</c:v>
                </c:pt>
                <c:pt idx="2106">
                  <c:v>26.56</c:v>
                </c:pt>
                <c:pt idx="2107">
                  <c:v>26.335000000000001</c:v>
                </c:pt>
                <c:pt idx="2108">
                  <c:v>26.335000000000001</c:v>
                </c:pt>
                <c:pt idx="2109">
                  <c:v>25.504999999999999</c:v>
                </c:pt>
                <c:pt idx="2110">
                  <c:v>25.78</c:v>
                </c:pt>
                <c:pt idx="2111">
                  <c:v>25.78</c:v>
                </c:pt>
                <c:pt idx="2112">
                  <c:v>25.43</c:v>
                </c:pt>
                <c:pt idx="2113">
                  <c:v>25.315000000000001</c:v>
                </c:pt>
                <c:pt idx="2114">
                  <c:v>25.22</c:v>
                </c:pt>
                <c:pt idx="2115">
                  <c:v>25.31</c:v>
                </c:pt>
                <c:pt idx="2116">
                  <c:v>25.315000000000001</c:v>
                </c:pt>
                <c:pt idx="2117">
                  <c:v>25.024999999999999</c:v>
                </c:pt>
                <c:pt idx="2118">
                  <c:v>25.285</c:v>
                </c:pt>
                <c:pt idx="2119">
                  <c:v>25.495000000000001</c:v>
                </c:pt>
                <c:pt idx="2120">
                  <c:v>25.195</c:v>
                </c:pt>
                <c:pt idx="2121">
                  <c:v>24.97</c:v>
                </c:pt>
                <c:pt idx="2122">
                  <c:v>24.84</c:v>
                </c:pt>
                <c:pt idx="2123">
                  <c:v>24.47</c:v>
                </c:pt>
                <c:pt idx="2124">
                  <c:v>23.83</c:v>
                </c:pt>
                <c:pt idx="2125">
                  <c:v>23.625</c:v>
                </c:pt>
                <c:pt idx="2126">
                  <c:v>23.785</c:v>
                </c:pt>
                <c:pt idx="2127">
                  <c:v>23.684999999999999</c:v>
                </c:pt>
                <c:pt idx="2128">
                  <c:v>23.94</c:v>
                </c:pt>
                <c:pt idx="2129">
                  <c:v>23.805</c:v>
                </c:pt>
                <c:pt idx="2130">
                  <c:v>23.3</c:v>
                </c:pt>
                <c:pt idx="2131">
                  <c:v>23.23</c:v>
                </c:pt>
                <c:pt idx="2132">
                  <c:v>23.335000000000001</c:v>
                </c:pt>
                <c:pt idx="2133">
                  <c:v>22.49</c:v>
                </c:pt>
                <c:pt idx="2134">
                  <c:v>22.34</c:v>
                </c:pt>
                <c:pt idx="2135">
                  <c:v>22.335000000000001</c:v>
                </c:pt>
                <c:pt idx="2136">
                  <c:v>22.335000000000001</c:v>
                </c:pt>
                <c:pt idx="2137">
                  <c:v>22.315000000000001</c:v>
                </c:pt>
                <c:pt idx="2138">
                  <c:v>22.6</c:v>
                </c:pt>
                <c:pt idx="2139">
                  <c:v>22.09</c:v>
                </c:pt>
                <c:pt idx="2140">
                  <c:v>21.99</c:v>
                </c:pt>
                <c:pt idx="2141">
                  <c:v>22.04</c:v>
                </c:pt>
                <c:pt idx="2142">
                  <c:v>22.164999999999999</c:v>
                </c:pt>
                <c:pt idx="2143">
                  <c:v>21.984999999999999</c:v>
                </c:pt>
                <c:pt idx="2144">
                  <c:v>21.754999999999999</c:v>
                </c:pt>
                <c:pt idx="2145">
                  <c:v>22.135000000000002</c:v>
                </c:pt>
                <c:pt idx="2146">
                  <c:v>21.93</c:v>
                </c:pt>
                <c:pt idx="2147">
                  <c:v>22.114999999999998</c:v>
                </c:pt>
                <c:pt idx="2148">
                  <c:v>22.324999999999999</c:v>
                </c:pt>
                <c:pt idx="2149">
                  <c:v>22.53</c:v>
                </c:pt>
                <c:pt idx="2150">
                  <c:v>22.614999999999998</c:v>
                </c:pt>
                <c:pt idx="2151">
                  <c:v>22.65</c:v>
                </c:pt>
                <c:pt idx="2152">
                  <c:v>22.734999999999999</c:v>
                </c:pt>
                <c:pt idx="2153">
                  <c:v>22.905000000000001</c:v>
                </c:pt>
                <c:pt idx="2154">
                  <c:v>22.67</c:v>
                </c:pt>
                <c:pt idx="2155">
                  <c:v>22.495000000000001</c:v>
                </c:pt>
                <c:pt idx="2156">
                  <c:v>22.914999999999999</c:v>
                </c:pt>
                <c:pt idx="2157">
                  <c:v>23.01</c:v>
                </c:pt>
                <c:pt idx="2158">
                  <c:v>23.024999999999999</c:v>
                </c:pt>
                <c:pt idx="2159">
                  <c:v>22.785</c:v>
                </c:pt>
                <c:pt idx="2160">
                  <c:v>22.585000000000001</c:v>
                </c:pt>
                <c:pt idx="2161">
                  <c:v>22.64</c:v>
                </c:pt>
                <c:pt idx="2162">
                  <c:v>22.58</c:v>
                </c:pt>
                <c:pt idx="2163">
                  <c:v>22.56</c:v>
                </c:pt>
                <c:pt idx="2164">
                  <c:v>22.63</c:v>
                </c:pt>
                <c:pt idx="2165">
                  <c:v>22.57</c:v>
                </c:pt>
                <c:pt idx="2166">
                  <c:v>22.815000000000001</c:v>
                </c:pt>
                <c:pt idx="2167">
                  <c:v>22.844999999999999</c:v>
                </c:pt>
                <c:pt idx="2168">
                  <c:v>22.85</c:v>
                </c:pt>
                <c:pt idx="2169">
                  <c:v>22.425000000000001</c:v>
                </c:pt>
                <c:pt idx="2170">
                  <c:v>22.795000000000002</c:v>
                </c:pt>
                <c:pt idx="2171">
                  <c:v>23.315000000000001</c:v>
                </c:pt>
                <c:pt idx="2172">
                  <c:v>22.86</c:v>
                </c:pt>
                <c:pt idx="2173">
                  <c:v>23.664999999999999</c:v>
                </c:pt>
                <c:pt idx="2174">
                  <c:v>23.954999999999998</c:v>
                </c:pt>
                <c:pt idx="2175">
                  <c:v>24.065000000000001</c:v>
                </c:pt>
                <c:pt idx="2176">
                  <c:v>24.625</c:v>
                </c:pt>
                <c:pt idx="2177">
                  <c:v>24.815000000000001</c:v>
                </c:pt>
                <c:pt idx="2178">
                  <c:v>25.22</c:v>
                </c:pt>
                <c:pt idx="2179">
                  <c:v>25.1</c:v>
                </c:pt>
                <c:pt idx="2180">
                  <c:v>25.11</c:v>
                </c:pt>
                <c:pt idx="2181">
                  <c:v>25.035</c:v>
                </c:pt>
                <c:pt idx="2182">
                  <c:v>25.33</c:v>
                </c:pt>
                <c:pt idx="2183">
                  <c:v>25.21</c:v>
                </c:pt>
                <c:pt idx="2184">
                  <c:v>25.17</c:v>
                </c:pt>
                <c:pt idx="2185">
                  <c:v>25.2</c:v>
                </c:pt>
                <c:pt idx="2186">
                  <c:v>25.234999999999999</c:v>
                </c:pt>
                <c:pt idx="2187">
                  <c:v>25.425000000000001</c:v>
                </c:pt>
                <c:pt idx="2188">
                  <c:v>25.734999999999999</c:v>
                </c:pt>
                <c:pt idx="2189">
                  <c:v>25.704999999999998</c:v>
                </c:pt>
                <c:pt idx="2190">
                  <c:v>25.57</c:v>
                </c:pt>
                <c:pt idx="2191">
                  <c:v>25.35</c:v>
                </c:pt>
                <c:pt idx="2192">
                  <c:v>25.254999999999999</c:v>
                </c:pt>
                <c:pt idx="2193">
                  <c:v>25.3</c:v>
                </c:pt>
                <c:pt idx="2194">
                  <c:v>25.33</c:v>
                </c:pt>
                <c:pt idx="2195">
                  <c:v>25.114999999999998</c:v>
                </c:pt>
                <c:pt idx="2196">
                  <c:v>24.754999999999999</c:v>
                </c:pt>
                <c:pt idx="2197">
                  <c:v>24.8</c:v>
                </c:pt>
                <c:pt idx="2198">
                  <c:v>24.61</c:v>
                </c:pt>
                <c:pt idx="2199">
                  <c:v>24.635000000000002</c:v>
                </c:pt>
                <c:pt idx="2200">
                  <c:v>24.524999999999999</c:v>
                </c:pt>
                <c:pt idx="2201">
                  <c:v>24.524999999999999</c:v>
                </c:pt>
                <c:pt idx="2202">
                  <c:v>24.55</c:v>
                </c:pt>
                <c:pt idx="2203">
                  <c:v>24.105</c:v>
                </c:pt>
                <c:pt idx="2204">
                  <c:v>24.155000000000001</c:v>
                </c:pt>
                <c:pt idx="2205">
                  <c:v>24.225000000000001</c:v>
                </c:pt>
                <c:pt idx="2206">
                  <c:v>24.285</c:v>
                </c:pt>
                <c:pt idx="2207">
                  <c:v>23.95</c:v>
                </c:pt>
                <c:pt idx="2208">
                  <c:v>24.05</c:v>
                </c:pt>
                <c:pt idx="2209">
                  <c:v>24.26</c:v>
                </c:pt>
                <c:pt idx="2210">
                  <c:v>23.855</c:v>
                </c:pt>
                <c:pt idx="2211">
                  <c:v>23.574999999999999</c:v>
                </c:pt>
                <c:pt idx="2212">
                  <c:v>23.425000000000001</c:v>
                </c:pt>
                <c:pt idx="2213">
                  <c:v>23.66</c:v>
                </c:pt>
                <c:pt idx="2214">
                  <c:v>23.69</c:v>
                </c:pt>
                <c:pt idx="2215">
                  <c:v>23.74</c:v>
                </c:pt>
                <c:pt idx="2216">
                  <c:v>23.64</c:v>
                </c:pt>
                <c:pt idx="2217">
                  <c:v>23.574999999999999</c:v>
                </c:pt>
                <c:pt idx="2218">
                  <c:v>23.66</c:v>
                </c:pt>
                <c:pt idx="2219">
                  <c:v>24.08</c:v>
                </c:pt>
                <c:pt idx="2220">
                  <c:v>23.155000000000001</c:v>
                </c:pt>
                <c:pt idx="2221">
                  <c:v>23.375</c:v>
                </c:pt>
                <c:pt idx="2222">
                  <c:v>23.315000000000001</c:v>
                </c:pt>
                <c:pt idx="2223">
                  <c:v>23.3</c:v>
                </c:pt>
                <c:pt idx="2224">
                  <c:v>23.31</c:v>
                </c:pt>
                <c:pt idx="2225">
                  <c:v>23.375</c:v>
                </c:pt>
                <c:pt idx="2226">
                  <c:v>23.31</c:v>
                </c:pt>
                <c:pt idx="2227">
                  <c:v>24.015000000000001</c:v>
                </c:pt>
                <c:pt idx="2228">
                  <c:v>24.344999999999999</c:v>
                </c:pt>
                <c:pt idx="2229">
                  <c:v>24.35</c:v>
                </c:pt>
                <c:pt idx="2230">
                  <c:v>24.18</c:v>
                </c:pt>
                <c:pt idx="2231">
                  <c:v>24.555</c:v>
                </c:pt>
                <c:pt idx="2232">
                  <c:v>24.594999999999999</c:v>
                </c:pt>
                <c:pt idx="2233">
                  <c:v>24.495000000000001</c:v>
                </c:pt>
                <c:pt idx="2234">
                  <c:v>24.58</c:v>
                </c:pt>
                <c:pt idx="2235">
                  <c:v>24.35</c:v>
                </c:pt>
                <c:pt idx="2236">
                  <c:v>24.34</c:v>
                </c:pt>
                <c:pt idx="2237">
                  <c:v>23.594999999999999</c:v>
                </c:pt>
                <c:pt idx="2238">
                  <c:v>23.655000000000001</c:v>
                </c:pt>
                <c:pt idx="2239">
                  <c:v>23.46</c:v>
                </c:pt>
                <c:pt idx="2240">
                  <c:v>23.27</c:v>
                </c:pt>
                <c:pt idx="2241">
                  <c:v>23.08</c:v>
                </c:pt>
                <c:pt idx="2242">
                  <c:v>23.12</c:v>
                </c:pt>
                <c:pt idx="2243">
                  <c:v>23.43</c:v>
                </c:pt>
                <c:pt idx="2244">
                  <c:v>23.13</c:v>
                </c:pt>
                <c:pt idx="2245">
                  <c:v>23.135000000000002</c:v>
                </c:pt>
                <c:pt idx="2246">
                  <c:v>23.114999999999998</c:v>
                </c:pt>
                <c:pt idx="2247">
                  <c:v>23</c:v>
                </c:pt>
                <c:pt idx="2248">
                  <c:v>22.89</c:v>
                </c:pt>
                <c:pt idx="2249">
                  <c:v>22.905000000000001</c:v>
                </c:pt>
                <c:pt idx="2250">
                  <c:v>22.855</c:v>
                </c:pt>
                <c:pt idx="2251">
                  <c:v>23.004999999999999</c:v>
                </c:pt>
                <c:pt idx="2252">
                  <c:v>23.05</c:v>
                </c:pt>
                <c:pt idx="2253">
                  <c:v>22.954999999999998</c:v>
                </c:pt>
                <c:pt idx="2254">
                  <c:v>22.965</c:v>
                </c:pt>
                <c:pt idx="2255">
                  <c:v>22.975000000000001</c:v>
                </c:pt>
                <c:pt idx="2256">
                  <c:v>23.09</c:v>
                </c:pt>
                <c:pt idx="2257">
                  <c:v>22.835000000000001</c:v>
                </c:pt>
                <c:pt idx="2258">
                  <c:v>22.97</c:v>
                </c:pt>
                <c:pt idx="2259">
                  <c:v>22.625</c:v>
                </c:pt>
                <c:pt idx="2260">
                  <c:v>22.484999999999999</c:v>
                </c:pt>
                <c:pt idx="2261">
                  <c:v>22.42</c:v>
                </c:pt>
                <c:pt idx="2262">
                  <c:v>22.25</c:v>
                </c:pt>
                <c:pt idx="2263">
                  <c:v>22.28</c:v>
                </c:pt>
                <c:pt idx="2264">
                  <c:v>22.094999999999999</c:v>
                </c:pt>
                <c:pt idx="2265">
                  <c:v>21.9</c:v>
                </c:pt>
                <c:pt idx="2266">
                  <c:v>21.655000000000001</c:v>
                </c:pt>
                <c:pt idx="2267">
                  <c:v>21.55</c:v>
                </c:pt>
                <c:pt idx="2268">
                  <c:v>21.305</c:v>
                </c:pt>
                <c:pt idx="2269">
                  <c:v>21.125</c:v>
                </c:pt>
                <c:pt idx="2270">
                  <c:v>21.024999999999999</c:v>
                </c:pt>
                <c:pt idx="2271">
                  <c:v>21.434999999999999</c:v>
                </c:pt>
                <c:pt idx="2272">
                  <c:v>21.52</c:v>
                </c:pt>
                <c:pt idx="2273">
                  <c:v>21.355</c:v>
                </c:pt>
                <c:pt idx="2274">
                  <c:v>21.445</c:v>
                </c:pt>
                <c:pt idx="2275">
                  <c:v>21.38</c:v>
                </c:pt>
                <c:pt idx="2276">
                  <c:v>21.574999999999999</c:v>
                </c:pt>
                <c:pt idx="2277">
                  <c:v>21.335000000000001</c:v>
                </c:pt>
                <c:pt idx="2278">
                  <c:v>21.305</c:v>
                </c:pt>
                <c:pt idx="2279">
                  <c:v>21.22</c:v>
                </c:pt>
                <c:pt idx="2280">
                  <c:v>21.27</c:v>
                </c:pt>
                <c:pt idx="2281">
                  <c:v>21.26</c:v>
                </c:pt>
                <c:pt idx="2282">
                  <c:v>21.274999999999999</c:v>
                </c:pt>
                <c:pt idx="2283">
                  <c:v>21.425000000000001</c:v>
                </c:pt>
                <c:pt idx="2284">
                  <c:v>21.425000000000001</c:v>
                </c:pt>
                <c:pt idx="2285">
                  <c:v>21.344999999999999</c:v>
                </c:pt>
                <c:pt idx="2286">
                  <c:v>21.395</c:v>
                </c:pt>
                <c:pt idx="2287">
                  <c:v>21.215</c:v>
                </c:pt>
                <c:pt idx="2288">
                  <c:v>21.094999999999999</c:v>
                </c:pt>
                <c:pt idx="2289">
                  <c:v>21.145</c:v>
                </c:pt>
                <c:pt idx="2290">
                  <c:v>21.25</c:v>
                </c:pt>
                <c:pt idx="2291">
                  <c:v>21.27</c:v>
                </c:pt>
                <c:pt idx="2292">
                  <c:v>21.26</c:v>
                </c:pt>
                <c:pt idx="2293">
                  <c:v>21.35</c:v>
                </c:pt>
                <c:pt idx="2294">
                  <c:v>21.35</c:v>
                </c:pt>
                <c:pt idx="2295">
                  <c:v>21.635000000000002</c:v>
                </c:pt>
                <c:pt idx="2296">
                  <c:v>22.13</c:v>
                </c:pt>
                <c:pt idx="2297">
                  <c:v>22.135000000000002</c:v>
                </c:pt>
                <c:pt idx="2298">
                  <c:v>21.975000000000001</c:v>
                </c:pt>
                <c:pt idx="2299">
                  <c:v>21.83</c:v>
                </c:pt>
                <c:pt idx="2300">
                  <c:v>21.754999999999999</c:v>
                </c:pt>
                <c:pt idx="2301">
                  <c:v>21.585000000000001</c:v>
                </c:pt>
                <c:pt idx="2302">
                  <c:v>21.344999999999999</c:v>
                </c:pt>
                <c:pt idx="2303">
                  <c:v>21.33</c:v>
                </c:pt>
                <c:pt idx="2304">
                  <c:v>21.155000000000001</c:v>
                </c:pt>
                <c:pt idx="2305">
                  <c:v>20.97</c:v>
                </c:pt>
                <c:pt idx="2306">
                  <c:v>20.86</c:v>
                </c:pt>
                <c:pt idx="2307">
                  <c:v>20.795000000000002</c:v>
                </c:pt>
                <c:pt idx="2308">
                  <c:v>20.58</c:v>
                </c:pt>
                <c:pt idx="2309">
                  <c:v>20.79</c:v>
                </c:pt>
                <c:pt idx="2310">
                  <c:v>20.934999999999999</c:v>
                </c:pt>
                <c:pt idx="2311">
                  <c:v>20.614999999999998</c:v>
                </c:pt>
                <c:pt idx="2312">
                  <c:v>20.6</c:v>
                </c:pt>
                <c:pt idx="2313">
                  <c:v>20.574999999999999</c:v>
                </c:pt>
                <c:pt idx="2314">
                  <c:v>20.5</c:v>
                </c:pt>
                <c:pt idx="2315">
                  <c:v>20.635000000000002</c:v>
                </c:pt>
                <c:pt idx="2316">
                  <c:v>20.765000000000001</c:v>
                </c:pt>
                <c:pt idx="2317">
                  <c:v>20.445</c:v>
                </c:pt>
                <c:pt idx="2318">
                  <c:v>20.41</c:v>
                </c:pt>
                <c:pt idx="2319">
                  <c:v>20.440000000000001</c:v>
                </c:pt>
                <c:pt idx="2320">
                  <c:v>20.51</c:v>
                </c:pt>
                <c:pt idx="2321">
                  <c:v>20.504999999999999</c:v>
                </c:pt>
                <c:pt idx="2322">
                  <c:v>20.715</c:v>
                </c:pt>
                <c:pt idx="2323">
                  <c:v>20.350000000000001</c:v>
                </c:pt>
                <c:pt idx="2324">
                  <c:v>20.614999999999998</c:v>
                </c:pt>
                <c:pt idx="2325">
                  <c:v>20.74</c:v>
                </c:pt>
                <c:pt idx="2326">
                  <c:v>20.885000000000002</c:v>
                </c:pt>
                <c:pt idx="2327">
                  <c:v>20.655000000000001</c:v>
                </c:pt>
                <c:pt idx="2328">
                  <c:v>20.664999999999999</c:v>
                </c:pt>
                <c:pt idx="2329">
                  <c:v>20.655000000000001</c:v>
                </c:pt>
                <c:pt idx="2330">
                  <c:v>20.645</c:v>
                </c:pt>
                <c:pt idx="2331">
                  <c:v>20.905000000000001</c:v>
                </c:pt>
                <c:pt idx="2332">
                  <c:v>21.305</c:v>
                </c:pt>
                <c:pt idx="2333">
                  <c:v>21.15</c:v>
                </c:pt>
                <c:pt idx="2334">
                  <c:v>20.824999999999999</c:v>
                </c:pt>
                <c:pt idx="2335">
                  <c:v>21.015000000000001</c:v>
                </c:pt>
                <c:pt idx="2336">
                  <c:v>21.295000000000002</c:v>
                </c:pt>
                <c:pt idx="2337">
                  <c:v>21.32</c:v>
                </c:pt>
                <c:pt idx="2338">
                  <c:v>21.065000000000001</c:v>
                </c:pt>
                <c:pt idx="2339">
                  <c:v>20.585000000000001</c:v>
                </c:pt>
                <c:pt idx="2340">
                  <c:v>20.695</c:v>
                </c:pt>
                <c:pt idx="2341">
                  <c:v>20.965</c:v>
                </c:pt>
                <c:pt idx="2342">
                  <c:v>20.895</c:v>
                </c:pt>
                <c:pt idx="2343">
                  <c:v>20.87</c:v>
                </c:pt>
                <c:pt idx="2344">
                  <c:v>21.114999999999998</c:v>
                </c:pt>
                <c:pt idx="2345">
                  <c:v>21</c:v>
                </c:pt>
                <c:pt idx="2346">
                  <c:v>21.15</c:v>
                </c:pt>
                <c:pt idx="2347">
                  <c:v>21.18</c:v>
                </c:pt>
                <c:pt idx="2348">
                  <c:v>21.114999999999998</c:v>
                </c:pt>
                <c:pt idx="2349">
                  <c:v>21.18</c:v>
                </c:pt>
                <c:pt idx="2350">
                  <c:v>21.12</c:v>
                </c:pt>
                <c:pt idx="2351">
                  <c:v>21.094999999999999</c:v>
                </c:pt>
                <c:pt idx="2352">
                  <c:v>21.18</c:v>
                </c:pt>
                <c:pt idx="2353">
                  <c:v>21.085000000000001</c:v>
                </c:pt>
                <c:pt idx="2354">
                  <c:v>21.85</c:v>
                </c:pt>
                <c:pt idx="2355">
                  <c:v>21.68</c:v>
                </c:pt>
                <c:pt idx="2356">
                  <c:v>21.545000000000002</c:v>
                </c:pt>
                <c:pt idx="2357">
                  <c:v>21.45</c:v>
                </c:pt>
                <c:pt idx="2358">
                  <c:v>21.324999999999999</c:v>
                </c:pt>
                <c:pt idx="2359">
                  <c:v>21.125</c:v>
                </c:pt>
                <c:pt idx="2360">
                  <c:v>20.91</c:v>
                </c:pt>
                <c:pt idx="2361">
                  <c:v>20.82</c:v>
                </c:pt>
                <c:pt idx="2362">
                  <c:v>20.675000000000001</c:v>
                </c:pt>
                <c:pt idx="2363">
                  <c:v>20.25</c:v>
                </c:pt>
                <c:pt idx="2364">
                  <c:v>20.18</c:v>
                </c:pt>
                <c:pt idx="2365">
                  <c:v>20.12</c:v>
                </c:pt>
                <c:pt idx="2366">
                  <c:v>20.024999999999999</c:v>
                </c:pt>
                <c:pt idx="2367">
                  <c:v>20.024999999999999</c:v>
                </c:pt>
                <c:pt idx="2368">
                  <c:v>20.105</c:v>
                </c:pt>
                <c:pt idx="2369">
                  <c:v>20.45</c:v>
                </c:pt>
                <c:pt idx="2370">
                  <c:v>20.445</c:v>
                </c:pt>
                <c:pt idx="2371">
                  <c:v>20.329999999999998</c:v>
                </c:pt>
                <c:pt idx="2372">
                  <c:v>19.925000000000001</c:v>
                </c:pt>
                <c:pt idx="2373">
                  <c:v>20.010000000000002</c:v>
                </c:pt>
                <c:pt idx="2374">
                  <c:v>20.045000000000002</c:v>
                </c:pt>
                <c:pt idx="2375">
                  <c:v>20.495000000000001</c:v>
                </c:pt>
                <c:pt idx="2376">
                  <c:v>21.065000000000001</c:v>
                </c:pt>
                <c:pt idx="2377">
                  <c:v>21.065000000000001</c:v>
                </c:pt>
                <c:pt idx="2378">
                  <c:v>21.31</c:v>
                </c:pt>
                <c:pt idx="2379">
                  <c:v>21.42</c:v>
                </c:pt>
                <c:pt idx="2380">
                  <c:v>21.434999999999999</c:v>
                </c:pt>
                <c:pt idx="2381">
                  <c:v>21.454999999999998</c:v>
                </c:pt>
                <c:pt idx="2382">
                  <c:v>21.155000000000001</c:v>
                </c:pt>
                <c:pt idx="2383">
                  <c:v>21.135000000000002</c:v>
                </c:pt>
                <c:pt idx="2384">
                  <c:v>20.995000000000001</c:v>
                </c:pt>
                <c:pt idx="2385">
                  <c:v>20.76</c:v>
                </c:pt>
                <c:pt idx="2386">
                  <c:v>20.96</c:v>
                </c:pt>
                <c:pt idx="2387">
                  <c:v>21.23</c:v>
                </c:pt>
                <c:pt idx="2388">
                  <c:v>21.3</c:v>
                </c:pt>
                <c:pt idx="2389">
                  <c:v>21.11</c:v>
                </c:pt>
                <c:pt idx="2390">
                  <c:v>20.78</c:v>
                </c:pt>
                <c:pt idx="2391">
                  <c:v>20.83</c:v>
                </c:pt>
                <c:pt idx="2392">
                  <c:v>20.975000000000001</c:v>
                </c:pt>
                <c:pt idx="2393">
                  <c:v>21.045000000000002</c:v>
                </c:pt>
                <c:pt idx="2394">
                  <c:v>21.125</c:v>
                </c:pt>
                <c:pt idx="2395">
                  <c:v>21.16</c:v>
                </c:pt>
                <c:pt idx="2396">
                  <c:v>21.23</c:v>
                </c:pt>
                <c:pt idx="2397">
                  <c:v>21.175000000000001</c:v>
                </c:pt>
                <c:pt idx="2398">
                  <c:v>20.97</c:v>
                </c:pt>
                <c:pt idx="2399">
                  <c:v>20.92</c:v>
                </c:pt>
                <c:pt idx="2400">
                  <c:v>21.204999999999998</c:v>
                </c:pt>
                <c:pt idx="2401">
                  <c:v>21.135000000000002</c:v>
                </c:pt>
                <c:pt idx="2402">
                  <c:v>20.895</c:v>
                </c:pt>
                <c:pt idx="2403">
                  <c:v>21.26</c:v>
                </c:pt>
                <c:pt idx="2404">
                  <c:v>21.454999999999998</c:v>
                </c:pt>
                <c:pt idx="2405">
                  <c:v>21.385000000000002</c:v>
                </c:pt>
                <c:pt idx="2406">
                  <c:v>21.375</c:v>
                </c:pt>
                <c:pt idx="2407">
                  <c:v>21.305</c:v>
                </c:pt>
                <c:pt idx="2408">
                  <c:v>21.234999999999999</c:v>
                </c:pt>
                <c:pt idx="2409">
                  <c:v>20.795000000000002</c:v>
                </c:pt>
                <c:pt idx="2410">
                  <c:v>20.745000000000001</c:v>
                </c:pt>
                <c:pt idx="2411">
                  <c:v>20.73</c:v>
                </c:pt>
                <c:pt idx="2412">
                  <c:v>20.885000000000002</c:v>
                </c:pt>
                <c:pt idx="2413">
                  <c:v>20.84</c:v>
                </c:pt>
                <c:pt idx="2414">
                  <c:v>20.94</c:v>
                </c:pt>
                <c:pt idx="2415">
                  <c:v>20.95</c:v>
                </c:pt>
                <c:pt idx="2416">
                  <c:v>21.23</c:v>
                </c:pt>
                <c:pt idx="2417">
                  <c:v>21.704999999999998</c:v>
                </c:pt>
                <c:pt idx="2418">
                  <c:v>21.725000000000001</c:v>
                </c:pt>
                <c:pt idx="2419">
                  <c:v>21.734999999999999</c:v>
                </c:pt>
                <c:pt idx="2420">
                  <c:v>21.664999999999999</c:v>
                </c:pt>
                <c:pt idx="2421">
                  <c:v>21.425000000000001</c:v>
                </c:pt>
                <c:pt idx="2422">
                  <c:v>21.215</c:v>
                </c:pt>
                <c:pt idx="2423">
                  <c:v>21.54</c:v>
                </c:pt>
                <c:pt idx="2424">
                  <c:v>21.75</c:v>
                </c:pt>
                <c:pt idx="2425">
                  <c:v>21.93</c:v>
                </c:pt>
                <c:pt idx="2426">
                  <c:v>21.655000000000001</c:v>
                </c:pt>
                <c:pt idx="2427">
                  <c:v>21.37</c:v>
                </c:pt>
                <c:pt idx="2428">
                  <c:v>21.475000000000001</c:v>
                </c:pt>
                <c:pt idx="2429">
                  <c:v>21.54</c:v>
                </c:pt>
                <c:pt idx="2430">
                  <c:v>21.91</c:v>
                </c:pt>
                <c:pt idx="2431">
                  <c:v>21.89</c:v>
                </c:pt>
                <c:pt idx="2432">
                  <c:v>22.024999999999999</c:v>
                </c:pt>
                <c:pt idx="2433">
                  <c:v>21.995000000000001</c:v>
                </c:pt>
                <c:pt idx="2434">
                  <c:v>21.94</c:v>
                </c:pt>
                <c:pt idx="2435">
                  <c:v>22.23</c:v>
                </c:pt>
                <c:pt idx="2436">
                  <c:v>22.085000000000001</c:v>
                </c:pt>
                <c:pt idx="2437">
                  <c:v>22.425000000000001</c:v>
                </c:pt>
                <c:pt idx="2438">
                  <c:v>22.414999999999999</c:v>
                </c:pt>
                <c:pt idx="2439">
                  <c:v>22.815000000000001</c:v>
                </c:pt>
                <c:pt idx="2440">
                  <c:v>22.824999999999999</c:v>
                </c:pt>
                <c:pt idx="2441">
                  <c:v>22.74</c:v>
                </c:pt>
                <c:pt idx="2442">
                  <c:v>22.49</c:v>
                </c:pt>
                <c:pt idx="2443">
                  <c:v>22.55</c:v>
                </c:pt>
                <c:pt idx="2444">
                  <c:v>22.675000000000001</c:v>
                </c:pt>
                <c:pt idx="2445">
                  <c:v>22.635000000000002</c:v>
                </c:pt>
                <c:pt idx="2446">
                  <c:v>22.75</c:v>
                </c:pt>
                <c:pt idx="2447">
                  <c:v>22.56</c:v>
                </c:pt>
                <c:pt idx="2448">
                  <c:v>22.425000000000001</c:v>
                </c:pt>
                <c:pt idx="2449">
                  <c:v>22.465</c:v>
                </c:pt>
                <c:pt idx="2450">
                  <c:v>22.335000000000001</c:v>
                </c:pt>
                <c:pt idx="2451">
                  <c:v>22.135000000000002</c:v>
                </c:pt>
                <c:pt idx="2452">
                  <c:v>22.135000000000002</c:v>
                </c:pt>
                <c:pt idx="2453">
                  <c:v>22.135000000000002</c:v>
                </c:pt>
                <c:pt idx="2454">
                  <c:v>21.975000000000001</c:v>
                </c:pt>
                <c:pt idx="2455">
                  <c:v>22.065000000000001</c:v>
                </c:pt>
                <c:pt idx="2456">
                  <c:v>22</c:v>
                </c:pt>
                <c:pt idx="2457">
                  <c:v>21.75</c:v>
                </c:pt>
                <c:pt idx="2458">
                  <c:v>21.55</c:v>
                </c:pt>
                <c:pt idx="2459">
                  <c:v>21.36</c:v>
                </c:pt>
                <c:pt idx="2460">
                  <c:v>21.33</c:v>
                </c:pt>
                <c:pt idx="2461">
                  <c:v>21.184999999999999</c:v>
                </c:pt>
                <c:pt idx="2462">
                  <c:v>20.875</c:v>
                </c:pt>
                <c:pt idx="2463">
                  <c:v>20.9</c:v>
                </c:pt>
                <c:pt idx="2464">
                  <c:v>20.954999999999998</c:v>
                </c:pt>
                <c:pt idx="2465">
                  <c:v>20.52</c:v>
                </c:pt>
                <c:pt idx="2466">
                  <c:v>20.54</c:v>
                </c:pt>
                <c:pt idx="2467">
                  <c:v>20.48</c:v>
                </c:pt>
                <c:pt idx="2468">
                  <c:v>20.73</c:v>
                </c:pt>
                <c:pt idx="2469">
                  <c:v>20.260000000000002</c:v>
                </c:pt>
                <c:pt idx="2470">
                  <c:v>19.489999999999998</c:v>
                </c:pt>
                <c:pt idx="2471">
                  <c:v>19.895</c:v>
                </c:pt>
                <c:pt idx="2472">
                  <c:v>20.11</c:v>
                </c:pt>
                <c:pt idx="2473">
                  <c:v>20.2</c:v>
                </c:pt>
                <c:pt idx="2474">
                  <c:v>20.260000000000002</c:v>
                </c:pt>
                <c:pt idx="2475">
                  <c:v>20.135000000000002</c:v>
                </c:pt>
                <c:pt idx="2476">
                  <c:v>19.850000000000001</c:v>
                </c:pt>
                <c:pt idx="2477">
                  <c:v>19.93</c:v>
                </c:pt>
                <c:pt idx="2478">
                  <c:v>19.754999999999999</c:v>
                </c:pt>
                <c:pt idx="2479">
                  <c:v>19.895</c:v>
                </c:pt>
                <c:pt idx="2480">
                  <c:v>19.28</c:v>
                </c:pt>
                <c:pt idx="2481">
                  <c:v>19.489999999999998</c:v>
                </c:pt>
                <c:pt idx="2482">
                  <c:v>20.38</c:v>
                </c:pt>
                <c:pt idx="2483">
                  <c:v>20.73</c:v>
                </c:pt>
                <c:pt idx="2484">
                  <c:v>20.84</c:v>
                </c:pt>
                <c:pt idx="2485">
                  <c:v>20.555</c:v>
                </c:pt>
                <c:pt idx="2486">
                  <c:v>20.164999999999999</c:v>
                </c:pt>
                <c:pt idx="2487">
                  <c:v>20.385000000000002</c:v>
                </c:pt>
                <c:pt idx="2488">
                  <c:v>20.545000000000002</c:v>
                </c:pt>
                <c:pt idx="2489">
                  <c:v>21.15</c:v>
                </c:pt>
                <c:pt idx="2490">
                  <c:v>20.385000000000002</c:v>
                </c:pt>
                <c:pt idx="2491">
                  <c:v>20.71</c:v>
                </c:pt>
                <c:pt idx="2492">
                  <c:v>20.815000000000001</c:v>
                </c:pt>
                <c:pt idx="2493">
                  <c:v>20.484999999999999</c:v>
                </c:pt>
                <c:pt idx="2494">
                  <c:v>20.835000000000001</c:v>
                </c:pt>
                <c:pt idx="2495">
                  <c:v>20.68</c:v>
                </c:pt>
                <c:pt idx="2496">
                  <c:v>20.76</c:v>
                </c:pt>
                <c:pt idx="2497">
                  <c:v>20.77</c:v>
                </c:pt>
                <c:pt idx="2498">
                  <c:v>20.75</c:v>
                </c:pt>
                <c:pt idx="2499">
                  <c:v>20.54</c:v>
                </c:pt>
                <c:pt idx="2500">
                  <c:v>20.5</c:v>
                </c:pt>
                <c:pt idx="2501">
                  <c:v>20.844999999999999</c:v>
                </c:pt>
                <c:pt idx="2502">
                  <c:v>20.73</c:v>
                </c:pt>
                <c:pt idx="2503">
                  <c:v>20.84</c:v>
                </c:pt>
                <c:pt idx="2504">
                  <c:v>21.024999999999999</c:v>
                </c:pt>
                <c:pt idx="2505">
                  <c:v>21.16</c:v>
                </c:pt>
                <c:pt idx="2506">
                  <c:v>20.684999999999999</c:v>
                </c:pt>
                <c:pt idx="2507">
                  <c:v>20.245000000000001</c:v>
                </c:pt>
                <c:pt idx="2508">
                  <c:v>20.265000000000001</c:v>
                </c:pt>
                <c:pt idx="2509">
                  <c:v>20.04</c:v>
                </c:pt>
                <c:pt idx="2510">
                  <c:v>19.524999999999999</c:v>
                </c:pt>
                <c:pt idx="2511">
                  <c:v>19.14</c:v>
                </c:pt>
                <c:pt idx="2512">
                  <c:v>19.245000000000001</c:v>
                </c:pt>
                <c:pt idx="2513">
                  <c:v>18.055</c:v>
                </c:pt>
                <c:pt idx="2514">
                  <c:v>18.004999999999999</c:v>
                </c:pt>
                <c:pt idx="2515">
                  <c:v>18.39</c:v>
                </c:pt>
                <c:pt idx="2516">
                  <c:v>18.649999999999999</c:v>
                </c:pt>
                <c:pt idx="2517">
                  <c:v>18.54</c:v>
                </c:pt>
                <c:pt idx="2518">
                  <c:v>18.3</c:v>
                </c:pt>
                <c:pt idx="2519">
                  <c:v>18.265000000000001</c:v>
                </c:pt>
                <c:pt idx="2520">
                  <c:v>18.324999999999999</c:v>
                </c:pt>
                <c:pt idx="2521">
                  <c:v>17.984999999999999</c:v>
                </c:pt>
                <c:pt idx="2522">
                  <c:v>18.145</c:v>
                </c:pt>
                <c:pt idx="2523">
                  <c:v>18.155000000000001</c:v>
                </c:pt>
                <c:pt idx="2524">
                  <c:v>18.315000000000001</c:v>
                </c:pt>
                <c:pt idx="2525">
                  <c:v>18.57</c:v>
                </c:pt>
                <c:pt idx="2526">
                  <c:v>18.8</c:v>
                </c:pt>
                <c:pt idx="2527">
                  <c:v>19.145</c:v>
                </c:pt>
                <c:pt idx="2528">
                  <c:v>18.96</c:v>
                </c:pt>
                <c:pt idx="2529">
                  <c:v>18.62</c:v>
                </c:pt>
                <c:pt idx="2530">
                  <c:v>18.704999999999998</c:v>
                </c:pt>
                <c:pt idx="2531">
                  <c:v>18.204999999999998</c:v>
                </c:pt>
                <c:pt idx="2532">
                  <c:v>18.605</c:v>
                </c:pt>
                <c:pt idx="2533">
                  <c:v>19.010000000000002</c:v>
                </c:pt>
                <c:pt idx="2534">
                  <c:v>18.954999999999998</c:v>
                </c:pt>
                <c:pt idx="2535">
                  <c:v>18.954999999999998</c:v>
                </c:pt>
                <c:pt idx="2536">
                  <c:v>18.77</c:v>
                </c:pt>
                <c:pt idx="2537">
                  <c:v>18.785</c:v>
                </c:pt>
                <c:pt idx="2538">
                  <c:v>18.93</c:v>
                </c:pt>
                <c:pt idx="2539">
                  <c:v>19.010000000000002</c:v>
                </c:pt>
                <c:pt idx="2540">
                  <c:v>19.265000000000001</c:v>
                </c:pt>
                <c:pt idx="2541">
                  <c:v>19.32</c:v>
                </c:pt>
                <c:pt idx="2542">
                  <c:v>19.274999999999999</c:v>
                </c:pt>
                <c:pt idx="2543">
                  <c:v>19.3</c:v>
                </c:pt>
                <c:pt idx="2544">
                  <c:v>19.324999999999999</c:v>
                </c:pt>
                <c:pt idx="2545">
                  <c:v>19.190000000000001</c:v>
                </c:pt>
                <c:pt idx="2546">
                  <c:v>19.225000000000001</c:v>
                </c:pt>
                <c:pt idx="2547">
                  <c:v>19.164999999999999</c:v>
                </c:pt>
                <c:pt idx="2548">
                  <c:v>19.184999999999999</c:v>
                </c:pt>
                <c:pt idx="2549">
                  <c:v>19.190000000000001</c:v>
                </c:pt>
                <c:pt idx="2550">
                  <c:v>18.989999999999998</c:v>
                </c:pt>
                <c:pt idx="2551">
                  <c:v>18.945</c:v>
                </c:pt>
                <c:pt idx="2552">
                  <c:v>18.364999999999998</c:v>
                </c:pt>
                <c:pt idx="2553">
                  <c:v>18.489999999999998</c:v>
                </c:pt>
                <c:pt idx="2554">
                  <c:v>18.885000000000002</c:v>
                </c:pt>
                <c:pt idx="2555">
                  <c:v>19.440000000000001</c:v>
                </c:pt>
                <c:pt idx="2556">
                  <c:v>19.844999999999999</c:v>
                </c:pt>
                <c:pt idx="2557">
                  <c:v>20.434999999999999</c:v>
                </c:pt>
                <c:pt idx="2558">
                  <c:v>20.59</c:v>
                </c:pt>
                <c:pt idx="2559">
                  <c:v>20.385000000000002</c:v>
                </c:pt>
                <c:pt idx="2560">
                  <c:v>20.92</c:v>
                </c:pt>
                <c:pt idx="2561">
                  <c:v>20.824999999999999</c:v>
                </c:pt>
                <c:pt idx="2562">
                  <c:v>20.844999999999999</c:v>
                </c:pt>
                <c:pt idx="2563">
                  <c:v>20.954999999999998</c:v>
                </c:pt>
                <c:pt idx="2564">
                  <c:v>20.715</c:v>
                </c:pt>
                <c:pt idx="2565">
                  <c:v>20.855</c:v>
                </c:pt>
                <c:pt idx="2566">
                  <c:v>20.835000000000001</c:v>
                </c:pt>
                <c:pt idx="2567">
                  <c:v>20.88</c:v>
                </c:pt>
                <c:pt idx="2568">
                  <c:v>21.074999999999999</c:v>
                </c:pt>
                <c:pt idx="2569">
                  <c:v>21.01</c:v>
                </c:pt>
                <c:pt idx="2570">
                  <c:v>21.02</c:v>
                </c:pt>
                <c:pt idx="2571">
                  <c:v>20.97</c:v>
                </c:pt>
                <c:pt idx="2572">
                  <c:v>20.82</c:v>
                </c:pt>
                <c:pt idx="2573">
                  <c:v>21.035</c:v>
                </c:pt>
                <c:pt idx="2574">
                  <c:v>20.76</c:v>
                </c:pt>
                <c:pt idx="2575">
                  <c:v>20.475000000000001</c:v>
                </c:pt>
                <c:pt idx="2576">
                  <c:v>20</c:v>
                </c:pt>
                <c:pt idx="2577">
                  <c:v>19.21</c:v>
                </c:pt>
                <c:pt idx="2578">
                  <c:v>19.07</c:v>
                </c:pt>
                <c:pt idx="2579">
                  <c:v>18.72</c:v>
                </c:pt>
                <c:pt idx="2580">
                  <c:v>18.52</c:v>
                </c:pt>
                <c:pt idx="2581">
                  <c:v>18.105</c:v>
                </c:pt>
                <c:pt idx="2582">
                  <c:v>18.085000000000001</c:v>
                </c:pt>
                <c:pt idx="2583">
                  <c:v>17.940000000000001</c:v>
                </c:pt>
                <c:pt idx="2584">
                  <c:v>17.66</c:v>
                </c:pt>
                <c:pt idx="2585">
                  <c:v>17.274999999999999</c:v>
                </c:pt>
                <c:pt idx="2586">
                  <c:v>17.149999999999999</c:v>
                </c:pt>
                <c:pt idx="2587">
                  <c:v>17.22</c:v>
                </c:pt>
                <c:pt idx="2588">
                  <c:v>17.72</c:v>
                </c:pt>
                <c:pt idx="2589">
                  <c:v>17.8</c:v>
                </c:pt>
                <c:pt idx="2590">
                  <c:v>17.844999999999999</c:v>
                </c:pt>
                <c:pt idx="2591">
                  <c:v>18</c:v>
                </c:pt>
                <c:pt idx="2592">
                  <c:v>17.559999999999999</c:v>
                </c:pt>
                <c:pt idx="2593">
                  <c:v>17.010000000000002</c:v>
                </c:pt>
                <c:pt idx="2594">
                  <c:v>16.760000000000002</c:v>
                </c:pt>
                <c:pt idx="2595">
                  <c:v>16.61</c:v>
                </c:pt>
                <c:pt idx="2596">
                  <c:v>16.66</c:v>
                </c:pt>
                <c:pt idx="2597">
                  <c:v>16.574999999999999</c:v>
                </c:pt>
                <c:pt idx="2598">
                  <c:v>16.75</c:v>
                </c:pt>
                <c:pt idx="2599">
                  <c:v>16.824999999999999</c:v>
                </c:pt>
                <c:pt idx="2600">
                  <c:v>16.850000000000001</c:v>
                </c:pt>
                <c:pt idx="2601">
                  <c:v>16.55</c:v>
                </c:pt>
                <c:pt idx="2602">
                  <c:v>16.59</c:v>
                </c:pt>
                <c:pt idx="2603">
                  <c:v>16.8</c:v>
                </c:pt>
                <c:pt idx="2604">
                  <c:v>16.48</c:v>
                </c:pt>
                <c:pt idx="2605">
                  <c:v>17.329999999999998</c:v>
                </c:pt>
                <c:pt idx="2606">
                  <c:v>17.52</c:v>
                </c:pt>
                <c:pt idx="2607">
                  <c:v>17.45</c:v>
                </c:pt>
                <c:pt idx="2608">
                  <c:v>17.260000000000002</c:v>
                </c:pt>
                <c:pt idx="2609">
                  <c:v>17.239999999999998</c:v>
                </c:pt>
                <c:pt idx="2610">
                  <c:v>17.344999999999999</c:v>
                </c:pt>
                <c:pt idx="2611">
                  <c:v>17.195</c:v>
                </c:pt>
                <c:pt idx="2612">
                  <c:v>17.03</c:v>
                </c:pt>
                <c:pt idx="2613">
                  <c:v>17.425000000000001</c:v>
                </c:pt>
                <c:pt idx="2614">
                  <c:v>17.265000000000001</c:v>
                </c:pt>
                <c:pt idx="2615">
                  <c:v>17.105</c:v>
                </c:pt>
                <c:pt idx="2616">
                  <c:v>17.55</c:v>
                </c:pt>
                <c:pt idx="2617">
                  <c:v>17.795000000000002</c:v>
                </c:pt>
                <c:pt idx="2618">
                  <c:v>17.795000000000002</c:v>
                </c:pt>
                <c:pt idx="2619">
                  <c:v>18.125</c:v>
                </c:pt>
                <c:pt idx="2620">
                  <c:v>18.100000000000001</c:v>
                </c:pt>
                <c:pt idx="2621">
                  <c:v>17.66</c:v>
                </c:pt>
                <c:pt idx="2622">
                  <c:v>17.600000000000001</c:v>
                </c:pt>
                <c:pt idx="2623">
                  <c:v>18.14</c:v>
                </c:pt>
                <c:pt idx="2624">
                  <c:v>18.324999999999999</c:v>
                </c:pt>
                <c:pt idx="2625">
                  <c:v>18.13</c:v>
                </c:pt>
                <c:pt idx="2626">
                  <c:v>18.004999999999999</c:v>
                </c:pt>
                <c:pt idx="2627">
                  <c:v>18.04</c:v>
                </c:pt>
                <c:pt idx="2628">
                  <c:v>18.14</c:v>
                </c:pt>
                <c:pt idx="2629">
                  <c:v>18.175000000000001</c:v>
                </c:pt>
                <c:pt idx="2630">
                  <c:v>18.010000000000002</c:v>
                </c:pt>
                <c:pt idx="2631">
                  <c:v>17.59</c:v>
                </c:pt>
                <c:pt idx="2632">
                  <c:v>17.32</c:v>
                </c:pt>
                <c:pt idx="2633">
                  <c:v>17.329999999999998</c:v>
                </c:pt>
                <c:pt idx="2634">
                  <c:v>16.664999999999999</c:v>
                </c:pt>
                <c:pt idx="2635">
                  <c:v>16.63</c:v>
                </c:pt>
                <c:pt idx="2636">
                  <c:v>16.440000000000001</c:v>
                </c:pt>
                <c:pt idx="2637">
                  <c:v>16.774999999999999</c:v>
                </c:pt>
                <c:pt idx="2638">
                  <c:v>16.68</c:v>
                </c:pt>
                <c:pt idx="2639">
                  <c:v>16.84</c:v>
                </c:pt>
                <c:pt idx="2640">
                  <c:v>17.065000000000001</c:v>
                </c:pt>
                <c:pt idx="2641">
                  <c:v>16.5</c:v>
                </c:pt>
                <c:pt idx="2642">
                  <c:v>16.77</c:v>
                </c:pt>
                <c:pt idx="2643">
                  <c:v>16.77</c:v>
                </c:pt>
                <c:pt idx="2644">
                  <c:v>16.96</c:v>
                </c:pt>
                <c:pt idx="2645">
                  <c:v>17.02</c:v>
                </c:pt>
                <c:pt idx="2646">
                  <c:v>16.975000000000001</c:v>
                </c:pt>
                <c:pt idx="2647">
                  <c:v>16.975000000000001</c:v>
                </c:pt>
                <c:pt idx="2648">
                  <c:v>17.3</c:v>
                </c:pt>
                <c:pt idx="2649">
                  <c:v>17.035</c:v>
                </c:pt>
                <c:pt idx="2650">
                  <c:v>16.574999999999999</c:v>
                </c:pt>
                <c:pt idx="2651">
                  <c:v>16.664999999999999</c:v>
                </c:pt>
                <c:pt idx="2652">
                  <c:v>16.690000000000001</c:v>
                </c:pt>
                <c:pt idx="2653">
                  <c:v>16.385000000000002</c:v>
                </c:pt>
                <c:pt idx="2654">
                  <c:v>16.895</c:v>
                </c:pt>
                <c:pt idx="2655">
                  <c:v>16.59</c:v>
                </c:pt>
                <c:pt idx="2656">
                  <c:v>16.739999999999998</c:v>
                </c:pt>
                <c:pt idx="2657">
                  <c:v>16.774999999999999</c:v>
                </c:pt>
                <c:pt idx="2658">
                  <c:v>16.649999999999999</c:v>
                </c:pt>
                <c:pt idx="2659">
                  <c:v>16.57</c:v>
                </c:pt>
                <c:pt idx="2660">
                  <c:v>16.454999999999998</c:v>
                </c:pt>
                <c:pt idx="2661">
                  <c:v>16.475000000000001</c:v>
                </c:pt>
                <c:pt idx="2662">
                  <c:v>16.414999999999999</c:v>
                </c:pt>
                <c:pt idx="2663">
                  <c:v>15.88</c:v>
                </c:pt>
                <c:pt idx="2664">
                  <c:v>15.45</c:v>
                </c:pt>
                <c:pt idx="2665">
                  <c:v>15.76</c:v>
                </c:pt>
                <c:pt idx="2666">
                  <c:v>16.170000000000002</c:v>
                </c:pt>
                <c:pt idx="2667">
                  <c:v>15.63</c:v>
                </c:pt>
                <c:pt idx="2668">
                  <c:v>15.89</c:v>
                </c:pt>
                <c:pt idx="2669">
                  <c:v>16.420000000000002</c:v>
                </c:pt>
                <c:pt idx="2670">
                  <c:v>15.67</c:v>
                </c:pt>
                <c:pt idx="2671">
                  <c:v>15.255000000000001</c:v>
                </c:pt>
                <c:pt idx="2672">
                  <c:v>14.414999999999999</c:v>
                </c:pt>
                <c:pt idx="2673">
                  <c:v>14.545</c:v>
                </c:pt>
                <c:pt idx="2674">
                  <c:v>14.61</c:v>
                </c:pt>
                <c:pt idx="2675">
                  <c:v>15.22</c:v>
                </c:pt>
                <c:pt idx="2676">
                  <c:v>15.35</c:v>
                </c:pt>
                <c:pt idx="2677">
                  <c:v>15.255000000000001</c:v>
                </c:pt>
                <c:pt idx="2678">
                  <c:v>14.38</c:v>
                </c:pt>
                <c:pt idx="2679">
                  <c:v>14.335000000000001</c:v>
                </c:pt>
                <c:pt idx="2680">
                  <c:v>14.945</c:v>
                </c:pt>
                <c:pt idx="2681">
                  <c:v>15.18</c:v>
                </c:pt>
                <c:pt idx="2682">
                  <c:v>14.95</c:v>
                </c:pt>
                <c:pt idx="2683">
                  <c:v>14.63</c:v>
                </c:pt>
                <c:pt idx="2684">
                  <c:v>14.225</c:v>
                </c:pt>
                <c:pt idx="2685">
                  <c:v>13.984999999999999</c:v>
                </c:pt>
                <c:pt idx="2686">
                  <c:v>13.87</c:v>
                </c:pt>
                <c:pt idx="2687">
                  <c:v>13.164999999999999</c:v>
                </c:pt>
                <c:pt idx="2688">
                  <c:v>12.66</c:v>
                </c:pt>
                <c:pt idx="2689">
                  <c:v>13.65</c:v>
                </c:pt>
                <c:pt idx="2690">
                  <c:v>13.51</c:v>
                </c:pt>
                <c:pt idx="2691">
                  <c:v>13.914999999999999</c:v>
                </c:pt>
                <c:pt idx="2692">
                  <c:v>13.46</c:v>
                </c:pt>
                <c:pt idx="2693">
                  <c:v>13.51</c:v>
                </c:pt>
                <c:pt idx="2694">
                  <c:v>13.54</c:v>
                </c:pt>
                <c:pt idx="2695">
                  <c:v>13.75</c:v>
                </c:pt>
                <c:pt idx="2696">
                  <c:v>14.545</c:v>
                </c:pt>
                <c:pt idx="2697">
                  <c:v>14.975</c:v>
                </c:pt>
                <c:pt idx="2698">
                  <c:v>15.26</c:v>
                </c:pt>
                <c:pt idx="2699">
                  <c:v>15.16</c:v>
                </c:pt>
                <c:pt idx="2700">
                  <c:v>15.26</c:v>
                </c:pt>
                <c:pt idx="2701">
                  <c:v>15.45</c:v>
                </c:pt>
                <c:pt idx="2702">
                  <c:v>15.61</c:v>
                </c:pt>
                <c:pt idx="2703">
                  <c:v>15.57</c:v>
                </c:pt>
                <c:pt idx="2704">
                  <c:v>15.57</c:v>
                </c:pt>
                <c:pt idx="2705">
                  <c:v>15.51</c:v>
                </c:pt>
                <c:pt idx="2706">
                  <c:v>14.86</c:v>
                </c:pt>
                <c:pt idx="2707">
                  <c:v>14.42</c:v>
                </c:pt>
                <c:pt idx="2708">
                  <c:v>14.635</c:v>
                </c:pt>
                <c:pt idx="2709">
                  <c:v>14.5</c:v>
                </c:pt>
                <c:pt idx="2710">
                  <c:v>14.62</c:v>
                </c:pt>
                <c:pt idx="2711">
                  <c:v>14.635</c:v>
                </c:pt>
                <c:pt idx="2712">
                  <c:v>14.185</c:v>
                </c:pt>
                <c:pt idx="2713">
                  <c:v>14.535</c:v>
                </c:pt>
                <c:pt idx="2714">
                  <c:v>15.22</c:v>
                </c:pt>
                <c:pt idx="2715">
                  <c:v>15.41</c:v>
                </c:pt>
                <c:pt idx="2716">
                  <c:v>15.175000000000001</c:v>
                </c:pt>
                <c:pt idx="2717">
                  <c:v>15.185</c:v>
                </c:pt>
                <c:pt idx="2718">
                  <c:v>15.855</c:v>
                </c:pt>
                <c:pt idx="2719">
                  <c:v>16.245000000000001</c:v>
                </c:pt>
                <c:pt idx="2720">
                  <c:v>16.635000000000002</c:v>
                </c:pt>
                <c:pt idx="2721">
                  <c:v>16.440000000000001</c:v>
                </c:pt>
                <c:pt idx="2722">
                  <c:v>16.43</c:v>
                </c:pt>
                <c:pt idx="2723">
                  <c:v>16.565000000000001</c:v>
                </c:pt>
                <c:pt idx="2724">
                  <c:v>16.484999999999999</c:v>
                </c:pt>
                <c:pt idx="2725">
                  <c:v>16.5</c:v>
                </c:pt>
                <c:pt idx="2726">
                  <c:v>16.265000000000001</c:v>
                </c:pt>
                <c:pt idx="2727">
                  <c:v>16.350000000000001</c:v>
                </c:pt>
                <c:pt idx="2728">
                  <c:v>16.66</c:v>
                </c:pt>
                <c:pt idx="2729">
                  <c:v>16.399999999999999</c:v>
                </c:pt>
                <c:pt idx="2730">
                  <c:v>16.18</c:v>
                </c:pt>
                <c:pt idx="2731">
                  <c:v>15.76</c:v>
                </c:pt>
                <c:pt idx="2732">
                  <c:v>15.68</c:v>
                </c:pt>
                <c:pt idx="2733">
                  <c:v>15.845000000000001</c:v>
                </c:pt>
                <c:pt idx="2734">
                  <c:v>16.565000000000001</c:v>
                </c:pt>
                <c:pt idx="2735">
                  <c:v>16.86</c:v>
                </c:pt>
                <c:pt idx="2736">
                  <c:v>17.004999999999999</c:v>
                </c:pt>
                <c:pt idx="2737">
                  <c:v>17.12</c:v>
                </c:pt>
                <c:pt idx="2738">
                  <c:v>17.190000000000001</c:v>
                </c:pt>
                <c:pt idx="2739">
                  <c:v>17.57</c:v>
                </c:pt>
                <c:pt idx="2740">
                  <c:v>17.574999999999999</c:v>
                </c:pt>
                <c:pt idx="2741">
                  <c:v>17.07</c:v>
                </c:pt>
                <c:pt idx="2742">
                  <c:v>16.899999999999999</c:v>
                </c:pt>
                <c:pt idx="2743">
                  <c:v>17.114999999999998</c:v>
                </c:pt>
                <c:pt idx="2744">
                  <c:v>17.38</c:v>
                </c:pt>
                <c:pt idx="2745">
                  <c:v>17.094999999999999</c:v>
                </c:pt>
                <c:pt idx="2746">
                  <c:v>17.420000000000002</c:v>
                </c:pt>
                <c:pt idx="2747">
                  <c:v>17.625</c:v>
                </c:pt>
                <c:pt idx="2748">
                  <c:v>17.87</c:v>
                </c:pt>
                <c:pt idx="2749">
                  <c:v>17.97</c:v>
                </c:pt>
                <c:pt idx="2750">
                  <c:v>17.715</c:v>
                </c:pt>
                <c:pt idx="2751">
                  <c:v>17.745000000000001</c:v>
                </c:pt>
                <c:pt idx="2752">
                  <c:v>18.079999999999998</c:v>
                </c:pt>
                <c:pt idx="2753">
                  <c:v>17.79</c:v>
                </c:pt>
                <c:pt idx="2754">
                  <c:v>17.684999999999999</c:v>
                </c:pt>
                <c:pt idx="2755">
                  <c:v>17.79</c:v>
                </c:pt>
                <c:pt idx="2756">
                  <c:v>17.914999999999999</c:v>
                </c:pt>
                <c:pt idx="2757">
                  <c:v>18.11</c:v>
                </c:pt>
                <c:pt idx="2758">
                  <c:v>18.059999999999999</c:v>
                </c:pt>
                <c:pt idx="2759">
                  <c:v>17.86</c:v>
                </c:pt>
                <c:pt idx="2760">
                  <c:v>17.46</c:v>
                </c:pt>
                <c:pt idx="2761">
                  <c:v>16.895</c:v>
                </c:pt>
                <c:pt idx="2762">
                  <c:v>16.079999999999998</c:v>
                </c:pt>
                <c:pt idx="2763">
                  <c:v>15.87</c:v>
                </c:pt>
                <c:pt idx="2764">
                  <c:v>15.54</c:v>
                </c:pt>
                <c:pt idx="2765">
                  <c:v>15.37</c:v>
                </c:pt>
                <c:pt idx="2766">
                  <c:v>15.085000000000001</c:v>
                </c:pt>
                <c:pt idx="2767">
                  <c:v>15.52</c:v>
                </c:pt>
                <c:pt idx="2768">
                  <c:v>15.225</c:v>
                </c:pt>
                <c:pt idx="2769">
                  <c:v>15.61</c:v>
                </c:pt>
                <c:pt idx="2770">
                  <c:v>15.355</c:v>
                </c:pt>
                <c:pt idx="2771">
                  <c:v>15.775</c:v>
                </c:pt>
                <c:pt idx="2772">
                  <c:v>15.82</c:v>
                </c:pt>
                <c:pt idx="2773">
                  <c:v>16.445</c:v>
                </c:pt>
                <c:pt idx="2774">
                  <c:v>16.579999999999998</c:v>
                </c:pt>
                <c:pt idx="2775">
                  <c:v>16.27</c:v>
                </c:pt>
                <c:pt idx="2776">
                  <c:v>16.074999999999999</c:v>
                </c:pt>
                <c:pt idx="2777">
                  <c:v>16.12</c:v>
                </c:pt>
                <c:pt idx="2778">
                  <c:v>16.14</c:v>
                </c:pt>
                <c:pt idx="2779">
                  <c:v>16.420000000000002</c:v>
                </c:pt>
                <c:pt idx="2780">
                  <c:v>16.295000000000002</c:v>
                </c:pt>
                <c:pt idx="2781">
                  <c:v>16.05</c:v>
                </c:pt>
                <c:pt idx="2782">
                  <c:v>16.594999999999999</c:v>
                </c:pt>
                <c:pt idx="2783">
                  <c:v>16.309999999999999</c:v>
                </c:pt>
                <c:pt idx="2784">
                  <c:v>16.38</c:v>
                </c:pt>
                <c:pt idx="2785">
                  <c:v>16.95</c:v>
                </c:pt>
                <c:pt idx="2786">
                  <c:v>16.95</c:v>
                </c:pt>
                <c:pt idx="2787">
                  <c:v>16.535</c:v>
                </c:pt>
                <c:pt idx="2788">
                  <c:v>15.75</c:v>
                </c:pt>
                <c:pt idx="2789">
                  <c:v>16.190000000000001</c:v>
                </c:pt>
                <c:pt idx="2790">
                  <c:v>15.79</c:v>
                </c:pt>
                <c:pt idx="2791">
                  <c:v>16.86</c:v>
                </c:pt>
                <c:pt idx="2792">
                  <c:v>17.385000000000002</c:v>
                </c:pt>
                <c:pt idx="2793">
                  <c:v>17.29</c:v>
                </c:pt>
                <c:pt idx="2794">
                  <c:v>17.64</c:v>
                </c:pt>
                <c:pt idx="2795">
                  <c:v>17.93</c:v>
                </c:pt>
                <c:pt idx="2796">
                  <c:v>17.97</c:v>
                </c:pt>
                <c:pt idx="2797">
                  <c:v>18.215</c:v>
                </c:pt>
                <c:pt idx="2798">
                  <c:v>18.774999999999999</c:v>
                </c:pt>
                <c:pt idx="2799">
                  <c:v>18.670000000000002</c:v>
                </c:pt>
                <c:pt idx="2800">
                  <c:v>18.795000000000002</c:v>
                </c:pt>
                <c:pt idx="2801">
                  <c:v>18.855</c:v>
                </c:pt>
                <c:pt idx="2802">
                  <c:v>18.734999999999999</c:v>
                </c:pt>
                <c:pt idx="2803">
                  <c:v>18.61</c:v>
                </c:pt>
                <c:pt idx="2804">
                  <c:v>18.305</c:v>
                </c:pt>
                <c:pt idx="2805">
                  <c:v>18.32</c:v>
                </c:pt>
                <c:pt idx="2806">
                  <c:v>18.399999999999999</c:v>
                </c:pt>
                <c:pt idx="2807">
                  <c:v>18.39</c:v>
                </c:pt>
                <c:pt idx="2808">
                  <c:v>17.645</c:v>
                </c:pt>
                <c:pt idx="2809">
                  <c:v>17.399999999999999</c:v>
                </c:pt>
                <c:pt idx="2810">
                  <c:v>17.355</c:v>
                </c:pt>
                <c:pt idx="2811">
                  <c:v>17.555</c:v>
                </c:pt>
                <c:pt idx="2812">
                  <c:v>17.84</c:v>
                </c:pt>
                <c:pt idx="2813">
                  <c:v>17.87</c:v>
                </c:pt>
                <c:pt idx="2814">
                  <c:v>18.36</c:v>
                </c:pt>
                <c:pt idx="2815">
                  <c:v>18.190000000000001</c:v>
                </c:pt>
                <c:pt idx="2816">
                  <c:v>18.14</c:v>
                </c:pt>
                <c:pt idx="2817">
                  <c:v>18.355</c:v>
                </c:pt>
                <c:pt idx="2818">
                  <c:v>18.245000000000001</c:v>
                </c:pt>
                <c:pt idx="2819">
                  <c:v>18.38</c:v>
                </c:pt>
                <c:pt idx="2820">
                  <c:v>18.18</c:v>
                </c:pt>
                <c:pt idx="2821">
                  <c:v>18.22</c:v>
                </c:pt>
                <c:pt idx="2822">
                  <c:v>18.045000000000002</c:v>
                </c:pt>
                <c:pt idx="2823">
                  <c:v>18.015000000000001</c:v>
                </c:pt>
                <c:pt idx="2824">
                  <c:v>17.53</c:v>
                </c:pt>
                <c:pt idx="2825">
                  <c:v>17.88</c:v>
                </c:pt>
                <c:pt idx="2826">
                  <c:v>18.164999999999999</c:v>
                </c:pt>
                <c:pt idx="2827">
                  <c:v>18.035</c:v>
                </c:pt>
                <c:pt idx="2828">
                  <c:v>17.864999999999998</c:v>
                </c:pt>
                <c:pt idx="2829">
                  <c:v>18.190000000000001</c:v>
                </c:pt>
                <c:pt idx="2830">
                  <c:v>18.579999999999998</c:v>
                </c:pt>
                <c:pt idx="2831">
                  <c:v>18.829999999999998</c:v>
                </c:pt>
                <c:pt idx="2832">
                  <c:v>18.984999999999999</c:v>
                </c:pt>
                <c:pt idx="2833">
                  <c:v>18.555</c:v>
                </c:pt>
                <c:pt idx="2834">
                  <c:v>18.75</c:v>
                </c:pt>
                <c:pt idx="2835">
                  <c:v>18.434999999999999</c:v>
                </c:pt>
                <c:pt idx="2836">
                  <c:v>18.440000000000001</c:v>
                </c:pt>
                <c:pt idx="2837">
                  <c:v>18.445</c:v>
                </c:pt>
                <c:pt idx="2838">
                  <c:v>18.504999999999999</c:v>
                </c:pt>
                <c:pt idx="2839">
                  <c:v>18.545000000000002</c:v>
                </c:pt>
                <c:pt idx="2840">
                  <c:v>18.579999999999998</c:v>
                </c:pt>
                <c:pt idx="2841">
                  <c:v>18.97</c:v>
                </c:pt>
                <c:pt idx="2842">
                  <c:v>18.984999999999999</c:v>
                </c:pt>
                <c:pt idx="2843">
                  <c:v>18.829999999999998</c:v>
                </c:pt>
                <c:pt idx="2844">
                  <c:v>19.02</c:v>
                </c:pt>
                <c:pt idx="2845">
                  <c:v>19.024999999999999</c:v>
                </c:pt>
                <c:pt idx="2846">
                  <c:v>19.015000000000001</c:v>
                </c:pt>
                <c:pt idx="2847">
                  <c:v>19.38</c:v>
                </c:pt>
                <c:pt idx="2848">
                  <c:v>19.34</c:v>
                </c:pt>
                <c:pt idx="2849">
                  <c:v>19.225000000000001</c:v>
                </c:pt>
                <c:pt idx="2850">
                  <c:v>19.43</c:v>
                </c:pt>
                <c:pt idx="2851">
                  <c:v>19.54</c:v>
                </c:pt>
                <c:pt idx="2852">
                  <c:v>19.574999999999999</c:v>
                </c:pt>
                <c:pt idx="2853">
                  <c:v>19.309999999999999</c:v>
                </c:pt>
                <c:pt idx="2854">
                  <c:v>19.704999999999998</c:v>
                </c:pt>
                <c:pt idx="2855">
                  <c:v>19.850000000000001</c:v>
                </c:pt>
                <c:pt idx="2856">
                  <c:v>19.7</c:v>
                </c:pt>
                <c:pt idx="2857">
                  <c:v>19.71</c:v>
                </c:pt>
                <c:pt idx="2858">
                  <c:v>19.815000000000001</c:v>
                </c:pt>
                <c:pt idx="2859">
                  <c:v>19.914999999999999</c:v>
                </c:pt>
                <c:pt idx="2860">
                  <c:v>20.184999999999999</c:v>
                </c:pt>
                <c:pt idx="2861">
                  <c:v>20.454999999999998</c:v>
                </c:pt>
                <c:pt idx="2862">
                  <c:v>20.335000000000001</c:v>
                </c:pt>
                <c:pt idx="2863">
                  <c:v>20.52</c:v>
                </c:pt>
                <c:pt idx="2864">
                  <c:v>20.72</c:v>
                </c:pt>
                <c:pt idx="2865">
                  <c:v>20.43</c:v>
                </c:pt>
                <c:pt idx="2866">
                  <c:v>20.824999999999999</c:v>
                </c:pt>
                <c:pt idx="2867">
                  <c:v>20.914999999999999</c:v>
                </c:pt>
                <c:pt idx="2868">
                  <c:v>20.6</c:v>
                </c:pt>
                <c:pt idx="2869">
                  <c:v>20.6</c:v>
                </c:pt>
                <c:pt idx="2870">
                  <c:v>20.594999999999999</c:v>
                </c:pt>
                <c:pt idx="2871">
                  <c:v>20.52</c:v>
                </c:pt>
                <c:pt idx="2872">
                  <c:v>20.61</c:v>
                </c:pt>
                <c:pt idx="2873">
                  <c:v>20.765000000000001</c:v>
                </c:pt>
                <c:pt idx="2874">
                  <c:v>20.66</c:v>
                </c:pt>
                <c:pt idx="2875">
                  <c:v>20.914999999999999</c:v>
                </c:pt>
                <c:pt idx="2876">
                  <c:v>20.704999999999998</c:v>
                </c:pt>
                <c:pt idx="2877">
                  <c:v>21</c:v>
                </c:pt>
                <c:pt idx="2878">
                  <c:v>21.21</c:v>
                </c:pt>
                <c:pt idx="2879">
                  <c:v>20.89</c:v>
                </c:pt>
                <c:pt idx="2880">
                  <c:v>21.09</c:v>
                </c:pt>
                <c:pt idx="2881">
                  <c:v>20.715</c:v>
                </c:pt>
                <c:pt idx="2882">
                  <c:v>20.454999999999998</c:v>
                </c:pt>
                <c:pt idx="2883">
                  <c:v>20.385000000000002</c:v>
                </c:pt>
                <c:pt idx="2884">
                  <c:v>20.265000000000001</c:v>
                </c:pt>
                <c:pt idx="2885">
                  <c:v>20.04</c:v>
                </c:pt>
                <c:pt idx="2886">
                  <c:v>19.824999999999999</c:v>
                </c:pt>
                <c:pt idx="2887">
                  <c:v>20.94</c:v>
                </c:pt>
                <c:pt idx="2888">
                  <c:v>20.245000000000001</c:v>
                </c:pt>
                <c:pt idx="2889">
                  <c:v>20.245000000000001</c:v>
                </c:pt>
                <c:pt idx="2890">
                  <c:v>20.309999999999999</c:v>
                </c:pt>
                <c:pt idx="2891">
                  <c:v>20.079999999999998</c:v>
                </c:pt>
                <c:pt idx="2892">
                  <c:v>20.52</c:v>
                </c:pt>
                <c:pt idx="2893">
                  <c:v>20.344999999999999</c:v>
                </c:pt>
                <c:pt idx="2894">
                  <c:v>20.69</c:v>
                </c:pt>
                <c:pt idx="2895">
                  <c:v>20.965</c:v>
                </c:pt>
                <c:pt idx="2896">
                  <c:v>20.785</c:v>
                </c:pt>
                <c:pt idx="2897">
                  <c:v>20.94</c:v>
                </c:pt>
                <c:pt idx="2898">
                  <c:v>20.64</c:v>
                </c:pt>
                <c:pt idx="2899">
                  <c:v>20.420000000000002</c:v>
                </c:pt>
                <c:pt idx="2900">
                  <c:v>20.225000000000001</c:v>
                </c:pt>
                <c:pt idx="2901">
                  <c:v>19.75</c:v>
                </c:pt>
                <c:pt idx="2902">
                  <c:v>19.355</c:v>
                </c:pt>
                <c:pt idx="2903">
                  <c:v>19.215</c:v>
                </c:pt>
                <c:pt idx="2904">
                  <c:v>19.61</c:v>
                </c:pt>
                <c:pt idx="2905">
                  <c:v>19.36</c:v>
                </c:pt>
                <c:pt idx="2906">
                  <c:v>19.364999999999998</c:v>
                </c:pt>
                <c:pt idx="2907">
                  <c:v>20.3</c:v>
                </c:pt>
                <c:pt idx="2908">
                  <c:v>20.3</c:v>
                </c:pt>
                <c:pt idx="2909">
                  <c:v>20.399999999999999</c:v>
                </c:pt>
                <c:pt idx="2910">
                  <c:v>20.434999999999999</c:v>
                </c:pt>
                <c:pt idx="2911">
                  <c:v>20.47</c:v>
                </c:pt>
                <c:pt idx="2912">
                  <c:v>20.9</c:v>
                </c:pt>
                <c:pt idx="2913">
                  <c:v>21.18</c:v>
                </c:pt>
                <c:pt idx="2914">
                  <c:v>21.055</c:v>
                </c:pt>
                <c:pt idx="2915">
                  <c:v>21.225000000000001</c:v>
                </c:pt>
                <c:pt idx="2916">
                  <c:v>21.295000000000002</c:v>
                </c:pt>
                <c:pt idx="2917">
                  <c:v>21.14</c:v>
                </c:pt>
                <c:pt idx="2918">
                  <c:v>21.27</c:v>
                </c:pt>
                <c:pt idx="2919">
                  <c:v>21.09</c:v>
                </c:pt>
                <c:pt idx="2920">
                  <c:v>21.54</c:v>
                </c:pt>
                <c:pt idx="2921">
                  <c:v>21.515000000000001</c:v>
                </c:pt>
                <c:pt idx="2922">
                  <c:v>21.49</c:v>
                </c:pt>
                <c:pt idx="2923">
                  <c:v>21.125</c:v>
                </c:pt>
                <c:pt idx="2924">
                  <c:v>21.465</c:v>
                </c:pt>
                <c:pt idx="2925">
                  <c:v>21.524999999999999</c:v>
                </c:pt>
                <c:pt idx="2926">
                  <c:v>21.864999999999998</c:v>
                </c:pt>
                <c:pt idx="2927">
                  <c:v>21.65</c:v>
                </c:pt>
                <c:pt idx="2928">
                  <c:v>21.69</c:v>
                </c:pt>
                <c:pt idx="2929">
                  <c:v>21.57</c:v>
                </c:pt>
                <c:pt idx="2930">
                  <c:v>21.8</c:v>
                </c:pt>
                <c:pt idx="2931">
                  <c:v>20.69</c:v>
                </c:pt>
                <c:pt idx="2932">
                  <c:v>20.18</c:v>
                </c:pt>
                <c:pt idx="2933">
                  <c:v>20.6</c:v>
                </c:pt>
                <c:pt idx="2934">
                  <c:v>21.535</c:v>
                </c:pt>
                <c:pt idx="2935">
                  <c:v>21.91</c:v>
                </c:pt>
                <c:pt idx="2936">
                  <c:v>22.114999999999998</c:v>
                </c:pt>
                <c:pt idx="2937">
                  <c:v>21.85</c:v>
                </c:pt>
                <c:pt idx="2938">
                  <c:v>21.765000000000001</c:v>
                </c:pt>
                <c:pt idx="2939">
                  <c:v>21.635000000000002</c:v>
                </c:pt>
                <c:pt idx="2940">
                  <c:v>21.17</c:v>
                </c:pt>
                <c:pt idx="2941">
                  <c:v>21.024999999999999</c:v>
                </c:pt>
                <c:pt idx="2942">
                  <c:v>20.66</c:v>
                </c:pt>
                <c:pt idx="2943">
                  <c:v>20.079999999999998</c:v>
                </c:pt>
                <c:pt idx="2944">
                  <c:v>20.77</c:v>
                </c:pt>
                <c:pt idx="2945">
                  <c:v>20.785</c:v>
                </c:pt>
                <c:pt idx="2946">
                  <c:v>21.065000000000001</c:v>
                </c:pt>
                <c:pt idx="2947">
                  <c:v>21.425000000000001</c:v>
                </c:pt>
                <c:pt idx="2948">
                  <c:v>20.98</c:v>
                </c:pt>
                <c:pt idx="2949">
                  <c:v>20.795000000000002</c:v>
                </c:pt>
                <c:pt idx="2950">
                  <c:v>20.8</c:v>
                </c:pt>
                <c:pt idx="2951">
                  <c:v>21.68</c:v>
                </c:pt>
                <c:pt idx="2952">
                  <c:v>21.535</c:v>
                </c:pt>
                <c:pt idx="2953">
                  <c:v>21.6</c:v>
                </c:pt>
                <c:pt idx="2954">
                  <c:v>22.085000000000001</c:v>
                </c:pt>
                <c:pt idx="2955">
                  <c:v>22.035</c:v>
                </c:pt>
                <c:pt idx="2956">
                  <c:v>22.035</c:v>
                </c:pt>
                <c:pt idx="2957">
                  <c:v>21.934999999999999</c:v>
                </c:pt>
                <c:pt idx="2958">
                  <c:v>21.77</c:v>
                </c:pt>
                <c:pt idx="2959">
                  <c:v>21.7</c:v>
                </c:pt>
                <c:pt idx="2960">
                  <c:v>21.05</c:v>
                </c:pt>
                <c:pt idx="2961">
                  <c:v>20.945</c:v>
                </c:pt>
                <c:pt idx="2962">
                  <c:v>20.364999999999998</c:v>
                </c:pt>
                <c:pt idx="2963">
                  <c:v>19.43</c:v>
                </c:pt>
                <c:pt idx="2964">
                  <c:v>19.84</c:v>
                </c:pt>
                <c:pt idx="2965">
                  <c:v>20.45</c:v>
                </c:pt>
                <c:pt idx="2966">
                  <c:v>20.350000000000001</c:v>
                </c:pt>
                <c:pt idx="2967">
                  <c:v>20.844999999999999</c:v>
                </c:pt>
                <c:pt idx="2968">
                  <c:v>20.954999999999998</c:v>
                </c:pt>
                <c:pt idx="2969">
                  <c:v>21.49</c:v>
                </c:pt>
                <c:pt idx="2970">
                  <c:v>21.5</c:v>
                </c:pt>
                <c:pt idx="2971">
                  <c:v>21.78</c:v>
                </c:pt>
                <c:pt idx="2972">
                  <c:v>22.08</c:v>
                </c:pt>
                <c:pt idx="2973">
                  <c:v>21.21</c:v>
                </c:pt>
                <c:pt idx="2974">
                  <c:v>21.324999999999999</c:v>
                </c:pt>
                <c:pt idx="2975">
                  <c:v>22.635000000000002</c:v>
                </c:pt>
                <c:pt idx="2976">
                  <c:v>22.504999999999999</c:v>
                </c:pt>
                <c:pt idx="2977">
                  <c:v>22.67</c:v>
                </c:pt>
                <c:pt idx="2978">
                  <c:v>22.835000000000001</c:v>
                </c:pt>
                <c:pt idx="2979">
                  <c:v>22.54</c:v>
                </c:pt>
                <c:pt idx="2980">
                  <c:v>22.29</c:v>
                </c:pt>
                <c:pt idx="2981">
                  <c:v>22.36</c:v>
                </c:pt>
                <c:pt idx="2982">
                  <c:v>22.055</c:v>
                </c:pt>
                <c:pt idx="2983">
                  <c:v>22.015000000000001</c:v>
                </c:pt>
                <c:pt idx="2984">
                  <c:v>21.76</c:v>
                </c:pt>
                <c:pt idx="2985">
                  <c:v>22.23</c:v>
                </c:pt>
                <c:pt idx="2986">
                  <c:v>22.195</c:v>
                </c:pt>
                <c:pt idx="2987">
                  <c:v>22.344999999999999</c:v>
                </c:pt>
                <c:pt idx="2988">
                  <c:v>22.305</c:v>
                </c:pt>
                <c:pt idx="2989">
                  <c:v>21.785</c:v>
                </c:pt>
                <c:pt idx="2990">
                  <c:v>21.64</c:v>
                </c:pt>
                <c:pt idx="2991">
                  <c:v>21.39</c:v>
                </c:pt>
                <c:pt idx="2992">
                  <c:v>21.96</c:v>
                </c:pt>
                <c:pt idx="2993">
                  <c:v>22.355</c:v>
                </c:pt>
                <c:pt idx="2994">
                  <c:v>22.274999999999999</c:v>
                </c:pt>
                <c:pt idx="2995">
                  <c:v>22.355</c:v>
                </c:pt>
                <c:pt idx="2996">
                  <c:v>21.95</c:v>
                </c:pt>
                <c:pt idx="2997">
                  <c:v>21.83</c:v>
                </c:pt>
                <c:pt idx="2998">
                  <c:v>21.97</c:v>
                </c:pt>
                <c:pt idx="2999">
                  <c:v>22.1</c:v>
                </c:pt>
                <c:pt idx="3000">
                  <c:v>21.855</c:v>
                </c:pt>
                <c:pt idx="3001">
                  <c:v>21.635000000000002</c:v>
                </c:pt>
                <c:pt idx="3002">
                  <c:v>20.99</c:v>
                </c:pt>
                <c:pt idx="3003">
                  <c:v>21.49</c:v>
                </c:pt>
                <c:pt idx="3004">
                  <c:v>20.66</c:v>
                </c:pt>
                <c:pt idx="3005">
                  <c:v>21.14</c:v>
                </c:pt>
                <c:pt idx="3006">
                  <c:v>21.74</c:v>
                </c:pt>
                <c:pt idx="3007">
                  <c:v>21.925000000000001</c:v>
                </c:pt>
                <c:pt idx="3008">
                  <c:v>21.91</c:v>
                </c:pt>
                <c:pt idx="3009">
                  <c:v>22.454999999999998</c:v>
                </c:pt>
                <c:pt idx="3010">
                  <c:v>22.81</c:v>
                </c:pt>
                <c:pt idx="3011">
                  <c:v>22.805</c:v>
                </c:pt>
                <c:pt idx="3012">
                  <c:v>22.88</c:v>
                </c:pt>
                <c:pt idx="3013">
                  <c:v>22.94</c:v>
                </c:pt>
                <c:pt idx="3014">
                  <c:v>22.795000000000002</c:v>
                </c:pt>
                <c:pt idx="3015">
                  <c:v>23.31</c:v>
                </c:pt>
                <c:pt idx="3016">
                  <c:v>23.585000000000001</c:v>
                </c:pt>
                <c:pt idx="3017">
                  <c:v>23.6</c:v>
                </c:pt>
                <c:pt idx="3018">
                  <c:v>23.465</c:v>
                </c:pt>
                <c:pt idx="3019">
                  <c:v>23.425000000000001</c:v>
                </c:pt>
                <c:pt idx="3020">
                  <c:v>23.754999999999999</c:v>
                </c:pt>
                <c:pt idx="3021">
                  <c:v>23.774999999999999</c:v>
                </c:pt>
                <c:pt idx="3022">
                  <c:v>24.004999999999999</c:v>
                </c:pt>
                <c:pt idx="3023">
                  <c:v>24.074999999999999</c:v>
                </c:pt>
                <c:pt idx="3024">
                  <c:v>24.024999999999999</c:v>
                </c:pt>
                <c:pt idx="3025">
                  <c:v>24.004999999999999</c:v>
                </c:pt>
                <c:pt idx="3026">
                  <c:v>24.114999999999998</c:v>
                </c:pt>
                <c:pt idx="3027">
                  <c:v>23.885000000000002</c:v>
                </c:pt>
                <c:pt idx="3028">
                  <c:v>23.875</c:v>
                </c:pt>
                <c:pt idx="3029">
                  <c:v>24.03</c:v>
                </c:pt>
                <c:pt idx="3030">
                  <c:v>24.23</c:v>
                </c:pt>
                <c:pt idx="3031">
                  <c:v>24.125</c:v>
                </c:pt>
                <c:pt idx="3032">
                  <c:v>24.364999999999998</c:v>
                </c:pt>
                <c:pt idx="3033">
                  <c:v>24.5</c:v>
                </c:pt>
                <c:pt idx="3034">
                  <c:v>24.49</c:v>
                </c:pt>
                <c:pt idx="3035">
                  <c:v>24.484999999999999</c:v>
                </c:pt>
                <c:pt idx="3036">
                  <c:v>24.41</c:v>
                </c:pt>
                <c:pt idx="3037">
                  <c:v>24.38</c:v>
                </c:pt>
                <c:pt idx="3038">
                  <c:v>24.414999999999999</c:v>
                </c:pt>
                <c:pt idx="3039">
                  <c:v>24.295000000000002</c:v>
                </c:pt>
                <c:pt idx="3040">
                  <c:v>24.234999999999999</c:v>
                </c:pt>
                <c:pt idx="3041">
                  <c:v>24.004999999999999</c:v>
                </c:pt>
                <c:pt idx="3042">
                  <c:v>24.004999999999999</c:v>
                </c:pt>
                <c:pt idx="3043">
                  <c:v>24.094999999999999</c:v>
                </c:pt>
                <c:pt idx="3044">
                  <c:v>24.055</c:v>
                </c:pt>
                <c:pt idx="3045">
                  <c:v>24.344999999999999</c:v>
                </c:pt>
                <c:pt idx="3046">
                  <c:v>24</c:v>
                </c:pt>
                <c:pt idx="3047">
                  <c:v>23.84</c:v>
                </c:pt>
                <c:pt idx="3048">
                  <c:v>23.81</c:v>
                </c:pt>
                <c:pt idx="3049">
                  <c:v>23.69</c:v>
                </c:pt>
                <c:pt idx="3050">
                  <c:v>23.76</c:v>
                </c:pt>
                <c:pt idx="3051">
                  <c:v>23.99</c:v>
                </c:pt>
                <c:pt idx="3052">
                  <c:v>23.805</c:v>
                </c:pt>
                <c:pt idx="3053">
                  <c:v>24.04</c:v>
                </c:pt>
                <c:pt idx="3054">
                  <c:v>24.254999999999999</c:v>
                </c:pt>
                <c:pt idx="3055">
                  <c:v>24.33</c:v>
                </c:pt>
                <c:pt idx="3056">
                  <c:v>24.14</c:v>
                </c:pt>
                <c:pt idx="3057">
                  <c:v>24.12</c:v>
                </c:pt>
                <c:pt idx="3058">
                  <c:v>24.41</c:v>
                </c:pt>
                <c:pt idx="3059">
                  <c:v>23.824999999999999</c:v>
                </c:pt>
                <c:pt idx="3060">
                  <c:v>24.155000000000001</c:v>
                </c:pt>
                <c:pt idx="3061">
                  <c:v>24.074999999999999</c:v>
                </c:pt>
                <c:pt idx="3062">
                  <c:v>24.184999999999999</c:v>
                </c:pt>
                <c:pt idx="3063">
                  <c:v>24.35</c:v>
                </c:pt>
                <c:pt idx="3064">
                  <c:v>24.24</c:v>
                </c:pt>
                <c:pt idx="3065">
                  <c:v>24.184999999999999</c:v>
                </c:pt>
                <c:pt idx="3066">
                  <c:v>24.035</c:v>
                </c:pt>
                <c:pt idx="3067">
                  <c:v>24.11</c:v>
                </c:pt>
                <c:pt idx="3068">
                  <c:v>24.16</c:v>
                </c:pt>
                <c:pt idx="3069">
                  <c:v>24.204999999999998</c:v>
                </c:pt>
                <c:pt idx="3070">
                  <c:v>23.925000000000001</c:v>
                </c:pt>
                <c:pt idx="3071">
                  <c:v>24.07</c:v>
                </c:pt>
                <c:pt idx="3072">
                  <c:v>23.895</c:v>
                </c:pt>
                <c:pt idx="3073">
                  <c:v>23.675000000000001</c:v>
                </c:pt>
                <c:pt idx="3074">
                  <c:v>23.93</c:v>
                </c:pt>
                <c:pt idx="3075">
                  <c:v>23.91</c:v>
                </c:pt>
                <c:pt idx="3076">
                  <c:v>23.99</c:v>
                </c:pt>
                <c:pt idx="3077">
                  <c:v>24.04</c:v>
                </c:pt>
                <c:pt idx="3078">
                  <c:v>24.3</c:v>
                </c:pt>
                <c:pt idx="3079">
                  <c:v>24.245000000000001</c:v>
                </c:pt>
                <c:pt idx="3080">
                  <c:v>24.184999999999999</c:v>
                </c:pt>
                <c:pt idx="3081">
                  <c:v>24.16</c:v>
                </c:pt>
                <c:pt idx="3082">
                  <c:v>24.05</c:v>
                </c:pt>
                <c:pt idx="3083">
                  <c:v>24.01</c:v>
                </c:pt>
                <c:pt idx="3084">
                  <c:v>24.335000000000001</c:v>
                </c:pt>
                <c:pt idx="3085">
                  <c:v>24.295000000000002</c:v>
                </c:pt>
                <c:pt idx="3086">
                  <c:v>24.3</c:v>
                </c:pt>
                <c:pt idx="3087">
                  <c:v>24.105</c:v>
                </c:pt>
                <c:pt idx="3088">
                  <c:v>24.074999999999999</c:v>
                </c:pt>
                <c:pt idx="3089">
                  <c:v>23.715</c:v>
                </c:pt>
                <c:pt idx="3090">
                  <c:v>23.79</c:v>
                </c:pt>
                <c:pt idx="3091">
                  <c:v>23.71</c:v>
                </c:pt>
                <c:pt idx="3092">
                  <c:v>23.725000000000001</c:v>
                </c:pt>
                <c:pt idx="3093">
                  <c:v>23.55</c:v>
                </c:pt>
                <c:pt idx="3094">
                  <c:v>23.675000000000001</c:v>
                </c:pt>
                <c:pt idx="3095">
                  <c:v>23.675000000000001</c:v>
                </c:pt>
                <c:pt idx="3096">
                  <c:v>23.614999999999998</c:v>
                </c:pt>
                <c:pt idx="3097">
                  <c:v>23.49</c:v>
                </c:pt>
                <c:pt idx="3098">
                  <c:v>23.434999999999999</c:v>
                </c:pt>
                <c:pt idx="3099">
                  <c:v>23.704999999999998</c:v>
                </c:pt>
                <c:pt idx="3100">
                  <c:v>23.565000000000001</c:v>
                </c:pt>
                <c:pt idx="3101">
                  <c:v>23.45</c:v>
                </c:pt>
                <c:pt idx="3102">
                  <c:v>23.594999999999999</c:v>
                </c:pt>
                <c:pt idx="3103">
                  <c:v>23.425000000000001</c:v>
                </c:pt>
                <c:pt idx="3104">
                  <c:v>23.445</c:v>
                </c:pt>
                <c:pt idx="3105">
                  <c:v>23.53</c:v>
                </c:pt>
                <c:pt idx="3106">
                  <c:v>23.684999999999999</c:v>
                </c:pt>
                <c:pt idx="3107">
                  <c:v>23.524999999999999</c:v>
                </c:pt>
                <c:pt idx="3108">
                  <c:v>23.43</c:v>
                </c:pt>
                <c:pt idx="3109">
                  <c:v>23.585000000000001</c:v>
                </c:pt>
                <c:pt idx="3110">
                  <c:v>23.454999999999998</c:v>
                </c:pt>
                <c:pt idx="3111">
                  <c:v>23.51</c:v>
                </c:pt>
                <c:pt idx="3112">
                  <c:v>23.47</c:v>
                </c:pt>
                <c:pt idx="3113">
                  <c:v>23.7</c:v>
                </c:pt>
                <c:pt idx="3114">
                  <c:v>23.655000000000001</c:v>
                </c:pt>
                <c:pt idx="3115">
                  <c:v>23.7</c:v>
                </c:pt>
                <c:pt idx="3116">
                  <c:v>23.785</c:v>
                </c:pt>
                <c:pt idx="3117">
                  <c:v>23.625</c:v>
                </c:pt>
                <c:pt idx="3118">
                  <c:v>23.465</c:v>
                </c:pt>
                <c:pt idx="3119">
                  <c:v>23.54</c:v>
                </c:pt>
                <c:pt idx="3120">
                  <c:v>23.54</c:v>
                </c:pt>
                <c:pt idx="3121">
                  <c:v>23.335000000000001</c:v>
                </c:pt>
                <c:pt idx="3122">
                  <c:v>23.47</c:v>
                </c:pt>
                <c:pt idx="3123">
                  <c:v>22.8</c:v>
                </c:pt>
                <c:pt idx="3124">
                  <c:v>22.555</c:v>
                </c:pt>
                <c:pt idx="3125">
                  <c:v>22.484999999999999</c:v>
                </c:pt>
                <c:pt idx="3126">
                  <c:v>22.545000000000002</c:v>
                </c:pt>
                <c:pt idx="3127">
                  <c:v>22.47</c:v>
                </c:pt>
                <c:pt idx="3128">
                  <c:v>22.4</c:v>
                </c:pt>
                <c:pt idx="3129">
                  <c:v>22.44</c:v>
                </c:pt>
                <c:pt idx="3130">
                  <c:v>22.44</c:v>
                </c:pt>
                <c:pt idx="3131">
                  <c:v>22.25</c:v>
                </c:pt>
                <c:pt idx="3132">
                  <c:v>22.305</c:v>
                </c:pt>
                <c:pt idx="3133">
                  <c:v>22.135000000000002</c:v>
                </c:pt>
                <c:pt idx="3134">
                  <c:v>21.945</c:v>
                </c:pt>
                <c:pt idx="3135">
                  <c:v>22.13</c:v>
                </c:pt>
                <c:pt idx="3136">
                  <c:v>22.07</c:v>
                </c:pt>
                <c:pt idx="3137">
                  <c:v>22.04</c:v>
                </c:pt>
                <c:pt idx="3138">
                  <c:v>22.164999999999999</c:v>
                </c:pt>
                <c:pt idx="3139">
                  <c:v>22.16</c:v>
                </c:pt>
                <c:pt idx="3140">
                  <c:v>22.09</c:v>
                </c:pt>
                <c:pt idx="3141">
                  <c:v>21.95</c:v>
                </c:pt>
                <c:pt idx="3142">
                  <c:v>22.094999999999999</c:v>
                </c:pt>
                <c:pt idx="3143">
                  <c:v>21.91</c:v>
                </c:pt>
                <c:pt idx="3144">
                  <c:v>21.934999999999999</c:v>
                </c:pt>
                <c:pt idx="3145">
                  <c:v>21.87</c:v>
                </c:pt>
                <c:pt idx="3146">
                  <c:v>21.835000000000001</c:v>
                </c:pt>
                <c:pt idx="3147">
                  <c:v>21.77</c:v>
                </c:pt>
                <c:pt idx="3148">
                  <c:v>21.58</c:v>
                </c:pt>
                <c:pt idx="3149">
                  <c:v>21.73</c:v>
                </c:pt>
                <c:pt idx="3150">
                  <c:v>21.545000000000002</c:v>
                </c:pt>
                <c:pt idx="3151">
                  <c:v>21.66</c:v>
                </c:pt>
                <c:pt idx="3152">
                  <c:v>21.745000000000001</c:v>
                </c:pt>
                <c:pt idx="3153">
                  <c:v>21.515000000000001</c:v>
                </c:pt>
                <c:pt idx="3154">
                  <c:v>21.43</c:v>
                </c:pt>
                <c:pt idx="3155">
                  <c:v>21.504999999999999</c:v>
                </c:pt>
                <c:pt idx="3156">
                  <c:v>21.765000000000001</c:v>
                </c:pt>
                <c:pt idx="3157">
                  <c:v>21.98</c:v>
                </c:pt>
                <c:pt idx="3158">
                  <c:v>21.93</c:v>
                </c:pt>
                <c:pt idx="3159">
                  <c:v>21.71</c:v>
                </c:pt>
                <c:pt idx="3160">
                  <c:v>21.695</c:v>
                </c:pt>
                <c:pt idx="3161">
                  <c:v>21.785</c:v>
                </c:pt>
                <c:pt idx="3162">
                  <c:v>21.95</c:v>
                </c:pt>
                <c:pt idx="3163">
                  <c:v>21.57</c:v>
                </c:pt>
                <c:pt idx="3164">
                  <c:v>21.78</c:v>
                </c:pt>
                <c:pt idx="3165">
                  <c:v>21.82</c:v>
                </c:pt>
                <c:pt idx="3166">
                  <c:v>21.89</c:v>
                </c:pt>
                <c:pt idx="3167">
                  <c:v>21.975000000000001</c:v>
                </c:pt>
                <c:pt idx="3168">
                  <c:v>22.225000000000001</c:v>
                </c:pt>
                <c:pt idx="3169">
                  <c:v>22.16</c:v>
                </c:pt>
                <c:pt idx="3170">
                  <c:v>21.954999999999998</c:v>
                </c:pt>
                <c:pt idx="3171">
                  <c:v>21.805</c:v>
                </c:pt>
                <c:pt idx="3172">
                  <c:v>21.664999999999999</c:v>
                </c:pt>
                <c:pt idx="3173">
                  <c:v>21.23</c:v>
                </c:pt>
                <c:pt idx="3174">
                  <c:v>21.285</c:v>
                </c:pt>
                <c:pt idx="3175">
                  <c:v>21.14</c:v>
                </c:pt>
                <c:pt idx="3176">
                  <c:v>21.434999999999999</c:v>
                </c:pt>
                <c:pt idx="3177">
                  <c:v>21.055</c:v>
                </c:pt>
                <c:pt idx="3178">
                  <c:v>21.01</c:v>
                </c:pt>
                <c:pt idx="3179">
                  <c:v>21.04</c:v>
                </c:pt>
                <c:pt idx="3180">
                  <c:v>20.79</c:v>
                </c:pt>
                <c:pt idx="3181">
                  <c:v>20.95</c:v>
                </c:pt>
                <c:pt idx="3182">
                  <c:v>21.035</c:v>
                </c:pt>
                <c:pt idx="3183">
                  <c:v>21.475000000000001</c:v>
                </c:pt>
                <c:pt idx="3184">
                  <c:v>21.254999999999999</c:v>
                </c:pt>
                <c:pt idx="3185">
                  <c:v>21.234999999999999</c:v>
                </c:pt>
                <c:pt idx="3186">
                  <c:v>21.344999999999999</c:v>
                </c:pt>
                <c:pt idx="3187">
                  <c:v>21.704999999999998</c:v>
                </c:pt>
                <c:pt idx="3188">
                  <c:v>21.83</c:v>
                </c:pt>
                <c:pt idx="3189">
                  <c:v>21.8</c:v>
                </c:pt>
                <c:pt idx="3190">
                  <c:v>21.68</c:v>
                </c:pt>
                <c:pt idx="3191">
                  <c:v>21.745000000000001</c:v>
                </c:pt>
                <c:pt idx="3192">
                  <c:v>21.95</c:v>
                </c:pt>
                <c:pt idx="3193">
                  <c:v>21.8</c:v>
                </c:pt>
                <c:pt idx="3194">
                  <c:v>21.74</c:v>
                </c:pt>
                <c:pt idx="3195">
                  <c:v>21.9</c:v>
                </c:pt>
                <c:pt idx="3196">
                  <c:v>21.9</c:v>
                </c:pt>
                <c:pt idx="3197">
                  <c:v>21.45</c:v>
                </c:pt>
                <c:pt idx="3198">
                  <c:v>21.434999999999999</c:v>
                </c:pt>
                <c:pt idx="3199">
                  <c:v>21.59</c:v>
                </c:pt>
                <c:pt idx="3200">
                  <c:v>21.47</c:v>
                </c:pt>
                <c:pt idx="3201">
                  <c:v>21.585000000000001</c:v>
                </c:pt>
                <c:pt idx="3202">
                  <c:v>21.555</c:v>
                </c:pt>
                <c:pt idx="3203">
                  <c:v>21.63</c:v>
                </c:pt>
                <c:pt idx="3204">
                  <c:v>21.515000000000001</c:v>
                </c:pt>
                <c:pt idx="3205">
                  <c:v>21.625</c:v>
                </c:pt>
                <c:pt idx="3206">
                  <c:v>21.62</c:v>
                </c:pt>
                <c:pt idx="3207">
                  <c:v>21.62</c:v>
                </c:pt>
                <c:pt idx="3208">
                  <c:v>21.54</c:v>
                </c:pt>
                <c:pt idx="3209">
                  <c:v>21.265000000000001</c:v>
                </c:pt>
                <c:pt idx="3210">
                  <c:v>21.09</c:v>
                </c:pt>
                <c:pt idx="3211">
                  <c:v>20.82</c:v>
                </c:pt>
                <c:pt idx="3212">
                  <c:v>20.774999999999999</c:v>
                </c:pt>
                <c:pt idx="3213">
                  <c:v>20.725000000000001</c:v>
                </c:pt>
                <c:pt idx="3214">
                  <c:v>20.52</c:v>
                </c:pt>
                <c:pt idx="3215">
                  <c:v>20.69</c:v>
                </c:pt>
                <c:pt idx="3216">
                  <c:v>20.754999999999999</c:v>
                </c:pt>
                <c:pt idx="3217">
                  <c:v>20.78</c:v>
                </c:pt>
                <c:pt idx="3218">
                  <c:v>20.725000000000001</c:v>
                </c:pt>
                <c:pt idx="3219">
                  <c:v>20.655000000000001</c:v>
                </c:pt>
                <c:pt idx="3220">
                  <c:v>20.135000000000002</c:v>
                </c:pt>
                <c:pt idx="3221">
                  <c:v>20.155000000000001</c:v>
                </c:pt>
                <c:pt idx="3222">
                  <c:v>20.16</c:v>
                </c:pt>
                <c:pt idx="3223">
                  <c:v>20.355</c:v>
                </c:pt>
                <c:pt idx="3224">
                  <c:v>20.48</c:v>
                </c:pt>
                <c:pt idx="3225">
                  <c:v>20.55</c:v>
                </c:pt>
                <c:pt idx="3226">
                  <c:v>20.65</c:v>
                </c:pt>
                <c:pt idx="3227">
                  <c:v>20.97</c:v>
                </c:pt>
                <c:pt idx="3228">
                  <c:v>21.05</c:v>
                </c:pt>
                <c:pt idx="3229">
                  <c:v>21</c:v>
                </c:pt>
                <c:pt idx="3230">
                  <c:v>20.98</c:v>
                </c:pt>
                <c:pt idx="3231">
                  <c:v>20.934999999999999</c:v>
                </c:pt>
                <c:pt idx="3232">
                  <c:v>21.02</c:v>
                </c:pt>
                <c:pt idx="3233">
                  <c:v>20.95</c:v>
                </c:pt>
                <c:pt idx="3234">
                  <c:v>20.52</c:v>
                </c:pt>
                <c:pt idx="3235">
                  <c:v>20.285</c:v>
                </c:pt>
                <c:pt idx="3236">
                  <c:v>20.855</c:v>
                </c:pt>
                <c:pt idx="3237">
                  <c:v>20.75</c:v>
                </c:pt>
                <c:pt idx="3238">
                  <c:v>20.55</c:v>
                </c:pt>
                <c:pt idx="3239">
                  <c:v>20.68</c:v>
                </c:pt>
                <c:pt idx="3240">
                  <c:v>20.895</c:v>
                </c:pt>
                <c:pt idx="3241">
                  <c:v>20.87</c:v>
                </c:pt>
                <c:pt idx="3242">
                  <c:v>21</c:v>
                </c:pt>
                <c:pt idx="3243">
                  <c:v>20.975000000000001</c:v>
                </c:pt>
                <c:pt idx="3244">
                  <c:v>20.765000000000001</c:v>
                </c:pt>
                <c:pt idx="3245">
                  <c:v>21.84</c:v>
                </c:pt>
                <c:pt idx="3246">
                  <c:v>21.684999999999999</c:v>
                </c:pt>
                <c:pt idx="3247">
                  <c:v>21.37</c:v>
                </c:pt>
                <c:pt idx="3248">
                  <c:v>21.295000000000002</c:v>
                </c:pt>
                <c:pt idx="3249">
                  <c:v>21.164999999999999</c:v>
                </c:pt>
                <c:pt idx="3250">
                  <c:v>20.995000000000001</c:v>
                </c:pt>
                <c:pt idx="3251">
                  <c:v>21.02</c:v>
                </c:pt>
                <c:pt idx="3252">
                  <c:v>20.805</c:v>
                </c:pt>
                <c:pt idx="3253">
                  <c:v>20.675000000000001</c:v>
                </c:pt>
                <c:pt idx="3254">
                  <c:v>20.395</c:v>
                </c:pt>
                <c:pt idx="3255">
                  <c:v>20.6</c:v>
                </c:pt>
                <c:pt idx="3256">
                  <c:v>20.434999999999999</c:v>
                </c:pt>
                <c:pt idx="3257">
                  <c:v>20.22</c:v>
                </c:pt>
                <c:pt idx="3258">
                  <c:v>20.175000000000001</c:v>
                </c:pt>
                <c:pt idx="3259">
                  <c:v>20.079999999999998</c:v>
                </c:pt>
                <c:pt idx="3260">
                  <c:v>19.87</c:v>
                </c:pt>
                <c:pt idx="3261">
                  <c:v>19.98</c:v>
                </c:pt>
                <c:pt idx="3262">
                  <c:v>20.18</c:v>
                </c:pt>
                <c:pt idx="3263">
                  <c:v>20.329999999999998</c:v>
                </c:pt>
                <c:pt idx="3264">
                  <c:v>20.254999999999999</c:v>
                </c:pt>
                <c:pt idx="3265">
                  <c:v>20.085000000000001</c:v>
                </c:pt>
                <c:pt idx="3266">
                  <c:v>20.2</c:v>
                </c:pt>
                <c:pt idx="3267">
                  <c:v>20.399999999999999</c:v>
                </c:pt>
                <c:pt idx="3268">
                  <c:v>20.375</c:v>
                </c:pt>
                <c:pt idx="3269">
                  <c:v>20.61</c:v>
                </c:pt>
                <c:pt idx="3270">
                  <c:v>20.440000000000001</c:v>
                </c:pt>
                <c:pt idx="3271">
                  <c:v>20.55</c:v>
                </c:pt>
                <c:pt idx="3272">
                  <c:v>20.555</c:v>
                </c:pt>
                <c:pt idx="3273">
                  <c:v>20.695</c:v>
                </c:pt>
                <c:pt idx="3274">
                  <c:v>20.664999999999999</c:v>
                </c:pt>
                <c:pt idx="3275">
                  <c:v>20.43</c:v>
                </c:pt>
                <c:pt idx="3276">
                  <c:v>20.475000000000001</c:v>
                </c:pt>
                <c:pt idx="3277">
                  <c:v>20.66</c:v>
                </c:pt>
                <c:pt idx="3278">
                  <c:v>20.675000000000001</c:v>
                </c:pt>
                <c:pt idx="3279">
                  <c:v>20.725000000000001</c:v>
                </c:pt>
                <c:pt idx="3280">
                  <c:v>20.67</c:v>
                </c:pt>
                <c:pt idx="3281">
                  <c:v>20.574999999999999</c:v>
                </c:pt>
                <c:pt idx="3282">
                  <c:v>20.52</c:v>
                </c:pt>
                <c:pt idx="3283">
                  <c:v>20.785</c:v>
                </c:pt>
                <c:pt idx="3284">
                  <c:v>20.75</c:v>
                </c:pt>
                <c:pt idx="3285">
                  <c:v>20.754999999999999</c:v>
                </c:pt>
                <c:pt idx="3286">
                  <c:v>20.73</c:v>
                </c:pt>
                <c:pt idx="3287">
                  <c:v>20.875</c:v>
                </c:pt>
                <c:pt idx="3288">
                  <c:v>21.164999999999999</c:v>
                </c:pt>
                <c:pt idx="3289">
                  <c:v>21.3</c:v>
                </c:pt>
                <c:pt idx="3290">
                  <c:v>20.925000000000001</c:v>
                </c:pt>
                <c:pt idx="3291">
                  <c:v>20.63</c:v>
                </c:pt>
                <c:pt idx="3292">
                  <c:v>20.63</c:v>
                </c:pt>
                <c:pt idx="3293">
                  <c:v>20.420000000000002</c:v>
                </c:pt>
                <c:pt idx="3294">
                  <c:v>20.254999999999999</c:v>
                </c:pt>
                <c:pt idx="3295">
                  <c:v>20.395</c:v>
                </c:pt>
                <c:pt idx="3296">
                  <c:v>20.37</c:v>
                </c:pt>
                <c:pt idx="3297">
                  <c:v>20.495000000000001</c:v>
                </c:pt>
                <c:pt idx="3298">
                  <c:v>20.329999999999998</c:v>
                </c:pt>
                <c:pt idx="3299">
                  <c:v>20.585000000000001</c:v>
                </c:pt>
                <c:pt idx="3300">
                  <c:v>20.92</c:v>
                </c:pt>
                <c:pt idx="3301">
                  <c:v>20.74</c:v>
                </c:pt>
                <c:pt idx="3302">
                  <c:v>20.91</c:v>
                </c:pt>
                <c:pt idx="3303">
                  <c:v>20.725000000000001</c:v>
                </c:pt>
                <c:pt idx="3304">
                  <c:v>20.645</c:v>
                </c:pt>
                <c:pt idx="3305">
                  <c:v>20.965</c:v>
                </c:pt>
                <c:pt idx="3306">
                  <c:v>20.945</c:v>
                </c:pt>
                <c:pt idx="3307">
                  <c:v>21.04</c:v>
                </c:pt>
                <c:pt idx="3308">
                  <c:v>21.33</c:v>
                </c:pt>
                <c:pt idx="3309">
                  <c:v>22.38</c:v>
                </c:pt>
                <c:pt idx="3310">
                  <c:v>22.12</c:v>
                </c:pt>
                <c:pt idx="3311">
                  <c:v>22.094999999999999</c:v>
                </c:pt>
                <c:pt idx="3312">
                  <c:v>22.195</c:v>
                </c:pt>
                <c:pt idx="3313">
                  <c:v>22.3</c:v>
                </c:pt>
                <c:pt idx="3314">
                  <c:v>22.36</c:v>
                </c:pt>
                <c:pt idx="3315">
                  <c:v>22.184999999999999</c:v>
                </c:pt>
                <c:pt idx="3316">
                  <c:v>22.315000000000001</c:v>
                </c:pt>
                <c:pt idx="3317">
                  <c:v>22.305</c:v>
                </c:pt>
                <c:pt idx="3318">
                  <c:v>22.305</c:v>
                </c:pt>
                <c:pt idx="3319">
                  <c:v>22.184999999999999</c:v>
                </c:pt>
                <c:pt idx="3320">
                  <c:v>22.164999999999999</c:v>
                </c:pt>
                <c:pt idx="3321">
                  <c:v>22.17</c:v>
                </c:pt>
                <c:pt idx="3322">
                  <c:v>22.09</c:v>
                </c:pt>
                <c:pt idx="3323">
                  <c:v>22.024999999999999</c:v>
                </c:pt>
                <c:pt idx="3324">
                  <c:v>21.81</c:v>
                </c:pt>
                <c:pt idx="3325">
                  <c:v>21.614999999999998</c:v>
                </c:pt>
                <c:pt idx="3326">
                  <c:v>21.29</c:v>
                </c:pt>
                <c:pt idx="3327">
                  <c:v>21.065000000000001</c:v>
                </c:pt>
                <c:pt idx="3328">
                  <c:v>20.73</c:v>
                </c:pt>
                <c:pt idx="3329">
                  <c:v>21.065000000000001</c:v>
                </c:pt>
                <c:pt idx="3330">
                  <c:v>21.05</c:v>
                </c:pt>
                <c:pt idx="3331">
                  <c:v>21</c:v>
                </c:pt>
                <c:pt idx="3332">
                  <c:v>21.01</c:v>
                </c:pt>
                <c:pt idx="3333">
                  <c:v>20.66</c:v>
                </c:pt>
                <c:pt idx="3334">
                  <c:v>20.475000000000001</c:v>
                </c:pt>
                <c:pt idx="3335">
                  <c:v>20.484999999999999</c:v>
                </c:pt>
                <c:pt idx="3336">
                  <c:v>20.664999999999999</c:v>
                </c:pt>
                <c:pt idx="3337">
                  <c:v>20.81</c:v>
                </c:pt>
                <c:pt idx="3338">
                  <c:v>21.085000000000001</c:v>
                </c:pt>
                <c:pt idx="3339">
                  <c:v>21.18</c:v>
                </c:pt>
                <c:pt idx="3340">
                  <c:v>21.03</c:v>
                </c:pt>
                <c:pt idx="3341">
                  <c:v>20.92</c:v>
                </c:pt>
                <c:pt idx="3342">
                  <c:v>21.03</c:v>
                </c:pt>
                <c:pt idx="3343">
                  <c:v>21.08</c:v>
                </c:pt>
                <c:pt idx="3344">
                  <c:v>21.274999999999999</c:v>
                </c:pt>
                <c:pt idx="3345">
                  <c:v>21.17</c:v>
                </c:pt>
                <c:pt idx="3346">
                  <c:v>21.094999999999999</c:v>
                </c:pt>
                <c:pt idx="3347">
                  <c:v>21.074999999999999</c:v>
                </c:pt>
                <c:pt idx="3348">
                  <c:v>21.31</c:v>
                </c:pt>
                <c:pt idx="3349">
                  <c:v>21.725000000000001</c:v>
                </c:pt>
                <c:pt idx="3350">
                  <c:v>21.765000000000001</c:v>
                </c:pt>
                <c:pt idx="3351">
                  <c:v>22.03</c:v>
                </c:pt>
                <c:pt idx="3352">
                  <c:v>22.254999999999999</c:v>
                </c:pt>
                <c:pt idx="3353">
                  <c:v>22.265000000000001</c:v>
                </c:pt>
                <c:pt idx="3354">
                  <c:v>22.54</c:v>
                </c:pt>
                <c:pt idx="3355">
                  <c:v>22.164999999999999</c:v>
                </c:pt>
                <c:pt idx="3356">
                  <c:v>22.39</c:v>
                </c:pt>
                <c:pt idx="3357">
                  <c:v>22.63</c:v>
                </c:pt>
                <c:pt idx="3358">
                  <c:v>22.6</c:v>
                </c:pt>
                <c:pt idx="3359">
                  <c:v>22.254999999999999</c:v>
                </c:pt>
                <c:pt idx="3360">
                  <c:v>22.3</c:v>
                </c:pt>
                <c:pt idx="3361">
                  <c:v>22.08</c:v>
                </c:pt>
                <c:pt idx="3362">
                  <c:v>22.265000000000001</c:v>
                </c:pt>
                <c:pt idx="3363">
                  <c:v>22.815000000000001</c:v>
                </c:pt>
                <c:pt idx="3364">
                  <c:v>22.535</c:v>
                </c:pt>
                <c:pt idx="3365">
                  <c:v>22.425000000000001</c:v>
                </c:pt>
                <c:pt idx="3366">
                  <c:v>22.425000000000001</c:v>
                </c:pt>
                <c:pt idx="3367">
                  <c:v>22.425000000000001</c:v>
                </c:pt>
                <c:pt idx="3368">
                  <c:v>22.22</c:v>
                </c:pt>
                <c:pt idx="3369">
                  <c:v>22.225000000000001</c:v>
                </c:pt>
                <c:pt idx="3370">
                  <c:v>22.225000000000001</c:v>
                </c:pt>
                <c:pt idx="3371">
                  <c:v>22.03</c:v>
                </c:pt>
                <c:pt idx="3372">
                  <c:v>21.925000000000001</c:v>
                </c:pt>
                <c:pt idx="3373">
                  <c:v>21.92</c:v>
                </c:pt>
                <c:pt idx="3374">
                  <c:v>21.83</c:v>
                </c:pt>
                <c:pt idx="3375">
                  <c:v>21.61</c:v>
                </c:pt>
                <c:pt idx="3376">
                  <c:v>21.78</c:v>
                </c:pt>
                <c:pt idx="3377">
                  <c:v>21.76</c:v>
                </c:pt>
                <c:pt idx="3378">
                  <c:v>21.454999999999998</c:v>
                </c:pt>
                <c:pt idx="3379">
                  <c:v>21.004999999999999</c:v>
                </c:pt>
                <c:pt idx="3380">
                  <c:v>20.92</c:v>
                </c:pt>
                <c:pt idx="3381">
                  <c:v>20.864999999999998</c:v>
                </c:pt>
                <c:pt idx="3382">
                  <c:v>20.914999999999999</c:v>
                </c:pt>
                <c:pt idx="3383">
                  <c:v>21.155000000000001</c:v>
                </c:pt>
                <c:pt idx="3384">
                  <c:v>21.12</c:v>
                </c:pt>
                <c:pt idx="3385">
                  <c:v>21.234999999999999</c:v>
                </c:pt>
                <c:pt idx="3386">
                  <c:v>21.23</c:v>
                </c:pt>
                <c:pt idx="3387">
                  <c:v>21.074999999999999</c:v>
                </c:pt>
                <c:pt idx="3388">
                  <c:v>20.954999999999998</c:v>
                </c:pt>
                <c:pt idx="3389">
                  <c:v>20.795000000000002</c:v>
                </c:pt>
                <c:pt idx="3390">
                  <c:v>20.84</c:v>
                </c:pt>
                <c:pt idx="3391">
                  <c:v>21.1</c:v>
                </c:pt>
                <c:pt idx="3392">
                  <c:v>21.364999999999998</c:v>
                </c:pt>
                <c:pt idx="3393">
                  <c:v>21.504999999999999</c:v>
                </c:pt>
                <c:pt idx="3394">
                  <c:v>21.29</c:v>
                </c:pt>
                <c:pt idx="3395">
                  <c:v>21.29</c:v>
                </c:pt>
                <c:pt idx="3396">
                  <c:v>21.49</c:v>
                </c:pt>
                <c:pt idx="3397">
                  <c:v>21.57</c:v>
                </c:pt>
                <c:pt idx="3398">
                  <c:v>21.335000000000001</c:v>
                </c:pt>
                <c:pt idx="3399">
                  <c:v>21.585000000000001</c:v>
                </c:pt>
                <c:pt idx="3400">
                  <c:v>21.574999999999999</c:v>
                </c:pt>
                <c:pt idx="3401">
                  <c:v>21.734999999999999</c:v>
                </c:pt>
                <c:pt idx="3402">
                  <c:v>21.664999999999999</c:v>
                </c:pt>
                <c:pt idx="3403">
                  <c:v>21.715</c:v>
                </c:pt>
                <c:pt idx="3404">
                  <c:v>21.875</c:v>
                </c:pt>
                <c:pt idx="3405">
                  <c:v>22.18</c:v>
                </c:pt>
                <c:pt idx="3406">
                  <c:v>22.114999999999998</c:v>
                </c:pt>
                <c:pt idx="3407">
                  <c:v>22.19</c:v>
                </c:pt>
                <c:pt idx="3408">
                  <c:v>22.184999999999999</c:v>
                </c:pt>
                <c:pt idx="3409">
                  <c:v>22.164999999999999</c:v>
                </c:pt>
                <c:pt idx="3410">
                  <c:v>22.18</c:v>
                </c:pt>
                <c:pt idx="3411">
                  <c:v>22.05</c:v>
                </c:pt>
                <c:pt idx="3412">
                  <c:v>22.03</c:v>
                </c:pt>
                <c:pt idx="3413">
                  <c:v>21.815000000000001</c:v>
                </c:pt>
                <c:pt idx="3414">
                  <c:v>21.9</c:v>
                </c:pt>
                <c:pt idx="3415">
                  <c:v>21.7</c:v>
                </c:pt>
                <c:pt idx="3416">
                  <c:v>21.565000000000001</c:v>
                </c:pt>
                <c:pt idx="3417">
                  <c:v>21.385000000000002</c:v>
                </c:pt>
                <c:pt idx="3418">
                  <c:v>21.734999999999999</c:v>
                </c:pt>
                <c:pt idx="3419">
                  <c:v>21.545000000000002</c:v>
                </c:pt>
                <c:pt idx="3420">
                  <c:v>21.36</c:v>
                </c:pt>
                <c:pt idx="3421">
                  <c:v>21.574999999999999</c:v>
                </c:pt>
                <c:pt idx="3422">
                  <c:v>21.46</c:v>
                </c:pt>
                <c:pt idx="3423">
                  <c:v>21.045000000000002</c:v>
                </c:pt>
                <c:pt idx="3424">
                  <c:v>21.24</c:v>
                </c:pt>
                <c:pt idx="3425">
                  <c:v>21.405000000000001</c:v>
                </c:pt>
                <c:pt idx="3426">
                  <c:v>21.62</c:v>
                </c:pt>
                <c:pt idx="3427">
                  <c:v>21.48</c:v>
                </c:pt>
                <c:pt idx="3428">
                  <c:v>21.27</c:v>
                </c:pt>
                <c:pt idx="3429">
                  <c:v>21.44</c:v>
                </c:pt>
                <c:pt idx="3430">
                  <c:v>21.975000000000001</c:v>
                </c:pt>
                <c:pt idx="3431">
                  <c:v>22.074999999999999</c:v>
                </c:pt>
                <c:pt idx="3432">
                  <c:v>22</c:v>
                </c:pt>
                <c:pt idx="3433">
                  <c:v>22.5</c:v>
                </c:pt>
                <c:pt idx="3434">
                  <c:v>22.41</c:v>
                </c:pt>
                <c:pt idx="3435">
                  <c:v>23.055</c:v>
                </c:pt>
                <c:pt idx="3436">
                  <c:v>23.094999999999999</c:v>
                </c:pt>
                <c:pt idx="3437">
                  <c:v>22.81</c:v>
                </c:pt>
                <c:pt idx="3438">
                  <c:v>22.635000000000002</c:v>
                </c:pt>
                <c:pt idx="3439">
                  <c:v>22.335000000000001</c:v>
                </c:pt>
                <c:pt idx="3440">
                  <c:v>22.145</c:v>
                </c:pt>
                <c:pt idx="3441">
                  <c:v>22.09</c:v>
                </c:pt>
                <c:pt idx="3442">
                  <c:v>22.03</c:v>
                </c:pt>
                <c:pt idx="3443">
                  <c:v>21.844999999999999</c:v>
                </c:pt>
                <c:pt idx="3444">
                  <c:v>21.66</c:v>
                </c:pt>
                <c:pt idx="3445">
                  <c:v>21.58</c:v>
                </c:pt>
                <c:pt idx="3446">
                  <c:v>21.535</c:v>
                </c:pt>
                <c:pt idx="3447">
                  <c:v>21.54</c:v>
                </c:pt>
                <c:pt idx="3448">
                  <c:v>21.414999999999999</c:v>
                </c:pt>
                <c:pt idx="3449">
                  <c:v>21.41</c:v>
                </c:pt>
                <c:pt idx="3450">
                  <c:v>21.32</c:v>
                </c:pt>
                <c:pt idx="3451">
                  <c:v>21.41</c:v>
                </c:pt>
                <c:pt idx="3452">
                  <c:v>21.545000000000002</c:v>
                </c:pt>
                <c:pt idx="3453">
                  <c:v>21.39</c:v>
                </c:pt>
                <c:pt idx="3454">
                  <c:v>21.234999999999999</c:v>
                </c:pt>
                <c:pt idx="3455">
                  <c:v>21.22</c:v>
                </c:pt>
                <c:pt idx="3456">
                  <c:v>21.34</c:v>
                </c:pt>
                <c:pt idx="3457">
                  <c:v>21.46</c:v>
                </c:pt>
                <c:pt idx="3458">
                  <c:v>21.46</c:v>
                </c:pt>
                <c:pt idx="3459">
                  <c:v>21.46</c:v>
                </c:pt>
                <c:pt idx="3460">
                  <c:v>21.375</c:v>
                </c:pt>
                <c:pt idx="3461">
                  <c:v>21.4</c:v>
                </c:pt>
                <c:pt idx="3462">
                  <c:v>21.4</c:v>
                </c:pt>
                <c:pt idx="3463">
                  <c:v>21.4</c:v>
                </c:pt>
                <c:pt idx="3464">
                  <c:v>21.324999999999999</c:v>
                </c:pt>
                <c:pt idx="3465">
                  <c:v>21.27</c:v>
                </c:pt>
                <c:pt idx="3466">
                  <c:v>21.335000000000001</c:v>
                </c:pt>
                <c:pt idx="3467">
                  <c:v>21.335000000000001</c:v>
                </c:pt>
                <c:pt idx="3468">
                  <c:v>21.1</c:v>
                </c:pt>
                <c:pt idx="3469">
                  <c:v>21.015000000000001</c:v>
                </c:pt>
                <c:pt idx="3470">
                  <c:v>20.925000000000001</c:v>
                </c:pt>
                <c:pt idx="3471">
                  <c:v>20.885000000000002</c:v>
                </c:pt>
                <c:pt idx="3472">
                  <c:v>20.855</c:v>
                </c:pt>
                <c:pt idx="3473">
                  <c:v>20.82</c:v>
                </c:pt>
                <c:pt idx="3474">
                  <c:v>20.82</c:v>
                </c:pt>
                <c:pt idx="3475">
                  <c:v>20.895</c:v>
                </c:pt>
                <c:pt idx="3476">
                  <c:v>20.875</c:v>
                </c:pt>
                <c:pt idx="3477">
                  <c:v>20.774999999999999</c:v>
                </c:pt>
                <c:pt idx="3478">
                  <c:v>20.72</c:v>
                </c:pt>
                <c:pt idx="3479">
                  <c:v>20.824999999999999</c:v>
                </c:pt>
                <c:pt idx="3480">
                  <c:v>20.855</c:v>
                </c:pt>
                <c:pt idx="3481">
                  <c:v>20.74</c:v>
                </c:pt>
                <c:pt idx="3482">
                  <c:v>20.704999999999998</c:v>
                </c:pt>
                <c:pt idx="3483">
                  <c:v>20.77</c:v>
                </c:pt>
                <c:pt idx="3484">
                  <c:v>20.295000000000002</c:v>
                </c:pt>
                <c:pt idx="3485">
                  <c:v>20.754999999999999</c:v>
                </c:pt>
                <c:pt idx="3486">
                  <c:v>21</c:v>
                </c:pt>
                <c:pt idx="3487">
                  <c:v>21.6</c:v>
                </c:pt>
                <c:pt idx="3488">
                  <c:v>21.425000000000001</c:v>
                </c:pt>
                <c:pt idx="3489">
                  <c:v>21.37</c:v>
                </c:pt>
                <c:pt idx="3490">
                  <c:v>21.39</c:v>
                </c:pt>
                <c:pt idx="3491">
                  <c:v>21.475000000000001</c:v>
                </c:pt>
                <c:pt idx="3492">
                  <c:v>21.7</c:v>
                </c:pt>
                <c:pt idx="3493">
                  <c:v>21.67</c:v>
                </c:pt>
                <c:pt idx="3494">
                  <c:v>21.82</c:v>
                </c:pt>
                <c:pt idx="3495">
                  <c:v>21.77</c:v>
                </c:pt>
                <c:pt idx="3496">
                  <c:v>21.25</c:v>
                </c:pt>
                <c:pt idx="3497">
                  <c:v>21.065000000000001</c:v>
                </c:pt>
                <c:pt idx="3498">
                  <c:v>20.885000000000002</c:v>
                </c:pt>
                <c:pt idx="3499">
                  <c:v>21.2</c:v>
                </c:pt>
                <c:pt idx="3500">
                  <c:v>21.13</c:v>
                </c:pt>
                <c:pt idx="3501">
                  <c:v>21.495000000000001</c:v>
                </c:pt>
                <c:pt idx="3502">
                  <c:v>21.555</c:v>
                </c:pt>
                <c:pt idx="3503">
                  <c:v>21.55</c:v>
                </c:pt>
                <c:pt idx="3504">
                  <c:v>21.78</c:v>
                </c:pt>
                <c:pt idx="3505">
                  <c:v>21.594999999999999</c:v>
                </c:pt>
                <c:pt idx="3506">
                  <c:v>21.434999999999999</c:v>
                </c:pt>
                <c:pt idx="3507">
                  <c:v>21.41</c:v>
                </c:pt>
                <c:pt idx="3508">
                  <c:v>21.61</c:v>
                </c:pt>
                <c:pt idx="3509">
                  <c:v>21.54</c:v>
                </c:pt>
                <c:pt idx="3510">
                  <c:v>21.565000000000001</c:v>
                </c:pt>
                <c:pt idx="3511">
                  <c:v>21.72</c:v>
                </c:pt>
                <c:pt idx="3512">
                  <c:v>21.69</c:v>
                </c:pt>
                <c:pt idx="3513">
                  <c:v>21.475000000000001</c:v>
                </c:pt>
                <c:pt idx="3514">
                  <c:v>21.66</c:v>
                </c:pt>
                <c:pt idx="3515">
                  <c:v>21.635000000000002</c:v>
                </c:pt>
                <c:pt idx="3516">
                  <c:v>21.605</c:v>
                </c:pt>
                <c:pt idx="3517">
                  <c:v>21.42</c:v>
                </c:pt>
                <c:pt idx="3518">
                  <c:v>21.64</c:v>
                </c:pt>
                <c:pt idx="3519">
                  <c:v>21.774999999999999</c:v>
                </c:pt>
                <c:pt idx="3520">
                  <c:v>22.125</c:v>
                </c:pt>
                <c:pt idx="3521">
                  <c:v>21.995000000000001</c:v>
                </c:pt>
                <c:pt idx="3522">
                  <c:v>22.015000000000001</c:v>
                </c:pt>
                <c:pt idx="3523">
                  <c:v>21.99</c:v>
                </c:pt>
                <c:pt idx="3524">
                  <c:v>22.414999999999999</c:v>
                </c:pt>
                <c:pt idx="3525">
                  <c:v>22.36</c:v>
                </c:pt>
                <c:pt idx="3526">
                  <c:v>22.545000000000002</c:v>
                </c:pt>
                <c:pt idx="3527">
                  <c:v>22.61</c:v>
                </c:pt>
                <c:pt idx="3528">
                  <c:v>22.535</c:v>
                </c:pt>
                <c:pt idx="3529">
                  <c:v>22.28</c:v>
                </c:pt>
                <c:pt idx="3530">
                  <c:v>22.38</c:v>
                </c:pt>
                <c:pt idx="3531">
                  <c:v>22.315000000000001</c:v>
                </c:pt>
                <c:pt idx="3532">
                  <c:v>22.305</c:v>
                </c:pt>
                <c:pt idx="3533">
                  <c:v>22.25</c:v>
                </c:pt>
                <c:pt idx="3534">
                  <c:v>21.855</c:v>
                </c:pt>
                <c:pt idx="3535">
                  <c:v>21.905000000000001</c:v>
                </c:pt>
                <c:pt idx="3536">
                  <c:v>22.04</c:v>
                </c:pt>
                <c:pt idx="3537">
                  <c:v>22.09</c:v>
                </c:pt>
                <c:pt idx="3538">
                  <c:v>22.15</c:v>
                </c:pt>
                <c:pt idx="3539">
                  <c:v>22.34</c:v>
                </c:pt>
                <c:pt idx="3540">
                  <c:v>22.31</c:v>
                </c:pt>
                <c:pt idx="3541">
                  <c:v>22.31</c:v>
                </c:pt>
                <c:pt idx="3542">
                  <c:v>22.215</c:v>
                </c:pt>
                <c:pt idx="3543">
                  <c:v>22.22</c:v>
                </c:pt>
                <c:pt idx="3544">
                  <c:v>22.504999999999999</c:v>
                </c:pt>
                <c:pt idx="3545">
                  <c:v>22.495000000000001</c:v>
                </c:pt>
                <c:pt idx="3546">
                  <c:v>22.57</c:v>
                </c:pt>
                <c:pt idx="3547">
                  <c:v>22.535</c:v>
                </c:pt>
                <c:pt idx="3548">
                  <c:v>22.63</c:v>
                </c:pt>
                <c:pt idx="3549">
                  <c:v>22.594999999999999</c:v>
                </c:pt>
                <c:pt idx="3550">
                  <c:v>22.5</c:v>
                </c:pt>
                <c:pt idx="3551">
                  <c:v>22.6</c:v>
                </c:pt>
                <c:pt idx="3552">
                  <c:v>22.725000000000001</c:v>
                </c:pt>
                <c:pt idx="3553">
                  <c:v>22.594999999999999</c:v>
                </c:pt>
                <c:pt idx="3554">
                  <c:v>22.864999999999998</c:v>
                </c:pt>
                <c:pt idx="3555">
                  <c:v>22.484999999999999</c:v>
                </c:pt>
                <c:pt idx="3556">
                  <c:v>22.47</c:v>
                </c:pt>
                <c:pt idx="3557">
                  <c:v>21.995000000000001</c:v>
                </c:pt>
                <c:pt idx="3558">
                  <c:v>21.99</c:v>
                </c:pt>
                <c:pt idx="3559">
                  <c:v>21.73</c:v>
                </c:pt>
                <c:pt idx="3560">
                  <c:v>21.715</c:v>
                </c:pt>
                <c:pt idx="3561">
                  <c:v>21.395</c:v>
                </c:pt>
                <c:pt idx="3562">
                  <c:v>21.375</c:v>
                </c:pt>
                <c:pt idx="3563">
                  <c:v>21.87</c:v>
                </c:pt>
                <c:pt idx="3564">
                  <c:v>21.695</c:v>
                </c:pt>
                <c:pt idx="3565">
                  <c:v>21.855</c:v>
                </c:pt>
                <c:pt idx="3566">
                  <c:v>22.17</c:v>
                </c:pt>
                <c:pt idx="3567">
                  <c:v>22.13</c:v>
                </c:pt>
                <c:pt idx="3568">
                  <c:v>22.16</c:v>
                </c:pt>
                <c:pt idx="3569">
                  <c:v>22.035</c:v>
                </c:pt>
                <c:pt idx="3570">
                  <c:v>22.135000000000002</c:v>
                </c:pt>
                <c:pt idx="3571">
                  <c:v>22.045000000000002</c:v>
                </c:pt>
                <c:pt idx="3572">
                  <c:v>22.024999999999999</c:v>
                </c:pt>
                <c:pt idx="3573">
                  <c:v>21.995000000000001</c:v>
                </c:pt>
                <c:pt idx="3574">
                  <c:v>21.795000000000002</c:v>
                </c:pt>
                <c:pt idx="3575">
                  <c:v>21.54</c:v>
                </c:pt>
                <c:pt idx="3576">
                  <c:v>21.914999999999999</c:v>
                </c:pt>
                <c:pt idx="3577">
                  <c:v>21.954999999999998</c:v>
                </c:pt>
                <c:pt idx="3578">
                  <c:v>21.885000000000002</c:v>
                </c:pt>
                <c:pt idx="3579">
                  <c:v>21.594999999999999</c:v>
                </c:pt>
                <c:pt idx="3580">
                  <c:v>21.475000000000001</c:v>
                </c:pt>
                <c:pt idx="3581">
                  <c:v>21.23</c:v>
                </c:pt>
                <c:pt idx="3582">
                  <c:v>21.06</c:v>
                </c:pt>
                <c:pt idx="3583">
                  <c:v>20.77</c:v>
                </c:pt>
                <c:pt idx="3584">
                  <c:v>20.84</c:v>
                </c:pt>
                <c:pt idx="3585">
                  <c:v>21</c:v>
                </c:pt>
                <c:pt idx="3586">
                  <c:v>21.31</c:v>
                </c:pt>
                <c:pt idx="3587">
                  <c:v>21.62</c:v>
                </c:pt>
                <c:pt idx="3588">
                  <c:v>21.55</c:v>
                </c:pt>
                <c:pt idx="3589">
                  <c:v>21.2</c:v>
                </c:pt>
                <c:pt idx="3590">
                  <c:v>21.175000000000001</c:v>
                </c:pt>
                <c:pt idx="3591">
                  <c:v>20.88</c:v>
                </c:pt>
                <c:pt idx="3592">
                  <c:v>20.905000000000001</c:v>
                </c:pt>
                <c:pt idx="3593">
                  <c:v>20.6</c:v>
                </c:pt>
                <c:pt idx="3594">
                  <c:v>20.385000000000002</c:v>
                </c:pt>
                <c:pt idx="3595">
                  <c:v>20.350000000000001</c:v>
                </c:pt>
                <c:pt idx="3596">
                  <c:v>20.48</c:v>
                </c:pt>
                <c:pt idx="3597">
                  <c:v>20.315000000000001</c:v>
                </c:pt>
                <c:pt idx="3598">
                  <c:v>19.84</c:v>
                </c:pt>
                <c:pt idx="3599">
                  <c:v>19.84</c:v>
                </c:pt>
                <c:pt idx="3600">
                  <c:v>19.84</c:v>
                </c:pt>
                <c:pt idx="3601">
                  <c:v>20.11</c:v>
                </c:pt>
                <c:pt idx="3602">
                  <c:v>19.885000000000002</c:v>
                </c:pt>
                <c:pt idx="3603">
                  <c:v>20.149999999999999</c:v>
                </c:pt>
                <c:pt idx="3604">
                  <c:v>20.16</c:v>
                </c:pt>
                <c:pt idx="3605">
                  <c:v>20.13</c:v>
                </c:pt>
                <c:pt idx="3606">
                  <c:v>19.704999999999998</c:v>
                </c:pt>
                <c:pt idx="3607">
                  <c:v>20.2</c:v>
                </c:pt>
                <c:pt idx="3608">
                  <c:v>19.835000000000001</c:v>
                </c:pt>
                <c:pt idx="3609">
                  <c:v>19.82</c:v>
                </c:pt>
                <c:pt idx="3610">
                  <c:v>19.885000000000002</c:v>
                </c:pt>
                <c:pt idx="3611">
                  <c:v>20.065000000000001</c:v>
                </c:pt>
                <c:pt idx="3612">
                  <c:v>20.015000000000001</c:v>
                </c:pt>
                <c:pt idx="3613">
                  <c:v>20.149999999999999</c:v>
                </c:pt>
                <c:pt idx="3614">
                  <c:v>20.67</c:v>
                </c:pt>
                <c:pt idx="3615">
                  <c:v>20.504999999999999</c:v>
                </c:pt>
                <c:pt idx="3616">
                  <c:v>20.47</c:v>
                </c:pt>
                <c:pt idx="3617">
                  <c:v>20.85</c:v>
                </c:pt>
                <c:pt idx="3618">
                  <c:v>21.42</c:v>
                </c:pt>
                <c:pt idx="3619">
                  <c:v>21.42</c:v>
                </c:pt>
                <c:pt idx="3620">
                  <c:v>21.844999999999999</c:v>
                </c:pt>
                <c:pt idx="3621">
                  <c:v>21.76</c:v>
                </c:pt>
                <c:pt idx="3622">
                  <c:v>22.135000000000002</c:v>
                </c:pt>
                <c:pt idx="3623">
                  <c:v>21.93</c:v>
                </c:pt>
                <c:pt idx="3624">
                  <c:v>21.88</c:v>
                </c:pt>
                <c:pt idx="3625">
                  <c:v>21.954999999999998</c:v>
                </c:pt>
                <c:pt idx="3626">
                  <c:v>21.28</c:v>
                </c:pt>
                <c:pt idx="3627">
                  <c:v>21.3</c:v>
                </c:pt>
                <c:pt idx="3628">
                  <c:v>21.1</c:v>
                </c:pt>
                <c:pt idx="3629">
                  <c:v>21.364999999999998</c:v>
                </c:pt>
                <c:pt idx="3630">
                  <c:v>21.225000000000001</c:v>
                </c:pt>
                <c:pt idx="3631">
                  <c:v>21.54</c:v>
                </c:pt>
                <c:pt idx="3632">
                  <c:v>21.66</c:v>
                </c:pt>
                <c:pt idx="3633">
                  <c:v>21.23</c:v>
                </c:pt>
                <c:pt idx="3634">
                  <c:v>21.17</c:v>
                </c:pt>
                <c:pt idx="3635">
                  <c:v>21.25</c:v>
                </c:pt>
                <c:pt idx="3636">
                  <c:v>21.41</c:v>
                </c:pt>
                <c:pt idx="3637">
                  <c:v>21.215</c:v>
                </c:pt>
                <c:pt idx="3638">
                  <c:v>21.675000000000001</c:v>
                </c:pt>
                <c:pt idx="3639">
                  <c:v>21.675000000000001</c:v>
                </c:pt>
                <c:pt idx="3640">
                  <c:v>21.59</c:v>
                </c:pt>
                <c:pt idx="3641">
                  <c:v>22.03</c:v>
                </c:pt>
                <c:pt idx="3642">
                  <c:v>22.19</c:v>
                </c:pt>
                <c:pt idx="3643">
                  <c:v>21.835000000000001</c:v>
                </c:pt>
                <c:pt idx="3644">
                  <c:v>21.785</c:v>
                </c:pt>
                <c:pt idx="3645">
                  <c:v>22.16</c:v>
                </c:pt>
                <c:pt idx="3646">
                  <c:v>22.23</c:v>
                </c:pt>
                <c:pt idx="3647">
                  <c:v>22.504999999999999</c:v>
                </c:pt>
                <c:pt idx="3648">
                  <c:v>22.2</c:v>
                </c:pt>
                <c:pt idx="3649">
                  <c:v>22.21</c:v>
                </c:pt>
                <c:pt idx="3650">
                  <c:v>22.344999999999999</c:v>
                </c:pt>
                <c:pt idx="3651">
                  <c:v>22.37</c:v>
                </c:pt>
                <c:pt idx="3652">
                  <c:v>22.58</c:v>
                </c:pt>
                <c:pt idx="3653">
                  <c:v>22.574999999999999</c:v>
                </c:pt>
                <c:pt idx="3654">
                  <c:v>22.64</c:v>
                </c:pt>
                <c:pt idx="3655">
                  <c:v>22.805</c:v>
                </c:pt>
                <c:pt idx="3656">
                  <c:v>22.81</c:v>
                </c:pt>
                <c:pt idx="3657">
                  <c:v>22.72</c:v>
                </c:pt>
                <c:pt idx="3658">
                  <c:v>22.8</c:v>
                </c:pt>
                <c:pt idx="3659">
                  <c:v>22.77</c:v>
                </c:pt>
                <c:pt idx="3660">
                  <c:v>22.475000000000001</c:v>
                </c:pt>
                <c:pt idx="3661">
                  <c:v>22.51</c:v>
                </c:pt>
                <c:pt idx="3662">
                  <c:v>22.745000000000001</c:v>
                </c:pt>
                <c:pt idx="3663">
                  <c:v>22.855</c:v>
                </c:pt>
                <c:pt idx="3664">
                  <c:v>22.945</c:v>
                </c:pt>
                <c:pt idx="3665">
                  <c:v>22.864999999999998</c:v>
                </c:pt>
                <c:pt idx="3666">
                  <c:v>23.204999999999998</c:v>
                </c:pt>
                <c:pt idx="3667">
                  <c:v>23.17</c:v>
                </c:pt>
                <c:pt idx="3668">
                  <c:v>23.22</c:v>
                </c:pt>
                <c:pt idx="3669">
                  <c:v>23.285</c:v>
                </c:pt>
                <c:pt idx="3670">
                  <c:v>23.09</c:v>
                </c:pt>
                <c:pt idx="3671">
                  <c:v>23.035</c:v>
                </c:pt>
                <c:pt idx="3672">
                  <c:v>22.93</c:v>
                </c:pt>
                <c:pt idx="3673">
                  <c:v>22.94</c:v>
                </c:pt>
                <c:pt idx="3674">
                  <c:v>23.01</c:v>
                </c:pt>
                <c:pt idx="3675">
                  <c:v>23.315000000000001</c:v>
                </c:pt>
                <c:pt idx="3676">
                  <c:v>22.965</c:v>
                </c:pt>
                <c:pt idx="3677">
                  <c:v>22.84</c:v>
                </c:pt>
                <c:pt idx="3678">
                  <c:v>22.905000000000001</c:v>
                </c:pt>
                <c:pt idx="3679">
                  <c:v>22.875</c:v>
                </c:pt>
                <c:pt idx="3680">
                  <c:v>22.824999999999999</c:v>
                </c:pt>
                <c:pt idx="3681">
                  <c:v>22.57</c:v>
                </c:pt>
                <c:pt idx="3682">
                  <c:v>22.61</c:v>
                </c:pt>
                <c:pt idx="3683">
                  <c:v>22.65</c:v>
                </c:pt>
                <c:pt idx="3684">
                  <c:v>22.684999999999999</c:v>
                </c:pt>
                <c:pt idx="3685">
                  <c:v>22.405000000000001</c:v>
                </c:pt>
                <c:pt idx="3686">
                  <c:v>22.29</c:v>
                </c:pt>
                <c:pt idx="3687">
                  <c:v>22.49</c:v>
                </c:pt>
                <c:pt idx="3688">
                  <c:v>22.85</c:v>
                </c:pt>
                <c:pt idx="3689">
                  <c:v>22.78</c:v>
                </c:pt>
                <c:pt idx="3690">
                  <c:v>23.155000000000001</c:v>
                </c:pt>
                <c:pt idx="3691">
                  <c:v>23.1</c:v>
                </c:pt>
                <c:pt idx="3692">
                  <c:v>22.535</c:v>
                </c:pt>
                <c:pt idx="3693">
                  <c:v>22.824999999999999</c:v>
                </c:pt>
                <c:pt idx="3694">
                  <c:v>22.765000000000001</c:v>
                </c:pt>
                <c:pt idx="3695">
                  <c:v>22.79</c:v>
                </c:pt>
                <c:pt idx="3696">
                  <c:v>22.51</c:v>
                </c:pt>
                <c:pt idx="3697">
                  <c:v>22.78</c:v>
                </c:pt>
                <c:pt idx="3698">
                  <c:v>23.274999999999999</c:v>
                </c:pt>
                <c:pt idx="3699">
                  <c:v>24.02</c:v>
                </c:pt>
                <c:pt idx="3700">
                  <c:v>23.84</c:v>
                </c:pt>
                <c:pt idx="3701">
                  <c:v>23.85</c:v>
                </c:pt>
                <c:pt idx="3702">
                  <c:v>23.5</c:v>
                </c:pt>
                <c:pt idx="3703">
                  <c:v>23.7</c:v>
                </c:pt>
                <c:pt idx="3704">
                  <c:v>23.8</c:v>
                </c:pt>
                <c:pt idx="3705">
                  <c:v>23.71</c:v>
                </c:pt>
                <c:pt idx="3706">
                  <c:v>23.77</c:v>
                </c:pt>
                <c:pt idx="3707">
                  <c:v>23.32</c:v>
                </c:pt>
                <c:pt idx="3708">
                  <c:v>23.27</c:v>
                </c:pt>
                <c:pt idx="3709">
                  <c:v>23.27</c:v>
                </c:pt>
                <c:pt idx="3710">
                  <c:v>23.19</c:v>
                </c:pt>
                <c:pt idx="3711">
                  <c:v>22.88</c:v>
                </c:pt>
                <c:pt idx="3712">
                  <c:v>22.78</c:v>
                </c:pt>
                <c:pt idx="3713">
                  <c:v>22.594999999999999</c:v>
                </c:pt>
                <c:pt idx="3714">
                  <c:v>22.754999999999999</c:v>
                </c:pt>
                <c:pt idx="3715">
                  <c:v>22.64</c:v>
                </c:pt>
                <c:pt idx="3716">
                  <c:v>22.57</c:v>
                </c:pt>
                <c:pt idx="3717">
                  <c:v>23.085000000000001</c:v>
                </c:pt>
                <c:pt idx="3718">
                  <c:v>22.614999999999998</c:v>
                </c:pt>
                <c:pt idx="3719">
                  <c:v>22.934999999999999</c:v>
                </c:pt>
                <c:pt idx="3720">
                  <c:v>22.5</c:v>
                </c:pt>
                <c:pt idx="3721">
                  <c:v>22.7</c:v>
                </c:pt>
                <c:pt idx="3722">
                  <c:v>22.695</c:v>
                </c:pt>
                <c:pt idx="3723">
                  <c:v>22.56</c:v>
                </c:pt>
                <c:pt idx="3724">
                  <c:v>22.39</c:v>
                </c:pt>
                <c:pt idx="3725">
                  <c:v>22.065000000000001</c:v>
                </c:pt>
                <c:pt idx="3726">
                  <c:v>22.24</c:v>
                </c:pt>
                <c:pt idx="3727">
                  <c:v>21.41</c:v>
                </c:pt>
                <c:pt idx="3728">
                  <c:v>21.395</c:v>
                </c:pt>
                <c:pt idx="3729">
                  <c:v>21.01</c:v>
                </c:pt>
                <c:pt idx="3730">
                  <c:v>21.055</c:v>
                </c:pt>
                <c:pt idx="3731">
                  <c:v>21.274999999999999</c:v>
                </c:pt>
                <c:pt idx="3732">
                  <c:v>21.53</c:v>
                </c:pt>
                <c:pt idx="3733">
                  <c:v>22.01</c:v>
                </c:pt>
                <c:pt idx="3734">
                  <c:v>22.23</c:v>
                </c:pt>
                <c:pt idx="3735">
                  <c:v>22.32</c:v>
                </c:pt>
                <c:pt idx="3736">
                  <c:v>22.1</c:v>
                </c:pt>
                <c:pt idx="3737">
                  <c:v>22.22</c:v>
                </c:pt>
                <c:pt idx="3738">
                  <c:v>22.06</c:v>
                </c:pt>
                <c:pt idx="3739">
                  <c:v>21.725000000000001</c:v>
                </c:pt>
                <c:pt idx="3740">
                  <c:v>21.71</c:v>
                </c:pt>
                <c:pt idx="3741">
                  <c:v>22.024999999999999</c:v>
                </c:pt>
                <c:pt idx="3742">
                  <c:v>21.734999999999999</c:v>
                </c:pt>
                <c:pt idx="3743">
                  <c:v>21.69</c:v>
                </c:pt>
                <c:pt idx="3744">
                  <c:v>21.78</c:v>
                </c:pt>
                <c:pt idx="3745">
                  <c:v>21.65</c:v>
                </c:pt>
                <c:pt idx="3746">
                  <c:v>21.785</c:v>
                </c:pt>
                <c:pt idx="3747">
                  <c:v>22.06</c:v>
                </c:pt>
                <c:pt idx="3748">
                  <c:v>22.5</c:v>
                </c:pt>
                <c:pt idx="3749">
                  <c:v>22.8</c:v>
                </c:pt>
                <c:pt idx="3750">
                  <c:v>22.53</c:v>
                </c:pt>
                <c:pt idx="3751">
                  <c:v>22.31</c:v>
                </c:pt>
                <c:pt idx="3752">
                  <c:v>22.425000000000001</c:v>
                </c:pt>
                <c:pt idx="3753">
                  <c:v>22.495000000000001</c:v>
                </c:pt>
                <c:pt idx="3754">
                  <c:v>22.145</c:v>
                </c:pt>
                <c:pt idx="3755">
                  <c:v>22.22</c:v>
                </c:pt>
                <c:pt idx="3756">
                  <c:v>21.87</c:v>
                </c:pt>
                <c:pt idx="3757">
                  <c:v>21.92</c:v>
                </c:pt>
                <c:pt idx="3758">
                  <c:v>21.855</c:v>
                </c:pt>
                <c:pt idx="3759">
                  <c:v>21.39</c:v>
                </c:pt>
                <c:pt idx="3760">
                  <c:v>21.29</c:v>
                </c:pt>
                <c:pt idx="3761">
                  <c:v>21.204999999999998</c:v>
                </c:pt>
                <c:pt idx="3762">
                  <c:v>21.2</c:v>
                </c:pt>
                <c:pt idx="3763">
                  <c:v>20.69</c:v>
                </c:pt>
                <c:pt idx="3764">
                  <c:v>20.56</c:v>
                </c:pt>
                <c:pt idx="3765">
                  <c:v>20.004999999999999</c:v>
                </c:pt>
                <c:pt idx="3766">
                  <c:v>19.285</c:v>
                </c:pt>
                <c:pt idx="3767">
                  <c:v>19.66</c:v>
                </c:pt>
                <c:pt idx="3768">
                  <c:v>20</c:v>
                </c:pt>
                <c:pt idx="3769">
                  <c:v>20.094999999999999</c:v>
                </c:pt>
                <c:pt idx="3770">
                  <c:v>19.995000000000001</c:v>
                </c:pt>
                <c:pt idx="3771">
                  <c:v>20.36</c:v>
                </c:pt>
                <c:pt idx="3772">
                  <c:v>19.594999999999999</c:v>
                </c:pt>
                <c:pt idx="3773">
                  <c:v>19.885000000000002</c:v>
                </c:pt>
                <c:pt idx="3774">
                  <c:v>19.984999999999999</c:v>
                </c:pt>
                <c:pt idx="3775">
                  <c:v>20.69</c:v>
                </c:pt>
                <c:pt idx="3776">
                  <c:v>21.114999999999998</c:v>
                </c:pt>
                <c:pt idx="3777">
                  <c:v>20.574999999999999</c:v>
                </c:pt>
                <c:pt idx="3778">
                  <c:v>20.93</c:v>
                </c:pt>
                <c:pt idx="3779">
                  <c:v>21</c:v>
                </c:pt>
                <c:pt idx="3780">
                  <c:v>20.329999999999998</c:v>
                </c:pt>
                <c:pt idx="3781">
                  <c:v>20.149999999999999</c:v>
                </c:pt>
                <c:pt idx="3782">
                  <c:v>19.899999999999999</c:v>
                </c:pt>
                <c:pt idx="3783">
                  <c:v>20.175000000000001</c:v>
                </c:pt>
                <c:pt idx="3784">
                  <c:v>20.6</c:v>
                </c:pt>
                <c:pt idx="3785">
                  <c:v>20.475000000000001</c:v>
                </c:pt>
                <c:pt idx="3786">
                  <c:v>19.78</c:v>
                </c:pt>
                <c:pt idx="3787">
                  <c:v>20.364999999999998</c:v>
                </c:pt>
                <c:pt idx="3788">
                  <c:v>20.75</c:v>
                </c:pt>
                <c:pt idx="3789">
                  <c:v>20.65</c:v>
                </c:pt>
                <c:pt idx="3790">
                  <c:v>20.05</c:v>
                </c:pt>
                <c:pt idx="3791">
                  <c:v>19.55</c:v>
                </c:pt>
                <c:pt idx="3792">
                  <c:v>19.55</c:v>
                </c:pt>
                <c:pt idx="3793">
                  <c:v>19.434999999999999</c:v>
                </c:pt>
                <c:pt idx="3794">
                  <c:v>19.72</c:v>
                </c:pt>
                <c:pt idx="3795">
                  <c:v>19.535</c:v>
                </c:pt>
                <c:pt idx="3796">
                  <c:v>19.190000000000001</c:v>
                </c:pt>
                <c:pt idx="3797">
                  <c:v>18.835000000000001</c:v>
                </c:pt>
                <c:pt idx="3798">
                  <c:v>19.29</c:v>
                </c:pt>
                <c:pt idx="3799">
                  <c:v>19.93</c:v>
                </c:pt>
                <c:pt idx="3800">
                  <c:v>20.055</c:v>
                </c:pt>
                <c:pt idx="3801">
                  <c:v>20.155000000000001</c:v>
                </c:pt>
                <c:pt idx="3802">
                  <c:v>20.079999999999998</c:v>
                </c:pt>
                <c:pt idx="3803">
                  <c:v>19.504999999999999</c:v>
                </c:pt>
                <c:pt idx="3804">
                  <c:v>19.010000000000002</c:v>
                </c:pt>
                <c:pt idx="3805">
                  <c:v>19.39</c:v>
                </c:pt>
                <c:pt idx="3806">
                  <c:v>18.899999999999999</c:v>
                </c:pt>
                <c:pt idx="3807">
                  <c:v>19.25</c:v>
                </c:pt>
                <c:pt idx="3808">
                  <c:v>20.03</c:v>
                </c:pt>
                <c:pt idx="3809">
                  <c:v>21.125</c:v>
                </c:pt>
                <c:pt idx="3810">
                  <c:v>22.16</c:v>
                </c:pt>
                <c:pt idx="3811">
                  <c:v>22.19</c:v>
                </c:pt>
                <c:pt idx="3812">
                  <c:v>22.344999999999999</c:v>
                </c:pt>
                <c:pt idx="3813">
                  <c:v>22.664999999999999</c:v>
                </c:pt>
                <c:pt idx="3814">
                  <c:v>22.65</c:v>
                </c:pt>
                <c:pt idx="3815">
                  <c:v>22.984999999999999</c:v>
                </c:pt>
                <c:pt idx="3816">
                  <c:v>22.82</c:v>
                </c:pt>
                <c:pt idx="3817">
                  <c:v>22.75</c:v>
                </c:pt>
                <c:pt idx="3818">
                  <c:v>22.7</c:v>
                </c:pt>
                <c:pt idx="3819">
                  <c:v>22.35</c:v>
                </c:pt>
                <c:pt idx="3820">
                  <c:v>22.3</c:v>
                </c:pt>
                <c:pt idx="3821">
                  <c:v>22.155000000000001</c:v>
                </c:pt>
                <c:pt idx="3822">
                  <c:v>22.32</c:v>
                </c:pt>
                <c:pt idx="3823">
                  <c:v>22.125</c:v>
                </c:pt>
                <c:pt idx="3824">
                  <c:v>22.31</c:v>
                </c:pt>
                <c:pt idx="3825">
                  <c:v>22.09</c:v>
                </c:pt>
                <c:pt idx="3826">
                  <c:v>22.454999999999998</c:v>
                </c:pt>
                <c:pt idx="3827">
                  <c:v>22.57</c:v>
                </c:pt>
                <c:pt idx="3828">
                  <c:v>22.9</c:v>
                </c:pt>
                <c:pt idx="3829">
                  <c:v>22.495000000000001</c:v>
                </c:pt>
                <c:pt idx="3830">
                  <c:v>22.434999999999999</c:v>
                </c:pt>
                <c:pt idx="3831">
                  <c:v>22.23</c:v>
                </c:pt>
                <c:pt idx="3832">
                  <c:v>22.18</c:v>
                </c:pt>
                <c:pt idx="3833">
                  <c:v>21.73</c:v>
                </c:pt>
                <c:pt idx="3834">
                  <c:v>21.44</c:v>
                </c:pt>
                <c:pt idx="3835">
                  <c:v>21.254999999999999</c:v>
                </c:pt>
                <c:pt idx="3836">
                  <c:v>21.074999999999999</c:v>
                </c:pt>
                <c:pt idx="3837">
                  <c:v>21.125</c:v>
                </c:pt>
                <c:pt idx="3838">
                  <c:v>21.6</c:v>
                </c:pt>
                <c:pt idx="3839">
                  <c:v>21.585000000000001</c:v>
                </c:pt>
                <c:pt idx="3840">
                  <c:v>21.145</c:v>
                </c:pt>
                <c:pt idx="3841">
                  <c:v>21.225000000000001</c:v>
                </c:pt>
                <c:pt idx="3842">
                  <c:v>21.05</c:v>
                </c:pt>
                <c:pt idx="3843">
                  <c:v>21.215</c:v>
                </c:pt>
                <c:pt idx="3844">
                  <c:v>21.434999999999999</c:v>
                </c:pt>
                <c:pt idx="3845">
                  <c:v>21.254999999999999</c:v>
                </c:pt>
                <c:pt idx="3846">
                  <c:v>21.21</c:v>
                </c:pt>
                <c:pt idx="3847">
                  <c:v>21.47</c:v>
                </c:pt>
                <c:pt idx="3848">
                  <c:v>21.245000000000001</c:v>
                </c:pt>
                <c:pt idx="3849">
                  <c:v>21.234999999999999</c:v>
                </c:pt>
                <c:pt idx="3850">
                  <c:v>21.38</c:v>
                </c:pt>
                <c:pt idx="3851">
                  <c:v>21.335000000000001</c:v>
                </c:pt>
                <c:pt idx="3852">
                  <c:v>21.22</c:v>
                </c:pt>
                <c:pt idx="3853">
                  <c:v>21.585000000000001</c:v>
                </c:pt>
                <c:pt idx="3854">
                  <c:v>21.92</c:v>
                </c:pt>
                <c:pt idx="3855">
                  <c:v>21.34</c:v>
                </c:pt>
                <c:pt idx="3856">
                  <c:v>21.285</c:v>
                </c:pt>
                <c:pt idx="3857">
                  <c:v>21.18</c:v>
                </c:pt>
                <c:pt idx="3858">
                  <c:v>21.19</c:v>
                </c:pt>
                <c:pt idx="3859">
                  <c:v>20.95</c:v>
                </c:pt>
                <c:pt idx="3860">
                  <c:v>21.45</c:v>
                </c:pt>
                <c:pt idx="3861">
                  <c:v>21.655000000000001</c:v>
                </c:pt>
                <c:pt idx="3862">
                  <c:v>21.63</c:v>
                </c:pt>
                <c:pt idx="3863">
                  <c:v>21.13</c:v>
                </c:pt>
                <c:pt idx="3864">
                  <c:v>21.414999999999999</c:v>
                </c:pt>
                <c:pt idx="3865">
                  <c:v>21.5</c:v>
                </c:pt>
                <c:pt idx="3866">
                  <c:v>21.72</c:v>
                </c:pt>
                <c:pt idx="3867">
                  <c:v>22.05</c:v>
                </c:pt>
                <c:pt idx="3868">
                  <c:v>22.49</c:v>
                </c:pt>
                <c:pt idx="3869">
                  <c:v>21.97</c:v>
                </c:pt>
                <c:pt idx="3870">
                  <c:v>22.24</c:v>
                </c:pt>
                <c:pt idx="3871">
                  <c:v>22.355</c:v>
                </c:pt>
                <c:pt idx="3872">
                  <c:v>22.76</c:v>
                </c:pt>
                <c:pt idx="3873">
                  <c:v>23.265000000000001</c:v>
                </c:pt>
                <c:pt idx="3874">
                  <c:v>23.225000000000001</c:v>
                </c:pt>
                <c:pt idx="3875">
                  <c:v>23.225000000000001</c:v>
                </c:pt>
                <c:pt idx="3876">
                  <c:v>23.225000000000001</c:v>
                </c:pt>
                <c:pt idx="3877">
                  <c:v>23.085000000000001</c:v>
                </c:pt>
                <c:pt idx="3878">
                  <c:v>22.905000000000001</c:v>
                </c:pt>
                <c:pt idx="3879">
                  <c:v>22.64</c:v>
                </c:pt>
                <c:pt idx="3880">
                  <c:v>22.64</c:v>
                </c:pt>
                <c:pt idx="3881">
                  <c:v>22.6</c:v>
                </c:pt>
                <c:pt idx="3882">
                  <c:v>21.87</c:v>
                </c:pt>
                <c:pt idx="3883">
                  <c:v>21.79</c:v>
                </c:pt>
                <c:pt idx="3884">
                  <c:v>22.355</c:v>
                </c:pt>
                <c:pt idx="3885">
                  <c:v>22.26</c:v>
                </c:pt>
                <c:pt idx="3886">
                  <c:v>22.465</c:v>
                </c:pt>
                <c:pt idx="3887">
                  <c:v>22.295000000000002</c:v>
                </c:pt>
                <c:pt idx="3888">
                  <c:v>22.885000000000002</c:v>
                </c:pt>
                <c:pt idx="3889">
                  <c:v>22.984999999999999</c:v>
                </c:pt>
                <c:pt idx="3890">
                  <c:v>22.6</c:v>
                </c:pt>
                <c:pt idx="3891">
                  <c:v>22.8</c:v>
                </c:pt>
                <c:pt idx="3892">
                  <c:v>22.645</c:v>
                </c:pt>
                <c:pt idx="3893">
                  <c:v>22.87</c:v>
                </c:pt>
                <c:pt idx="3894">
                  <c:v>22.85</c:v>
                </c:pt>
                <c:pt idx="3895">
                  <c:v>22.64</c:v>
                </c:pt>
                <c:pt idx="3896">
                  <c:v>22.475000000000001</c:v>
                </c:pt>
                <c:pt idx="3897">
                  <c:v>22.51</c:v>
                </c:pt>
                <c:pt idx="3898">
                  <c:v>22.38</c:v>
                </c:pt>
                <c:pt idx="3899">
                  <c:v>22.58</c:v>
                </c:pt>
                <c:pt idx="3900">
                  <c:v>22.35</c:v>
                </c:pt>
                <c:pt idx="3901">
                  <c:v>22.004999999999999</c:v>
                </c:pt>
                <c:pt idx="3902">
                  <c:v>21.8</c:v>
                </c:pt>
                <c:pt idx="3903">
                  <c:v>21.73</c:v>
                </c:pt>
                <c:pt idx="3904">
                  <c:v>21.46</c:v>
                </c:pt>
                <c:pt idx="3905">
                  <c:v>21.31</c:v>
                </c:pt>
                <c:pt idx="3906">
                  <c:v>20.81</c:v>
                </c:pt>
                <c:pt idx="3907">
                  <c:v>21.01</c:v>
                </c:pt>
                <c:pt idx="3908">
                  <c:v>21.2</c:v>
                </c:pt>
                <c:pt idx="3909">
                  <c:v>21.27</c:v>
                </c:pt>
                <c:pt idx="3910">
                  <c:v>21.364999999999998</c:v>
                </c:pt>
                <c:pt idx="3911">
                  <c:v>21.65</c:v>
                </c:pt>
                <c:pt idx="3912">
                  <c:v>21.975000000000001</c:v>
                </c:pt>
                <c:pt idx="3913">
                  <c:v>22.19</c:v>
                </c:pt>
                <c:pt idx="3914">
                  <c:v>22.25</c:v>
                </c:pt>
                <c:pt idx="3915">
                  <c:v>22.15</c:v>
                </c:pt>
                <c:pt idx="3916">
                  <c:v>21.695</c:v>
                </c:pt>
                <c:pt idx="3917">
                  <c:v>21.87</c:v>
                </c:pt>
                <c:pt idx="3918">
                  <c:v>22.114999999999998</c:v>
                </c:pt>
                <c:pt idx="3919">
                  <c:v>22.13</c:v>
                </c:pt>
                <c:pt idx="3920">
                  <c:v>22.074999999999999</c:v>
                </c:pt>
                <c:pt idx="3921">
                  <c:v>21.8</c:v>
                </c:pt>
                <c:pt idx="3922">
                  <c:v>21.925000000000001</c:v>
                </c:pt>
                <c:pt idx="3923">
                  <c:v>21.89</c:v>
                </c:pt>
                <c:pt idx="3924">
                  <c:v>21.734999999999999</c:v>
                </c:pt>
                <c:pt idx="3925">
                  <c:v>21.465</c:v>
                </c:pt>
                <c:pt idx="3926">
                  <c:v>21.184999999999999</c:v>
                </c:pt>
                <c:pt idx="3927">
                  <c:v>21.1</c:v>
                </c:pt>
                <c:pt idx="3928">
                  <c:v>21.295000000000002</c:v>
                </c:pt>
                <c:pt idx="3929">
                  <c:v>21.405000000000001</c:v>
                </c:pt>
                <c:pt idx="3930">
                  <c:v>21.44</c:v>
                </c:pt>
                <c:pt idx="3931">
                  <c:v>21.81</c:v>
                </c:pt>
                <c:pt idx="3932">
                  <c:v>21.71</c:v>
                </c:pt>
                <c:pt idx="3933">
                  <c:v>21.55</c:v>
                </c:pt>
                <c:pt idx="3934">
                  <c:v>22</c:v>
                </c:pt>
                <c:pt idx="3935">
                  <c:v>22.675000000000001</c:v>
                </c:pt>
                <c:pt idx="3936">
                  <c:v>22.65</c:v>
                </c:pt>
                <c:pt idx="3937">
                  <c:v>21.984999999999999</c:v>
                </c:pt>
                <c:pt idx="3938">
                  <c:v>22.024999999999999</c:v>
                </c:pt>
                <c:pt idx="3939">
                  <c:v>22.13</c:v>
                </c:pt>
                <c:pt idx="3940">
                  <c:v>21.85</c:v>
                </c:pt>
                <c:pt idx="3941">
                  <c:v>21.655000000000001</c:v>
                </c:pt>
                <c:pt idx="3942">
                  <c:v>21.725000000000001</c:v>
                </c:pt>
                <c:pt idx="3943">
                  <c:v>21.425000000000001</c:v>
                </c:pt>
                <c:pt idx="3944">
                  <c:v>21.15</c:v>
                </c:pt>
                <c:pt idx="3945">
                  <c:v>21.385000000000002</c:v>
                </c:pt>
                <c:pt idx="3946">
                  <c:v>21.375</c:v>
                </c:pt>
                <c:pt idx="3947">
                  <c:v>21.184999999999999</c:v>
                </c:pt>
                <c:pt idx="3948">
                  <c:v>21.305</c:v>
                </c:pt>
                <c:pt idx="3949">
                  <c:v>21.4</c:v>
                </c:pt>
                <c:pt idx="3950">
                  <c:v>21.335000000000001</c:v>
                </c:pt>
                <c:pt idx="3951">
                  <c:v>21.33</c:v>
                </c:pt>
                <c:pt idx="3952">
                  <c:v>21.09</c:v>
                </c:pt>
                <c:pt idx="3953">
                  <c:v>21.15</c:v>
                </c:pt>
                <c:pt idx="3954">
                  <c:v>21.47</c:v>
                </c:pt>
                <c:pt idx="3955">
                  <c:v>21.62</c:v>
                </c:pt>
                <c:pt idx="3956">
                  <c:v>21.385000000000002</c:v>
                </c:pt>
                <c:pt idx="3957">
                  <c:v>21.385000000000002</c:v>
                </c:pt>
                <c:pt idx="3958">
                  <c:v>21.54</c:v>
                </c:pt>
                <c:pt idx="3959">
                  <c:v>21.51</c:v>
                </c:pt>
                <c:pt idx="3960">
                  <c:v>21.26</c:v>
                </c:pt>
                <c:pt idx="3961">
                  <c:v>21.26</c:v>
                </c:pt>
                <c:pt idx="3962">
                  <c:v>21.26</c:v>
                </c:pt>
                <c:pt idx="3963">
                  <c:v>21.184999999999999</c:v>
                </c:pt>
                <c:pt idx="3964">
                  <c:v>21.035</c:v>
                </c:pt>
                <c:pt idx="3965">
                  <c:v>20.695</c:v>
                </c:pt>
                <c:pt idx="3966">
                  <c:v>20.71</c:v>
                </c:pt>
                <c:pt idx="3967">
                  <c:v>20.684999999999999</c:v>
                </c:pt>
                <c:pt idx="3968">
                  <c:v>20.82</c:v>
                </c:pt>
                <c:pt idx="3969">
                  <c:v>20.895</c:v>
                </c:pt>
                <c:pt idx="3970">
                  <c:v>20.664999999999999</c:v>
                </c:pt>
                <c:pt idx="3971">
                  <c:v>20.51</c:v>
                </c:pt>
                <c:pt idx="3972">
                  <c:v>20.305</c:v>
                </c:pt>
                <c:pt idx="3973">
                  <c:v>20.350000000000001</c:v>
                </c:pt>
                <c:pt idx="3974">
                  <c:v>20.395</c:v>
                </c:pt>
                <c:pt idx="3975">
                  <c:v>20.23</c:v>
                </c:pt>
                <c:pt idx="3976">
                  <c:v>20.175000000000001</c:v>
                </c:pt>
                <c:pt idx="3977">
                  <c:v>20.190000000000001</c:v>
                </c:pt>
                <c:pt idx="3978">
                  <c:v>19.89</c:v>
                </c:pt>
                <c:pt idx="3979">
                  <c:v>19.36</c:v>
                </c:pt>
                <c:pt idx="3980">
                  <c:v>19.454999999999998</c:v>
                </c:pt>
                <c:pt idx="3981">
                  <c:v>19.895</c:v>
                </c:pt>
                <c:pt idx="3982">
                  <c:v>19.905000000000001</c:v>
                </c:pt>
                <c:pt idx="3983">
                  <c:v>19.614999999999998</c:v>
                </c:pt>
                <c:pt idx="3984">
                  <c:v>20.03</c:v>
                </c:pt>
                <c:pt idx="3985">
                  <c:v>20.305</c:v>
                </c:pt>
                <c:pt idx="3986">
                  <c:v>20.420000000000002</c:v>
                </c:pt>
                <c:pt idx="3987">
                  <c:v>20.190000000000001</c:v>
                </c:pt>
                <c:pt idx="3988">
                  <c:v>20.065000000000001</c:v>
                </c:pt>
                <c:pt idx="3989">
                  <c:v>20.49</c:v>
                </c:pt>
                <c:pt idx="3990">
                  <c:v>20.414999999999999</c:v>
                </c:pt>
                <c:pt idx="3991">
                  <c:v>20.414999999999999</c:v>
                </c:pt>
                <c:pt idx="3992">
                  <c:v>20.36</c:v>
                </c:pt>
                <c:pt idx="3993">
                  <c:v>20.63</c:v>
                </c:pt>
                <c:pt idx="3994">
                  <c:v>20.585000000000001</c:v>
                </c:pt>
                <c:pt idx="3995">
                  <c:v>20.84</c:v>
                </c:pt>
                <c:pt idx="3996">
                  <c:v>20.895</c:v>
                </c:pt>
                <c:pt idx="3997">
                  <c:v>20.62</c:v>
                </c:pt>
                <c:pt idx="3998">
                  <c:v>21.004999999999999</c:v>
                </c:pt>
                <c:pt idx="3999">
                  <c:v>20.434999999999999</c:v>
                </c:pt>
                <c:pt idx="4000">
                  <c:v>20.260000000000002</c:v>
                </c:pt>
                <c:pt idx="4001">
                  <c:v>19.87</c:v>
                </c:pt>
                <c:pt idx="4002">
                  <c:v>19.77</c:v>
                </c:pt>
                <c:pt idx="4003">
                  <c:v>19.95</c:v>
                </c:pt>
                <c:pt idx="4004">
                  <c:v>20.04</c:v>
                </c:pt>
                <c:pt idx="4005">
                  <c:v>20.02</c:v>
                </c:pt>
                <c:pt idx="4006">
                  <c:v>19.954999999999998</c:v>
                </c:pt>
                <c:pt idx="4007">
                  <c:v>19.895</c:v>
                </c:pt>
                <c:pt idx="4008">
                  <c:v>19.855</c:v>
                </c:pt>
                <c:pt idx="4009">
                  <c:v>20.059999999999999</c:v>
                </c:pt>
                <c:pt idx="4010">
                  <c:v>19.795000000000002</c:v>
                </c:pt>
                <c:pt idx="4011">
                  <c:v>19.875</c:v>
                </c:pt>
                <c:pt idx="4012">
                  <c:v>19.96</c:v>
                </c:pt>
                <c:pt idx="4013">
                  <c:v>19.59</c:v>
                </c:pt>
                <c:pt idx="4014">
                  <c:v>19.72</c:v>
                </c:pt>
                <c:pt idx="4015">
                  <c:v>19.649999999999999</c:v>
                </c:pt>
                <c:pt idx="4016">
                  <c:v>19.71</c:v>
                </c:pt>
                <c:pt idx="4017">
                  <c:v>19.72</c:v>
                </c:pt>
                <c:pt idx="4018">
                  <c:v>19.395</c:v>
                </c:pt>
                <c:pt idx="4019">
                  <c:v>19.164999999999999</c:v>
                </c:pt>
                <c:pt idx="4020">
                  <c:v>19.440000000000001</c:v>
                </c:pt>
                <c:pt idx="4021">
                  <c:v>19.16</c:v>
                </c:pt>
                <c:pt idx="4022">
                  <c:v>19.105</c:v>
                </c:pt>
                <c:pt idx="4023">
                  <c:v>19.14</c:v>
                </c:pt>
                <c:pt idx="4024">
                  <c:v>19.11</c:v>
                </c:pt>
                <c:pt idx="4025">
                  <c:v>19.07</c:v>
                </c:pt>
                <c:pt idx="4026">
                  <c:v>18.934999999999999</c:v>
                </c:pt>
                <c:pt idx="4027">
                  <c:v>18.89</c:v>
                </c:pt>
                <c:pt idx="4028">
                  <c:v>18.95</c:v>
                </c:pt>
                <c:pt idx="4029">
                  <c:v>19.03</c:v>
                </c:pt>
                <c:pt idx="4030">
                  <c:v>18.635000000000002</c:v>
                </c:pt>
                <c:pt idx="4031">
                  <c:v>18.805</c:v>
                </c:pt>
                <c:pt idx="4032">
                  <c:v>18.61</c:v>
                </c:pt>
                <c:pt idx="4033">
                  <c:v>18.66</c:v>
                </c:pt>
                <c:pt idx="4034">
                  <c:v>18.635000000000002</c:v>
                </c:pt>
                <c:pt idx="4035">
                  <c:v>18.425000000000001</c:v>
                </c:pt>
                <c:pt idx="4036">
                  <c:v>18.285</c:v>
                </c:pt>
                <c:pt idx="4037">
                  <c:v>18.145</c:v>
                </c:pt>
                <c:pt idx="4038">
                  <c:v>18.03</c:v>
                </c:pt>
                <c:pt idx="4039">
                  <c:v>18.135000000000002</c:v>
                </c:pt>
                <c:pt idx="4040">
                  <c:v>17.89</c:v>
                </c:pt>
                <c:pt idx="4041">
                  <c:v>17.79</c:v>
                </c:pt>
                <c:pt idx="4042">
                  <c:v>17.329999999999998</c:v>
                </c:pt>
                <c:pt idx="4043">
                  <c:v>17.36</c:v>
                </c:pt>
                <c:pt idx="4044">
                  <c:v>17.36</c:v>
                </c:pt>
                <c:pt idx="4045">
                  <c:v>17.114999999999998</c:v>
                </c:pt>
                <c:pt idx="4046">
                  <c:v>17.03</c:v>
                </c:pt>
                <c:pt idx="4047">
                  <c:v>17.195</c:v>
                </c:pt>
                <c:pt idx="4048">
                  <c:v>17.37</c:v>
                </c:pt>
                <c:pt idx="4049">
                  <c:v>17.245000000000001</c:v>
                </c:pt>
                <c:pt idx="4050">
                  <c:v>17.399999999999999</c:v>
                </c:pt>
                <c:pt idx="4051">
                  <c:v>17.89</c:v>
                </c:pt>
                <c:pt idx="4052">
                  <c:v>18.035</c:v>
                </c:pt>
                <c:pt idx="4053">
                  <c:v>17.72</c:v>
                </c:pt>
                <c:pt idx="4054">
                  <c:v>17.774999999999999</c:v>
                </c:pt>
                <c:pt idx="4055">
                  <c:v>17.815000000000001</c:v>
                </c:pt>
                <c:pt idx="4056">
                  <c:v>17.805</c:v>
                </c:pt>
                <c:pt idx="4057">
                  <c:v>18.215</c:v>
                </c:pt>
                <c:pt idx="4058">
                  <c:v>18.225000000000001</c:v>
                </c:pt>
                <c:pt idx="4059">
                  <c:v>17.96</c:v>
                </c:pt>
                <c:pt idx="4060">
                  <c:v>18.074999999999999</c:v>
                </c:pt>
                <c:pt idx="4061">
                  <c:v>18.2</c:v>
                </c:pt>
                <c:pt idx="4062">
                  <c:v>18.350000000000001</c:v>
                </c:pt>
                <c:pt idx="4063">
                  <c:v>18.204999999999998</c:v>
                </c:pt>
                <c:pt idx="4064">
                  <c:v>17.545000000000002</c:v>
                </c:pt>
                <c:pt idx="4065">
                  <c:v>17.835000000000001</c:v>
                </c:pt>
                <c:pt idx="4066">
                  <c:v>17.87</c:v>
                </c:pt>
                <c:pt idx="4067">
                  <c:v>18.215</c:v>
                </c:pt>
                <c:pt idx="4068">
                  <c:v>18.239999999999998</c:v>
                </c:pt>
                <c:pt idx="4069">
                  <c:v>18.195</c:v>
                </c:pt>
                <c:pt idx="4070">
                  <c:v>18.3</c:v>
                </c:pt>
                <c:pt idx="4071">
                  <c:v>17.875</c:v>
                </c:pt>
                <c:pt idx="4072">
                  <c:v>17.774999999999999</c:v>
                </c:pt>
                <c:pt idx="4073">
                  <c:v>17.995000000000001</c:v>
                </c:pt>
                <c:pt idx="4074">
                  <c:v>17.945</c:v>
                </c:pt>
                <c:pt idx="4075">
                  <c:v>18.05</c:v>
                </c:pt>
                <c:pt idx="4076">
                  <c:v>18.215</c:v>
                </c:pt>
                <c:pt idx="4077">
                  <c:v>18.085000000000001</c:v>
                </c:pt>
                <c:pt idx="4078">
                  <c:v>17.71</c:v>
                </c:pt>
                <c:pt idx="4079">
                  <c:v>17.600000000000001</c:v>
                </c:pt>
                <c:pt idx="4080">
                  <c:v>17.414999999999999</c:v>
                </c:pt>
                <c:pt idx="4081">
                  <c:v>16.79</c:v>
                </c:pt>
                <c:pt idx="4082">
                  <c:v>16.704999999999998</c:v>
                </c:pt>
                <c:pt idx="4083">
                  <c:v>16.484999999999999</c:v>
                </c:pt>
                <c:pt idx="4084">
                  <c:v>16.239999999999998</c:v>
                </c:pt>
                <c:pt idx="4085">
                  <c:v>17.010000000000002</c:v>
                </c:pt>
                <c:pt idx="4086">
                  <c:v>17.079999999999998</c:v>
                </c:pt>
                <c:pt idx="4087">
                  <c:v>17.690000000000001</c:v>
                </c:pt>
                <c:pt idx="4088">
                  <c:v>17.524999999999999</c:v>
                </c:pt>
                <c:pt idx="4089">
                  <c:v>17.754999999999999</c:v>
                </c:pt>
                <c:pt idx="4090">
                  <c:v>18.065000000000001</c:v>
                </c:pt>
                <c:pt idx="4091">
                  <c:v>18.434999999999999</c:v>
                </c:pt>
                <c:pt idx="4092">
                  <c:v>18.594999999999999</c:v>
                </c:pt>
                <c:pt idx="4093">
                  <c:v>18.34</c:v>
                </c:pt>
                <c:pt idx="4094">
                  <c:v>18.364999999999998</c:v>
                </c:pt>
                <c:pt idx="4095">
                  <c:v>18.29</c:v>
                </c:pt>
                <c:pt idx="4096">
                  <c:v>17.98</c:v>
                </c:pt>
                <c:pt idx="4097">
                  <c:v>17.965</c:v>
                </c:pt>
                <c:pt idx="4098">
                  <c:v>17.920000000000002</c:v>
                </c:pt>
                <c:pt idx="4099">
                  <c:v>17.614999999999998</c:v>
                </c:pt>
                <c:pt idx="4100">
                  <c:v>17.704999999999998</c:v>
                </c:pt>
                <c:pt idx="4101">
                  <c:v>17.8</c:v>
                </c:pt>
                <c:pt idx="4102">
                  <c:v>17.885000000000002</c:v>
                </c:pt>
                <c:pt idx="4103">
                  <c:v>18.09</c:v>
                </c:pt>
                <c:pt idx="4104">
                  <c:v>18.41</c:v>
                </c:pt>
                <c:pt idx="4105">
                  <c:v>18.135000000000002</c:v>
                </c:pt>
                <c:pt idx="4106">
                  <c:v>18.12</c:v>
                </c:pt>
                <c:pt idx="4107">
                  <c:v>18.23</c:v>
                </c:pt>
                <c:pt idx="4108">
                  <c:v>18.155000000000001</c:v>
                </c:pt>
                <c:pt idx="4109">
                  <c:v>17.66</c:v>
                </c:pt>
                <c:pt idx="4110">
                  <c:v>17.664999999999999</c:v>
                </c:pt>
                <c:pt idx="4111">
                  <c:v>17.885000000000002</c:v>
                </c:pt>
                <c:pt idx="4112">
                  <c:v>18.155000000000001</c:v>
                </c:pt>
                <c:pt idx="4113">
                  <c:v>18.36</c:v>
                </c:pt>
                <c:pt idx="4114">
                  <c:v>18.285</c:v>
                </c:pt>
                <c:pt idx="4115">
                  <c:v>18.760000000000002</c:v>
                </c:pt>
                <c:pt idx="4116">
                  <c:v>18.565000000000001</c:v>
                </c:pt>
                <c:pt idx="4117">
                  <c:v>18.535</c:v>
                </c:pt>
                <c:pt idx="4118">
                  <c:v>18.995000000000001</c:v>
                </c:pt>
                <c:pt idx="4119">
                  <c:v>18.79</c:v>
                </c:pt>
                <c:pt idx="4120">
                  <c:v>18.844999999999999</c:v>
                </c:pt>
                <c:pt idx="4121">
                  <c:v>18.895</c:v>
                </c:pt>
                <c:pt idx="4122">
                  <c:v>18.329999999999998</c:v>
                </c:pt>
                <c:pt idx="4123">
                  <c:v>18.675000000000001</c:v>
                </c:pt>
                <c:pt idx="4124">
                  <c:v>19.074999999999999</c:v>
                </c:pt>
                <c:pt idx="4125">
                  <c:v>19.684999999999999</c:v>
                </c:pt>
                <c:pt idx="4126">
                  <c:v>20.475000000000001</c:v>
                </c:pt>
                <c:pt idx="4127">
                  <c:v>20.475000000000001</c:v>
                </c:pt>
                <c:pt idx="4128">
                  <c:v>20.329999999999998</c:v>
                </c:pt>
                <c:pt idx="4129">
                  <c:v>20.440000000000001</c:v>
                </c:pt>
                <c:pt idx="4130">
                  <c:v>19.975000000000001</c:v>
                </c:pt>
                <c:pt idx="4131">
                  <c:v>19.895</c:v>
                </c:pt>
                <c:pt idx="4132">
                  <c:v>19.925000000000001</c:v>
                </c:pt>
                <c:pt idx="4133">
                  <c:v>19.695</c:v>
                </c:pt>
                <c:pt idx="4134">
                  <c:v>19.945</c:v>
                </c:pt>
                <c:pt idx="4135">
                  <c:v>20.100000000000001</c:v>
                </c:pt>
                <c:pt idx="4136">
                  <c:v>19.850000000000001</c:v>
                </c:pt>
                <c:pt idx="4137">
                  <c:v>19.734999999999999</c:v>
                </c:pt>
                <c:pt idx="4138">
                  <c:v>19.925000000000001</c:v>
                </c:pt>
                <c:pt idx="4139">
                  <c:v>19.95</c:v>
                </c:pt>
                <c:pt idx="4140">
                  <c:v>19.664999999999999</c:v>
                </c:pt>
                <c:pt idx="4141">
                  <c:v>19.734999999999999</c:v>
                </c:pt>
                <c:pt idx="4142">
                  <c:v>19.649999999999999</c:v>
                </c:pt>
                <c:pt idx="4143">
                  <c:v>19.285</c:v>
                </c:pt>
                <c:pt idx="4144">
                  <c:v>19.344999999999999</c:v>
                </c:pt>
                <c:pt idx="4145">
                  <c:v>19.465</c:v>
                </c:pt>
                <c:pt idx="4146">
                  <c:v>19.245000000000001</c:v>
                </c:pt>
                <c:pt idx="4147">
                  <c:v>19.245000000000001</c:v>
                </c:pt>
                <c:pt idx="4148">
                  <c:v>19.100000000000001</c:v>
                </c:pt>
                <c:pt idx="4149">
                  <c:v>19</c:v>
                </c:pt>
                <c:pt idx="4150">
                  <c:v>19.12</c:v>
                </c:pt>
                <c:pt idx="4151">
                  <c:v>19.254999999999999</c:v>
                </c:pt>
                <c:pt idx="4152">
                  <c:v>19.28</c:v>
                </c:pt>
                <c:pt idx="4153">
                  <c:v>19.350000000000001</c:v>
                </c:pt>
                <c:pt idx="4154">
                  <c:v>19.395</c:v>
                </c:pt>
                <c:pt idx="4155">
                  <c:v>19.3</c:v>
                </c:pt>
                <c:pt idx="4156">
                  <c:v>19.45</c:v>
                </c:pt>
                <c:pt idx="4157">
                  <c:v>19.510000000000002</c:v>
                </c:pt>
                <c:pt idx="4158">
                  <c:v>19.574999999999999</c:v>
                </c:pt>
                <c:pt idx="4159">
                  <c:v>19.364999999999998</c:v>
                </c:pt>
                <c:pt idx="4160">
                  <c:v>19.11</c:v>
                </c:pt>
                <c:pt idx="4161">
                  <c:v>19.2</c:v>
                </c:pt>
                <c:pt idx="4162">
                  <c:v>19.215</c:v>
                </c:pt>
                <c:pt idx="4163">
                  <c:v>19.27</c:v>
                </c:pt>
                <c:pt idx="4164">
                  <c:v>18.995000000000001</c:v>
                </c:pt>
                <c:pt idx="4165">
                  <c:v>18.850000000000001</c:v>
                </c:pt>
                <c:pt idx="4166">
                  <c:v>18.73</c:v>
                </c:pt>
                <c:pt idx="4167">
                  <c:v>18.63</c:v>
                </c:pt>
                <c:pt idx="4168">
                  <c:v>18.71</c:v>
                </c:pt>
                <c:pt idx="4169">
                  <c:v>18.635000000000002</c:v>
                </c:pt>
                <c:pt idx="4170">
                  <c:v>18.335000000000001</c:v>
                </c:pt>
                <c:pt idx="4171">
                  <c:v>17.899999999999999</c:v>
                </c:pt>
                <c:pt idx="4172">
                  <c:v>17.61</c:v>
                </c:pt>
                <c:pt idx="4173">
                  <c:v>17.88</c:v>
                </c:pt>
                <c:pt idx="4174">
                  <c:v>17.68</c:v>
                </c:pt>
                <c:pt idx="4175">
                  <c:v>17.855</c:v>
                </c:pt>
                <c:pt idx="4176">
                  <c:v>17.914999999999999</c:v>
                </c:pt>
                <c:pt idx="4177">
                  <c:v>17.774999999999999</c:v>
                </c:pt>
                <c:pt idx="4178">
                  <c:v>17.57</c:v>
                </c:pt>
                <c:pt idx="4179">
                  <c:v>17.605</c:v>
                </c:pt>
                <c:pt idx="4180">
                  <c:v>17.265000000000001</c:v>
                </c:pt>
                <c:pt idx="4181">
                  <c:v>17.465</c:v>
                </c:pt>
                <c:pt idx="4182">
                  <c:v>17.2</c:v>
                </c:pt>
                <c:pt idx="4183">
                  <c:v>17.484999999999999</c:v>
                </c:pt>
                <c:pt idx="4184">
                  <c:v>17.43</c:v>
                </c:pt>
                <c:pt idx="4185">
                  <c:v>17.225000000000001</c:v>
                </c:pt>
                <c:pt idx="4186">
                  <c:v>17.375</c:v>
                </c:pt>
                <c:pt idx="4187">
                  <c:v>17.75</c:v>
                </c:pt>
                <c:pt idx="4188">
                  <c:v>17.815000000000001</c:v>
                </c:pt>
                <c:pt idx="4189">
                  <c:v>17.614999999999998</c:v>
                </c:pt>
                <c:pt idx="4190">
                  <c:v>17.425000000000001</c:v>
                </c:pt>
                <c:pt idx="4191">
                  <c:v>17.315000000000001</c:v>
                </c:pt>
                <c:pt idx="4192">
                  <c:v>17.68</c:v>
                </c:pt>
                <c:pt idx="4193">
                  <c:v>17.984999999999999</c:v>
                </c:pt>
                <c:pt idx="4194">
                  <c:v>17.88</c:v>
                </c:pt>
                <c:pt idx="4195">
                  <c:v>18.07</c:v>
                </c:pt>
                <c:pt idx="4196">
                  <c:v>18.260000000000002</c:v>
                </c:pt>
                <c:pt idx="4197">
                  <c:v>18.39</c:v>
                </c:pt>
                <c:pt idx="4198">
                  <c:v>18.635000000000002</c:v>
                </c:pt>
                <c:pt idx="4199">
                  <c:v>18.48</c:v>
                </c:pt>
                <c:pt idx="4200">
                  <c:v>18.600000000000001</c:v>
                </c:pt>
                <c:pt idx="4201">
                  <c:v>18.625</c:v>
                </c:pt>
                <c:pt idx="4202">
                  <c:v>18.96</c:v>
                </c:pt>
                <c:pt idx="4203">
                  <c:v>19.27</c:v>
                </c:pt>
                <c:pt idx="4204">
                  <c:v>19.100000000000001</c:v>
                </c:pt>
                <c:pt idx="4205">
                  <c:v>19.265000000000001</c:v>
                </c:pt>
                <c:pt idx="4206">
                  <c:v>19.305</c:v>
                </c:pt>
                <c:pt idx="4207">
                  <c:v>19.5</c:v>
                </c:pt>
                <c:pt idx="4208">
                  <c:v>19.309999999999999</c:v>
                </c:pt>
                <c:pt idx="4209">
                  <c:v>18.82</c:v>
                </c:pt>
                <c:pt idx="4210">
                  <c:v>18.78</c:v>
                </c:pt>
                <c:pt idx="4211">
                  <c:v>19.085000000000001</c:v>
                </c:pt>
                <c:pt idx="4212">
                  <c:v>19.085000000000001</c:v>
                </c:pt>
                <c:pt idx="4213">
                  <c:v>19.085000000000001</c:v>
                </c:pt>
                <c:pt idx="4214">
                  <c:v>18.975000000000001</c:v>
                </c:pt>
                <c:pt idx="4215">
                  <c:v>18.684999999999999</c:v>
                </c:pt>
                <c:pt idx="4216">
                  <c:v>18.344999999999999</c:v>
                </c:pt>
                <c:pt idx="4217">
                  <c:v>17.88</c:v>
                </c:pt>
                <c:pt idx="4218">
                  <c:v>17.989999999999998</c:v>
                </c:pt>
                <c:pt idx="4219">
                  <c:v>18.225000000000001</c:v>
                </c:pt>
                <c:pt idx="4220">
                  <c:v>18.2</c:v>
                </c:pt>
                <c:pt idx="4221">
                  <c:v>18.329999999999998</c:v>
                </c:pt>
                <c:pt idx="4222">
                  <c:v>18.170000000000002</c:v>
                </c:pt>
                <c:pt idx="4223">
                  <c:v>18.23</c:v>
                </c:pt>
                <c:pt idx="4224">
                  <c:v>18.32</c:v>
                </c:pt>
                <c:pt idx="4225">
                  <c:v>18.27</c:v>
                </c:pt>
                <c:pt idx="4226">
                  <c:v>18.545000000000002</c:v>
                </c:pt>
                <c:pt idx="4227">
                  <c:v>18.535</c:v>
                </c:pt>
                <c:pt idx="4228">
                  <c:v>18.350000000000001</c:v>
                </c:pt>
                <c:pt idx="4229">
                  <c:v>18.295000000000002</c:v>
                </c:pt>
                <c:pt idx="4230">
                  <c:v>18.375</c:v>
                </c:pt>
                <c:pt idx="4231">
                  <c:v>18.004999999999999</c:v>
                </c:pt>
                <c:pt idx="4232">
                  <c:v>18.309999999999999</c:v>
                </c:pt>
                <c:pt idx="4233">
                  <c:v>18.61</c:v>
                </c:pt>
                <c:pt idx="4234">
                  <c:v>18.545000000000002</c:v>
                </c:pt>
                <c:pt idx="4235">
                  <c:v>18.695</c:v>
                </c:pt>
                <c:pt idx="4236">
                  <c:v>18.254999999999999</c:v>
                </c:pt>
                <c:pt idx="4237">
                  <c:v>18.440000000000001</c:v>
                </c:pt>
                <c:pt idx="4238">
                  <c:v>18.765000000000001</c:v>
                </c:pt>
                <c:pt idx="4239">
                  <c:v>18.72</c:v>
                </c:pt>
                <c:pt idx="4240">
                  <c:v>18.829999999999998</c:v>
                </c:pt>
                <c:pt idx="4241">
                  <c:v>18.565000000000001</c:v>
                </c:pt>
                <c:pt idx="4242">
                  <c:v>18.649999999999999</c:v>
                </c:pt>
                <c:pt idx="4243">
                  <c:v>18.805</c:v>
                </c:pt>
                <c:pt idx="4244">
                  <c:v>18.55</c:v>
                </c:pt>
                <c:pt idx="4245">
                  <c:v>18.489999999999998</c:v>
                </c:pt>
                <c:pt idx="4246">
                  <c:v>18.074999999999999</c:v>
                </c:pt>
                <c:pt idx="4247">
                  <c:v>18.21</c:v>
                </c:pt>
                <c:pt idx="4248">
                  <c:v>17.96</c:v>
                </c:pt>
                <c:pt idx="4249">
                  <c:v>18.02</c:v>
                </c:pt>
                <c:pt idx="4250">
                  <c:v>18.125</c:v>
                </c:pt>
                <c:pt idx="4251">
                  <c:v>18.07</c:v>
                </c:pt>
                <c:pt idx="4252">
                  <c:v>18.559999999999999</c:v>
                </c:pt>
                <c:pt idx="4253">
                  <c:v>19.11</c:v>
                </c:pt>
                <c:pt idx="4254">
                  <c:v>19.335000000000001</c:v>
                </c:pt>
                <c:pt idx="4255">
                  <c:v>19.004999999999999</c:v>
                </c:pt>
                <c:pt idx="4256">
                  <c:v>19.04</c:v>
                </c:pt>
                <c:pt idx="4257">
                  <c:v>18.809999999999999</c:v>
                </c:pt>
                <c:pt idx="4258">
                  <c:v>19.07</c:v>
                </c:pt>
                <c:pt idx="4259">
                  <c:v>18.945</c:v>
                </c:pt>
                <c:pt idx="4260">
                  <c:v>19.03</c:v>
                </c:pt>
                <c:pt idx="4261">
                  <c:v>18.59</c:v>
                </c:pt>
                <c:pt idx="4262">
                  <c:v>18.39</c:v>
                </c:pt>
                <c:pt idx="4263">
                  <c:v>18.664999999999999</c:v>
                </c:pt>
                <c:pt idx="4264">
                  <c:v>18.23</c:v>
                </c:pt>
                <c:pt idx="4265">
                  <c:v>18.395</c:v>
                </c:pt>
                <c:pt idx="4266">
                  <c:v>17.975000000000001</c:v>
                </c:pt>
                <c:pt idx="4267">
                  <c:v>17.675000000000001</c:v>
                </c:pt>
                <c:pt idx="4268">
                  <c:v>17.774999999999999</c:v>
                </c:pt>
                <c:pt idx="4269">
                  <c:v>18</c:v>
                </c:pt>
                <c:pt idx="4270">
                  <c:v>17.46</c:v>
                </c:pt>
                <c:pt idx="4271">
                  <c:v>17.5</c:v>
                </c:pt>
                <c:pt idx="4272">
                  <c:v>17.55</c:v>
                </c:pt>
                <c:pt idx="4273">
                  <c:v>17.835000000000001</c:v>
                </c:pt>
                <c:pt idx="4274">
                  <c:v>18.045000000000002</c:v>
                </c:pt>
                <c:pt idx="4275">
                  <c:v>18.265000000000001</c:v>
                </c:pt>
                <c:pt idx="4276">
                  <c:v>17.91</c:v>
                </c:pt>
                <c:pt idx="4277">
                  <c:v>17.93</c:v>
                </c:pt>
                <c:pt idx="4278">
                  <c:v>17.87</c:v>
                </c:pt>
                <c:pt idx="4279">
                  <c:v>18.155000000000001</c:v>
                </c:pt>
                <c:pt idx="4280">
                  <c:v>18.02</c:v>
                </c:pt>
                <c:pt idx="4281">
                  <c:v>17.96</c:v>
                </c:pt>
                <c:pt idx="4282">
                  <c:v>17.82</c:v>
                </c:pt>
                <c:pt idx="4283">
                  <c:v>17.574999999999999</c:v>
                </c:pt>
                <c:pt idx="4284">
                  <c:v>17.495000000000001</c:v>
                </c:pt>
                <c:pt idx="4285">
                  <c:v>17.395</c:v>
                </c:pt>
                <c:pt idx="4286">
                  <c:v>17.34</c:v>
                </c:pt>
                <c:pt idx="4287">
                  <c:v>17.47</c:v>
                </c:pt>
                <c:pt idx="4288">
                  <c:v>17.57</c:v>
                </c:pt>
                <c:pt idx="4289">
                  <c:v>17.25</c:v>
                </c:pt>
                <c:pt idx="4290">
                  <c:v>16.850000000000001</c:v>
                </c:pt>
                <c:pt idx="4291">
                  <c:v>16.844999999999999</c:v>
                </c:pt>
                <c:pt idx="4292">
                  <c:v>17.055</c:v>
                </c:pt>
                <c:pt idx="4293">
                  <c:v>16.87</c:v>
                </c:pt>
                <c:pt idx="4294">
                  <c:v>17.11</c:v>
                </c:pt>
                <c:pt idx="4295">
                  <c:v>17.11</c:v>
                </c:pt>
                <c:pt idx="4296">
                  <c:v>16.925000000000001</c:v>
                </c:pt>
                <c:pt idx="4297">
                  <c:v>16.945</c:v>
                </c:pt>
                <c:pt idx="4298">
                  <c:v>17.024999999999999</c:v>
                </c:pt>
                <c:pt idx="4299">
                  <c:v>16.774999999999999</c:v>
                </c:pt>
                <c:pt idx="4300">
                  <c:v>16.66</c:v>
                </c:pt>
                <c:pt idx="4301">
                  <c:v>16.145</c:v>
                </c:pt>
                <c:pt idx="4302">
                  <c:v>15.88</c:v>
                </c:pt>
                <c:pt idx="4303">
                  <c:v>15.73</c:v>
                </c:pt>
                <c:pt idx="4304">
                  <c:v>15.77</c:v>
                </c:pt>
                <c:pt idx="4305">
                  <c:v>15.85</c:v>
                </c:pt>
                <c:pt idx="4306">
                  <c:v>15.885</c:v>
                </c:pt>
                <c:pt idx="4307">
                  <c:v>15.935</c:v>
                </c:pt>
                <c:pt idx="4308">
                  <c:v>15.705</c:v>
                </c:pt>
                <c:pt idx="4309">
                  <c:v>15.585000000000001</c:v>
                </c:pt>
                <c:pt idx="4310">
                  <c:v>15.64</c:v>
                </c:pt>
                <c:pt idx="4311">
                  <c:v>15.45</c:v>
                </c:pt>
                <c:pt idx="4312">
                  <c:v>15.28</c:v>
                </c:pt>
                <c:pt idx="4313">
                  <c:v>15.9</c:v>
                </c:pt>
                <c:pt idx="4314">
                  <c:v>15.84</c:v>
                </c:pt>
                <c:pt idx="4315">
                  <c:v>15.72</c:v>
                </c:pt>
                <c:pt idx="4316">
                  <c:v>16</c:v>
                </c:pt>
                <c:pt idx="4317">
                  <c:v>15.88</c:v>
                </c:pt>
                <c:pt idx="4318">
                  <c:v>15.8</c:v>
                </c:pt>
                <c:pt idx="4319">
                  <c:v>16.02</c:v>
                </c:pt>
                <c:pt idx="4320">
                  <c:v>15.83</c:v>
                </c:pt>
                <c:pt idx="4321">
                  <c:v>15.79</c:v>
                </c:pt>
                <c:pt idx="4322">
                  <c:v>15.57</c:v>
                </c:pt>
                <c:pt idx="4323">
                  <c:v>15.65</c:v>
                </c:pt>
                <c:pt idx="4324">
                  <c:v>15.51</c:v>
                </c:pt>
                <c:pt idx="4325">
                  <c:v>15.36</c:v>
                </c:pt>
                <c:pt idx="4326">
                  <c:v>15.23</c:v>
                </c:pt>
                <c:pt idx="4327">
                  <c:v>15.09</c:v>
                </c:pt>
                <c:pt idx="4328">
                  <c:v>14.69</c:v>
                </c:pt>
                <c:pt idx="4329">
                  <c:v>14.65</c:v>
                </c:pt>
                <c:pt idx="4330">
                  <c:v>14.37</c:v>
                </c:pt>
                <c:pt idx="4331">
                  <c:v>14.52</c:v>
                </c:pt>
                <c:pt idx="4332">
                  <c:v>14.45</c:v>
                </c:pt>
                <c:pt idx="4333">
                  <c:v>14.57</c:v>
                </c:pt>
                <c:pt idx="4334">
                  <c:v>14.63</c:v>
                </c:pt>
                <c:pt idx="4335">
                  <c:v>15.04</c:v>
                </c:pt>
                <c:pt idx="4336">
                  <c:v>15.55</c:v>
                </c:pt>
                <c:pt idx="4337">
                  <c:v>15.18</c:v>
                </c:pt>
                <c:pt idx="4338">
                  <c:v>15.36</c:v>
                </c:pt>
                <c:pt idx="4339">
                  <c:v>15.09</c:v>
                </c:pt>
                <c:pt idx="4340">
                  <c:v>15.13</c:v>
                </c:pt>
                <c:pt idx="4341">
                  <c:v>15.18</c:v>
                </c:pt>
                <c:pt idx="4342">
                  <c:v>15.24</c:v>
                </c:pt>
                <c:pt idx="4343">
                  <c:v>15.16</c:v>
                </c:pt>
                <c:pt idx="4344">
                  <c:v>15.91</c:v>
                </c:pt>
                <c:pt idx="4345">
                  <c:v>15.59</c:v>
                </c:pt>
                <c:pt idx="4346">
                  <c:v>15.66</c:v>
                </c:pt>
                <c:pt idx="4347">
                  <c:v>15.78</c:v>
                </c:pt>
                <c:pt idx="4348">
                  <c:v>15.79</c:v>
                </c:pt>
                <c:pt idx="4349">
                  <c:v>16.48</c:v>
                </c:pt>
                <c:pt idx="4350">
                  <c:v>16.690000000000001</c:v>
                </c:pt>
                <c:pt idx="4351">
                  <c:v>16.84</c:v>
                </c:pt>
                <c:pt idx="4352">
                  <c:v>16.71</c:v>
                </c:pt>
                <c:pt idx="4353">
                  <c:v>16.88</c:v>
                </c:pt>
                <c:pt idx="4354">
                  <c:v>17</c:v>
                </c:pt>
                <c:pt idx="4355">
                  <c:v>16.84</c:v>
                </c:pt>
                <c:pt idx="4356">
                  <c:v>16.63</c:v>
                </c:pt>
                <c:pt idx="4357">
                  <c:v>16.91</c:v>
                </c:pt>
                <c:pt idx="4358">
                  <c:v>16.88</c:v>
                </c:pt>
                <c:pt idx="4359">
                  <c:v>16.600000000000001</c:v>
                </c:pt>
                <c:pt idx="4360">
                  <c:v>16.45</c:v>
                </c:pt>
                <c:pt idx="4361">
                  <c:v>16.28</c:v>
                </c:pt>
                <c:pt idx="4362">
                  <c:v>16.47</c:v>
                </c:pt>
                <c:pt idx="4363">
                  <c:v>16.309999999999999</c:v>
                </c:pt>
                <c:pt idx="4364">
                  <c:v>16.23</c:v>
                </c:pt>
                <c:pt idx="4365">
                  <c:v>16.600000000000001</c:v>
                </c:pt>
                <c:pt idx="4366">
                  <c:v>16.36</c:v>
                </c:pt>
                <c:pt idx="4367">
                  <c:v>16.37</c:v>
                </c:pt>
                <c:pt idx="4368">
                  <c:v>16.03</c:v>
                </c:pt>
                <c:pt idx="4369">
                  <c:v>16.170000000000002</c:v>
                </c:pt>
                <c:pt idx="4370">
                  <c:v>16.39</c:v>
                </c:pt>
                <c:pt idx="4371">
                  <c:v>16.14</c:v>
                </c:pt>
                <c:pt idx="4372">
                  <c:v>15.93</c:v>
                </c:pt>
                <c:pt idx="4373">
                  <c:v>16.28</c:v>
                </c:pt>
                <c:pt idx="4374">
                  <c:v>15.9</c:v>
                </c:pt>
                <c:pt idx="4375">
                  <c:v>15.82</c:v>
                </c:pt>
                <c:pt idx="4376">
                  <c:v>15.89</c:v>
                </c:pt>
                <c:pt idx="4377">
                  <c:v>15.7</c:v>
                </c:pt>
                <c:pt idx="4378">
                  <c:v>15.7</c:v>
                </c:pt>
                <c:pt idx="4379">
                  <c:v>15.73</c:v>
                </c:pt>
                <c:pt idx="4380">
                  <c:v>15.66</c:v>
                </c:pt>
                <c:pt idx="4381">
                  <c:v>15.4</c:v>
                </c:pt>
                <c:pt idx="4382">
                  <c:v>15.57</c:v>
                </c:pt>
                <c:pt idx="4383">
                  <c:v>15.67</c:v>
                </c:pt>
                <c:pt idx="4384">
                  <c:v>14.86</c:v>
                </c:pt>
                <c:pt idx="4385">
                  <c:v>14.72</c:v>
                </c:pt>
                <c:pt idx="4386">
                  <c:v>14.54</c:v>
                </c:pt>
                <c:pt idx="4387">
                  <c:v>14.42</c:v>
                </c:pt>
                <c:pt idx="4388">
                  <c:v>14.4</c:v>
                </c:pt>
                <c:pt idx="4389">
                  <c:v>14.52</c:v>
                </c:pt>
                <c:pt idx="4390">
                  <c:v>14.18</c:v>
                </c:pt>
                <c:pt idx="4391">
                  <c:v>14.39</c:v>
                </c:pt>
                <c:pt idx="4392">
                  <c:v>14.62</c:v>
                </c:pt>
                <c:pt idx="4393">
                  <c:v>14.62</c:v>
                </c:pt>
                <c:pt idx="4394">
                  <c:v>14.7</c:v>
                </c:pt>
                <c:pt idx="4395">
                  <c:v>14.82</c:v>
                </c:pt>
                <c:pt idx="4396">
                  <c:v>15.22</c:v>
                </c:pt>
                <c:pt idx="4397">
                  <c:v>15.47</c:v>
                </c:pt>
                <c:pt idx="4398">
                  <c:v>15.92</c:v>
                </c:pt>
                <c:pt idx="4399">
                  <c:v>15.32</c:v>
                </c:pt>
                <c:pt idx="4400">
                  <c:v>15.71</c:v>
                </c:pt>
                <c:pt idx="4401">
                  <c:v>15.43</c:v>
                </c:pt>
                <c:pt idx="4402">
                  <c:v>16.010000000000002</c:v>
                </c:pt>
                <c:pt idx="4403">
                  <c:v>16.13</c:v>
                </c:pt>
                <c:pt idx="4404">
                  <c:v>16.22</c:v>
                </c:pt>
                <c:pt idx="4405">
                  <c:v>15.82</c:v>
                </c:pt>
                <c:pt idx="4406">
                  <c:v>16.22</c:v>
                </c:pt>
                <c:pt idx="4407">
                  <c:v>15.68</c:v>
                </c:pt>
                <c:pt idx="4408">
                  <c:v>15.74</c:v>
                </c:pt>
                <c:pt idx="4409">
                  <c:v>15.65</c:v>
                </c:pt>
                <c:pt idx="4410">
                  <c:v>16.190000000000001</c:v>
                </c:pt>
                <c:pt idx="4411">
                  <c:v>16.399999999999999</c:v>
                </c:pt>
                <c:pt idx="4412">
                  <c:v>16.13</c:v>
                </c:pt>
                <c:pt idx="4413">
                  <c:v>15.97</c:v>
                </c:pt>
                <c:pt idx="4414">
                  <c:v>15.81</c:v>
                </c:pt>
                <c:pt idx="4415">
                  <c:v>15.79</c:v>
                </c:pt>
                <c:pt idx="4416">
                  <c:v>15.1</c:v>
                </c:pt>
                <c:pt idx="4417">
                  <c:v>14.69</c:v>
                </c:pt>
                <c:pt idx="4418">
                  <c:v>14.19</c:v>
                </c:pt>
                <c:pt idx="4419">
                  <c:v>14.58</c:v>
                </c:pt>
                <c:pt idx="4420">
                  <c:v>13.72</c:v>
                </c:pt>
                <c:pt idx="4421">
                  <c:v>14.5</c:v>
                </c:pt>
                <c:pt idx="4422">
                  <c:v>15.45</c:v>
                </c:pt>
                <c:pt idx="4423">
                  <c:v>15.86</c:v>
                </c:pt>
                <c:pt idx="4424">
                  <c:v>16.05</c:v>
                </c:pt>
                <c:pt idx="4425">
                  <c:v>15.93</c:v>
                </c:pt>
                <c:pt idx="4426">
                  <c:v>16.100000000000001</c:v>
                </c:pt>
                <c:pt idx="4427">
                  <c:v>16.48</c:v>
                </c:pt>
                <c:pt idx="4428">
                  <c:v>17.010000000000002</c:v>
                </c:pt>
                <c:pt idx="4429">
                  <c:v>17.05</c:v>
                </c:pt>
                <c:pt idx="4430">
                  <c:v>17.03</c:v>
                </c:pt>
                <c:pt idx="4431">
                  <c:v>17.71</c:v>
                </c:pt>
                <c:pt idx="4432">
                  <c:v>17.489999999999998</c:v>
                </c:pt>
                <c:pt idx="4433">
                  <c:v>17.5</c:v>
                </c:pt>
                <c:pt idx="4434">
                  <c:v>17.14</c:v>
                </c:pt>
                <c:pt idx="4435">
                  <c:v>17.489999999999998</c:v>
                </c:pt>
                <c:pt idx="4436">
                  <c:v>17.440000000000001</c:v>
                </c:pt>
                <c:pt idx="4437">
                  <c:v>17.149999999999999</c:v>
                </c:pt>
                <c:pt idx="4438">
                  <c:v>17.309999999999999</c:v>
                </c:pt>
                <c:pt idx="4439">
                  <c:v>17.53</c:v>
                </c:pt>
                <c:pt idx="4440">
                  <c:v>17.36</c:v>
                </c:pt>
                <c:pt idx="4441">
                  <c:v>17.3</c:v>
                </c:pt>
                <c:pt idx="4442">
                  <c:v>18.010000000000002</c:v>
                </c:pt>
                <c:pt idx="4443">
                  <c:v>17.760000000000002</c:v>
                </c:pt>
                <c:pt idx="4444">
                  <c:v>17.760000000000002</c:v>
                </c:pt>
                <c:pt idx="4445">
                  <c:v>17.899999999999999</c:v>
                </c:pt>
                <c:pt idx="4446">
                  <c:v>17.13</c:v>
                </c:pt>
                <c:pt idx="4447">
                  <c:v>16.760000000000002</c:v>
                </c:pt>
                <c:pt idx="4448">
                  <c:v>16.77</c:v>
                </c:pt>
                <c:pt idx="4449">
                  <c:v>17.329999999999998</c:v>
                </c:pt>
                <c:pt idx="4450">
                  <c:v>16.95</c:v>
                </c:pt>
                <c:pt idx="4451">
                  <c:v>16.690000000000001</c:v>
                </c:pt>
                <c:pt idx="4452">
                  <c:v>17.100000000000001</c:v>
                </c:pt>
                <c:pt idx="4453">
                  <c:v>18.02</c:v>
                </c:pt>
                <c:pt idx="4454">
                  <c:v>17.73</c:v>
                </c:pt>
                <c:pt idx="4455">
                  <c:v>17.88</c:v>
                </c:pt>
                <c:pt idx="4456">
                  <c:v>18.41</c:v>
                </c:pt>
                <c:pt idx="4457">
                  <c:v>18.05</c:v>
                </c:pt>
                <c:pt idx="4458">
                  <c:v>18.670000000000002</c:v>
                </c:pt>
                <c:pt idx="4459">
                  <c:v>18.7</c:v>
                </c:pt>
                <c:pt idx="4460">
                  <c:v>18.93</c:v>
                </c:pt>
                <c:pt idx="4461">
                  <c:v>18.05</c:v>
                </c:pt>
                <c:pt idx="4462">
                  <c:v>18.11</c:v>
                </c:pt>
                <c:pt idx="4463">
                  <c:v>17.71</c:v>
                </c:pt>
                <c:pt idx="4464">
                  <c:v>17.170000000000002</c:v>
                </c:pt>
                <c:pt idx="4465">
                  <c:v>17.170000000000002</c:v>
                </c:pt>
                <c:pt idx="4466">
                  <c:v>17.559999999999999</c:v>
                </c:pt>
                <c:pt idx="4467">
                  <c:v>17.68</c:v>
                </c:pt>
                <c:pt idx="4468">
                  <c:v>17.73</c:v>
                </c:pt>
                <c:pt idx="4469">
                  <c:v>18.12</c:v>
                </c:pt>
                <c:pt idx="4470">
                  <c:v>18.04</c:v>
                </c:pt>
                <c:pt idx="4471">
                  <c:v>17.7</c:v>
                </c:pt>
                <c:pt idx="4472">
                  <c:v>17.38</c:v>
                </c:pt>
                <c:pt idx="4473">
                  <c:v>17.5</c:v>
                </c:pt>
                <c:pt idx="4474">
                  <c:v>17.989999999999998</c:v>
                </c:pt>
                <c:pt idx="4475">
                  <c:v>17.55</c:v>
                </c:pt>
                <c:pt idx="4476">
                  <c:v>17.440000000000001</c:v>
                </c:pt>
                <c:pt idx="4477">
                  <c:v>16.91</c:v>
                </c:pt>
                <c:pt idx="4478">
                  <c:v>15.62</c:v>
                </c:pt>
                <c:pt idx="4479">
                  <c:v>16.61</c:v>
                </c:pt>
                <c:pt idx="4480">
                  <c:v>16.75</c:v>
                </c:pt>
                <c:pt idx="4481">
                  <c:v>16.89</c:v>
                </c:pt>
                <c:pt idx="4482">
                  <c:v>16.46</c:v>
                </c:pt>
                <c:pt idx="4483">
                  <c:v>17.38</c:v>
                </c:pt>
                <c:pt idx="4484">
                  <c:v>16.78</c:v>
                </c:pt>
                <c:pt idx="4485">
                  <c:v>17.12</c:v>
                </c:pt>
                <c:pt idx="4486">
                  <c:v>16.66</c:v>
                </c:pt>
                <c:pt idx="4487">
                  <c:v>14.65</c:v>
                </c:pt>
                <c:pt idx="4488">
                  <c:v>15.08</c:v>
                </c:pt>
                <c:pt idx="4489">
                  <c:v>15.94</c:v>
                </c:pt>
                <c:pt idx="4490">
                  <c:v>16.93</c:v>
                </c:pt>
                <c:pt idx="4491">
                  <c:v>16.29</c:v>
                </c:pt>
                <c:pt idx="4492">
                  <c:v>16.75</c:v>
                </c:pt>
                <c:pt idx="4493">
                  <c:v>16.18</c:v>
                </c:pt>
                <c:pt idx="4494">
                  <c:v>15.99</c:v>
                </c:pt>
                <c:pt idx="4495">
                  <c:v>16.23</c:v>
                </c:pt>
                <c:pt idx="4496">
                  <c:v>16.98</c:v>
                </c:pt>
                <c:pt idx="4497">
                  <c:v>16.79</c:v>
                </c:pt>
                <c:pt idx="4498">
                  <c:v>16.420000000000002</c:v>
                </c:pt>
                <c:pt idx="4499">
                  <c:v>17.739999999999998</c:v>
                </c:pt>
                <c:pt idx="4500">
                  <c:v>18.63</c:v>
                </c:pt>
                <c:pt idx="4501">
                  <c:v>17.46</c:v>
                </c:pt>
                <c:pt idx="4502">
                  <c:v>16.97</c:v>
                </c:pt>
                <c:pt idx="4503">
                  <c:v>16.350000000000001</c:v>
                </c:pt>
                <c:pt idx="4504">
                  <c:v>17.05</c:v>
                </c:pt>
                <c:pt idx="4505">
                  <c:v>15.28</c:v>
                </c:pt>
                <c:pt idx="4506">
                  <c:v>14.6</c:v>
                </c:pt>
                <c:pt idx="4507">
                  <c:v>14.72</c:v>
                </c:pt>
                <c:pt idx="4508">
                  <c:v>15.51</c:v>
                </c:pt>
                <c:pt idx="4509">
                  <c:v>14.74</c:v>
                </c:pt>
                <c:pt idx="4510">
                  <c:v>15.37</c:v>
                </c:pt>
                <c:pt idx="4511">
                  <c:v>15.5</c:v>
                </c:pt>
                <c:pt idx="4512">
                  <c:v>14.02</c:v>
                </c:pt>
                <c:pt idx="4513">
                  <c:v>12.94</c:v>
                </c:pt>
                <c:pt idx="4514">
                  <c:v>13.94</c:v>
                </c:pt>
                <c:pt idx="4515">
                  <c:v>14.96</c:v>
                </c:pt>
                <c:pt idx="4516">
                  <c:v>14.17</c:v>
                </c:pt>
                <c:pt idx="4517">
                  <c:v>13.03</c:v>
                </c:pt>
                <c:pt idx="4518">
                  <c:v>14.37</c:v>
                </c:pt>
                <c:pt idx="4519">
                  <c:v>14.84</c:v>
                </c:pt>
                <c:pt idx="4520">
                  <c:v>15.46</c:v>
                </c:pt>
                <c:pt idx="4521">
                  <c:v>15.02</c:v>
                </c:pt>
                <c:pt idx="4522">
                  <c:v>16.28</c:v>
                </c:pt>
                <c:pt idx="4523">
                  <c:v>15.83</c:v>
                </c:pt>
                <c:pt idx="4524">
                  <c:v>16.3</c:v>
                </c:pt>
                <c:pt idx="4525">
                  <c:v>16.18</c:v>
                </c:pt>
                <c:pt idx="4526">
                  <c:v>16.3</c:v>
                </c:pt>
                <c:pt idx="4527">
                  <c:v>17.010000000000002</c:v>
                </c:pt>
                <c:pt idx="4528">
                  <c:v>17.329999999999998</c:v>
                </c:pt>
                <c:pt idx="4529">
                  <c:v>17.04</c:v>
                </c:pt>
                <c:pt idx="4530">
                  <c:v>17.100000000000001</c:v>
                </c:pt>
                <c:pt idx="4531">
                  <c:v>17.12</c:v>
                </c:pt>
                <c:pt idx="4532">
                  <c:v>16.84</c:v>
                </c:pt>
                <c:pt idx="4533">
                  <c:v>15.95</c:v>
                </c:pt>
                <c:pt idx="4534">
                  <c:v>16.02</c:v>
                </c:pt>
                <c:pt idx="4535">
                  <c:v>16.05</c:v>
                </c:pt>
                <c:pt idx="4536">
                  <c:v>16.8</c:v>
                </c:pt>
                <c:pt idx="4537">
                  <c:v>17.57</c:v>
                </c:pt>
                <c:pt idx="4538">
                  <c:v>17.29</c:v>
                </c:pt>
                <c:pt idx="4539">
                  <c:v>17.32</c:v>
                </c:pt>
                <c:pt idx="4540">
                  <c:v>17.350000000000001</c:v>
                </c:pt>
                <c:pt idx="4541">
                  <c:v>17.66</c:v>
                </c:pt>
                <c:pt idx="4542">
                  <c:v>17.36</c:v>
                </c:pt>
                <c:pt idx="4543">
                  <c:v>17.88</c:v>
                </c:pt>
                <c:pt idx="4544">
                  <c:v>18.47</c:v>
                </c:pt>
                <c:pt idx="4545">
                  <c:v>18.63</c:v>
                </c:pt>
                <c:pt idx="4546">
                  <c:v>19.21</c:v>
                </c:pt>
                <c:pt idx="4547">
                  <c:v>19.09</c:v>
                </c:pt>
                <c:pt idx="4548">
                  <c:v>19.07</c:v>
                </c:pt>
                <c:pt idx="4549">
                  <c:v>18.64</c:v>
                </c:pt>
                <c:pt idx="4550">
                  <c:v>18.899999999999999</c:v>
                </c:pt>
                <c:pt idx="4551">
                  <c:v>18.899999999999999</c:v>
                </c:pt>
                <c:pt idx="4552">
                  <c:v>18.5</c:v>
                </c:pt>
                <c:pt idx="4553">
                  <c:v>18.2</c:v>
                </c:pt>
                <c:pt idx="4554">
                  <c:v>17.96</c:v>
                </c:pt>
                <c:pt idx="4555">
                  <c:v>18.22</c:v>
                </c:pt>
                <c:pt idx="4556">
                  <c:v>17.97</c:v>
                </c:pt>
                <c:pt idx="4557">
                  <c:v>18.38</c:v>
                </c:pt>
                <c:pt idx="4558">
                  <c:v>18.079999999999998</c:v>
                </c:pt>
                <c:pt idx="4559">
                  <c:v>18.100000000000001</c:v>
                </c:pt>
                <c:pt idx="4560">
                  <c:v>17.8</c:v>
                </c:pt>
                <c:pt idx="4561">
                  <c:v>17.47</c:v>
                </c:pt>
                <c:pt idx="4562">
                  <c:v>17.850000000000001</c:v>
                </c:pt>
                <c:pt idx="4563">
                  <c:v>17.77</c:v>
                </c:pt>
                <c:pt idx="4564">
                  <c:v>17.670000000000002</c:v>
                </c:pt>
                <c:pt idx="4565">
                  <c:v>17.77</c:v>
                </c:pt>
                <c:pt idx="4566">
                  <c:v>17.8</c:v>
                </c:pt>
                <c:pt idx="4567">
                  <c:v>17.989999999999998</c:v>
                </c:pt>
                <c:pt idx="4568">
                  <c:v>18.37</c:v>
                </c:pt>
                <c:pt idx="4569">
                  <c:v>18.079999999999998</c:v>
                </c:pt>
                <c:pt idx="4570">
                  <c:v>18.329999999999998</c:v>
                </c:pt>
                <c:pt idx="4571">
                  <c:v>18.25</c:v>
                </c:pt>
                <c:pt idx="4572">
                  <c:v>18.18</c:v>
                </c:pt>
                <c:pt idx="4573">
                  <c:v>18.420000000000002</c:v>
                </c:pt>
                <c:pt idx="4574">
                  <c:v>18.57</c:v>
                </c:pt>
                <c:pt idx="4575">
                  <c:v>18.309999999999999</c:v>
                </c:pt>
                <c:pt idx="4576">
                  <c:v>18.2</c:v>
                </c:pt>
                <c:pt idx="4577">
                  <c:v>18.239999999999998</c:v>
                </c:pt>
                <c:pt idx="4578">
                  <c:v>18.05</c:v>
                </c:pt>
                <c:pt idx="4579">
                  <c:v>18.649999999999999</c:v>
                </c:pt>
                <c:pt idx="4580">
                  <c:v>19.149999999999999</c:v>
                </c:pt>
                <c:pt idx="4581">
                  <c:v>19.399999999999999</c:v>
                </c:pt>
                <c:pt idx="4582">
                  <c:v>19.350000000000001</c:v>
                </c:pt>
                <c:pt idx="4583">
                  <c:v>19.850000000000001</c:v>
                </c:pt>
                <c:pt idx="4584">
                  <c:v>19.95</c:v>
                </c:pt>
                <c:pt idx="4585">
                  <c:v>20.41</c:v>
                </c:pt>
                <c:pt idx="4586">
                  <c:v>19.88</c:v>
                </c:pt>
                <c:pt idx="4587">
                  <c:v>19.91</c:v>
                </c:pt>
                <c:pt idx="4588">
                  <c:v>20.149999999999999</c:v>
                </c:pt>
                <c:pt idx="4589">
                  <c:v>20.63</c:v>
                </c:pt>
                <c:pt idx="4590">
                  <c:v>20.149999999999999</c:v>
                </c:pt>
                <c:pt idx="4591">
                  <c:v>19.850000000000001</c:v>
                </c:pt>
                <c:pt idx="4592">
                  <c:v>19.84</c:v>
                </c:pt>
                <c:pt idx="4593">
                  <c:v>19.98</c:v>
                </c:pt>
                <c:pt idx="4594">
                  <c:v>19.829999999999998</c:v>
                </c:pt>
                <c:pt idx="4595">
                  <c:v>19.53</c:v>
                </c:pt>
                <c:pt idx="4596">
                  <c:v>19.88</c:v>
                </c:pt>
                <c:pt idx="4597">
                  <c:v>20.170000000000002</c:v>
                </c:pt>
                <c:pt idx="4598">
                  <c:v>20.8</c:v>
                </c:pt>
                <c:pt idx="4599">
                  <c:v>20.59</c:v>
                </c:pt>
                <c:pt idx="4600">
                  <c:v>20.45</c:v>
                </c:pt>
                <c:pt idx="4601">
                  <c:v>20.68</c:v>
                </c:pt>
                <c:pt idx="4602">
                  <c:v>20.94</c:v>
                </c:pt>
                <c:pt idx="4603">
                  <c:v>20.94</c:v>
                </c:pt>
                <c:pt idx="4604">
                  <c:v>21.37</c:v>
                </c:pt>
                <c:pt idx="4605">
                  <c:v>20.97</c:v>
                </c:pt>
                <c:pt idx="4606">
                  <c:v>20.92</c:v>
                </c:pt>
                <c:pt idx="4607">
                  <c:v>20.65</c:v>
                </c:pt>
                <c:pt idx="4608">
                  <c:v>21.27</c:v>
                </c:pt>
                <c:pt idx="4609">
                  <c:v>21.33</c:v>
                </c:pt>
                <c:pt idx="4610">
                  <c:v>21.5</c:v>
                </c:pt>
                <c:pt idx="4611">
                  <c:v>21.88</c:v>
                </c:pt>
                <c:pt idx="4612">
                  <c:v>21.57</c:v>
                </c:pt>
                <c:pt idx="4613">
                  <c:v>21.52</c:v>
                </c:pt>
                <c:pt idx="4614">
                  <c:v>21.62</c:v>
                </c:pt>
                <c:pt idx="4615">
                  <c:v>21.96</c:v>
                </c:pt>
                <c:pt idx="4616">
                  <c:v>22.42</c:v>
                </c:pt>
                <c:pt idx="4617">
                  <c:v>21.41</c:v>
                </c:pt>
                <c:pt idx="4618">
                  <c:v>21.84</c:v>
                </c:pt>
                <c:pt idx="4619">
                  <c:v>21.17</c:v>
                </c:pt>
                <c:pt idx="4620">
                  <c:v>20.59</c:v>
                </c:pt>
                <c:pt idx="4621">
                  <c:v>20.56</c:v>
                </c:pt>
                <c:pt idx="4622">
                  <c:v>20.5</c:v>
                </c:pt>
                <c:pt idx="4623">
                  <c:v>20.59</c:v>
                </c:pt>
                <c:pt idx="4624">
                  <c:v>20.47</c:v>
                </c:pt>
                <c:pt idx="4625">
                  <c:v>20.55</c:v>
                </c:pt>
                <c:pt idx="4626">
                  <c:v>20.72</c:v>
                </c:pt>
                <c:pt idx="4627">
                  <c:v>20.440000000000001</c:v>
                </c:pt>
                <c:pt idx="4628">
                  <c:v>20.28</c:v>
                </c:pt>
                <c:pt idx="4629">
                  <c:v>20.28</c:v>
                </c:pt>
                <c:pt idx="4630">
                  <c:v>20.09</c:v>
                </c:pt>
                <c:pt idx="4631">
                  <c:v>20.28</c:v>
                </c:pt>
                <c:pt idx="4632">
                  <c:v>20.43</c:v>
                </c:pt>
                <c:pt idx="4633">
                  <c:v>19.41</c:v>
                </c:pt>
                <c:pt idx="4634">
                  <c:v>19.45</c:v>
                </c:pt>
                <c:pt idx="4635">
                  <c:v>19.38</c:v>
                </c:pt>
                <c:pt idx="4636">
                  <c:v>19.760000000000002</c:v>
                </c:pt>
                <c:pt idx="4637">
                  <c:v>19.21</c:v>
                </c:pt>
                <c:pt idx="4638">
                  <c:v>19.37</c:v>
                </c:pt>
                <c:pt idx="4639">
                  <c:v>18.989999999999998</c:v>
                </c:pt>
                <c:pt idx="4640">
                  <c:v>18.95</c:v>
                </c:pt>
                <c:pt idx="4641">
                  <c:v>19.16</c:v>
                </c:pt>
                <c:pt idx="4642">
                  <c:v>18.649999999999999</c:v>
                </c:pt>
                <c:pt idx="4643">
                  <c:v>18.34</c:v>
                </c:pt>
                <c:pt idx="4644">
                  <c:v>18.46</c:v>
                </c:pt>
                <c:pt idx="4645">
                  <c:v>18.53</c:v>
                </c:pt>
                <c:pt idx="4646">
                  <c:v>18.54</c:v>
                </c:pt>
                <c:pt idx="4647">
                  <c:v>18.37</c:v>
                </c:pt>
                <c:pt idx="4648">
                  <c:v>18.23</c:v>
                </c:pt>
                <c:pt idx="4649">
                  <c:v>17.989999999999998</c:v>
                </c:pt>
                <c:pt idx="4650">
                  <c:v>17.760000000000002</c:v>
                </c:pt>
                <c:pt idx="4651">
                  <c:v>17.57</c:v>
                </c:pt>
                <c:pt idx="4652">
                  <c:v>17.54</c:v>
                </c:pt>
                <c:pt idx="4653">
                  <c:v>17.37</c:v>
                </c:pt>
                <c:pt idx="4654">
                  <c:v>17.079999999999998</c:v>
                </c:pt>
                <c:pt idx="4655">
                  <c:v>17.05</c:v>
                </c:pt>
                <c:pt idx="4656">
                  <c:v>17.03</c:v>
                </c:pt>
                <c:pt idx="4657">
                  <c:v>16.829999999999998</c:v>
                </c:pt>
                <c:pt idx="4658">
                  <c:v>16.350000000000001</c:v>
                </c:pt>
                <c:pt idx="4659">
                  <c:v>16.350000000000001</c:v>
                </c:pt>
                <c:pt idx="4660">
                  <c:v>16.98</c:v>
                </c:pt>
                <c:pt idx="4661">
                  <c:v>17.190000000000001</c:v>
                </c:pt>
                <c:pt idx="4662">
                  <c:v>16.829999999999998</c:v>
                </c:pt>
                <c:pt idx="4663">
                  <c:v>17.149999999999999</c:v>
                </c:pt>
                <c:pt idx="4664">
                  <c:v>17.190000000000001</c:v>
                </c:pt>
                <c:pt idx="4665">
                  <c:v>17.420000000000002</c:v>
                </c:pt>
                <c:pt idx="4666">
                  <c:v>17.21</c:v>
                </c:pt>
                <c:pt idx="4667">
                  <c:v>17.100000000000001</c:v>
                </c:pt>
                <c:pt idx="4668">
                  <c:v>17.010000000000002</c:v>
                </c:pt>
                <c:pt idx="4669">
                  <c:v>17.329999999999998</c:v>
                </c:pt>
                <c:pt idx="4670">
                  <c:v>17.72</c:v>
                </c:pt>
                <c:pt idx="4671">
                  <c:v>17.34</c:v>
                </c:pt>
                <c:pt idx="4672">
                  <c:v>17.68</c:v>
                </c:pt>
                <c:pt idx="4673">
                  <c:v>18.079999999999998</c:v>
                </c:pt>
                <c:pt idx="4674">
                  <c:v>18.29</c:v>
                </c:pt>
                <c:pt idx="4675">
                  <c:v>18.47</c:v>
                </c:pt>
                <c:pt idx="4676">
                  <c:v>18.46</c:v>
                </c:pt>
                <c:pt idx="4677">
                  <c:v>18.43</c:v>
                </c:pt>
                <c:pt idx="4678">
                  <c:v>18.16</c:v>
                </c:pt>
                <c:pt idx="4679">
                  <c:v>18.100000000000001</c:v>
                </c:pt>
                <c:pt idx="4680">
                  <c:v>17.98</c:v>
                </c:pt>
                <c:pt idx="4681">
                  <c:v>18.28</c:v>
                </c:pt>
                <c:pt idx="4682">
                  <c:v>17.63</c:v>
                </c:pt>
                <c:pt idx="4683">
                  <c:v>17.96</c:v>
                </c:pt>
                <c:pt idx="4684">
                  <c:v>18.010000000000002</c:v>
                </c:pt>
                <c:pt idx="4685">
                  <c:v>17.940000000000001</c:v>
                </c:pt>
                <c:pt idx="4686">
                  <c:v>17.170000000000002</c:v>
                </c:pt>
                <c:pt idx="4687">
                  <c:v>17.239999999999998</c:v>
                </c:pt>
                <c:pt idx="4688">
                  <c:v>17.21</c:v>
                </c:pt>
                <c:pt idx="4689">
                  <c:v>17.670000000000002</c:v>
                </c:pt>
                <c:pt idx="4690">
                  <c:v>17.649999999999999</c:v>
                </c:pt>
                <c:pt idx="4691">
                  <c:v>18.059999999999999</c:v>
                </c:pt>
                <c:pt idx="4692">
                  <c:v>18.059999999999999</c:v>
                </c:pt>
                <c:pt idx="4693">
                  <c:v>17.91</c:v>
                </c:pt>
                <c:pt idx="4694">
                  <c:v>17.89</c:v>
                </c:pt>
                <c:pt idx="4695">
                  <c:v>18.079999999999998</c:v>
                </c:pt>
                <c:pt idx="4696">
                  <c:v>18.190000000000001</c:v>
                </c:pt>
                <c:pt idx="4697">
                  <c:v>18.399999999999999</c:v>
                </c:pt>
                <c:pt idx="4698">
                  <c:v>18.38</c:v>
                </c:pt>
                <c:pt idx="4699">
                  <c:v>17.41</c:v>
                </c:pt>
                <c:pt idx="4700">
                  <c:v>18.37</c:v>
                </c:pt>
                <c:pt idx="4701">
                  <c:v>19.27</c:v>
                </c:pt>
                <c:pt idx="4702">
                  <c:v>19.47</c:v>
                </c:pt>
                <c:pt idx="4703">
                  <c:v>19.86</c:v>
                </c:pt>
                <c:pt idx="4704">
                  <c:v>20.38</c:v>
                </c:pt>
                <c:pt idx="4705">
                  <c:v>21.03</c:v>
                </c:pt>
                <c:pt idx="4706">
                  <c:v>20.91</c:v>
                </c:pt>
                <c:pt idx="4707">
                  <c:v>21.24</c:v>
                </c:pt>
                <c:pt idx="4708">
                  <c:v>21.52</c:v>
                </c:pt>
                <c:pt idx="4709">
                  <c:v>21.38</c:v>
                </c:pt>
                <c:pt idx="4710">
                  <c:v>21.87</c:v>
                </c:pt>
                <c:pt idx="4711">
                  <c:v>21.49</c:v>
                </c:pt>
                <c:pt idx="4712">
                  <c:v>21.76</c:v>
                </c:pt>
                <c:pt idx="4713">
                  <c:v>21.25</c:v>
                </c:pt>
                <c:pt idx="4714">
                  <c:v>21.11</c:v>
                </c:pt>
                <c:pt idx="4715">
                  <c:v>21.27</c:v>
                </c:pt>
                <c:pt idx="4716">
                  <c:v>21.29</c:v>
                </c:pt>
                <c:pt idx="4717">
                  <c:v>21.04</c:v>
                </c:pt>
                <c:pt idx="4718">
                  <c:v>21.04</c:v>
                </c:pt>
                <c:pt idx="4719">
                  <c:v>20.9</c:v>
                </c:pt>
                <c:pt idx="4720">
                  <c:v>20.73</c:v>
                </c:pt>
                <c:pt idx="4721">
                  <c:v>20.32</c:v>
                </c:pt>
                <c:pt idx="4722">
                  <c:v>19.89</c:v>
                </c:pt>
                <c:pt idx="4723">
                  <c:v>19.940000000000001</c:v>
                </c:pt>
                <c:pt idx="4724">
                  <c:v>20.18</c:v>
                </c:pt>
                <c:pt idx="4725">
                  <c:v>19.93</c:v>
                </c:pt>
                <c:pt idx="4726">
                  <c:v>20.27</c:v>
                </c:pt>
                <c:pt idx="4727">
                  <c:v>20</c:v>
                </c:pt>
                <c:pt idx="4728">
                  <c:v>19.91</c:v>
                </c:pt>
                <c:pt idx="4729">
                  <c:v>20.190000000000001</c:v>
                </c:pt>
                <c:pt idx="4730">
                  <c:v>20.21</c:v>
                </c:pt>
                <c:pt idx="4731">
                  <c:v>20.3</c:v>
                </c:pt>
                <c:pt idx="4732">
                  <c:v>19.559999999999999</c:v>
                </c:pt>
                <c:pt idx="4733">
                  <c:v>19.38</c:v>
                </c:pt>
                <c:pt idx="4734">
                  <c:v>19.66</c:v>
                </c:pt>
                <c:pt idx="4735">
                  <c:v>19.559999999999999</c:v>
                </c:pt>
                <c:pt idx="4736">
                  <c:v>19.57</c:v>
                </c:pt>
                <c:pt idx="4737">
                  <c:v>19.48</c:v>
                </c:pt>
                <c:pt idx="4738">
                  <c:v>19.690000000000001</c:v>
                </c:pt>
                <c:pt idx="4739">
                  <c:v>19.940000000000001</c:v>
                </c:pt>
                <c:pt idx="4740">
                  <c:v>20.190000000000001</c:v>
                </c:pt>
                <c:pt idx="4741">
                  <c:v>19.86</c:v>
                </c:pt>
                <c:pt idx="4742">
                  <c:v>19.41</c:v>
                </c:pt>
                <c:pt idx="4743">
                  <c:v>19.440000000000001</c:v>
                </c:pt>
                <c:pt idx="4744">
                  <c:v>19.54</c:v>
                </c:pt>
                <c:pt idx="4745">
                  <c:v>19.66</c:v>
                </c:pt>
                <c:pt idx="4746">
                  <c:v>19.38</c:v>
                </c:pt>
                <c:pt idx="4747">
                  <c:v>19.77</c:v>
                </c:pt>
                <c:pt idx="4748">
                  <c:v>19.920000000000002</c:v>
                </c:pt>
                <c:pt idx="4749">
                  <c:v>20.13</c:v>
                </c:pt>
                <c:pt idx="4750">
                  <c:v>20.399999999999999</c:v>
                </c:pt>
                <c:pt idx="4751">
                  <c:v>20.2</c:v>
                </c:pt>
                <c:pt idx="4752">
                  <c:v>20.3</c:v>
                </c:pt>
                <c:pt idx="4753">
                  <c:v>20.45</c:v>
                </c:pt>
                <c:pt idx="4754">
                  <c:v>20.57</c:v>
                </c:pt>
                <c:pt idx="4755">
                  <c:v>21.05</c:v>
                </c:pt>
                <c:pt idx="4756">
                  <c:v>21.07</c:v>
                </c:pt>
                <c:pt idx="4757">
                  <c:v>21.4</c:v>
                </c:pt>
                <c:pt idx="4758">
                  <c:v>21.28</c:v>
                </c:pt>
                <c:pt idx="4759">
                  <c:v>20.67</c:v>
                </c:pt>
                <c:pt idx="4760">
                  <c:v>20.56</c:v>
                </c:pt>
                <c:pt idx="4761">
                  <c:v>20.32</c:v>
                </c:pt>
                <c:pt idx="4762">
                  <c:v>20.32</c:v>
                </c:pt>
                <c:pt idx="4763">
                  <c:v>20.55</c:v>
                </c:pt>
                <c:pt idx="4764">
                  <c:v>20.8</c:v>
                </c:pt>
                <c:pt idx="4765">
                  <c:v>20.84</c:v>
                </c:pt>
                <c:pt idx="4766">
                  <c:v>20.86</c:v>
                </c:pt>
                <c:pt idx="4767">
                  <c:v>20.56</c:v>
                </c:pt>
                <c:pt idx="4768">
                  <c:v>20.45</c:v>
                </c:pt>
                <c:pt idx="4769">
                  <c:v>20.34</c:v>
                </c:pt>
                <c:pt idx="4770">
                  <c:v>19.850000000000001</c:v>
                </c:pt>
                <c:pt idx="4771">
                  <c:v>19.850000000000001</c:v>
                </c:pt>
                <c:pt idx="4772">
                  <c:v>19.43</c:v>
                </c:pt>
                <c:pt idx="4773">
                  <c:v>19.55</c:v>
                </c:pt>
                <c:pt idx="4774">
                  <c:v>19.45</c:v>
                </c:pt>
                <c:pt idx="4775">
                  <c:v>19.55</c:v>
                </c:pt>
                <c:pt idx="4776">
                  <c:v>19.8</c:v>
                </c:pt>
                <c:pt idx="4777">
                  <c:v>20.22</c:v>
                </c:pt>
                <c:pt idx="4778">
                  <c:v>20.170000000000002</c:v>
                </c:pt>
                <c:pt idx="4779">
                  <c:v>20.38</c:v>
                </c:pt>
                <c:pt idx="4780">
                  <c:v>20.399999999999999</c:v>
                </c:pt>
                <c:pt idx="4781">
                  <c:v>20.420000000000002</c:v>
                </c:pt>
                <c:pt idx="4782">
                  <c:v>20.76</c:v>
                </c:pt>
                <c:pt idx="4783">
                  <c:v>20.81</c:v>
                </c:pt>
                <c:pt idx="4784">
                  <c:v>20.92</c:v>
                </c:pt>
                <c:pt idx="4785">
                  <c:v>20.85</c:v>
                </c:pt>
                <c:pt idx="4786">
                  <c:v>20.350000000000001</c:v>
                </c:pt>
                <c:pt idx="4787">
                  <c:v>20.14</c:v>
                </c:pt>
                <c:pt idx="4788">
                  <c:v>20.309999999999999</c:v>
                </c:pt>
                <c:pt idx="4789">
                  <c:v>20.37</c:v>
                </c:pt>
                <c:pt idx="4790">
                  <c:v>20.010000000000002</c:v>
                </c:pt>
                <c:pt idx="4791">
                  <c:v>19.809999999999999</c:v>
                </c:pt>
                <c:pt idx="4792">
                  <c:v>19.559999999999999</c:v>
                </c:pt>
                <c:pt idx="4793">
                  <c:v>19.600000000000001</c:v>
                </c:pt>
                <c:pt idx="4794">
                  <c:v>19.91</c:v>
                </c:pt>
                <c:pt idx="4795">
                  <c:v>19.53</c:v>
                </c:pt>
                <c:pt idx="4796">
                  <c:v>19.79</c:v>
                </c:pt>
                <c:pt idx="4797">
                  <c:v>19.25</c:v>
                </c:pt>
                <c:pt idx="4798">
                  <c:v>18.98</c:v>
                </c:pt>
                <c:pt idx="4799">
                  <c:v>18.55</c:v>
                </c:pt>
                <c:pt idx="4800">
                  <c:v>18.399999999999999</c:v>
                </c:pt>
                <c:pt idx="4801">
                  <c:v>18.86</c:v>
                </c:pt>
                <c:pt idx="4802">
                  <c:v>18.86</c:v>
                </c:pt>
                <c:pt idx="4803">
                  <c:v>18.68</c:v>
                </c:pt>
                <c:pt idx="4804">
                  <c:v>18.649999999999999</c:v>
                </c:pt>
                <c:pt idx="4805">
                  <c:v>18.55</c:v>
                </c:pt>
                <c:pt idx="4806">
                  <c:v>18.45</c:v>
                </c:pt>
                <c:pt idx="4807">
                  <c:v>18.34</c:v>
                </c:pt>
                <c:pt idx="4808">
                  <c:v>17.690000000000001</c:v>
                </c:pt>
                <c:pt idx="4809">
                  <c:v>18.510000000000002</c:v>
                </c:pt>
                <c:pt idx="4810">
                  <c:v>18.39</c:v>
                </c:pt>
                <c:pt idx="4811">
                  <c:v>18.54</c:v>
                </c:pt>
                <c:pt idx="4812">
                  <c:v>17.97</c:v>
                </c:pt>
                <c:pt idx="4813">
                  <c:v>18.579999999999998</c:v>
                </c:pt>
                <c:pt idx="4814">
                  <c:v>19.079999999999998</c:v>
                </c:pt>
                <c:pt idx="4815">
                  <c:v>18.89</c:v>
                </c:pt>
                <c:pt idx="4816">
                  <c:v>18.46</c:v>
                </c:pt>
                <c:pt idx="4817">
                  <c:v>18.5</c:v>
                </c:pt>
                <c:pt idx="4818">
                  <c:v>18.8</c:v>
                </c:pt>
                <c:pt idx="4819">
                  <c:v>19.059999999999999</c:v>
                </c:pt>
                <c:pt idx="4820">
                  <c:v>19.309999999999999</c:v>
                </c:pt>
                <c:pt idx="4821">
                  <c:v>19.09</c:v>
                </c:pt>
                <c:pt idx="4822">
                  <c:v>19.03</c:v>
                </c:pt>
                <c:pt idx="4823">
                  <c:v>19.37</c:v>
                </c:pt>
                <c:pt idx="4824">
                  <c:v>19.690000000000001</c:v>
                </c:pt>
                <c:pt idx="4825">
                  <c:v>19.7</c:v>
                </c:pt>
                <c:pt idx="4826">
                  <c:v>20.22</c:v>
                </c:pt>
                <c:pt idx="4827">
                  <c:v>20.010000000000002</c:v>
                </c:pt>
                <c:pt idx="4828">
                  <c:v>20.399999999999999</c:v>
                </c:pt>
                <c:pt idx="4829">
                  <c:v>20.2</c:v>
                </c:pt>
                <c:pt idx="4830">
                  <c:v>20.52</c:v>
                </c:pt>
                <c:pt idx="4831">
                  <c:v>20.399999999999999</c:v>
                </c:pt>
                <c:pt idx="4832">
                  <c:v>20.73</c:v>
                </c:pt>
                <c:pt idx="4833">
                  <c:v>20.97</c:v>
                </c:pt>
                <c:pt idx="4834">
                  <c:v>20.65</c:v>
                </c:pt>
                <c:pt idx="4835">
                  <c:v>20.91</c:v>
                </c:pt>
                <c:pt idx="4836">
                  <c:v>21.09</c:v>
                </c:pt>
                <c:pt idx="4837">
                  <c:v>21.15</c:v>
                </c:pt>
                <c:pt idx="4838">
                  <c:v>20.56</c:v>
                </c:pt>
                <c:pt idx="4839">
                  <c:v>20.8</c:v>
                </c:pt>
                <c:pt idx="4840">
                  <c:v>20.67</c:v>
                </c:pt>
                <c:pt idx="4841">
                  <c:v>20.34</c:v>
                </c:pt>
                <c:pt idx="4842">
                  <c:v>20.05</c:v>
                </c:pt>
                <c:pt idx="4843">
                  <c:v>19.57</c:v>
                </c:pt>
                <c:pt idx="4844">
                  <c:v>19.690000000000001</c:v>
                </c:pt>
                <c:pt idx="4845">
                  <c:v>19.899999999999999</c:v>
                </c:pt>
                <c:pt idx="4846">
                  <c:v>19.82</c:v>
                </c:pt>
                <c:pt idx="4847">
                  <c:v>19.98</c:v>
                </c:pt>
                <c:pt idx="4848">
                  <c:v>19.86</c:v>
                </c:pt>
                <c:pt idx="4849">
                  <c:v>19.93</c:v>
                </c:pt>
                <c:pt idx="4850">
                  <c:v>20.03</c:v>
                </c:pt>
                <c:pt idx="4851">
                  <c:v>20.02</c:v>
                </c:pt>
                <c:pt idx="4852">
                  <c:v>19.600000000000001</c:v>
                </c:pt>
                <c:pt idx="4853">
                  <c:v>19.09</c:v>
                </c:pt>
                <c:pt idx="4854">
                  <c:v>19.02</c:v>
                </c:pt>
                <c:pt idx="4855">
                  <c:v>19.36</c:v>
                </c:pt>
                <c:pt idx="4856">
                  <c:v>19.489999999999998</c:v>
                </c:pt>
                <c:pt idx="4857">
                  <c:v>19.329999999999998</c:v>
                </c:pt>
                <c:pt idx="4858">
                  <c:v>19.170000000000002</c:v>
                </c:pt>
                <c:pt idx="4859">
                  <c:v>19.309999999999999</c:v>
                </c:pt>
                <c:pt idx="4860">
                  <c:v>19.16</c:v>
                </c:pt>
                <c:pt idx="4861">
                  <c:v>19.04</c:v>
                </c:pt>
                <c:pt idx="4862">
                  <c:v>18.82</c:v>
                </c:pt>
                <c:pt idx="4863">
                  <c:v>18.579999999999998</c:v>
                </c:pt>
                <c:pt idx="4864">
                  <c:v>18.739999999999998</c:v>
                </c:pt>
                <c:pt idx="4865">
                  <c:v>18.77</c:v>
                </c:pt>
                <c:pt idx="4866">
                  <c:v>18.829999999999998</c:v>
                </c:pt>
                <c:pt idx="4867">
                  <c:v>18.97</c:v>
                </c:pt>
                <c:pt idx="4868">
                  <c:v>18.97</c:v>
                </c:pt>
                <c:pt idx="4869">
                  <c:v>19.03</c:v>
                </c:pt>
                <c:pt idx="4870">
                  <c:v>18.760000000000002</c:v>
                </c:pt>
                <c:pt idx="4871">
                  <c:v>18.309999999999999</c:v>
                </c:pt>
                <c:pt idx="4872">
                  <c:v>17.77</c:v>
                </c:pt>
                <c:pt idx="4873">
                  <c:v>17.79</c:v>
                </c:pt>
                <c:pt idx="4874">
                  <c:v>17.78</c:v>
                </c:pt>
                <c:pt idx="4875">
                  <c:v>17.649999999999999</c:v>
                </c:pt>
                <c:pt idx="4876">
                  <c:v>17.559999999999999</c:v>
                </c:pt>
                <c:pt idx="4877">
                  <c:v>17.66</c:v>
                </c:pt>
                <c:pt idx="4878">
                  <c:v>17.940000000000001</c:v>
                </c:pt>
                <c:pt idx="4879">
                  <c:v>18.22</c:v>
                </c:pt>
                <c:pt idx="4880">
                  <c:v>18.22</c:v>
                </c:pt>
                <c:pt idx="4881">
                  <c:v>18.04</c:v>
                </c:pt>
                <c:pt idx="4882">
                  <c:v>17.7</c:v>
                </c:pt>
                <c:pt idx="4883">
                  <c:v>17.38</c:v>
                </c:pt>
                <c:pt idx="4884">
                  <c:v>17.5</c:v>
                </c:pt>
                <c:pt idx="4885">
                  <c:v>17.36</c:v>
                </c:pt>
                <c:pt idx="4886">
                  <c:v>17.579999999999998</c:v>
                </c:pt>
                <c:pt idx="4887">
                  <c:v>17.53</c:v>
                </c:pt>
                <c:pt idx="4888">
                  <c:v>17.399999999999999</c:v>
                </c:pt>
                <c:pt idx="4889">
                  <c:v>17.53</c:v>
                </c:pt>
                <c:pt idx="4890">
                  <c:v>17.43</c:v>
                </c:pt>
                <c:pt idx="4891">
                  <c:v>17.38</c:v>
                </c:pt>
                <c:pt idx="4892">
                  <c:v>17.39</c:v>
                </c:pt>
                <c:pt idx="4893">
                  <c:v>17.440000000000001</c:v>
                </c:pt>
                <c:pt idx="4894">
                  <c:v>17.43</c:v>
                </c:pt>
                <c:pt idx="4895">
                  <c:v>17.37</c:v>
                </c:pt>
                <c:pt idx="4896">
                  <c:v>16.98</c:v>
                </c:pt>
                <c:pt idx="4897">
                  <c:v>16.920000000000002</c:v>
                </c:pt>
                <c:pt idx="4898">
                  <c:v>16.87</c:v>
                </c:pt>
                <c:pt idx="4899">
                  <c:v>16.91</c:v>
                </c:pt>
                <c:pt idx="4900">
                  <c:v>16.91</c:v>
                </c:pt>
                <c:pt idx="4901">
                  <c:v>16.75</c:v>
                </c:pt>
                <c:pt idx="4902">
                  <c:v>16.82</c:v>
                </c:pt>
                <c:pt idx="4903">
                  <c:v>16.809999999999999</c:v>
                </c:pt>
                <c:pt idx="4904">
                  <c:v>16.91</c:v>
                </c:pt>
                <c:pt idx="4905">
                  <c:v>17.100000000000001</c:v>
                </c:pt>
                <c:pt idx="4906">
                  <c:v>16.98</c:v>
                </c:pt>
                <c:pt idx="4907">
                  <c:v>16.84</c:v>
                </c:pt>
                <c:pt idx="4908">
                  <c:v>16.79</c:v>
                </c:pt>
                <c:pt idx="4909">
                  <c:v>16.760000000000002</c:v>
                </c:pt>
                <c:pt idx="4910">
                  <c:v>16.579999999999998</c:v>
                </c:pt>
                <c:pt idx="4911">
                  <c:v>16.36</c:v>
                </c:pt>
                <c:pt idx="4912">
                  <c:v>16.25</c:v>
                </c:pt>
                <c:pt idx="4913">
                  <c:v>16.399999999999999</c:v>
                </c:pt>
                <c:pt idx="4914">
                  <c:v>16.29</c:v>
                </c:pt>
                <c:pt idx="4915">
                  <c:v>16.47</c:v>
                </c:pt>
                <c:pt idx="4916">
                  <c:v>16.32</c:v>
                </c:pt>
                <c:pt idx="4917">
                  <c:v>16.61</c:v>
                </c:pt>
                <c:pt idx="4918">
                  <c:v>16.739999999999998</c:v>
                </c:pt>
                <c:pt idx="4919">
                  <c:v>16.829999999999998</c:v>
                </c:pt>
                <c:pt idx="4920">
                  <c:v>16.809999999999999</c:v>
                </c:pt>
                <c:pt idx="4921">
                  <c:v>16.68</c:v>
                </c:pt>
                <c:pt idx="4922">
                  <c:v>16.59</c:v>
                </c:pt>
                <c:pt idx="4923">
                  <c:v>16.350000000000001</c:v>
                </c:pt>
                <c:pt idx="4924">
                  <c:v>16.47</c:v>
                </c:pt>
                <c:pt idx="4925">
                  <c:v>16.48</c:v>
                </c:pt>
                <c:pt idx="4926">
                  <c:v>16.52</c:v>
                </c:pt>
                <c:pt idx="4927">
                  <c:v>16.989999999999998</c:v>
                </c:pt>
                <c:pt idx="4928">
                  <c:v>17.09</c:v>
                </c:pt>
                <c:pt idx="4929">
                  <c:v>17</c:v>
                </c:pt>
                <c:pt idx="4930">
                  <c:v>16.829999999999998</c:v>
                </c:pt>
                <c:pt idx="4931">
                  <c:v>16.739999999999998</c:v>
                </c:pt>
                <c:pt idx="4932">
                  <c:v>16.75</c:v>
                </c:pt>
                <c:pt idx="4933">
                  <c:v>16.97</c:v>
                </c:pt>
                <c:pt idx="4934">
                  <c:v>17.09</c:v>
                </c:pt>
                <c:pt idx="4935">
                  <c:v>17.03</c:v>
                </c:pt>
                <c:pt idx="4936">
                  <c:v>17.07</c:v>
                </c:pt>
                <c:pt idx="4937">
                  <c:v>16.91</c:v>
                </c:pt>
                <c:pt idx="4938">
                  <c:v>17.079999999999998</c:v>
                </c:pt>
                <c:pt idx="4939">
                  <c:v>17.100000000000001</c:v>
                </c:pt>
                <c:pt idx="4940">
                  <c:v>17.149999999999999</c:v>
                </c:pt>
                <c:pt idx="4941">
                  <c:v>17.22</c:v>
                </c:pt>
                <c:pt idx="4942">
                  <c:v>17.260000000000002</c:v>
                </c:pt>
                <c:pt idx="4943">
                  <c:v>17.2</c:v>
                </c:pt>
                <c:pt idx="4944">
                  <c:v>17.46</c:v>
                </c:pt>
                <c:pt idx="4945">
                  <c:v>17.14</c:v>
                </c:pt>
                <c:pt idx="4946">
                  <c:v>17.23</c:v>
                </c:pt>
                <c:pt idx="4947">
                  <c:v>17.22</c:v>
                </c:pt>
                <c:pt idx="4948">
                  <c:v>17.22</c:v>
                </c:pt>
                <c:pt idx="4949">
                  <c:v>17.23</c:v>
                </c:pt>
                <c:pt idx="4950">
                  <c:v>17.47</c:v>
                </c:pt>
                <c:pt idx="4951">
                  <c:v>17.29</c:v>
                </c:pt>
                <c:pt idx="4952">
                  <c:v>17.18</c:v>
                </c:pt>
                <c:pt idx="4953">
                  <c:v>17.29</c:v>
                </c:pt>
                <c:pt idx="4954">
                  <c:v>17.16</c:v>
                </c:pt>
                <c:pt idx="4955">
                  <c:v>17.16</c:v>
                </c:pt>
                <c:pt idx="4956">
                  <c:v>17.21</c:v>
                </c:pt>
                <c:pt idx="4957">
                  <c:v>17.14</c:v>
                </c:pt>
                <c:pt idx="4958">
                  <c:v>17.22</c:v>
                </c:pt>
                <c:pt idx="4959">
                  <c:v>17.05</c:v>
                </c:pt>
                <c:pt idx="4960">
                  <c:v>17.010000000000002</c:v>
                </c:pt>
                <c:pt idx="4961">
                  <c:v>17.14</c:v>
                </c:pt>
                <c:pt idx="4962">
                  <c:v>17.29</c:v>
                </c:pt>
                <c:pt idx="4963">
                  <c:v>17.71</c:v>
                </c:pt>
                <c:pt idx="4964">
                  <c:v>18.07</c:v>
                </c:pt>
                <c:pt idx="4965">
                  <c:v>17.850000000000001</c:v>
                </c:pt>
                <c:pt idx="4966">
                  <c:v>17.920000000000002</c:v>
                </c:pt>
                <c:pt idx="4967">
                  <c:v>18.03</c:v>
                </c:pt>
                <c:pt idx="4968">
                  <c:v>17.89</c:v>
                </c:pt>
                <c:pt idx="4969">
                  <c:v>17.89</c:v>
                </c:pt>
                <c:pt idx="4970">
                  <c:v>17.899999999999999</c:v>
                </c:pt>
                <c:pt idx="4971">
                  <c:v>17.91</c:v>
                </c:pt>
                <c:pt idx="4972">
                  <c:v>18.04</c:v>
                </c:pt>
                <c:pt idx="4973">
                  <c:v>18.09</c:v>
                </c:pt>
                <c:pt idx="4974">
                  <c:v>18.22</c:v>
                </c:pt>
                <c:pt idx="4975">
                  <c:v>18.12</c:v>
                </c:pt>
                <c:pt idx="4976">
                  <c:v>18.02</c:v>
                </c:pt>
                <c:pt idx="4977">
                  <c:v>17.87</c:v>
                </c:pt>
                <c:pt idx="4978">
                  <c:v>18.059999999999999</c:v>
                </c:pt>
                <c:pt idx="4979">
                  <c:v>18.170000000000002</c:v>
                </c:pt>
                <c:pt idx="4980">
                  <c:v>18.09</c:v>
                </c:pt>
                <c:pt idx="4981">
                  <c:v>18.07</c:v>
                </c:pt>
                <c:pt idx="4982">
                  <c:v>18.04</c:v>
                </c:pt>
                <c:pt idx="4983">
                  <c:v>17.760000000000002</c:v>
                </c:pt>
                <c:pt idx="4984">
                  <c:v>17.82</c:v>
                </c:pt>
                <c:pt idx="4985">
                  <c:v>18</c:v>
                </c:pt>
                <c:pt idx="4986">
                  <c:v>18.079999999999998</c:v>
                </c:pt>
                <c:pt idx="4987">
                  <c:v>18.07</c:v>
                </c:pt>
                <c:pt idx="4988">
                  <c:v>18.079999999999998</c:v>
                </c:pt>
                <c:pt idx="4989">
                  <c:v>18.170000000000002</c:v>
                </c:pt>
                <c:pt idx="4990">
                  <c:v>18.28</c:v>
                </c:pt>
                <c:pt idx="4991">
                  <c:v>18.36</c:v>
                </c:pt>
                <c:pt idx="4992">
                  <c:v>18.36</c:v>
                </c:pt>
                <c:pt idx="4993">
                  <c:v>18.46</c:v>
                </c:pt>
                <c:pt idx="4994">
                  <c:v>18.79</c:v>
                </c:pt>
                <c:pt idx="4995">
                  <c:v>18.8</c:v>
                </c:pt>
                <c:pt idx="4996">
                  <c:v>18.690000000000001</c:v>
                </c:pt>
                <c:pt idx="4997">
                  <c:v>18.63</c:v>
                </c:pt>
                <c:pt idx="4998">
                  <c:v>18.739999999999998</c:v>
                </c:pt>
                <c:pt idx="4999">
                  <c:v>18.690000000000001</c:v>
                </c:pt>
                <c:pt idx="5000">
                  <c:v>18.579999999999998</c:v>
                </c:pt>
                <c:pt idx="5001">
                  <c:v>18.489999999999998</c:v>
                </c:pt>
                <c:pt idx="5002">
                  <c:v>18.38</c:v>
                </c:pt>
                <c:pt idx="5003">
                  <c:v>18.14</c:v>
                </c:pt>
                <c:pt idx="5004">
                  <c:v>17.93</c:v>
                </c:pt>
                <c:pt idx="5005">
                  <c:v>18</c:v>
                </c:pt>
                <c:pt idx="5006">
                  <c:v>18.18</c:v>
                </c:pt>
                <c:pt idx="5007">
                  <c:v>18.2</c:v>
                </c:pt>
                <c:pt idx="5008">
                  <c:v>18.28</c:v>
                </c:pt>
                <c:pt idx="5009">
                  <c:v>18.32</c:v>
                </c:pt>
                <c:pt idx="5010">
                  <c:v>17.89</c:v>
                </c:pt>
                <c:pt idx="5011">
                  <c:v>17.739999999999998</c:v>
                </c:pt>
                <c:pt idx="5012">
                  <c:v>17.63</c:v>
                </c:pt>
                <c:pt idx="5013">
                  <c:v>17.66</c:v>
                </c:pt>
                <c:pt idx="5014">
                  <c:v>17.71</c:v>
                </c:pt>
                <c:pt idx="5015">
                  <c:v>17.73</c:v>
                </c:pt>
                <c:pt idx="5016">
                  <c:v>17.829999999999998</c:v>
                </c:pt>
                <c:pt idx="5017">
                  <c:v>17.8</c:v>
                </c:pt>
                <c:pt idx="5018">
                  <c:v>17.61</c:v>
                </c:pt>
                <c:pt idx="5019">
                  <c:v>17.559999999999999</c:v>
                </c:pt>
                <c:pt idx="5020">
                  <c:v>17.46</c:v>
                </c:pt>
                <c:pt idx="5021">
                  <c:v>17.489999999999998</c:v>
                </c:pt>
                <c:pt idx="5022">
                  <c:v>17.32</c:v>
                </c:pt>
                <c:pt idx="5023">
                  <c:v>17.2</c:v>
                </c:pt>
                <c:pt idx="5024">
                  <c:v>17.27</c:v>
                </c:pt>
                <c:pt idx="5025">
                  <c:v>17.13</c:v>
                </c:pt>
                <c:pt idx="5026">
                  <c:v>17.29</c:v>
                </c:pt>
                <c:pt idx="5027">
                  <c:v>17.510000000000002</c:v>
                </c:pt>
                <c:pt idx="5028">
                  <c:v>17.62</c:v>
                </c:pt>
                <c:pt idx="5029">
                  <c:v>17.63</c:v>
                </c:pt>
                <c:pt idx="5030">
                  <c:v>17.38</c:v>
                </c:pt>
                <c:pt idx="5031">
                  <c:v>17.05</c:v>
                </c:pt>
                <c:pt idx="5032">
                  <c:v>16.920000000000002</c:v>
                </c:pt>
                <c:pt idx="5033">
                  <c:v>17.100000000000001</c:v>
                </c:pt>
                <c:pt idx="5034">
                  <c:v>17.34</c:v>
                </c:pt>
                <c:pt idx="5035">
                  <c:v>17.23</c:v>
                </c:pt>
                <c:pt idx="5036">
                  <c:v>17.22</c:v>
                </c:pt>
                <c:pt idx="5037">
                  <c:v>17.399999999999999</c:v>
                </c:pt>
                <c:pt idx="5038">
                  <c:v>17.28</c:v>
                </c:pt>
                <c:pt idx="5039">
                  <c:v>17.37</c:v>
                </c:pt>
                <c:pt idx="5040">
                  <c:v>17.52</c:v>
                </c:pt>
                <c:pt idx="5041">
                  <c:v>17.62</c:v>
                </c:pt>
                <c:pt idx="5042">
                  <c:v>17.7</c:v>
                </c:pt>
                <c:pt idx="5043">
                  <c:v>17.96</c:v>
                </c:pt>
                <c:pt idx="5044">
                  <c:v>17.93</c:v>
                </c:pt>
                <c:pt idx="5045">
                  <c:v>18.18</c:v>
                </c:pt>
                <c:pt idx="5046">
                  <c:v>18.309999999999999</c:v>
                </c:pt>
                <c:pt idx="5047">
                  <c:v>18.2</c:v>
                </c:pt>
                <c:pt idx="5048">
                  <c:v>18.2</c:v>
                </c:pt>
                <c:pt idx="5049">
                  <c:v>18.399999999999999</c:v>
                </c:pt>
                <c:pt idx="5050">
                  <c:v>18.43</c:v>
                </c:pt>
                <c:pt idx="5051">
                  <c:v>18.739999999999998</c:v>
                </c:pt>
                <c:pt idx="5052">
                  <c:v>18.739999999999998</c:v>
                </c:pt>
                <c:pt idx="5053">
                  <c:v>18.77</c:v>
                </c:pt>
                <c:pt idx="5054">
                  <c:v>18.760000000000002</c:v>
                </c:pt>
                <c:pt idx="5055">
                  <c:v>18.89</c:v>
                </c:pt>
                <c:pt idx="5056">
                  <c:v>19.059999999999999</c:v>
                </c:pt>
                <c:pt idx="5057">
                  <c:v>18.829999999999998</c:v>
                </c:pt>
                <c:pt idx="5058">
                  <c:v>18.52</c:v>
                </c:pt>
                <c:pt idx="5059">
                  <c:v>18.68</c:v>
                </c:pt>
                <c:pt idx="5060">
                  <c:v>18.71</c:v>
                </c:pt>
                <c:pt idx="5061">
                  <c:v>18.59</c:v>
                </c:pt>
                <c:pt idx="5062">
                  <c:v>18.59</c:v>
                </c:pt>
                <c:pt idx="5063">
                  <c:v>18.64</c:v>
                </c:pt>
                <c:pt idx="5064">
                  <c:v>18.86</c:v>
                </c:pt>
                <c:pt idx="5065">
                  <c:v>18.61</c:v>
                </c:pt>
                <c:pt idx="5066">
                  <c:v>18.670000000000002</c:v>
                </c:pt>
                <c:pt idx="5067">
                  <c:v>18.670000000000002</c:v>
                </c:pt>
                <c:pt idx="5068">
                  <c:v>18.61</c:v>
                </c:pt>
                <c:pt idx="5069">
                  <c:v>18.989999999999998</c:v>
                </c:pt>
                <c:pt idx="5070">
                  <c:v>18.89</c:v>
                </c:pt>
                <c:pt idx="5071">
                  <c:v>18.89</c:v>
                </c:pt>
                <c:pt idx="5072">
                  <c:v>19.149999999999999</c:v>
                </c:pt>
                <c:pt idx="5073">
                  <c:v>19.100000000000001</c:v>
                </c:pt>
                <c:pt idx="5074">
                  <c:v>18.72</c:v>
                </c:pt>
                <c:pt idx="5075">
                  <c:v>18.440000000000001</c:v>
                </c:pt>
                <c:pt idx="5076">
                  <c:v>18.39</c:v>
                </c:pt>
                <c:pt idx="5077">
                  <c:v>18.079999999999998</c:v>
                </c:pt>
                <c:pt idx="5078">
                  <c:v>18.149999999999999</c:v>
                </c:pt>
                <c:pt idx="5079">
                  <c:v>18.22</c:v>
                </c:pt>
                <c:pt idx="5080">
                  <c:v>18.149999999999999</c:v>
                </c:pt>
                <c:pt idx="5081">
                  <c:v>18.350000000000001</c:v>
                </c:pt>
                <c:pt idx="5082">
                  <c:v>18.309999999999999</c:v>
                </c:pt>
                <c:pt idx="5083">
                  <c:v>18.34</c:v>
                </c:pt>
                <c:pt idx="5084">
                  <c:v>18.55</c:v>
                </c:pt>
                <c:pt idx="5085">
                  <c:v>18.54</c:v>
                </c:pt>
                <c:pt idx="5086">
                  <c:v>18.59</c:v>
                </c:pt>
                <c:pt idx="5087">
                  <c:v>18.52</c:v>
                </c:pt>
                <c:pt idx="5088">
                  <c:v>18.39</c:v>
                </c:pt>
                <c:pt idx="5089">
                  <c:v>18.28</c:v>
                </c:pt>
                <c:pt idx="5090">
                  <c:v>18.46</c:v>
                </c:pt>
                <c:pt idx="5091">
                  <c:v>18.2</c:v>
                </c:pt>
                <c:pt idx="5092">
                  <c:v>18.11</c:v>
                </c:pt>
                <c:pt idx="5093">
                  <c:v>17.72</c:v>
                </c:pt>
                <c:pt idx="5094">
                  <c:v>17.46</c:v>
                </c:pt>
                <c:pt idx="5095">
                  <c:v>17.38</c:v>
                </c:pt>
                <c:pt idx="5096">
                  <c:v>17.53</c:v>
                </c:pt>
                <c:pt idx="5097">
                  <c:v>17.29</c:v>
                </c:pt>
                <c:pt idx="5098">
                  <c:v>17.13</c:v>
                </c:pt>
                <c:pt idx="5099">
                  <c:v>17.11</c:v>
                </c:pt>
                <c:pt idx="5100">
                  <c:v>16.98</c:v>
                </c:pt>
                <c:pt idx="5101">
                  <c:v>17.02</c:v>
                </c:pt>
                <c:pt idx="5102">
                  <c:v>17.059999999999999</c:v>
                </c:pt>
                <c:pt idx="5103">
                  <c:v>16.71</c:v>
                </c:pt>
                <c:pt idx="5104">
                  <c:v>16.940000000000001</c:v>
                </c:pt>
                <c:pt idx="5105">
                  <c:v>17.11</c:v>
                </c:pt>
                <c:pt idx="5106">
                  <c:v>17.2</c:v>
                </c:pt>
                <c:pt idx="5107">
                  <c:v>16.829999999999998</c:v>
                </c:pt>
                <c:pt idx="5108">
                  <c:v>17.36</c:v>
                </c:pt>
                <c:pt idx="5109">
                  <c:v>17.37</c:v>
                </c:pt>
                <c:pt idx="5110">
                  <c:v>17.71</c:v>
                </c:pt>
                <c:pt idx="5111">
                  <c:v>17.55</c:v>
                </c:pt>
                <c:pt idx="5112">
                  <c:v>17.64</c:v>
                </c:pt>
                <c:pt idx="5113">
                  <c:v>17.559999999999999</c:v>
                </c:pt>
                <c:pt idx="5114">
                  <c:v>17.55</c:v>
                </c:pt>
                <c:pt idx="5115">
                  <c:v>17.899999999999999</c:v>
                </c:pt>
                <c:pt idx="5116">
                  <c:v>17.7</c:v>
                </c:pt>
                <c:pt idx="5117">
                  <c:v>17.28</c:v>
                </c:pt>
                <c:pt idx="5118">
                  <c:v>17.64</c:v>
                </c:pt>
                <c:pt idx="5119">
                  <c:v>17.07</c:v>
                </c:pt>
                <c:pt idx="5120">
                  <c:v>17.29</c:v>
                </c:pt>
                <c:pt idx="5121">
                  <c:v>17.27</c:v>
                </c:pt>
                <c:pt idx="5122">
                  <c:v>17.149999999999999</c:v>
                </c:pt>
                <c:pt idx="5123">
                  <c:v>17.82</c:v>
                </c:pt>
                <c:pt idx="5124">
                  <c:v>17.809999999999999</c:v>
                </c:pt>
                <c:pt idx="5125">
                  <c:v>17.96</c:v>
                </c:pt>
                <c:pt idx="5126">
                  <c:v>18.43</c:v>
                </c:pt>
                <c:pt idx="5127">
                  <c:v>18.38</c:v>
                </c:pt>
                <c:pt idx="5128">
                  <c:v>18.63</c:v>
                </c:pt>
                <c:pt idx="5129">
                  <c:v>18.489999999999998</c:v>
                </c:pt>
                <c:pt idx="5130">
                  <c:v>18.73</c:v>
                </c:pt>
                <c:pt idx="5131">
                  <c:v>18.68</c:v>
                </c:pt>
                <c:pt idx="5132">
                  <c:v>18.600000000000001</c:v>
                </c:pt>
                <c:pt idx="5133">
                  <c:v>19</c:v>
                </c:pt>
                <c:pt idx="5134">
                  <c:v>18.760000000000002</c:v>
                </c:pt>
                <c:pt idx="5135">
                  <c:v>18.760000000000002</c:v>
                </c:pt>
                <c:pt idx="5136">
                  <c:v>19.11</c:v>
                </c:pt>
                <c:pt idx="5137">
                  <c:v>19.559999999999999</c:v>
                </c:pt>
                <c:pt idx="5138">
                  <c:v>19.489999999999998</c:v>
                </c:pt>
                <c:pt idx="5139">
                  <c:v>19.579999999999998</c:v>
                </c:pt>
                <c:pt idx="5140">
                  <c:v>19.440000000000001</c:v>
                </c:pt>
                <c:pt idx="5141">
                  <c:v>19.05</c:v>
                </c:pt>
                <c:pt idx="5142">
                  <c:v>19.03</c:v>
                </c:pt>
                <c:pt idx="5143">
                  <c:v>19.05</c:v>
                </c:pt>
                <c:pt idx="5144">
                  <c:v>18.78</c:v>
                </c:pt>
                <c:pt idx="5145">
                  <c:v>18.78</c:v>
                </c:pt>
                <c:pt idx="5146">
                  <c:v>18.77</c:v>
                </c:pt>
                <c:pt idx="5147">
                  <c:v>18.95</c:v>
                </c:pt>
                <c:pt idx="5148">
                  <c:v>18.8</c:v>
                </c:pt>
                <c:pt idx="5149">
                  <c:v>18.440000000000001</c:v>
                </c:pt>
                <c:pt idx="5150">
                  <c:v>18.38</c:v>
                </c:pt>
                <c:pt idx="5151">
                  <c:v>18.36</c:v>
                </c:pt>
                <c:pt idx="5152">
                  <c:v>18.100000000000001</c:v>
                </c:pt>
                <c:pt idx="5153">
                  <c:v>18.22</c:v>
                </c:pt>
                <c:pt idx="5154">
                  <c:v>17.98</c:v>
                </c:pt>
                <c:pt idx="5155">
                  <c:v>18.16</c:v>
                </c:pt>
                <c:pt idx="5156">
                  <c:v>17.95</c:v>
                </c:pt>
                <c:pt idx="5157">
                  <c:v>17.690000000000001</c:v>
                </c:pt>
                <c:pt idx="5158">
                  <c:v>17.600000000000001</c:v>
                </c:pt>
                <c:pt idx="5159">
                  <c:v>17.690000000000001</c:v>
                </c:pt>
                <c:pt idx="5160">
                  <c:v>17.37</c:v>
                </c:pt>
                <c:pt idx="5161">
                  <c:v>17.48</c:v>
                </c:pt>
                <c:pt idx="5162">
                  <c:v>17.39</c:v>
                </c:pt>
                <c:pt idx="5163">
                  <c:v>17.5</c:v>
                </c:pt>
                <c:pt idx="5164">
                  <c:v>17.63</c:v>
                </c:pt>
                <c:pt idx="5165">
                  <c:v>17.77</c:v>
                </c:pt>
                <c:pt idx="5166">
                  <c:v>17.78</c:v>
                </c:pt>
                <c:pt idx="5167">
                  <c:v>17.739999999999998</c:v>
                </c:pt>
                <c:pt idx="5168">
                  <c:v>17.84</c:v>
                </c:pt>
                <c:pt idx="5169">
                  <c:v>17.79</c:v>
                </c:pt>
                <c:pt idx="5170">
                  <c:v>17.600000000000001</c:v>
                </c:pt>
                <c:pt idx="5171">
                  <c:v>17.59</c:v>
                </c:pt>
                <c:pt idx="5172">
                  <c:v>17.5</c:v>
                </c:pt>
                <c:pt idx="5173">
                  <c:v>17.579999999999998</c:v>
                </c:pt>
                <c:pt idx="5174">
                  <c:v>17.7</c:v>
                </c:pt>
                <c:pt idx="5175">
                  <c:v>17.579999999999998</c:v>
                </c:pt>
                <c:pt idx="5176">
                  <c:v>17.7</c:v>
                </c:pt>
                <c:pt idx="5177">
                  <c:v>17.170000000000002</c:v>
                </c:pt>
                <c:pt idx="5178">
                  <c:v>17.54</c:v>
                </c:pt>
                <c:pt idx="5179">
                  <c:v>17.5</c:v>
                </c:pt>
                <c:pt idx="5180">
                  <c:v>17.47</c:v>
                </c:pt>
                <c:pt idx="5181">
                  <c:v>17.690000000000001</c:v>
                </c:pt>
                <c:pt idx="5182">
                  <c:v>17.940000000000001</c:v>
                </c:pt>
                <c:pt idx="5183">
                  <c:v>17.95</c:v>
                </c:pt>
                <c:pt idx="5184">
                  <c:v>17.899999999999999</c:v>
                </c:pt>
                <c:pt idx="5185">
                  <c:v>17.93</c:v>
                </c:pt>
                <c:pt idx="5186">
                  <c:v>17.88</c:v>
                </c:pt>
                <c:pt idx="5187">
                  <c:v>18.03</c:v>
                </c:pt>
                <c:pt idx="5188">
                  <c:v>17.899999999999999</c:v>
                </c:pt>
                <c:pt idx="5189">
                  <c:v>18.170000000000002</c:v>
                </c:pt>
                <c:pt idx="5190">
                  <c:v>17.98</c:v>
                </c:pt>
                <c:pt idx="5191">
                  <c:v>18.32</c:v>
                </c:pt>
                <c:pt idx="5192">
                  <c:v>18.579999999999998</c:v>
                </c:pt>
                <c:pt idx="5193">
                  <c:v>18.5</c:v>
                </c:pt>
                <c:pt idx="5194">
                  <c:v>18.66</c:v>
                </c:pt>
                <c:pt idx="5195">
                  <c:v>19.11</c:v>
                </c:pt>
                <c:pt idx="5196">
                  <c:v>19.13</c:v>
                </c:pt>
                <c:pt idx="5197">
                  <c:v>19.059999999999999</c:v>
                </c:pt>
                <c:pt idx="5198">
                  <c:v>18.739999999999998</c:v>
                </c:pt>
                <c:pt idx="5199">
                  <c:v>18.350000000000001</c:v>
                </c:pt>
                <c:pt idx="5200">
                  <c:v>18.41</c:v>
                </c:pt>
                <c:pt idx="5201">
                  <c:v>18.3</c:v>
                </c:pt>
                <c:pt idx="5202">
                  <c:v>18.41</c:v>
                </c:pt>
                <c:pt idx="5203">
                  <c:v>18.350000000000001</c:v>
                </c:pt>
                <c:pt idx="5204">
                  <c:v>18.29</c:v>
                </c:pt>
                <c:pt idx="5205">
                  <c:v>18.48</c:v>
                </c:pt>
                <c:pt idx="5206">
                  <c:v>18.48</c:v>
                </c:pt>
                <c:pt idx="5207">
                  <c:v>18.329999999999998</c:v>
                </c:pt>
                <c:pt idx="5208">
                  <c:v>18.510000000000002</c:v>
                </c:pt>
                <c:pt idx="5209">
                  <c:v>18.47</c:v>
                </c:pt>
                <c:pt idx="5210">
                  <c:v>18.36</c:v>
                </c:pt>
                <c:pt idx="5211">
                  <c:v>18.41</c:v>
                </c:pt>
                <c:pt idx="5212">
                  <c:v>18.48</c:v>
                </c:pt>
                <c:pt idx="5213">
                  <c:v>18.29</c:v>
                </c:pt>
                <c:pt idx="5214">
                  <c:v>18.29</c:v>
                </c:pt>
                <c:pt idx="5215">
                  <c:v>18.27</c:v>
                </c:pt>
                <c:pt idx="5216">
                  <c:v>17.71</c:v>
                </c:pt>
                <c:pt idx="5217">
                  <c:v>17.739999999999998</c:v>
                </c:pt>
                <c:pt idx="5218">
                  <c:v>17.8</c:v>
                </c:pt>
                <c:pt idx="5219">
                  <c:v>17.739999999999998</c:v>
                </c:pt>
                <c:pt idx="5220">
                  <c:v>17.739999999999998</c:v>
                </c:pt>
                <c:pt idx="5221">
                  <c:v>17.829999999999998</c:v>
                </c:pt>
                <c:pt idx="5222">
                  <c:v>17.71</c:v>
                </c:pt>
                <c:pt idx="5223">
                  <c:v>17.48</c:v>
                </c:pt>
                <c:pt idx="5224">
                  <c:v>17.600000000000001</c:v>
                </c:pt>
                <c:pt idx="5225">
                  <c:v>17.670000000000002</c:v>
                </c:pt>
                <c:pt idx="5226">
                  <c:v>17.66</c:v>
                </c:pt>
                <c:pt idx="5227">
                  <c:v>17.940000000000001</c:v>
                </c:pt>
                <c:pt idx="5228">
                  <c:v>18.03</c:v>
                </c:pt>
                <c:pt idx="5229">
                  <c:v>17.899999999999999</c:v>
                </c:pt>
                <c:pt idx="5230">
                  <c:v>18.09</c:v>
                </c:pt>
                <c:pt idx="5231">
                  <c:v>18.350000000000001</c:v>
                </c:pt>
                <c:pt idx="5232">
                  <c:v>18.059999999999999</c:v>
                </c:pt>
                <c:pt idx="5233">
                  <c:v>18.260000000000002</c:v>
                </c:pt>
                <c:pt idx="5234">
                  <c:v>18.23</c:v>
                </c:pt>
                <c:pt idx="5235">
                  <c:v>18.170000000000002</c:v>
                </c:pt>
                <c:pt idx="5236">
                  <c:v>17.95</c:v>
                </c:pt>
                <c:pt idx="5237">
                  <c:v>17.86</c:v>
                </c:pt>
                <c:pt idx="5238">
                  <c:v>18.100000000000001</c:v>
                </c:pt>
                <c:pt idx="5239">
                  <c:v>18.07</c:v>
                </c:pt>
                <c:pt idx="5240">
                  <c:v>18.34</c:v>
                </c:pt>
                <c:pt idx="5241">
                  <c:v>18.46</c:v>
                </c:pt>
                <c:pt idx="5242">
                  <c:v>18.489999999999998</c:v>
                </c:pt>
                <c:pt idx="5243">
                  <c:v>18.260000000000002</c:v>
                </c:pt>
                <c:pt idx="5244">
                  <c:v>18.14</c:v>
                </c:pt>
                <c:pt idx="5245">
                  <c:v>17.88</c:v>
                </c:pt>
                <c:pt idx="5246">
                  <c:v>17.68</c:v>
                </c:pt>
                <c:pt idx="5247">
                  <c:v>17.55</c:v>
                </c:pt>
                <c:pt idx="5248">
                  <c:v>17.36</c:v>
                </c:pt>
                <c:pt idx="5249">
                  <c:v>17.21</c:v>
                </c:pt>
                <c:pt idx="5250">
                  <c:v>17.25</c:v>
                </c:pt>
                <c:pt idx="5251">
                  <c:v>17.54</c:v>
                </c:pt>
                <c:pt idx="5252">
                  <c:v>17.57</c:v>
                </c:pt>
                <c:pt idx="5253">
                  <c:v>17.5</c:v>
                </c:pt>
                <c:pt idx="5254">
                  <c:v>17.55</c:v>
                </c:pt>
                <c:pt idx="5255">
                  <c:v>17.57</c:v>
                </c:pt>
                <c:pt idx="5256">
                  <c:v>17.37</c:v>
                </c:pt>
                <c:pt idx="5257">
                  <c:v>17.399999999999999</c:v>
                </c:pt>
                <c:pt idx="5258">
                  <c:v>17.510000000000002</c:v>
                </c:pt>
                <c:pt idx="5259">
                  <c:v>17.14</c:v>
                </c:pt>
                <c:pt idx="5260">
                  <c:v>17</c:v>
                </c:pt>
                <c:pt idx="5261">
                  <c:v>16.91</c:v>
                </c:pt>
                <c:pt idx="5262">
                  <c:v>16.61</c:v>
                </c:pt>
                <c:pt idx="5263">
                  <c:v>16.7</c:v>
                </c:pt>
                <c:pt idx="5264">
                  <c:v>16.440000000000001</c:v>
                </c:pt>
                <c:pt idx="5265">
                  <c:v>16.739999999999998</c:v>
                </c:pt>
                <c:pt idx="5266">
                  <c:v>16.829999999999998</c:v>
                </c:pt>
                <c:pt idx="5267">
                  <c:v>17.239999999999998</c:v>
                </c:pt>
                <c:pt idx="5268">
                  <c:v>17.37</c:v>
                </c:pt>
                <c:pt idx="5269">
                  <c:v>17.21</c:v>
                </c:pt>
                <c:pt idx="5270">
                  <c:v>17.34</c:v>
                </c:pt>
                <c:pt idx="5271">
                  <c:v>17.600000000000001</c:v>
                </c:pt>
                <c:pt idx="5272">
                  <c:v>17.82</c:v>
                </c:pt>
                <c:pt idx="5273">
                  <c:v>17.829999999999998</c:v>
                </c:pt>
                <c:pt idx="5274">
                  <c:v>17.899999999999999</c:v>
                </c:pt>
                <c:pt idx="5275">
                  <c:v>17.82</c:v>
                </c:pt>
                <c:pt idx="5276">
                  <c:v>18.09</c:v>
                </c:pt>
                <c:pt idx="5277">
                  <c:v>18.34</c:v>
                </c:pt>
                <c:pt idx="5278">
                  <c:v>18.75</c:v>
                </c:pt>
                <c:pt idx="5279">
                  <c:v>18.75</c:v>
                </c:pt>
                <c:pt idx="5280">
                  <c:v>18.72</c:v>
                </c:pt>
                <c:pt idx="5281">
                  <c:v>18.59</c:v>
                </c:pt>
                <c:pt idx="5282">
                  <c:v>18.34</c:v>
                </c:pt>
                <c:pt idx="5283">
                  <c:v>18.3</c:v>
                </c:pt>
                <c:pt idx="5284">
                  <c:v>18.309999999999999</c:v>
                </c:pt>
                <c:pt idx="5285">
                  <c:v>18.53</c:v>
                </c:pt>
                <c:pt idx="5286">
                  <c:v>18.36</c:v>
                </c:pt>
                <c:pt idx="5287">
                  <c:v>18.38</c:v>
                </c:pt>
                <c:pt idx="5288">
                  <c:v>18.399999999999999</c:v>
                </c:pt>
                <c:pt idx="5289">
                  <c:v>18.18</c:v>
                </c:pt>
                <c:pt idx="5290">
                  <c:v>18.03</c:v>
                </c:pt>
                <c:pt idx="5291">
                  <c:v>17.53</c:v>
                </c:pt>
                <c:pt idx="5292">
                  <c:v>17.489999999999998</c:v>
                </c:pt>
                <c:pt idx="5293">
                  <c:v>17.61</c:v>
                </c:pt>
                <c:pt idx="5294">
                  <c:v>17.649999999999999</c:v>
                </c:pt>
                <c:pt idx="5295">
                  <c:v>17.52</c:v>
                </c:pt>
                <c:pt idx="5296">
                  <c:v>17.760000000000002</c:v>
                </c:pt>
                <c:pt idx="5297">
                  <c:v>18.04</c:v>
                </c:pt>
                <c:pt idx="5298">
                  <c:v>18.07</c:v>
                </c:pt>
                <c:pt idx="5299">
                  <c:v>18.23</c:v>
                </c:pt>
                <c:pt idx="5300">
                  <c:v>18.100000000000001</c:v>
                </c:pt>
                <c:pt idx="5301">
                  <c:v>17.77</c:v>
                </c:pt>
                <c:pt idx="5302">
                  <c:v>17.64</c:v>
                </c:pt>
                <c:pt idx="5303">
                  <c:v>17.64</c:v>
                </c:pt>
                <c:pt idx="5304">
                  <c:v>17.62</c:v>
                </c:pt>
                <c:pt idx="5305">
                  <c:v>17.649999999999999</c:v>
                </c:pt>
                <c:pt idx="5306">
                  <c:v>17.73</c:v>
                </c:pt>
                <c:pt idx="5307">
                  <c:v>17.899999999999999</c:v>
                </c:pt>
                <c:pt idx="5308">
                  <c:v>17.88</c:v>
                </c:pt>
                <c:pt idx="5309">
                  <c:v>17.64</c:v>
                </c:pt>
                <c:pt idx="5310">
                  <c:v>18.100000000000001</c:v>
                </c:pt>
                <c:pt idx="5311">
                  <c:v>18.23</c:v>
                </c:pt>
                <c:pt idx="5312">
                  <c:v>18.55</c:v>
                </c:pt>
                <c:pt idx="5313">
                  <c:v>18.579999999999998</c:v>
                </c:pt>
                <c:pt idx="5314">
                  <c:v>18.739999999999998</c:v>
                </c:pt>
                <c:pt idx="5315">
                  <c:v>18.64</c:v>
                </c:pt>
                <c:pt idx="5316">
                  <c:v>18.38</c:v>
                </c:pt>
                <c:pt idx="5317">
                  <c:v>17.96</c:v>
                </c:pt>
                <c:pt idx="5318">
                  <c:v>17.850000000000001</c:v>
                </c:pt>
                <c:pt idx="5319">
                  <c:v>17.899999999999999</c:v>
                </c:pt>
                <c:pt idx="5320">
                  <c:v>18</c:v>
                </c:pt>
                <c:pt idx="5321">
                  <c:v>17.98</c:v>
                </c:pt>
                <c:pt idx="5322">
                  <c:v>17.77</c:v>
                </c:pt>
                <c:pt idx="5323">
                  <c:v>17.47</c:v>
                </c:pt>
                <c:pt idx="5324">
                  <c:v>17.079999999999998</c:v>
                </c:pt>
                <c:pt idx="5325">
                  <c:v>17.34</c:v>
                </c:pt>
                <c:pt idx="5326">
                  <c:v>17.46</c:v>
                </c:pt>
                <c:pt idx="5327">
                  <c:v>17.57</c:v>
                </c:pt>
                <c:pt idx="5328">
                  <c:v>17.48</c:v>
                </c:pt>
                <c:pt idx="5329">
                  <c:v>17.53</c:v>
                </c:pt>
                <c:pt idx="5330">
                  <c:v>17.664999999999999</c:v>
                </c:pt>
                <c:pt idx="5331">
                  <c:v>18.245000000000001</c:v>
                </c:pt>
                <c:pt idx="5332">
                  <c:v>18.295000000000002</c:v>
                </c:pt>
                <c:pt idx="5333">
                  <c:v>18.350000000000001</c:v>
                </c:pt>
                <c:pt idx="5334">
                  <c:v>18.558800000000002</c:v>
                </c:pt>
                <c:pt idx="5335">
                  <c:v>18.420124999999999</c:v>
                </c:pt>
                <c:pt idx="5336">
                  <c:v>18.37227</c:v>
                </c:pt>
                <c:pt idx="5337">
                  <c:v>18.5382</c:v>
                </c:pt>
                <c:pt idx="5338">
                  <c:v>19.045935</c:v>
                </c:pt>
                <c:pt idx="5339">
                  <c:v>18.805994999999999</c:v>
                </c:pt>
                <c:pt idx="5340">
                  <c:v>19.187280000000001</c:v>
                </c:pt>
                <c:pt idx="5341">
                  <c:v>18.969847999999999</c:v>
                </c:pt>
                <c:pt idx="5342">
                  <c:v>18.567605</c:v>
                </c:pt>
                <c:pt idx="5343">
                  <c:v>18.235799999999998</c:v>
                </c:pt>
                <c:pt idx="5344">
                  <c:v>18.035999999999998</c:v>
                </c:pt>
                <c:pt idx="5345">
                  <c:v>18.221170000000001</c:v>
                </c:pt>
                <c:pt idx="5346">
                  <c:v>17.6172</c:v>
                </c:pt>
                <c:pt idx="5347">
                  <c:v>17.431640000000002</c:v>
                </c:pt>
                <c:pt idx="5348">
                  <c:v>17.381930000000001</c:v>
                </c:pt>
                <c:pt idx="5349">
                  <c:v>17.258272999999999</c:v>
                </c:pt>
                <c:pt idx="5350">
                  <c:v>17.294155</c:v>
                </c:pt>
                <c:pt idx="5351">
                  <c:v>17.33888</c:v>
                </c:pt>
                <c:pt idx="5352">
                  <c:v>17.289870000000001</c:v>
                </c:pt>
                <c:pt idx="5353">
                  <c:v>16.937100000000001</c:v>
                </c:pt>
                <c:pt idx="5354">
                  <c:v>16.710637999999999</c:v>
                </c:pt>
                <c:pt idx="5355">
                  <c:v>16.768080000000001</c:v>
                </c:pt>
                <c:pt idx="5356">
                  <c:v>16.702242999999999</c:v>
                </c:pt>
                <c:pt idx="5357">
                  <c:v>16.423272000000001</c:v>
                </c:pt>
                <c:pt idx="5358">
                  <c:v>16.259436000000001</c:v>
                </c:pt>
                <c:pt idx="5359">
                  <c:v>16.227587</c:v>
                </c:pt>
                <c:pt idx="5360">
                  <c:v>16.271597999999997</c:v>
                </c:pt>
                <c:pt idx="5361">
                  <c:v>16.168769999999999</c:v>
                </c:pt>
                <c:pt idx="5362">
                  <c:v>16.289114999999999</c:v>
                </c:pt>
                <c:pt idx="5363">
                  <c:v>16.442751999999999</c:v>
                </c:pt>
                <c:pt idx="5364">
                  <c:v>16.299117000000003</c:v>
                </c:pt>
                <c:pt idx="5365">
                  <c:v>16.008685</c:v>
                </c:pt>
                <c:pt idx="5366">
                  <c:v>16.315920000000002</c:v>
                </c:pt>
                <c:pt idx="5367">
                  <c:v>16.332366999999998</c:v>
                </c:pt>
                <c:pt idx="5368">
                  <c:v>16.178142000000001</c:v>
                </c:pt>
                <c:pt idx="5369">
                  <c:v>16.158936000000001</c:v>
                </c:pt>
                <c:pt idx="5370">
                  <c:v>16.043785</c:v>
                </c:pt>
                <c:pt idx="5371">
                  <c:v>15.950930000000001</c:v>
                </c:pt>
                <c:pt idx="5372">
                  <c:v>15.947840000000001</c:v>
                </c:pt>
                <c:pt idx="5373">
                  <c:v>15.758588</c:v>
                </c:pt>
                <c:pt idx="5374">
                  <c:v>15.424204</c:v>
                </c:pt>
                <c:pt idx="5375">
                  <c:v>15.379375</c:v>
                </c:pt>
                <c:pt idx="5376">
                  <c:v>15.398408</c:v>
                </c:pt>
                <c:pt idx="5377">
                  <c:v>15.492599999999999</c:v>
                </c:pt>
                <c:pt idx="5378">
                  <c:v>15.574686</c:v>
                </c:pt>
                <c:pt idx="5379">
                  <c:v>15.725160000000001</c:v>
                </c:pt>
                <c:pt idx="5380">
                  <c:v>15.710976</c:v>
                </c:pt>
                <c:pt idx="5381">
                  <c:v>15.764364</c:v>
                </c:pt>
                <c:pt idx="5382">
                  <c:v>15.673014</c:v>
                </c:pt>
                <c:pt idx="5383">
                  <c:v>15.43374</c:v>
                </c:pt>
                <c:pt idx="5384">
                  <c:v>15.4496</c:v>
                </c:pt>
                <c:pt idx="5385">
                  <c:v>15.431364</c:v>
                </c:pt>
                <c:pt idx="5386">
                  <c:v>15.244772000000001</c:v>
                </c:pt>
                <c:pt idx="5387">
                  <c:v>15.333988</c:v>
                </c:pt>
                <c:pt idx="5388">
                  <c:v>15.433599999999998</c:v>
                </c:pt>
                <c:pt idx="5389">
                  <c:v>15.782315000000001</c:v>
                </c:pt>
                <c:pt idx="5390">
                  <c:v>15.748800000000001</c:v>
                </c:pt>
                <c:pt idx="5391">
                  <c:v>15.641728000000001</c:v>
                </c:pt>
                <c:pt idx="5392">
                  <c:v>15.432270000000001</c:v>
                </c:pt>
                <c:pt idx="5393">
                  <c:v>15.487088000000002</c:v>
                </c:pt>
                <c:pt idx="5394">
                  <c:v>15.654902999999999</c:v>
                </c:pt>
                <c:pt idx="5395">
                  <c:v>15.532537999999999</c:v>
                </c:pt>
                <c:pt idx="5396">
                  <c:v>15.794148</c:v>
                </c:pt>
                <c:pt idx="5397">
                  <c:v>15.971568</c:v>
                </c:pt>
                <c:pt idx="5398">
                  <c:v>16.047218000000001</c:v>
                </c:pt>
                <c:pt idx="5399">
                  <c:v>16.114079999999998</c:v>
                </c:pt>
                <c:pt idx="5400">
                  <c:v>16.208883</c:v>
                </c:pt>
                <c:pt idx="5401">
                  <c:v>16.336801999999999</c:v>
                </c:pt>
                <c:pt idx="5402">
                  <c:v>16.492799999999999</c:v>
                </c:pt>
                <c:pt idx="5403">
                  <c:v>16.106068</c:v>
                </c:pt>
                <c:pt idx="5404">
                  <c:v>16.143214</c:v>
                </c:pt>
                <c:pt idx="5405">
                  <c:v>15.992415000000001</c:v>
                </c:pt>
                <c:pt idx="5406">
                  <c:v>15.81916</c:v>
                </c:pt>
                <c:pt idx="5407">
                  <c:v>15.812242000000001</c:v>
                </c:pt>
                <c:pt idx="5408">
                  <c:v>15.895</c:v>
                </c:pt>
                <c:pt idx="5409">
                  <c:v>16.002099999999999</c:v>
                </c:pt>
                <c:pt idx="5410">
                  <c:v>15.98982</c:v>
                </c:pt>
                <c:pt idx="5411">
                  <c:v>15.98982</c:v>
                </c:pt>
                <c:pt idx="5412">
                  <c:v>16.056827999999999</c:v>
                </c:pt>
                <c:pt idx="5413">
                  <c:v>16.26961</c:v>
                </c:pt>
                <c:pt idx="5414">
                  <c:v>16.212973999999999</c:v>
                </c:pt>
                <c:pt idx="5415">
                  <c:v>16.241675999999998</c:v>
                </c:pt>
                <c:pt idx="5416">
                  <c:v>16.078831000000001</c:v>
                </c:pt>
                <c:pt idx="5417">
                  <c:v>16.238897999999999</c:v>
                </c:pt>
                <c:pt idx="5418">
                  <c:v>16.474319999999999</c:v>
                </c:pt>
                <c:pt idx="5419">
                  <c:v>16.419384000000001</c:v>
                </c:pt>
                <c:pt idx="5420">
                  <c:v>16.446258</c:v>
                </c:pt>
                <c:pt idx="5421">
                  <c:v>16.365755</c:v>
                </c:pt>
                <c:pt idx="5422">
                  <c:v>16.663098000000002</c:v>
                </c:pt>
                <c:pt idx="5423">
                  <c:v>16.770267</c:v>
                </c:pt>
                <c:pt idx="5424">
                  <c:v>16.78425</c:v>
                </c:pt>
                <c:pt idx="5425">
                  <c:v>16.874663999999999</c:v>
                </c:pt>
                <c:pt idx="5426">
                  <c:v>16.666620000000002</c:v>
                </c:pt>
                <c:pt idx="5427">
                  <c:v>16.495221000000001</c:v>
                </c:pt>
                <c:pt idx="5428">
                  <c:v>16.432416</c:v>
                </c:pt>
                <c:pt idx="5429">
                  <c:v>16.388680000000001</c:v>
                </c:pt>
                <c:pt idx="5430">
                  <c:v>16.381675000000001</c:v>
                </c:pt>
                <c:pt idx="5431">
                  <c:v>16.100300000000001</c:v>
                </c:pt>
                <c:pt idx="5432">
                  <c:v>16.144359999999999</c:v>
                </c:pt>
                <c:pt idx="5433">
                  <c:v>16.442885</c:v>
                </c:pt>
                <c:pt idx="5434">
                  <c:v>16.286178</c:v>
                </c:pt>
                <c:pt idx="5435">
                  <c:v>16.158432000000001</c:v>
                </c:pt>
                <c:pt idx="5436">
                  <c:v>16.045020000000001</c:v>
                </c:pt>
                <c:pt idx="5437">
                  <c:v>15.814604999999998</c:v>
                </c:pt>
                <c:pt idx="5438">
                  <c:v>15.624774</c:v>
                </c:pt>
                <c:pt idx="5439">
                  <c:v>15.756300000000001</c:v>
                </c:pt>
                <c:pt idx="5440">
                  <c:v>15.658764000000001</c:v>
                </c:pt>
                <c:pt idx="5441">
                  <c:v>15.663312000000001</c:v>
                </c:pt>
                <c:pt idx="5442">
                  <c:v>15.817119999999999</c:v>
                </c:pt>
                <c:pt idx="5443">
                  <c:v>15.782687000000001</c:v>
                </c:pt>
                <c:pt idx="5444">
                  <c:v>15.712829999999999</c:v>
                </c:pt>
                <c:pt idx="5445">
                  <c:v>15.701143999999999</c:v>
                </c:pt>
                <c:pt idx="5446">
                  <c:v>15.96672</c:v>
                </c:pt>
                <c:pt idx="5447">
                  <c:v>15.875563</c:v>
                </c:pt>
                <c:pt idx="5448">
                  <c:v>15.409845000000001</c:v>
                </c:pt>
                <c:pt idx="5449">
                  <c:v>15.302458999999999</c:v>
                </c:pt>
                <c:pt idx="5450">
                  <c:v>15.343145999999999</c:v>
                </c:pt>
                <c:pt idx="5451">
                  <c:v>15.436233999999999</c:v>
                </c:pt>
                <c:pt idx="5452">
                  <c:v>15.368952</c:v>
                </c:pt>
                <c:pt idx="5453">
                  <c:v>15.308376000000001</c:v>
                </c:pt>
                <c:pt idx="5454">
                  <c:v>15.184341</c:v>
                </c:pt>
                <c:pt idx="5455">
                  <c:v>14.899138000000001</c:v>
                </c:pt>
                <c:pt idx="5456">
                  <c:v>14.917356</c:v>
                </c:pt>
                <c:pt idx="5457">
                  <c:v>14.916038</c:v>
                </c:pt>
                <c:pt idx="5458">
                  <c:v>14.931158</c:v>
                </c:pt>
                <c:pt idx="5459">
                  <c:v>14.957489000000001</c:v>
                </c:pt>
                <c:pt idx="5460">
                  <c:v>14.758154999999999</c:v>
                </c:pt>
                <c:pt idx="5461">
                  <c:v>14.828250000000001</c:v>
                </c:pt>
                <c:pt idx="5462">
                  <c:v>14.848230000000001</c:v>
                </c:pt>
                <c:pt idx="5463">
                  <c:v>14.859650999999999</c:v>
                </c:pt>
                <c:pt idx="5464">
                  <c:v>14.876832</c:v>
                </c:pt>
                <c:pt idx="5465">
                  <c:v>14.774861000000001</c:v>
                </c:pt>
                <c:pt idx="5466">
                  <c:v>14.86209</c:v>
                </c:pt>
                <c:pt idx="5467">
                  <c:v>14.934683999999999</c:v>
                </c:pt>
                <c:pt idx="5468">
                  <c:v>14.968608</c:v>
                </c:pt>
                <c:pt idx="5469">
                  <c:v>14.902056</c:v>
                </c:pt>
                <c:pt idx="5470">
                  <c:v>14.898847</c:v>
                </c:pt>
                <c:pt idx="5471">
                  <c:v>14.895909</c:v>
                </c:pt>
                <c:pt idx="5472">
                  <c:v>14.783366000000001</c:v>
                </c:pt>
                <c:pt idx="5473">
                  <c:v>14.813599999999999</c:v>
                </c:pt>
                <c:pt idx="5474">
                  <c:v>14.665719999999999</c:v>
                </c:pt>
                <c:pt idx="5475">
                  <c:v>14.532938</c:v>
                </c:pt>
                <c:pt idx="5476">
                  <c:v>14.403280000000001</c:v>
                </c:pt>
                <c:pt idx="5477">
                  <c:v>14.316500000000001</c:v>
                </c:pt>
                <c:pt idx="5478">
                  <c:v>14.453767000000001</c:v>
                </c:pt>
                <c:pt idx="5479">
                  <c:v>14.585588</c:v>
                </c:pt>
                <c:pt idx="5480">
                  <c:v>14.666471</c:v>
                </c:pt>
                <c:pt idx="5481">
                  <c:v>14.710863999999999</c:v>
                </c:pt>
                <c:pt idx="5482">
                  <c:v>14.627457</c:v>
                </c:pt>
                <c:pt idx="5483">
                  <c:v>14.601398</c:v>
                </c:pt>
                <c:pt idx="5484">
                  <c:v>14.611832999999999</c:v>
                </c:pt>
                <c:pt idx="5485">
                  <c:v>14.653476000000001</c:v>
                </c:pt>
                <c:pt idx="5486">
                  <c:v>14.692786000000002</c:v>
                </c:pt>
                <c:pt idx="5487">
                  <c:v>14.814401</c:v>
                </c:pt>
                <c:pt idx="5488">
                  <c:v>14.756606999999999</c:v>
                </c:pt>
                <c:pt idx="5489">
                  <c:v>14.944913</c:v>
                </c:pt>
                <c:pt idx="5490">
                  <c:v>14.98587</c:v>
                </c:pt>
                <c:pt idx="5491">
                  <c:v>15.151296</c:v>
                </c:pt>
                <c:pt idx="5492">
                  <c:v>15.251099999999999</c:v>
                </c:pt>
                <c:pt idx="5493">
                  <c:v>14.908014000000001</c:v>
                </c:pt>
                <c:pt idx="5494">
                  <c:v>14.980193</c:v>
                </c:pt>
                <c:pt idx="5495">
                  <c:v>14.989518</c:v>
                </c:pt>
                <c:pt idx="5496">
                  <c:v>15.0672</c:v>
                </c:pt>
                <c:pt idx="5497">
                  <c:v>14.991282000000002</c:v>
                </c:pt>
                <c:pt idx="5498">
                  <c:v>15.065050000000001</c:v>
                </c:pt>
                <c:pt idx="5499">
                  <c:v>14.953749</c:v>
                </c:pt>
                <c:pt idx="5500">
                  <c:v>15.03645</c:v>
                </c:pt>
                <c:pt idx="5501">
                  <c:v>15.078456000000001</c:v>
                </c:pt>
                <c:pt idx="5502">
                  <c:v>15.142647999999999</c:v>
                </c:pt>
                <c:pt idx="5503">
                  <c:v>15.005660000000001</c:v>
                </c:pt>
                <c:pt idx="5504">
                  <c:v>14.873234999999999</c:v>
                </c:pt>
                <c:pt idx="5505">
                  <c:v>14.889579000000001</c:v>
                </c:pt>
                <c:pt idx="5506">
                  <c:v>14.94576</c:v>
                </c:pt>
                <c:pt idx="5507">
                  <c:v>14.877096</c:v>
                </c:pt>
                <c:pt idx="5508">
                  <c:v>14.784623</c:v>
                </c:pt>
                <c:pt idx="5509">
                  <c:v>14.698625</c:v>
                </c:pt>
                <c:pt idx="5510">
                  <c:v>14.756973</c:v>
                </c:pt>
                <c:pt idx="5511">
                  <c:v>14.814931999999999</c:v>
                </c:pt>
                <c:pt idx="5512">
                  <c:v>14.902161000000001</c:v>
                </c:pt>
                <c:pt idx="5513">
                  <c:v>14.693660999999999</c:v>
                </c:pt>
                <c:pt idx="5514">
                  <c:v>14.407282</c:v>
                </c:pt>
                <c:pt idx="5515">
                  <c:v>14.426801000000001</c:v>
                </c:pt>
                <c:pt idx="5516">
                  <c:v>14.706627000000001</c:v>
                </c:pt>
                <c:pt idx="5517">
                  <c:v>14.611533999999999</c:v>
                </c:pt>
                <c:pt idx="5518">
                  <c:v>14.552888000000001</c:v>
                </c:pt>
                <c:pt idx="5519">
                  <c:v>14.67446</c:v>
                </c:pt>
                <c:pt idx="5520">
                  <c:v>14.708155</c:v>
                </c:pt>
                <c:pt idx="5521">
                  <c:v>14.631695000000001</c:v>
                </c:pt>
                <c:pt idx="5522">
                  <c:v>14.635681</c:v>
                </c:pt>
                <c:pt idx="5523">
                  <c:v>14.549875</c:v>
                </c:pt>
                <c:pt idx="5524">
                  <c:v>14.644572</c:v>
                </c:pt>
                <c:pt idx="5525">
                  <c:v>14.764035</c:v>
                </c:pt>
                <c:pt idx="5526">
                  <c:v>14.743805999999999</c:v>
                </c:pt>
                <c:pt idx="5527">
                  <c:v>14.7446</c:v>
                </c:pt>
                <c:pt idx="5528">
                  <c:v>14.725417</c:v>
                </c:pt>
                <c:pt idx="5529">
                  <c:v>14.644173</c:v>
                </c:pt>
                <c:pt idx="5530">
                  <c:v>14.517023</c:v>
                </c:pt>
                <c:pt idx="5531">
                  <c:v>14.57681</c:v>
                </c:pt>
                <c:pt idx="5532">
                  <c:v>14.224210000000001</c:v>
                </c:pt>
                <c:pt idx="5533">
                  <c:v>14.196624999999999</c:v>
                </c:pt>
                <c:pt idx="5534">
                  <c:v>14.14434</c:v>
                </c:pt>
                <c:pt idx="5535">
                  <c:v>14.114535</c:v>
                </c:pt>
                <c:pt idx="5536">
                  <c:v>14.090927999999998</c:v>
                </c:pt>
                <c:pt idx="5537">
                  <c:v>14.180272</c:v>
                </c:pt>
                <c:pt idx="5538">
                  <c:v>14.445772999999999</c:v>
                </c:pt>
                <c:pt idx="5539">
                  <c:v>14.855329999999999</c:v>
                </c:pt>
                <c:pt idx="5540">
                  <c:v>14.585367000000002</c:v>
                </c:pt>
                <c:pt idx="5541">
                  <c:v>14.514201</c:v>
                </c:pt>
                <c:pt idx="5542">
                  <c:v>14.370591999999998</c:v>
                </c:pt>
                <c:pt idx="5543">
                  <c:v>14.4902</c:v>
                </c:pt>
                <c:pt idx="5544">
                  <c:v>14.38809</c:v>
                </c:pt>
                <c:pt idx="5545">
                  <c:v>14.491598</c:v>
                </c:pt>
                <c:pt idx="5546">
                  <c:v>14.419248</c:v>
                </c:pt>
                <c:pt idx="5547">
                  <c:v>14.481583000000001</c:v>
                </c:pt>
                <c:pt idx="5548">
                  <c:v>14.475899999999999</c:v>
                </c:pt>
                <c:pt idx="5549">
                  <c:v>14.532140999999999</c:v>
                </c:pt>
                <c:pt idx="5550">
                  <c:v>14.438877999999999</c:v>
                </c:pt>
                <c:pt idx="5551">
                  <c:v>14.345069000000001</c:v>
                </c:pt>
                <c:pt idx="5552">
                  <c:v>14.191358000000001</c:v>
                </c:pt>
                <c:pt idx="5553">
                  <c:v>14.009333999999999</c:v>
                </c:pt>
                <c:pt idx="5554">
                  <c:v>13.990802</c:v>
                </c:pt>
                <c:pt idx="5555">
                  <c:v>14.031893999999999</c:v>
                </c:pt>
                <c:pt idx="5556">
                  <c:v>13.936536</c:v>
                </c:pt>
                <c:pt idx="5557">
                  <c:v>13.824544000000001</c:v>
                </c:pt>
                <c:pt idx="5558">
                  <c:v>13.841906</c:v>
                </c:pt>
                <c:pt idx="5559">
                  <c:v>13.924043999999999</c:v>
                </c:pt>
                <c:pt idx="5560">
                  <c:v>13.847243000000001</c:v>
                </c:pt>
                <c:pt idx="5561">
                  <c:v>13.742302</c:v>
                </c:pt>
                <c:pt idx="5562">
                  <c:v>13.768776000000001</c:v>
                </c:pt>
                <c:pt idx="5563">
                  <c:v>13.716028</c:v>
                </c:pt>
                <c:pt idx="5564">
                  <c:v>13.728085</c:v>
                </c:pt>
                <c:pt idx="5565">
                  <c:v>13.473018</c:v>
                </c:pt>
                <c:pt idx="5566">
                  <c:v>13.628160000000001</c:v>
                </c:pt>
                <c:pt idx="5567">
                  <c:v>13.444773</c:v>
                </c:pt>
                <c:pt idx="5568">
                  <c:v>13.606869</c:v>
                </c:pt>
                <c:pt idx="5569">
                  <c:v>13.418585</c:v>
                </c:pt>
                <c:pt idx="5570">
                  <c:v>13.401356</c:v>
                </c:pt>
                <c:pt idx="5571">
                  <c:v>13.701687999999999</c:v>
                </c:pt>
                <c:pt idx="5572">
                  <c:v>13.833599999999999</c:v>
                </c:pt>
                <c:pt idx="5573">
                  <c:v>13.885491</c:v>
                </c:pt>
                <c:pt idx="5574">
                  <c:v>13.606593</c:v>
                </c:pt>
                <c:pt idx="5575">
                  <c:v>13.751099999999999</c:v>
                </c:pt>
                <c:pt idx="5576">
                  <c:v>14.015463</c:v>
                </c:pt>
                <c:pt idx="5577">
                  <c:v>13.671512</c:v>
                </c:pt>
                <c:pt idx="5578">
                  <c:v>13.646745000000001</c:v>
                </c:pt>
                <c:pt idx="5579">
                  <c:v>13.490527999999999</c:v>
                </c:pt>
                <c:pt idx="5580">
                  <c:v>13.706123</c:v>
                </c:pt>
                <c:pt idx="5581">
                  <c:v>13.747298000000001</c:v>
                </c:pt>
                <c:pt idx="5582">
                  <c:v>14.020864</c:v>
                </c:pt>
                <c:pt idx="5583">
                  <c:v>14.003342999999999</c:v>
                </c:pt>
                <c:pt idx="5584">
                  <c:v>13.993014000000001</c:v>
                </c:pt>
                <c:pt idx="5585">
                  <c:v>14.062936000000001</c:v>
                </c:pt>
                <c:pt idx="5586">
                  <c:v>14.056485</c:v>
                </c:pt>
                <c:pt idx="5587">
                  <c:v>14.037369000000002</c:v>
                </c:pt>
                <c:pt idx="5588">
                  <c:v>13.958497999999999</c:v>
                </c:pt>
                <c:pt idx="5589">
                  <c:v>14.06104</c:v>
                </c:pt>
                <c:pt idx="5590">
                  <c:v>14.192261</c:v>
                </c:pt>
                <c:pt idx="5591">
                  <c:v>14.109712999999999</c:v>
                </c:pt>
                <c:pt idx="5592">
                  <c:v>14.000192999999999</c:v>
                </c:pt>
                <c:pt idx="5593">
                  <c:v>13.990325</c:v>
                </c:pt>
                <c:pt idx="5594">
                  <c:v>14.103155999999998</c:v>
                </c:pt>
                <c:pt idx="5595">
                  <c:v>14.120631000000001</c:v>
                </c:pt>
                <c:pt idx="5596">
                  <c:v>14.121864</c:v>
                </c:pt>
                <c:pt idx="5597">
                  <c:v>14.316437000000001</c:v>
                </c:pt>
                <c:pt idx="5598">
                  <c:v>14.391090999999999</c:v>
                </c:pt>
                <c:pt idx="5599">
                  <c:v>14.418900000000001</c:v>
                </c:pt>
                <c:pt idx="5600">
                  <c:v>14.427560000000001</c:v>
                </c:pt>
                <c:pt idx="5601">
                  <c:v>14.247400000000001</c:v>
                </c:pt>
                <c:pt idx="5602">
                  <c:v>14.219837999999999</c:v>
                </c:pt>
                <c:pt idx="5603">
                  <c:v>14.370139999999999</c:v>
                </c:pt>
                <c:pt idx="5604">
                  <c:v>14.415467000000001</c:v>
                </c:pt>
                <c:pt idx="5605">
                  <c:v>14.141110000000001</c:v>
                </c:pt>
                <c:pt idx="5606">
                  <c:v>14.033520000000001</c:v>
                </c:pt>
                <c:pt idx="5607">
                  <c:v>13.821553</c:v>
                </c:pt>
                <c:pt idx="5608">
                  <c:v>13.807896000000001</c:v>
                </c:pt>
                <c:pt idx="5609">
                  <c:v>13.74175</c:v>
                </c:pt>
                <c:pt idx="5610">
                  <c:v>13.616936000000001</c:v>
                </c:pt>
                <c:pt idx="5611">
                  <c:v>13.861898000000002</c:v>
                </c:pt>
                <c:pt idx="5612">
                  <c:v>13.859131999999999</c:v>
                </c:pt>
                <c:pt idx="5613">
                  <c:v>13.733233</c:v>
                </c:pt>
                <c:pt idx="5614">
                  <c:v>13.729884</c:v>
                </c:pt>
                <c:pt idx="5615">
                  <c:v>13.754624</c:v>
                </c:pt>
                <c:pt idx="5616">
                  <c:v>13.639926000000001</c:v>
                </c:pt>
                <c:pt idx="5617">
                  <c:v>13.655050000000001</c:v>
                </c:pt>
                <c:pt idx="5618">
                  <c:v>13.74844</c:v>
                </c:pt>
                <c:pt idx="5619">
                  <c:v>13.814375999999999</c:v>
                </c:pt>
                <c:pt idx="5620">
                  <c:v>13.690424999999999</c:v>
                </c:pt>
                <c:pt idx="5621">
                  <c:v>13.667999999999999</c:v>
                </c:pt>
                <c:pt idx="5622">
                  <c:v>13.574901000000001</c:v>
                </c:pt>
                <c:pt idx="5623">
                  <c:v>13.626875999999999</c:v>
                </c:pt>
                <c:pt idx="5624">
                  <c:v>13.714413</c:v>
                </c:pt>
                <c:pt idx="5625">
                  <c:v>13.636937</c:v>
                </c:pt>
                <c:pt idx="5626">
                  <c:v>13.764644000000001</c:v>
                </c:pt>
                <c:pt idx="5627">
                  <c:v>13.917933</c:v>
                </c:pt>
                <c:pt idx="5628">
                  <c:v>13.814112</c:v>
                </c:pt>
                <c:pt idx="5629">
                  <c:v>13.759410000000001</c:v>
                </c:pt>
                <c:pt idx="5630">
                  <c:v>13.91324</c:v>
                </c:pt>
                <c:pt idx="5631">
                  <c:v>13.564382999999999</c:v>
                </c:pt>
                <c:pt idx="5632">
                  <c:v>13.854825</c:v>
                </c:pt>
                <c:pt idx="5633">
                  <c:v>13.962878</c:v>
                </c:pt>
                <c:pt idx="5634">
                  <c:v>14.133687999999999</c:v>
                </c:pt>
                <c:pt idx="5635">
                  <c:v>13.881697999999998</c:v>
                </c:pt>
                <c:pt idx="5636">
                  <c:v>13.787865</c:v>
                </c:pt>
                <c:pt idx="5637">
                  <c:v>13.655861999999999</c:v>
                </c:pt>
                <c:pt idx="5638">
                  <c:v>13.697711999999999</c:v>
                </c:pt>
                <c:pt idx="5639">
                  <c:v>13.468830000000001</c:v>
                </c:pt>
                <c:pt idx="5640">
                  <c:v>13.553652</c:v>
                </c:pt>
                <c:pt idx="5641">
                  <c:v>13.501472000000001</c:v>
                </c:pt>
                <c:pt idx="5642">
                  <c:v>13.912357</c:v>
                </c:pt>
                <c:pt idx="5643">
                  <c:v>13.931379</c:v>
                </c:pt>
                <c:pt idx="5644">
                  <c:v>13.830245</c:v>
                </c:pt>
                <c:pt idx="5645">
                  <c:v>13.8444</c:v>
                </c:pt>
                <c:pt idx="5646">
                  <c:v>13.80996</c:v>
                </c:pt>
                <c:pt idx="5647">
                  <c:v>13.892358</c:v>
                </c:pt>
                <c:pt idx="5648">
                  <c:v>13.812968000000001</c:v>
                </c:pt>
                <c:pt idx="5649">
                  <c:v>13.583052</c:v>
                </c:pt>
                <c:pt idx="5650">
                  <c:v>13.41929</c:v>
                </c:pt>
                <c:pt idx="5651">
                  <c:v>13.215527999999999</c:v>
                </c:pt>
                <c:pt idx="5652">
                  <c:v>13.215527999999999</c:v>
                </c:pt>
                <c:pt idx="5653">
                  <c:v>13.24644</c:v>
                </c:pt>
                <c:pt idx="5654">
                  <c:v>13.189275</c:v>
                </c:pt>
                <c:pt idx="5655">
                  <c:v>13.167611999999998</c:v>
                </c:pt>
                <c:pt idx="5656">
                  <c:v>13.079724000000001</c:v>
                </c:pt>
                <c:pt idx="5657">
                  <c:v>12.902384999999999</c:v>
                </c:pt>
                <c:pt idx="5658">
                  <c:v>12.895572999999999</c:v>
                </c:pt>
                <c:pt idx="5659">
                  <c:v>12.9537</c:v>
                </c:pt>
                <c:pt idx="5660">
                  <c:v>12.922988</c:v>
                </c:pt>
                <c:pt idx="5661">
                  <c:v>12.790284999999999</c:v>
                </c:pt>
                <c:pt idx="5662">
                  <c:v>12.714575999999999</c:v>
                </c:pt>
                <c:pt idx="5663">
                  <c:v>12.570908999999999</c:v>
                </c:pt>
                <c:pt idx="5664">
                  <c:v>12.524988</c:v>
                </c:pt>
                <c:pt idx="5665">
                  <c:v>12.611403000000001</c:v>
                </c:pt>
                <c:pt idx="5666">
                  <c:v>12.816611</c:v>
                </c:pt>
                <c:pt idx="5667">
                  <c:v>12.90836</c:v>
                </c:pt>
                <c:pt idx="5668">
                  <c:v>13.314508</c:v>
                </c:pt>
                <c:pt idx="5669">
                  <c:v>13.229485</c:v>
                </c:pt>
                <c:pt idx="5670">
                  <c:v>13.327865999999998</c:v>
                </c:pt>
                <c:pt idx="5671">
                  <c:v>13.463324999999999</c:v>
                </c:pt>
                <c:pt idx="5672">
                  <c:v>13.506773000000001</c:v>
                </c:pt>
                <c:pt idx="5673">
                  <c:v>13.8651</c:v>
                </c:pt>
                <c:pt idx="5674">
                  <c:v>13.608037999999999</c:v>
                </c:pt>
                <c:pt idx="5675">
                  <c:v>13.672808</c:v>
                </c:pt>
                <c:pt idx="5676">
                  <c:v>13.515917</c:v>
                </c:pt>
                <c:pt idx="5677">
                  <c:v>13.743072999999999</c:v>
                </c:pt>
                <c:pt idx="5678">
                  <c:v>13.785288000000001</c:v>
                </c:pt>
                <c:pt idx="5679">
                  <c:v>13.534357999999999</c:v>
                </c:pt>
                <c:pt idx="5680">
                  <c:v>13.455219999999999</c:v>
                </c:pt>
                <c:pt idx="5681">
                  <c:v>13.271710000000001</c:v>
                </c:pt>
                <c:pt idx="5682">
                  <c:v>13.198452</c:v>
                </c:pt>
                <c:pt idx="5683">
                  <c:v>12.966733999999999</c:v>
                </c:pt>
                <c:pt idx="5684">
                  <c:v>12.87744</c:v>
                </c:pt>
                <c:pt idx="5685">
                  <c:v>13.026720000000001</c:v>
                </c:pt>
                <c:pt idx="5686">
                  <c:v>12.915812000000001</c:v>
                </c:pt>
                <c:pt idx="5687">
                  <c:v>12.783004</c:v>
                </c:pt>
                <c:pt idx="5688">
                  <c:v>12.643276</c:v>
                </c:pt>
                <c:pt idx="5689">
                  <c:v>12.714606000000002</c:v>
                </c:pt>
                <c:pt idx="5690">
                  <c:v>12.600742</c:v>
                </c:pt>
                <c:pt idx="5691">
                  <c:v>12.697533</c:v>
                </c:pt>
                <c:pt idx="5692">
                  <c:v>12.68538</c:v>
                </c:pt>
                <c:pt idx="5693">
                  <c:v>12.661994</c:v>
                </c:pt>
                <c:pt idx="5694">
                  <c:v>12.681153</c:v>
                </c:pt>
                <c:pt idx="5695">
                  <c:v>12.641764</c:v>
                </c:pt>
                <c:pt idx="5696">
                  <c:v>12.823124999999999</c:v>
                </c:pt>
                <c:pt idx="5697">
                  <c:v>12.995999999999999</c:v>
                </c:pt>
                <c:pt idx="5698">
                  <c:v>12.963635</c:v>
                </c:pt>
                <c:pt idx="5699">
                  <c:v>12.998213</c:v>
                </c:pt>
                <c:pt idx="5700">
                  <c:v>12.986882000000001</c:v>
                </c:pt>
                <c:pt idx="5701">
                  <c:v>13.149675</c:v>
                </c:pt>
                <c:pt idx="5702">
                  <c:v>13.151584</c:v>
                </c:pt>
                <c:pt idx="5703">
                  <c:v>13.167713000000001</c:v>
                </c:pt>
                <c:pt idx="5704">
                  <c:v>13.034286999999999</c:v>
                </c:pt>
                <c:pt idx="5705">
                  <c:v>13.037091</c:v>
                </c:pt>
                <c:pt idx="5706">
                  <c:v>13.084811999999999</c:v>
                </c:pt>
                <c:pt idx="5707">
                  <c:v>13.191668999999999</c:v>
                </c:pt>
                <c:pt idx="5708">
                  <c:v>13.088765</c:v>
                </c:pt>
                <c:pt idx="5709">
                  <c:v>13.017982999999999</c:v>
                </c:pt>
                <c:pt idx="5710">
                  <c:v>13.0479</c:v>
                </c:pt>
                <c:pt idx="5711">
                  <c:v>13.0617</c:v>
                </c:pt>
                <c:pt idx="5712">
                  <c:v>13.193613000000001</c:v>
                </c:pt>
                <c:pt idx="5713">
                  <c:v>13.152579000000001</c:v>
                </c:pt>
                <c:pt idx="5714">
                  <c:v>13.268568</c:v>
                </c:pt>
                <c:pt idx="5715">
                  <c:v>14.415569</c:v>
                </c:pt>
                <c:pt idx="5716">
                  <c:v>14.401130999999999</c:v>
                </c:pt>
                <c:pt idx="5717">
                  <c:v>14.730704000000001</c:v>
                </c:pt>
                <c:pt idx="5718">
                  <c:v>14.714700000000001</c:v>
                </c:pt>
                <c:pt idx="5719">
                  <c:v>14.744100000000001</c:v>
                </c:pt>
                <c:pt idx="5720">
                  <c:v>14.728230000000002</c:v>
                </c:pt>
                <c:pt idx="5721">
                  <c:v>14.645350000000001</c:v>
                </c:pt>
                <c:pt idx="5722">
                  <c:v>14.517937999999999</c:v>
                </c:pt>
                <c:pt idx="5723">
                  <c:v>14.343630000000001</c:v>
                </c:pt>
                <c:pt idx="5724">
                  <c:v>14.343630000000001</c:v>
                </c:pt>
                <c:pt idx="5725">
                  <c:v>14.321368999999999</c:v>
                </c:pt>
                <c:pt idx="5726">
                  <c:v>14.40945</c:v>
                </c:pt>
                <c:pt idx="5727">
                  <c:v>14.414845</c:v>
                </c:pt>
                <c:pt idx="5728">
                  <c:v>14.257210000000001</c:v>
                </c:pt>
                <c:pt idx="5729">
                  <c:v>14.042</c:v>
                </c:pt>
                <c:pt idx="5730">
                  <c:v>13.847816</c:v>
                </c:pt>
                <c:pt idx="5731">
                  <c:v>13.817206000000001</c:v>
                </c:pt>
                <c:pt idx="5732">
                  <c:v>13.812811999999999</c:v>
                </c:pt>
                <c:pt idx="5733">
                  <c:v>13.751735000000002</c:v>
                </c:pt>
                <c:pt idx="5734">
                  <c:v>13.674161</c:v>
                </c:pt>
                <c:pt idx="5735">
                  <c:v>13.684708000000001</c:v>
                </c:pt>
                <c:pt idx="5736">
                  <c:v>13.428059000000001</c:v>
                </c:pt>
                <c:pt idx="5737">
                  <c:v>13.487375999999999</c:v>
                </c:pt>
                <c:pt idx="5738">
                  <c:v>13.428623999999999</c:v>
                </c:pt>
                <c:pt idx="5739">
                  <c:v>13.396414</c:v>
                </c:pt>
                <c:pt idx="5740">
                  <c:v>13.312766999999999</c:v>
                </c:pt>
                <c:pt idx="5741">
                  <c:v>13.262280000000001</c:v>
                </c:pt>
                <c:pt idx="5742">
                  <c:v>13.041166</c:v>
                </c:pt>
                <c:pt idx="5743">
                  <c:v>13.148904999999999</c:v>
                </c:pt>
                <c:pt idx="5744">
                  <c:v>13.130165</c:v>
                </c:pt>
                <c:pt idx="5745">
                  <c:v>13.195402</c:v>
                </c:pt>
                <c:pt idx="5746">
                  <c:v>13.060815</c:v>
                </c:pt>
                <c:pt idx="5747">
                  <c:v>13.100625000000001</c:v>
                </c:pt>
                <c:pt idx="5748">
                  <c:v>13.084148000000001</c:v>
                </c:pt>
                <c:pt idx="5749">
                  <c:v>13.125530000000001</c:v>
                </c:pt>
                <c:pt idx="5750">
                  <c:v>13.08567</c:v>
                </c:pt>
                <c:pt idx="5751">
                  <c:v>13.385375</c:v>
                </c:pt>
                <c:pt idx="5752">
                  <c:v>13.283707</c:v>
                </c:pt>
                <c:pt idx="5753">
                  <c:v>13.258692000000002</c:v>
                </c:pt>
                <c:pt idx="5754">
                  <c:v>13.322480000000001</c:v>
                </c:pt>
                <c:pt idx="5755">
                  <c:v>13.313173999999998</c:v>
                </c:pt>
                <c:pt idx="5756">
                  <c:v>13.451801</c:v>
                </c:pt>
                <c:pt idx="5757">
                  <c:v>13.283823</c:v>
                </c:pt>
                <c:pt idx="5758">
                  <c:v>13.194077</c:v>
                </c:pt>
                <c:pt idx="5759">
                  <c:v>13.31311</c:v>
                </c:pt>
                <c:pt idx="5760">
                  <c:v>13.302381</c:v>
                </c:pt>
                <c:pt idx="5761">
                  <c:v>13.031238</c:v>
                </c:pt>
                <c:pt idx="5762">
                  <c:v>12.936925</c:v>
                </c:pt>
                <c:pt idx="5763">
                  <c:v>13.00231</c:v>
                </c:pt>
                <c:pt idx="5764">
                  <c:v>13.048390999999999</c:v>
                </c:pt>
                <c:pt idx="5765">
                  <c:v>13.119085</c:v>
                </c:pt>
                <c:pt idx="5766">
                  <c:v>13.171829000000001</c:v>
                </c:pt>
                <c:pt idx="5767">
                  <c:v>13.326300000000002</c:v>
                </c:pt>
                <c:pt idx="5768">
                  <c:v>13.693887999999999</c:v>
                </c:pt>
                <c:pt idx="5769">
                  <c:v>13.858359999999999</c:v>
                </c:pt>
                <c:pt idx="5770">
                  <c:v>13.866312000000001</c:v>
                </c:pt>
                <c:pt idx="5771">
                  <c:v>13.919478999999999</c:v>
                </c:pt>
                <c:pt idx="5772">
                  <c:v>13.855463</c:v>
                </c:pt>
                <c:pt idx="5773">
                  <c:v>13.980423</c:v>
                </c:pt>
                <c:pt idx="5774">
                  <c:v>13.941257</c:v>
                </c:pt>
                <c:pt idx="5775">
                  <c:v>14.008889999999999</c:v>
                </c:pt>
                <c:pt idx="5776">
                  <c:v>13.849587</c:v>
                </c:pt>
                <c:pt idx="5777">
                  <c:v>13.714668</c:v>
                </c:pt>
                <c:pt idx="5778">
                  <c:v>13.610983000000001</c:v>
                </c:pt>
                <c:pt idx="5779">
                  <c:v>13.662470000000001</c:v>
                </c:pt>
                <c:pt idx="5780">
                  <c:v>13.625496</c:v>
                </c:pt>
                <c:pt idx="5781">
                  <c:v>13.599411</c:v>
                </c:pt>
                <c:pt idx="5782">
                  <c:v>13.335309000000001</c:v>
                </c:pt>
                <c:pt idx="5783">
                  <c:v>13.424795999999999</c:v>
                </c:pt>
                <c:pt idx="5784">
                  <c:v>13.223012000000001</c:v>
                </c:pt>
                <c:pt idx="5785">
                  <c:v>13.356712999999999</c:v>
                </c:pt>
                <c:pt idx="5786">
                  <c:v>13.369742</c:v>
                </c:pt>
                <c:pt idx="5787">
                  <c:v>13.703579999999999</c:v>
                </c:pt>
                <c:pt idx="5788">
                  <c:v>13.592274999999999</c:v>
                </c:pt>
                <c:pt idx="5789">
                  <c:v>13.466932999999999</c:v>
                </c:pt>
                <c:pt idx="5790">
                  <c:v>13.602457999999999</c:v>
                </c:pt>
                <c:pt idx="5791">
                  <c:v>13.76496</c:v>
                </c:pt>
                <c:pt idx="5792">
                  <c:v>13.82654</c:v>
                </c:pt>
                <c:pt idx="5793">
                  <c:v>14.112621999999998</c:v>
                </c:pt>
                <c:pt idx="5794">
                  <c:v>14.230309999999999</c:v>
                </c:pt>
                <c:pt idx="5795">
                  <c:v>14.134276</c:v>
                </c:pt>
                <c:pt idx="5796">
                  <c:v>14.199680000000001</c:v>
                </c:pt>
                <c:pt idx="5797">
                  <c:v>14.331645000000002</c:v>
                </c:pt>
                <c:pt idx="5798">
                  <c:v>14.368278</c:v>
                </c:pt>
                <c:pt idx="5799">
                  <c:v>14.525060000000002</c:v>
                </c:pt>
                <c:pt idx="5800">
                  <c:v>14.617493999999999</c:v>
                </c:pt>
                <c:pt idx="5801">
                  <c:v>14.511896</c:v>
                </c:pt>
                <c:pt idx="5802">
                  <c:v>14.471730000000001</c:v>
                </c:pt>
                <c:pt idx="5803">
                  <c:v>14.451310000000001</c:v>
                </c:pt>
                <c:pt idx="5804">
                  <c:v>14.266439999999999</c:v>
                </c:pt>
                <c:pt idx="5805">
                  <c:v>14.140103</c:v>
                </c:pt>
                <c:pt idx="5806">
                  <c:v>14.197519999999999</c:v>
                </c:pt>
                <c:pt idx="5807">
                  <c:v>14.172795000000001</c:v>
                </c:pt>
                <c:pt idx="5808">
                  <c:v>14.080976</c:v>
                </c:pt>
                <c:pt idx="5809">
                  <c:v>14.242762000000001</c:v>
                </c:pt>
                <c:pt idx="5810">
                  <c:v>14.303699999999999</c:v>
                </c:pt>
                <c:pt idx="5811">
                  <c:v>14.267708000000001</c:v>
                </c:pt>
                <c:pt idx="5812">
                  <c:v>14.193541</c:v>
                </c:pt>
                <c:pt idx="5813">
                  <c:v>14.393324</c:v>
                </c:pt>
                <c:pt idx="5814">
                  <c:v>14.457693999999998</c:v>
                </c:pt>
                <c:pt idx="5815">
                  <c:v>14.424637000000001</c:v>
                </c:pt>
                <c:pt idx="5816">
                  <c:v>14.46602</c:v>
                </c:pt>
                <c:pt idx="5817">
                  <c:v>14.166986</c:v>
                </c:pt>
                <c:pt idx="5818">
                  <c:v>14.230309999999999</c:v>
                </c:pt>
                <c:pt idx="5819">
                  <c:v>14.287416</c:v>
                </c:pt>
                <c:pt idx="5820">
                  <c:v>13.921775</c:v>
                </c:pt>
                <c:pt idx="5821">
                  <c:v>13.671405</c:v>
                </c:pt>
                <c:pt idx="5822">
                  <c:v>13.437451000000001</c:v>
                </c:pt>
                <c:pt idx="5823">
                  <c:v>13.495005000000001</c:v>
                </c:pt>
                <c:pt idx="5824">
                  <c:v>13.383040000000001</c:v>
                </c:pt>
                <c:pt idx="5825">
                  <c:v>13.32357</c:v>
                </c:pt>
                <c:pt idx="5826">
                  <c:v>13.591500000000002</c:v>
                </c:pt>
                <c:pt idx="5827">
                  <c:v>13.365062999999999</c:v>
                </c:pt>
                <c:pt idx="5828">
                  <c:v>13.420871999999999</c:v>
                </c:pt>
                <c:pt idx="5829">
                  <c:v>13.761035</c:v>
                </c:pt>
                <c:pt idx="5830">
                  <c:v>13.730413</c:v>
                </c:pt>
                <c:pt idx="5831">
                  <c:v>14.296907000000001</c:v>
                </c:pt>
                <c:pt idx="5832">
                  <c:v>14.397174999999999</c:v>
                </c:pt>
                <c:pt idx="5833">
                  <c:v>14.361300000000002</c:v>
                </c:pt>
                <c:pt idx="5834">
                  <c:v>14.164000000000001</c:v>
                </c:pt>
                <c:pt idx="5835">
                  <c:v>14.282376999999999</c:v>
                </c:pt>
                <c:pt idx="5836">
                  <c:v>14.118204</c:v>
                </c:pt>
                <c:pt idx="5837">
                  <c:v>13.9657</c:v>
                </c:pt>
                <c:pt idx="5838">
                  <c:v>13.953771999999999</c:v>
                </c:pt>
                <c:pt idx="5839">
                  <c:v>14.173692000000001</c:v>
                </c:pt>
                <c:pt idx="5840">
                  <c:v>13.912660000000001</c:v>
                </c:pt>
                <c:pt idx="5841">
                  <c:v>13.79921</c:v>
                </c:pt>
                <c:pt idx="5842">
                  <c:v>13.944051</c:v>
                </c:pt>
                <c:pt idx="5843">
                  <c:v>14.143851</c:v>
                </c:pt>
                <c:pt idx="5844">
                  <c:v>14.076044999999999</c:v>
                </c:pt>
                <c:pt idx="5845">
                  <c:v>13.829096</c:v>
                </c:pt>
                <c:pt idx="5846">
                  <c:v>13.978978999999999</c:v>
                </c:pt>
                <c:pt idx="5847">
                  <c:v>13.859321999999999</c:v>
                </c:pt>
                <c:pt idx="5848">
                  <c:v>14.054034</c:v>
                </c:pt>
                <c:pt idx="5849">
                  <c:v>14.232282</c:v>
                </c:pt>
                <c:pt idx="5850">
                  <c:v>14.16456</c:v>
                </c:pt>
                <c:pt idx="5851">
                  <c:v>14.248520000000001</c:v>
                </c:pt>
                <c:pt idx="5852">
                  <c:v>14.266313</c:v>
                </c:pt>
                <c:pt idx="5853">
                  <c:v>14.286937999999999</c:v>
                </c:pt>
                <c:pt idx="5854">
                  <c:v>14.58891</c:v>
                </c:pt>
                <c:pt idx="5855">
                  <c:v>14.385147</c:v>
                </c:pt>
                <c:pt idx="5856">
                  <c:v>14.577745</c:v>
                </c:pt>
                <c:pt idx="5857">
                  <c:v>14.531546000000001</c:v>
                </c:pt>
                <c:pt idx="5858">
                  <c:v>14.707089000000002</c:v>
                </c:pt>
                <c:pt idx="5859">
                  <c:v>14.548679999999999</c:v>
                </c:pt>
                <c:pt idx="5860">
                  <c:v>14.790227999999999</c:v>
                </c:pt>
                <c:pt idx="5861">
                  <c:v>14.513016</c:v>
                </c:pt>
                <c:pt idx="5862">
                  <c:v>14.214288</c:v>
                </c:pt>
                <c:pt idx="5863">
                  <c:v>14.129975</c:v>
                </c:pt>
                <c:pt idx="5864">
                  <c:v>14.10317</c:v>
                </c:pt>
                <c:pt idx="5865">
                  <c:v>14.037001</c:v>
                </c:pt>
                <c:pt idx="5866">
                  <c:v>14.251016999999999</c:v>
                </c:pt>
                <c:pt idx="5867">
                  <c:v>14.071778</c:v>
                </c:pt>
                <c:pt idx="5868">
                  <c:v>14.028713</c:v>
                </c:pt>
                <c:pt idx="5869">
                  <c:v>13.836478</c:v>
                </c:pt>
                <c:pt idx="5870">
                  <c:v>13.880872999999999</c:v>
                </c:pt>
                <c:pt idx="5871">
                  <c:v>13.9854</c:v>
                </c:pt>
                <c:pt idx="5872">
                  <c:v>13.82663</c:v>
                </c:pt>
                <c:pt idx="5873">
                  <c:v>13.867578000000002</c:v>
                </c:pt>
                <c:pt idx="5874">
                  <c:v>13.775027</c:v>
                </c:pt>
                <c:pt idx="5875">
                  <c:v>13.48884</c:v>
                </c:pt>
                <c:pt idx="5876">
                  <c:v>13.712098000000001</c:v>
                </c:pt>
                <c:pt idx="5877">
                  <c:v>13.594079999999998</c:v>
                </c:pt>
                <c:pt idx="5878">
                  <c:v>14.011693000000001</c:v>
                </c:pt>
                <c:pt idx="5879">
                  <c:v>13.701848999999999</c:v>
                </c:pt>
                <c:pt idx="5880">
                  <c:v>13.76624</c:v>
                </c:pt>
                <c:pt idx="5881">
                  <c:v>13.852665</c:v>
                </c:pt>
                <c:pt idx="5882">
                  <c:v>13.811875000000001</c:v>
                </c:pt>
                <c:pt idx="5883">
                  <c:v>13.699909999999999</c:v>
                </c:pt>
                <c:pt idx="5884">
                  <c:v>13.549014999999999</c:v>
                </c:pt>
                <c:pt idx="5885">
                  <c:v>13.656388999999999</c:v>
                </c:pt>
                <c:pt idx="5886">
                  <c:v>13.637063000000001</c:v>
                </c:pt>
                <c:pt idx="5887">
                  <c:v>13.3194</c:v>
                </c:pt>
                <c:pt idx="5888">
                  <c:v>13.154359999999999</c:v>
                </c:pt>
                <c:pt idx="5889">
                  <c:v>12.816504999999999</c:v>
                </c:pt>
                <c:pt idx="5890">
                  <c:v>12.816504999999999</c:v>
                </c:pt>
                <c:pt idx="5891">
                  <c:v>12.905668</c:v>
                </c:pt>
                <c:pt idx="5892">
                  <c:v>13.058335</c:v>
                </c:pt>
                <c:pt idx="5893">
                  <c:v>12.78585</c:v>
                </c:pt>
                <c:pt idx="5894">
                  <c:v>13.097992999999999</c:v>
                </c:pt>
                <c:pt idx="5895">
                  <c:v>13.704002000000001</c:v>
                </c:pt>
                <c:pt idx="5896">
                  <c:v>13.698450000000001</c:v>
                </c:pt>
                <c:pt idx="5897">
                  <c:v>13.718900000000001</c:v>
                </c:pt>
                <c:pt idx="5898">
                  <c:v>13.718900000000001</c:v>
                </c:pt>
                <c:pt idx="5899">
                  <c:v>13.59891</c:v>
                </c:pt>
                <c:pt idx="5900">
                  <c:v>13.656651</c:v>
                </c:pt>
                <c:pt idx="5901">
                  <c:v>13.447951</c:v>
                </c:pt>
                <c:pt idx="5902">
                  <c:v>13.380996</c:v>
                </c:pt>
                <c:pt idx="5903">
                  <c:v>13.285437999999999</c:v>
                </c:pt>
                <c:pt idx="5904">
                  <c:v>13.680619999999999</c:v>
                </c:pt>
                <c:pt idx="5905">
                  <c:v>13.640219999999999</c:v>
                </c:pt>
                <c:pt idx="5906">
                  <c:v>13.851702</c:v>
                </c:pt>
                <c:pt idx="5907">
                  <c:v>13.50348</c:v>
                </c:pt>
                <c:pt idx="5908">
                  <c:v>13.380996</c:v>
                </c:pt>
                <c:pt idx="5909">
                  <c:v>13.351392000000001</c:v>
                </c:pt>
                <c:pt idx="5910">
                  <c:v>13.25376</c:v>
                </c:pt>
                <c:pt idx="5911">
                  <c:v>12.866353999999999</c:v>
                </c:pt>
                <c:pt idx="5912">
                  <c:v>13.316862</c:v>
                </c:pt>
                <c:pt idx="5913">
                  <c:v>13.040379</c:v>
                </c:pt>
                <c:pt idx="5914">
                  <c:v>13.308778</c:v>
                </c:pt>
                <c:pt idx="5915">
                  <c:v>13.133800000000001</c:v>
                </c:pt>
                <c:pt idx="5916">
                  <c:v>12.706538999999999</c:v>
                </c:pt>
                <c:pt idx="5917">
                  <c:v>13.084680000000001</c:v>
                </c:pt>
                <c:pt idx="5918">
                  <c:v>12.847699</c:v>
                </c:pt>
                <c:pt idx="5919">
                  <c:v>12.988923999999999</c:v>
                </c:pt>
                <c:pt idx="5920">
                  <c:v>12.803295</c:v>
                </c:pt>
                <c:pt idx="5921">
                  <c:v>12.861099999999999</c:v>
                </c:pt>
                <c:pt idx="5922">
                  <c:v>12.368544</c:v>
                </c:pt>
                <c:pt idx="5923">
                  <c:v>11.948596</c:v>
                </c:pt>
                <c:pt idx="5924">
                  <c:v>11.42009</c:v>
                </c:pt>
                <c:pt idx="5925">
                  <c:v>12.14616</c:v>
                </c:pt>
                <c:pt idx="5926">
                  <c:v>12.176735000000001</c:v>
                </c:pt>
                <c:pt idx="5927">
                  <c:v>12.205970000000001</c:v>
                </c:pt>
                <c:pt idx="5928">
                  <c:v>12.496445000000001</c:v>
                </c:pt>
                <c:pt idx="5929">
                  <c:v>12.556904999999999</c:v>
                </c:pt>
                <c:pt idx="5930">
                  <c:v>12.767964999999998</c:v>
                </c:pt>
                <c:pt idx="5931">
                  <c:v>12.88575</c:v>
                </c:pt>
                <c:pt idx="5932">
                  <c:v>12.601575</c:v>
                </c:pt>
                <c:pt idx="5933">
                  <c:v>12.315021</c:v>
                </c:pt>
                <c:pt idx="5934">
                  <c:v>12.23113</c:v>
                </c:pt>
                <c:pt idx="5935">
                  <c:v>12.448131</c:v>
                </c:pt>
                <c:pt idx="5936">
                  <c:v>12.644280000000002</c:v>
                </c:pt>
                <c:pt idx="5937">
                  <c:v>12.593539</c:v>
                </c:pt>
                <c:pt idx="5938">
                  <c:v>12.369055000000001</c:v>
                </c:pt>
                <c:pt idx="5939">
                  <c:v>12.343738</c:v>
                </c:pt>
                <c:pt idx="5940">
                  <c:v>12.570866000000001</c:v>
                </c:pt>
                <c:pt idx="5941">
                  <c:v>12.137560000000001</c:v>
                </c:pt>
                <c:pt idx="5942">
                  <c:v>11.909106</c:v>
                </c:pt>
                <c:pt idx="5943">
                  <c:v>11.993366000000002</c:v>
                </c:pt>
                <c:pt idx="5944">
                  <c:v>12.346101000000001</c:v>
                </c:pt>
                <c:pt idx="5945">
                  <c:v>12.158658000000001</c:v>
                </c:pt>
                <c:pt idx="5946">
                  <c:v>12.086819999999999</c:v>
                </c:pt>
                <c:pt idx="5947">
                  <c:v>12.232861</c:v>
                </c:pt>
                <c:pt idx="5948">
                  <c:v>12.691307999999999</c:v>
                </c:pt>
                <c:pt idx="5949">
                  <c:v>12.537094999999999</c:v>
                </c:pt>
                <c:pt idx="5950">
                  <c:v>12.759400000000001</c:v>
                </c:pt>
                <c:pt idx="5951">
                  <c:v>12.596962000000001</c:v>
                </c:pt>
                <c:pt idx="5952">
                  <c:v>12.562192</c:v>
                </c:pt>
                <c:pt idx="5953">
                  <c:v>12.4122</c:v>
                </c:pt>
                <c:pt idx="5954">
                  <c:v>12.063359999999999</c:v>
                </c:pt>
                <c:pt idx="5955">
                  <c:v>12.030135</c:v>
                </c:pt>
                <c:pt idx="5956">
                  <c:v>12.467798</c:v>
                </c:pt>
                <c:pt idx="5957">
                  <c:v>12.608784</c:v>
                </c:pt>
                <c:pt idx="5958">
                  <c:v>12.674138000000001</c:v>
                </c:pt>
                <c:pt idx="5959">
                  <c:v>12.984097999999999</c:v>
                </c:pt>
                <c:pt idx="5960">
                  <c:v>13.609554000000001</c:v>
                </c:pt>
                <c:pt idx="5961">
                  <c:v>13.796472000000001</c:v>
                </c:pt>
                <c:pt idx="5962">
                  <c:v>13.743246999999998</c:v>
                </c:pt>
                <c:pt idx="5963">
                  <c:v>13.86481</c:v>
                </c:pt>
                <c:pt idx="5964">
                  <c:v>14.035927999999998</c:v>
                </c:pt>
                <c:pt idx="5965">
                  <c:v>14.13625</c:v>
                </c:pt>
                <c:pt idx="5966">
                  <c:v>14.096159999999999</c:v>
                </c:pt>
                <c:pt idx="5967">
                  <c:v>13.972739999999998</c:v>
                </c:pt>
                <c:pt idx="5968">
                  <c:v>14.164425000000001</c:v>
                </c:pt>
                <c:pt idx="5969">
                  <c:v>14.307747999999998</c:v>
                </c:pt>
                <c:pt idx="5970">
                  <c:v>13.861929999999999</c:v>
                </c:pt>
                <c:pt idx="5971">
                  <c:v>14.119056</c:v>
                </c:pt>
                <c:pt idx="5972">
                  <c:v>13.65892</c:v>
                </c:pt>
                <c:pt idx="5973">
                  <c:v>13.805382</c:v>
                </c:pt>
                <c:pt idx="5974">
                  <c:v>13.631228</c:v>
                </c:pt>
                <c:pt idx="5975">
                  <c:v>14.134259999999999</c:v>
                </c:pt>
                <c:pt idx="5976">
                  <c:v>14.134259999999999</c:v>
                </c:pt>
                <c:pt idx="5977">
                  <c:v>13.853466000000001</c:v>
                </c:pt>
                <c:pt idx="5978">
                  <c:v>13.459005999999999</c:v>
                </c:pt>
                <c:pt idx="5979">
                  <c:v>13.333283</c:v>
                </c:pt>
                <c:pt idx="5980">
                  <c:v>13.257217000000001</c:v>
                </c:pt>
                <c:pt idx="5981">
                  <c:v>13.552332</c:v>
                </c:pt>
                <c:pt idx="5982">
                  <c:v>13.713119999999998</c:v>
                </c:pt>
                <c:pt idx="5983">
                  <c:v>13.354700000000001</c:v>
                </c:pt>
                <c:pt idx="5984">
                  <c:v>13.470547999999999</c:v>
                </c:pt>
                <c:pt idx="5985">
                  <c:v>13.49465</c:v>
                </c:pt>
                <c:pt idx="5986">
                  <c:v>13.413620000000002</c:v>
                </c:pt>
                <c:pt idx="5987">
                  <c:v>13.46358</c:v>
                </c:pt>
                <c:pt idx="5988">
                  <c:v>13.562588</c:v>
                </c:pt>
                <c:pt idx="5989">
                  <c:v>13.459860000000001</c:v>
                </c:pt>
                <c:pt idx="5990">
                  <c:v>13.527756</c:v>
                </c:pt>
                <c:pt idx="5991">
                  <c:v>13.761139</c:v>
                </c:pt>
                <c:pt idx="5992">
                  <c:v>13.925113</c:v>
                </c:pt>
                <c:pt idx="5993">
                  <c:v>14.057568000000002</c:v>
                </c:pt>
                <c:pt idx="5994">
                  <c:v>14.10759</c:v>
                </c:pt>
                <c:pt idx="5995">
                  <c:v>13.746103</c:v>
                </c:pt>
                <c:pt idx="5996">
                  <c:v>13.758623999999999</c:v>
                </c:pt>
                <c:pt idx="5997">
                  <c:v>13.803834</c:v>
                </c:pt>
                <c:pt idx="5998">
                  <c:v>14.051655</c:v>
                </c:pt>
                <c:pt idx="5999">
                  <c:v>13.836652999999998</c:v>
                </c:pt>
                <c:pt idx="6000">
                  <c:v>14.011968</c:v>
                </c:pt>
                <c:pt idx="6001">
                  <c:v>14.004667999999999</c:v>
                </c:pt>
                <c:pt idx="6002">
                  <c:v>13.944839999999999</c:v>
                </c:pt>
                <c:pt idx="6003">
                  <c:v>13.681289999999999</c:v>
                </c:pt>
                <c:pt idx="6004">
                  <c:v>13.584789000000001</c:v>
                </c:pt>
                <c:pt idx="6005">
                  <c:v>13.75056</c:v>
                </c:pt>
                <c:pt idx="6006">
                  <c:v>13.700662999999999</c:v>
                </c:pt>
                <c:pt idx="6007">
                  <c:v>13.628442999999999</c:v>
                </c:pt>
                <c:pt idx="6008">
                  <c:v>13.618145</c:v>
                </c:pt>
                <c:pt idx="6009">
                  <c:v>14.03571</c:v>
                </c:pt>
                <c:pt idx="6010">
                  <c:v>14.063603000000001</c:v>
                </c:pt>
                <c:pt idx="6011">
                  <c:v>14.081199</c:v>
                </c:pt>
                <c:pt idx="6012">
                  <c:v>13.793215</c:v>
                </c:pt>
                <c:pt idx="6013">
                  <c:v>13.818168</c:v>
                </c:pt>
                <c:pt idx="6014">
                  <c:v>13.322539999999998</c:v>
                </c:pt>
                <c:pt idx="6015">
                  <c:v>12.758320000000001</c:v>
                </c:pt>
                <c:pt idx="6016">
                  <c:v>13.580123</c:v>
                </c:pt>
                <c:pt idx="6017">
                  <c:v>13.592880000000001</c:v>
                </c:pt>
                <c:pt idx="6018">
                  <c:v>13.771955</c:v>
                </c:pt>
                <c:pt idx="6019">
                  <c:v>13.494722999999999</c:v>
                </c:pt>
                <c:pt idx="6020">
                  <c:v>13.854663</c:v>
                </c:pt>
                <c:pt idx="6021">
                  <c:v>14.33493</c:v>
                </c:pt>
                <c:pt idx="6022">
                  <c:v>14.35894</c:v>
                </c:pt>
                <c:pt idx="6023">
                  <c:v>14.236095000000001</c:v>
                </c:pt>
                <c:pt idx="6024">
                  <c:v>13.948574000000001</c:v>
                </c:pt>
                <c:pt idx="6025">
                  <c:v>14.126509</c:v>
                </c:pt>
                <c:pt idx="6026">
                  <c:v>13.511520000000001</c:v>
                </c:pt>
                <c:pt idx="6027">
                  <c:v>13.675650000000001</c:v>
                </c:pt>
                <c:pt idx="6028">
                  <c:v>13.237347999999999</c:v>
                </c:pt>
                <c:pt idx="6029">
                  <c:v>12.947274999999999</c:v>
                </c:pt>
                <c:pt idx="6030">
                  <c:v>12.997987</c:v>
                </c:pt>
                <c:pt idx="6031">
                  <c:v>13.258050000000001</c:v>
                </c:pt>
                <c:pt idx="6032">
                  <c:v>13.315764</c:v>
                </c:pt>
                <c:pt idx="6033">
                  <c:v>13.595637999999999</c:v>
                </c:pt>
                <c:pt idx="6034">
                  <c:v>13.901138000000001</c:v>
                </c:pt>
                <c:pt idx="6035">
                  <c:v>13.371903999999999</c:v>
                </c:pt>
                <c:pt idx="6036">
                  <c:v>12.843240000000002</c:v>
                </c:pt>
                <c:pt idx="6037">
                  <c:v>13.576175000000001</c:v>
                </c:pt>
                <c:pt idx="6038">
                  <c:v>13.41352</c:v>
                </c:pt>
                <c:pt idx="6039">
                  <c:v>12.536</c:v>
                </c:pt>
                <c:pt idx="6040">
                  <c:v>12.598586000000001</c:v>
                </c:pt>
                <c:pt idx="6041">
                  <c:v>12.883158000000002</c:v>
                </c:pt>
                <c:pt idx="6042">
                  <c:v>12.928851999999999</c:v>
                </c:pt>
                <c:pt idx="6043">
                  <c:v>13.068</c:v>
                </c:pt>
                <c:pt idx="6044">
                  <c:v>13.170081</c:v>
                </c:pt>
                <c:pt idx="6045">
                  <c:v>13.687761999999999</c:v>
                </c:pt>
                <c:pt idx="6046">
                  <c:v>13.878553</c:v>
                </c:pt>
                <c:pt idx="6047">
                  <c:v>13.606367000000001</c:v>
                </c:pt>
                <c:pt idx="6048">
                  <c:v>13.899277999999999</c:v>
                </c:pt>
                <c:pt idx="6049">
                  <c:v>14.502180000000001</c:v>
                </c:pt>
                <c:pt idx="6050">
                  <c:v>14.080588000000001</c:v>
                </c:pt>
                <c:pt idx="6051">
                  <c:v>13.71002</c:v>
                </c:pt>
                <c:pt idx="6052">
                  <c:v>13.938995</c:v>
                </c:pt>
                <c:pt idx="6053">
                  <c:v>13.426935</c:v>
                </c:pt>
                <c:pt idx="6054">
                  <c:v>13.533765000000001</c:v>
                </c:pt>
                <c:pt idx="6055">
                  <c:v>13.646623999999999</c:v>
                </c:pt>
                <c:pt idx="6056">
                  <c:v>14.559000000000001</c:v>
                </c:pt>
                <c:pt idx="6057">
                  <c:v>14.336366</c:v>
                </c:pt>
                <c:pt idx="6058">
                  <c:v>14.709090000000002</c:v>
                </c:pt>
                <c:pt idx="6059">
                  <c:v>15.422445</c:v>
                </c:pt>
                <c:pt idx="6060">
                  <c:v>14.907497000000001</c:v>
                </c:pt>
                <c:pt idx="6061">
                  <c:v>15.249690000000001</c:v>
                </c:pt>
                <c:pt idx="6062">
                  <c:v>15.335694</c:v>
                </c:pt>
                <c:pt idx="6063">
                  <c:v>14.797688000000001</c:v>
                </c:pt>
                <c:pt idx="6064">
                  <c:v>14.806938000000001</c:v>
                </c:pt>
                <c:pt idx="6065">
                  <c:v>14.989240000000001</c:v>
                </c:pt>
                <c:pt idx="6066">
                  <c:v>14.915471999999999</c:v>
                </c:pt>
                <c:pt idx="6067">
                  <c:v>14.859075000000001</c:v>
                </c:pt>
                <c:pt idx="6068">
                  <c:v>14.245889999999999</c:v>
                </c:pt>
                <c:pt idx="6069">
                  <c:v>14.745085</c:v>
                </c:pt>
                <c:pt idx="6070">
                  <c:v>14.54867</c:v>
                </c:pt>
                <c:pt idx="6071">
                  <c:v>15.077940000000002</c:v>
                </c:pt>
                <c:pt idx="6072">
                  <c:v>14.721090999999999</c:v>
                </c:pt>
                <c:pt idx="6073">
                  <c:v>14.206238000000001</c:v>
                </c:pt>
                <c:pt idx="6074">
                  <c:v>14.067637</c:v>
                </c:pt>
                <c:pt idx="6075">
                  <c:v>13.419224999999999</c:v>
                </c:pt>
                <c:pt idx="6076">
                  <c:v>13.530615000000001</c:v>
                </c:pt>
                <c:pt idx="6077">
                  <c:v>13.711199999999998</c:v>
                </c:pt>
                <c:pt idx="6078">
                  <c:v>14.553179999999999</c:v>
                </c:pt>
                <c:pt idx="6079">
                  <c:v>14.049000000000001</c:v>
                </c:pt>
                <c:pt idx="6080">
                  <c:v>14.194925000000001</c:v>
                </c:pt>
                <c:pt idx="6081">
                  <c:v>13.607353</c:v>
                </c:pt>
                <c:pt idx="6082">
                  <c:v>13.593985</c:v>
                </c:pt>
                <c:pt idx="6083">
                  <c:v>13.168568</c:v>
                </c:pt>
                <c:pt idx="6084">
                  <c:v>13.30781</c:v>
                </c:pt>
                <c:pt idx="6085">
                  <c:v>13.093812</c:v>
                </c:pt>
                <c:pt idx="6086">
                  <c:v>14.587300000000001</c:v>
                </c:pt>
                <c:pt idx="6087">
                  <c:v>14.937237</c:v>
                </c:pt>
                <c:pt idx="6088">
                  <c:v>14.855174999999999</c:v>
                </c:pt>
                <c:pt idx="6089">
                  <c:v>14.348699999999999</c:v>
                </c:pt>
                <c:pt idx="6090">
                  <c:v>14.567367999999998</c:v>
                </c:pt>
                <c:pt idx="6091">
                  <c:v>15.886199999999999</c:v>
                </c:pt>
                <c:pt idx="6092">
                  <c:v>16.101635000000002</c:v>
                </c:pt>
                <c:pt idx="6093">
                  <c:v>16.75253</c:v>
                </c:pt>
                <c:pt idx="6094">
                  <c:v>18.357212999999998</c:v>
                </c:pt>
                <c:pt idx="6095">
                  <c:v>18.55828</c:v>
                </c:pt>
                <c:pt idx="6096">
                  <c:v>18.670480000000001</c:v>
                </c:pt>
                <c:pt idx="6097">
                  <c:v>17.572012999999998</c:v>
                </c:pt>
                <c:pt idx="6098">
                  <c:v>17.78894</c:v>
                </c:pt>
                <c:pt idx="6099">
                  <c:v>18.323443000000001</c:v>
                </c:pt>
                <c:pt idx="6100">
                  <c:v>18.225660000000001</c:v>
                </c:pt>
                <c:pt idx="6101">
                  <c:v>17.396225000000001</c:v>
                </c:pt>
                <c:pt idx="6102">
                  <c:v>17.202925</c:v>
                </c:pt>
                <c:pt idx="6103">
                  <c:v>17.809559999999998</c:v>
                </c:pt>
                <c:pt idx="6104">
                  <c:v>17.005949999999999</c:v>
                </c:pt>
                <c:pt idx="6105">
                  <c:v>17.401485000000001</c:v>
                </c:pt>
                <c:pt idx="6106">
                  <c:v>17.524733000000001</c:v>
                </c:pt>
                <c:pt idx="6107">
                  <c:v>17.772320000000001</c:v>
                </c:pt>
                <c:pt idx="6108">
                  <c:v>17.891159999999999</c:v>
                </c:pt>
                <c:pt idx="6109">
                  <c:v>17.813358000000001</c:v>
                </c:pt>
                <c:pt idx="6110">
                  <c:v>17.15727</c:v>
                </c:pt>
                <c:pt idx="6111">
                  <c:v>17.766179999999999</c:v>
                </c:pt>
                <c:pt idx="6112">
                  <c:v>17.801624999999998</c:v>
                </c:pt>
                <c:pt idx="6113">
                  <c:v>18.3597</c:v>
                </c:pt>
                <c:pt idx="6114">
                  <c:v>18.109755</c:v>
                </c:pt>
                <c:pt idx="6115">
                  <c:v>18.432855</c:v>
                </c:pt>
                <c:pt idx="6116">
                  <c:v>18.744540000000001</c:v>
                </c:pt>
                <c:pt idx="6117">
                  <c:v>18.449494999999999</c:v>
                </c:pt>
                <c:pt idx="6118">
                  <c:v>18.358689999999999</c:v>
                </c:pt>
                <c:pt idx="6119">
                  <c:v>18.923217999999999</c:v>
                </c:pt>
                <c:pt idx="6120">
                  <c:v>19.212924999999998</c:v>
                </c:pt>
                <c:pt idx="6121">
                  <c:v>18.49905</c:v>
                </c:pt>
                <c:pt idx="6122">
                  <c:v>18.843368000000002</c:v>
                </c:pt>
                <c:pt idx="6123">
                  <c:v>18.867364999999999</c:v>
                </c:pt>
                <c:pt idx="6124">
                  <c:v>19.172699999999999</c:v>
                </c:pt>
                <c:pt idx="6125">
                  <c:v>19.012635</c:v>
                </c:pt>
                <c:pt idx="6126">
                  <c:v>18.791138</c:v>
                </c:pt>
                <c:pt idx="6127">
                  <c:v>18.821249999999999</c:v>
                </c:pt>
                <c:pt idx="6128">
                  <c:v>18.787125</c:v>
                </c:pt>
                <c:pt idx="6129">
                  <c:v>18.922409999999999</c:v>
                </c:pt>
                <c:pt idx="6130">
                  <c:v>19.287202999999998</c:v>
                </c:pt>
                <c:pt idx="6131">
                  <c:v>19.218988</c:v>
                </c:pt>
                <c:pt idx="6132">
                  <c:v>19.098469999999999</c:v>
                </c:pt>
                <c:pt idx="6133">
                  <c:v>18.796875</c:v>
                </c:pt>
                <c:pt idx="6134">
                  <c:v>18.66657</c:v>
                </c:pt>
                <c:pt idx="6135">
                  <c:v>18.609138000000002</c:v>
                </c:pt>
                <c:pt idx="6136">
                  <c:v>18.493252999999999</c:v>
                </c:pt>
                <c:pt idx="6137">
                  <c:v>18.29092</c:v>
                </c:pt>
                <c:pt idx="6138">
                  <c:v>18.377940000000002</c:v>
                </c:pt>
                <c:pt idx="6139">
                  <c:v>18.816614999999999</c:v>
                </c:pt>
                <c:pt idx="6140">
                  <c:v>18.250733</c:v>
                </c:pt>
                <c:pt idx="6141">
                  <c:v>18.15156</c:v>
                </c:pt>
                <c:pt idx="6142">
                  <c:v>18.15156</c:v>
                </c:pt>
                <c:pt idx="6143">
                  <c:v>17.773910000000001</c:v>
                </c:pt>
                <c:pt idx="6144">
                  <c:v>17.936500000000002</c:v>
                </c:pt>
                <c:pt idx="6145">
                  <c:v>18.048037999999998</c:v>
                </c:pt>
                <c:pt idx="6146">
                  <c:v>18.104520000000001</c:v>
                </c:pt>
                <c:pt idx="6147">
                  <c:v>18.417000000000002</c:v>
                </c:pt>
                <c:pt idx="6148">
                  <c:v>18.721040000000002</c:v>
                </c:pt>
                <c:pt idx="6149">
                  <c:v>18.82197</c:v>
                </c:pt>
                <c:pt idx="6150">
                  <c:v>18.858945000000002</c:v>
                </c:pt>
                <c:pt idx="6151">
                  <c:v>18.674355000000002</c:v>
                </c:pt>
                <c:pt idx="6152">
                  <c:v>18.641489999999997</c:v>
                </c:pt>
                <c:pt idx="6153">
                  <c:v>18.2227</c:v>
                </c:pt>
                <c:pt idx="6154">
                  <c:v>17.954000000000001</c:v>
                </c:pt>
                <c:pt idx="6155">
                  <c:v>18.291672999999999</c:v>
                </c:pt>
                <c:pt idx="6156">
                  <c:v>18.512813000000001</c:v>
                </c:pt>
                <c:pt idx="6157">
                  <c:v>18.429960000000001</c:v>
                </c:pt>
                <c:pt idx="6158">
                  <c:v>18.424855000000001</c:v>
                </c:pt>
                <c:pt idx="6159">
                  <c:v>18.580127999999998</c:v>
                </c:pt>
                <c:pt idx="6160">
                  <c:v>18.6966</c:v>
                </c:pt>
                <c:pt idx="6161">
                  <c:v>19.131557999999998</c:v>
                </c:pt>
                <c:pt idx="6162">
                  <c:v>19.256835000000002</c:v>
                </c:pt>
                <c:pt idx="6163">
                  <c:v>19.157574999999998</c:v>
                </c:pt>
                <c:pt idx="6164">
                  <c:v>19.157574999999998</c:v>
                </c:pt>
                <c:pt idx="6165">
                  <c:v>18.920069999999999</c:v>
                </c:pt>
                <c:pt idx="6166">
                  <c:v>18.702390000000001</c:v>
                </c:pt>
                <c:pt idx="6167">
                  <c:v>18.628208000000001</c:v>
                </c:pt>
                <c:pt idx="6168">
                  <c:v>18.972750000000001</c:v>
                </c:pt>
                <c:pt idx="6169">
                  <c:v>18.8551</c:v>
                </c:pt>
                <c:pt idx="6170">
                  <c:v>19.303560000000001</c:v>
                </c:pt>
                <c:pt idx="6171">
                  <c:v>19.353124999999999</c:v>
                </c:pt>
                <c:pt idx="6172">
                  <c:v>19.179655</c:v>
                </c:pt>
                <c:pt idx="6173">
                  <c:v>19.272600000000001</c:v>
                </c:pt>
                <c:pt idx="6174">
                  <c:v>19.164020000000001</c:v>
                </c:pt>
                <c:pt idx="6175">
                  <c:v>19.266275</c:v>
                </c:pt>
                <c:pt idx="6176">
                  <c:v>19.380569999999999</c:v>
                </c:pt>
                <c:pt idx="6177">
                  <c:v>19.12059</c:v>
                </c:pt>
                <c:pt idx="6178">
                  <c:v>18.81288</c:v>
                </c:pt>
                <c:pt idx="6179">
                  <c:v>18.926375</c:v>
                </c:pt>
                <c:pt idx="6180">
                  <c:v>18.541938000000002</c:v>
                </c:pt>
                <c:pt idx="6181">
                  <c:v>18.390599999999999</c:v>
                </c:pt>
                <c:pt idx="6182">
                  <c:v>18.510270000000002</c:v>
                </c:pt>
                <c:pt idx="6183">
                  <c:v>18.196559999999998</c:v>
                </c:pt>
                <c:pt idx="6184">
                  <c:v>18.282724999999999</c:v>
                </c:pt>
                <c:pt idx="6185">
                  <c:v>18.175664999999999</c:v>
                </c:pt>
                <c:pt idx="6186">
                  <c:v>17.888825000000001</c:v>
                </c:pt>
                <c:pt idx="6187">
                  <c:v>17.790914999999998</c:v>
                </c:pt>
                <c:pt idx="6188">
                  <c:v>17.54523</c:v>
                </c:pt>
                <c:pt idx="6189">
                  <c:v>17.501259999999998</c:v>
                </c:pt>
                <c:pt idx="6190">
                  <c:v>17.0548</c:v>
                </c:pt>
                <c:pt idx="6191">
                  <c:v>17.307127999999999</c:v>
                </c:pt>
                <c:pt idx="6192">
                  <c:v>17.467905000000002</c:v>
                </c:pt>
                <c:pt idx="6193">
                  <c:v>17.426919999999999</c:v>
                </c:pt>
                <c:pt idx="6194">
                  <c:v>17.224024999999997</c:v>
                </c:pt>
                <c:pt idx="6195">
                  <c:v>17.300909999999998</c:v>
                </c:pt>
                <c:pt idx="6196">
                  <c:v>17.250799999999998</c:v>
                </c:pt>
                <c:pt idx="6197">
                  <c:v>17.288623000000001</c:v>
                </c:pt>
                <c:pt idx="6198">
                  <c:v>17.498429999999999</c:v>
                </c:pt>
                <c:pt idx="6199">
                  <c:v>17.596830000000001</c:v>
                </c:pt>
                <c:pt idx="6200">
                  <c:v>17.428470000000001</c:v>
                </c:pt>
                <c:pt idx="6201">
                  <c:v>17.76117</c:v>
                </c:pt>
                <c:pt idx="6202">
                  <c:v>17.723199999999999</c:v>
                </c:pt>
                <c:pt idx="6203">
                  <c:v>17.458209999999998</c:v>
                </c:pt>
                <c:pt idx="6204">
                  <c:v>17.16534</c:v>
                </c:pt>
                <c:pt idx="6205">
                  <c:v>17.344529999999999</c:v>
                </c:pt>
                <c:pt idx="6206">
                  <c:v>17.599679999999999</c:v>
                </c:pt>
                <c:pt idx="6207">
                  <c:v>17.501850000000001</c:v>
                </c:pt>
                <c:pt idx="6208">
                  <c:v>17.232600000000001</c:v>
                </c:pt>
                <c:pt idx="6209">
                  <c:v>16.891058000000001</c:v>
                </c:pt>
                <c:pt idx="6210">
                  <c:v>16.54599</c:v>
                </c:pt>
                <c:pt idx="6211">
                  <c:v>16.387084999999999</c:v>
                </c:pt>
                <c:pt idx="6212">
                  <c:v>16.403099999999998</c:v>
                </c:pt>
                <c:pt idx="6213">
                  <c:v>16.388459999999998</c:v>
                </c:pt>
                <c:pt idx="6214">
                  <c:v>16.596975</c:v>
                </c:pt>
                <c:pt idx="6215">
                  <c:v>16.429725000000001</c:v>
                </c:pt>
                <c:pt idx="6216">
                  <c:v>16.888314999999999</c:v>
                </c:pt>
                <c:pt idx="6217">
                  <c:v>16.81589</c:v>
                </c:pt>
                <c:pt idx="6218">
                  <c:v>16.920540000000003</c:v>
                </c:pt>
                <c:pt idx="6219">
                  <c:v>16.797329999999999</c:v>
                </c:pt>
                <c:pt idx="6220">
                  <c:v>16.893113</c:v>
                </c:pt>
                <c:pt idx="6221">
                  <c:v>16.952380000000002</c:v>
                </c:pt>
                <c:pt idx="6222">
                  <c:v>17.15625</c:v>
                </c:pt>
                <c:pt idx="6223">
                  <c:v>16.99184</c:v>
                </c:pt>
                <c:pt idx="6224">
                  <c:v>17.328894999999999</c:v>
                </c:pt>
                <c:pt idx="6225">
                  <c:v>17.328894999999999</c:v>
                </c:pt>
                <c:pt idx="6226">
                  <c:v>17.022385</c:v>
                </c:pt>
                <c:pt idx="6227">
                  <c:v>16.771114999999998</c:v>
                </c:pt>
                <c:pt idx="6228">
                  <c:v>16.771114999999998</c:v>
                </c:pt>
                <c:pt idx="6229">
                  <c:v>16.839585</c:v>
                </c:pt>
                <c:pt idx="6230">
                  <c:v>16.241765000000001</c:v>
                </c:pt>
                <c:pt idx="6231">
                  <c:v>16.290749999999999</c:v>
                </c:pt>
                <c:pt idx="6232">
                  <c:v>16.429584999999999</c:v>
                </c:pt>
                <c:pt idx="6233">
                  <c:v>16.570440000000001</c:v>
                </c:pt>
                <c:pt idx="6234">
                  <c:v>16.1434</c:v>
                </c:pt>
                <c:pt idx="6235">
                  <c:v>16.197310000000002</c:v>
                </c:pt>
                <c:pt idx="6236">
                  <c:v>16.57002</c:v>
                </c:pt>
                <c:pt idx="6237">
                  <c:v>16.876777999999998</c:v>
                </c:pt>
                <c:pt idx="6238">
                  <c:v>16.701577999999998</c:v>
                </c:pt>
                <c:pt idx="6239">
                  <c:v>16.825637999999998</c:v>
                </c:pt>
                <c:pt idx="6240">
                  <c:v>17.3826</c:v>
                </c:pt>
                <c:pt idx="6241">
                  <c:v>17.647235000000002</c:v>
                </c:pt>
                <c:pt idx="6242">
                  <c:v>17.274839999999998</c:v>
                </c:pt>
                <c:pt idx="6243">
                  <c:v>17.11016</c:v>
                </c:pt>
                <c:pt idx="6244">
                  <c:v>16.9938</c:v>
                </c:pt>
                <c:pt idx="6245">
                  <c:v>17.024512999999999</c:v>
                </c:pt>
                <c:pt idx="6246">
                  <c:v>16.898160000000001</c:v>
                </c:pt>
                <c:pt idx="6247">
                  <c:v>17.170095</c:v>
                </c:pt>
                <c:pt idx="6248">
                  <c:v>17.177424999999999</c:v>
                </c:pt>
                <c:pt idx="6249">
                  <c:v>17.626647999999999</c:v>
                </c:pt>
                <c:pt idx="6250">
                  <c:v>17.36</c:v>
                </c:pt>
                <c:pt idx="6251">
                  <c:v>17.529119999999999</c:v>
                </c:pt>
                <c:pt idx="6252">
                  <c:v>16.871749999999999</c:v>
                </c:pt>
                <c:pt idx="6253">
                  <c:v>16.610039999999998</c:v>
                </c:pt>
                <c:pt idx="6254">
                  <c:v>15.985015000000001</c:v>
                </c:pt>
                <c:pt idx="6255">
                  <c:v>17.110990000000001</c:v>
                </c:pt>
                <c:pt idx="6256">
                  <c:v>18.018599999999999</c:v>
                </c:pt>
                <c:pt idx="6257">
                  <c:v>17.423909999999999</c:v>
                </c:pt>
                <c:pt idx="6258">
                  <c:v>17.766614999999998</c:v>
                </c:pt>
                <c:pt idx="6259">
                  <c:v>17.490449999999999</c:v>
                </c:pt>
                <c:pt idx="6260">
                  <c:v>17.108280000000001</c:v>
                </c:pt>
                <c:pt idx="6261">
                  <c:v>17.109674999999999</c:v>
                </c:pt>
                <c:pt idx="6262">
                  <c:v>17.587913</c:v>
                </c:pt>
                <c:pt idx="6263">
                  <c:v>17.424600000000002</c:v>
                </c:pt>
                <c:pt idx="6264">
                  <c:v>17.637619999999998</c:v>
                </c:pt>
                <c:pt idx="6265">
                  <c:v>17.466975000000001</c:v>
                </c:pt>
                <c:pt idx="6266">
                  <c:v>17.462378000000001</c:v>
                </c:pt>
                <c:pt idx="6267">
                  <c:v>17.9758</c:v>
                </c:pt>
                <c:pt idx="6268">
                  <c:v>18.175768000000001</c:v>
                </c:pt>
                <c:pt idx="6269">
                  <c:v>17.62218</c:v>
                </c:pt>
                <c:pt idx="6270">
                  <c:v>17.915882999999997</c:v>
                </c:pt>
                <c:pt idx="6271">
                  <c:v>18.193929000000001</c:v>
                </c:pt>
                <c:pt idx="6272">
                  <c:v>17.668451999999998</c:v>
                </c:pt>
                <c:pt idx="6273">
                  <c:v>17.396114999999998</c:v>
                </c:pt>
                <c:pt idx="6274">
                  <c:v>17.946110000000001</c:v>
                </c:pt>
                <c:pt idx="6275">
                  <c:v>18.679185</c:v>
                </c:pt>
                <c:pt idx="6276">
                  <c:v>18.171400000000002</c:v>
                </c:pt>
                <c:pt idx="6277">
                  <c:v>18.154544999999999</c:v>
                </c:pt>
                <c:pt idx="6278">
                  <c:v>18.56512</c:v>
                </c:pt>
                <c:pt idx="6279">
                  <c:v>18.361022000000002</c:v>
                </c:pt>
                <c:pt idx="6280">
                  <c:v>18.321574999999999</c:v>
                </c:pt>
                <c:pt idx="6281">
                  <c:v>17.443145999999999</c:v>
                </c:pt>
                <c:pt idx="6282">
                  <c:v>17.398569999999999</c:v>
                </c:pt>
                <c:pt idx="6283">
                  <c:v>17.253661999999998</c:v>
                </c:pt>
                <c:pt idx="6284">
                  <c:v>17.76632</c:v>
                </c:pt>
                <c:pt idx="6285">
                  <c:v>16.818607999999998</c:v>
                </c:pt>
                <c:pt idx="6286">
                  <c:v>17.15625</c:v>
                </c:pt>
                <c:pt idx="6287">
                  <c:v>16.434889999999999</c:v>
                </c:pt>
                <c:pt idx="6288">
                  <c:v>17.065740999999999</c:v>
                </c:pt>
                <c:pt idx="6289">
                  <c:v>16.317194999999998</c:v>
                </c:pt>
                <c:pt idx="6290">
                  <c:v>15.866397999999998</c:v>
                </c:pt>
                <c:pt idx="6291">
                  <c:v>15.729547999999999</c:v>
                </c:pt>
                <c:pt idx="6292">
                  <c:v>15.619921999999999</c:v>
                </c:pt>
                <c:pt idx="6293">
                  <c:v>14.356608000000001</c:v>
                </c:pt>
                <c:pt idx="6294">
                  <c:v>15.414480000000001</c:v>
                </c:pt>
                <c:pt idx="6295">
                  <c:v>16.505955</c:v>
                </c:pt>
                <c:pt idx="6296">
                  <c:v>17.576675999999999</c:v>
                </c:pt>
                <c:pt idx="6297">
                  <c:v>17.748575000000002</c:v>
                </c:pt>
                <c:pt idx="6298">
                  <c:v>18.338524</c:v>
                </c:pt>
                <c:pt idx="6299">
                  <c:v>18.70187</c:v>
                </c:pt>
                <c:pt idx="6300">
                  <c:v>19.086434999999998</c:v>
                </c:pt>
                <c:pt idx="6301">
                  <c:v>19.099692999999998</c:v>
                </c:pt>
                <c:pt idx="6302">
                  <c:v>19.301711000000001</c:v>
                </c:pt>
                <c:pt idx="6303">
                  <c:v>19.58117</c:v>
                </c:pt>
                <c:pt idx="6304">
                  <c:v>19.750612</c:v>
                </c:pt>
                <c:pt idx="6305">
                  <c:v>19.928815</c:v>
                </c:pt>
                <c:pt idx="6306">
                  <c:v>19.807074</c:v>
                </c:pt>
                <c:pt idx="6307">
                  <c:v>20.270987999999999</c:v>
                </c:pt>
                <c:pt idx="6308">
                  <c:v>20.223918000000001</c:v>
                </c:pt>
                <c:pt idx="6309">
                  <c:v>19.945909999999998</c:v>
                </c:pt>
                <c:pt idx="6310">
                  <c:v>19.684114000000001</c:v>
                </c:pt>
                <c:pt idx="6311">
                  <c:v>19.485476999999999</c:v>
                </c:pt>
                <c:pt idx="6312">
                  <c:v>19.465188000000001</c:v>
                </c:pt>
                <c:pt idx="6313">
                  <c:v>19.674659999999999</c:v>
                </c:pt>
                <c:pt idx="6314">
                  <c:v>19.831952000000001</c:v>
                </c:pt>
                <c:pt idx="6315">
                  <c:v>19.634757</c:v>
                </c:pt>
                <c:pt idx="6316">
                  <c:v>19.680569999999999</c:v>
                </c:pt>
                <c:pt idx="6317">
                  <c:v>19.466487999999998</c:v>
                </c:pt>
                <c:pt idx="6318">
                  <c:v>19.079039999999999</c:v>
                </c:pt>
                <c:pt idx="6319">
                  <c:v>19.252840000000003</c:v>
                </c:pt>
                <c:pt idx="6320">
                  <c:v>19.493119999999998</c:v>
                </c:pt>
                <c:pt idx="6321">
                  <c:v>19.63815</c:v>
                </c:pt>
                <c:pt idx="6322">
                  <c:v>19.754377999999999</c:v>
                </c:pt>
                <c:pt idx="6323">
                  <c:v>19.306418000000001</c:v>
                </c:pt>
                <c:pt idx="6324">
                  <c:v>19.848758</c:v>
                </c:pt>
                <c:pt idx="6325">
                  <c:v>20.53659</c:v>
                </c:pt>
                <c:pt idx="6326">
                  <c:v>20.488209999999999</c:v>
                </c:pt>
                <c:pt idx="6327">
                  <c:v>20.314571000000001</c:v>
                </c:pt>
                <c:pt idx="6328">
                  <c:v>20.291466</c:v>
                </c:pt>
                <c:pt idx="6329">
                  <c:v>19.984074</c:v>
                </c:pt>
                <c:pt idx="6330">
                  <c:v>19.413021000000001</c:v>
                </c:pt>
                <c:pt idx="6331">
                  <c:v>19.576080000000001</c:v>
                </c:pt>
                <c:pt idx="6332">
                  <c:v>19.641839000000001</c:v>
                </c:pt>
                <c:pt idx="6333">
                  <c:v>19.415897000000001</c:v>
                </c:pt>
                <c:pt idx="6334">
                  <c:v>19.272041999999999</c:v>
                </c:pt>
                <c:pt idx="6335">
                  <c:v>19.353362000000001</c:v>
                </c:pt>
                <c:pt idx="6336">
                  <c:v>20.091708000000001</c:v>
                </c:pt>
                <c:pt idx="6337">
                  <c:v>19.932112</c:v>
                </c:pt>
                <c:pt idx="6338">
                  <c:v>20.229583000000002</c:v>
                </c:pt>
                <c:pt idx="6339">
                  <c:v>19.919477000000001</c:v>
                </c:pt>
                <c:pt idx="6340">
                  <c:v>19.88926</c:v>
                </c:pt>
                <c:pt idx="6341">
                  <c:v>19.948463999999998</c:v>
                </c:pt>
                <c:pt idx="6342">
                  <c:v>20.185424999999999</c:v>
                </c:pt>
                <c:pt idx="6343">
                  <c:v>20.160360000000001</c:v>
                </c:pt>
                <c:pt idx="6344">
                  <c:v>20.286135999999999</c:v>
                </c:pt>
                <c:pt idx="6345">
                  <c:v>20.1936</c:v>
                </c:pt>
                <c:pt idx="6346">
                  <c:v>20.560428000000002</c:v>
                </c:pt>
                <c:pt idx="6347">
                  <c:v>20.377005</c:v>
                </c:pt>
                <c:pt idx="6348">
                  <c:v>20.029509000000001</c:v>
                </c:pt>
                <c:pt idx="6349">
                  <c:v>20.854908000000002</c:v>
                </c:pt>
                <c:pt idx="6350">
                  <c:v>21.255015</c:v>
                </c:pt>
                <c:pt idx="6351">
                  <c:v>21.372330000000002</c:v>
                </c:pt>
                <c:pt idx="6352">
                  <c:v>21.181091000000002</c:v>
                </c:pt>
                <c:pt idx="6353">
                  <c:v>21.16179</c:v>
                </c:pt>
                <c:pt idx="6354">
                  <c:v>21.707152999999998</c:v>
                </c:pt>
                <c:pt idx="6355">
                  <c:v>21.512436999999998</c:v>
                </c:pt>
                <c:pt idx="6356">
                  <c:v>21.706035</c:v>
                </c:pt>
                <c:pt idx="6357">
                  <c:v>22.009313000000002</c:v>
                </c:pt>
                <c:pt idx="6358">
                  <c:v>21.999551999999998</c:v>
                </c:pt>
                <c:pt idx="6359">
                  <c:v>22.188870000000001</c:v>
                </c:pt>
                <c:pt idx="6360">
                  <c:v>22.348800000000001</c:v>
                </c:pt>
                <c:pt idx="6361">
                  <c:v>22.167929000000001</c:v>
                </c:pt>
                <c:pt idx="6362">
                  <c:v>22.120560000000001</c:v>
                </c:pt>
                <c:pt idx="6363">
                  <c:v>22.012130000000003</c:v>
                </c:pt>
                <c:pt idx="6364">
                  <c:v>21.94003</c:v>
                </c:pt>
                <c:pt idx="6365">
                  <c:v>22.052040000000002</c:v>
                </c:pt>
                <c:pt idx="6366">
                  <c:v>21.600093000000001</c:v>
                </c:pt>
                <c:pt idx="6367">
                  <c:v>21.600093000000001</c:v>
                </c:pt>
                <c:pt idx="6368">
                  <c:v>21.346909999999998</c:v>
                </c:pt>
                <c:pt idx="6369">
                  <c:v>21.472154999999997</c:v>
                </c:pt>
                <c:pt idx="6370">
                  <c:v>21.458139000000003</c:v>
                </c:pt>
                <c:pt idx="6371">
                  <c:v>21.364051</c:v>
                </c:pt>
                <c:pt idx="6372">
                  <c:v>21.481133</c:v>
                </c:pt>
                <c:pt idx="6373">
                  <c:v>21.205994999999998</c:v>
                </c:pt>
                <c:pt idx="6374">
                  <c:v>21.410988000000003</c:v>
                </c:pt>
                <c:pt idx="6375">
                  <c:v>21.52215</c:v>
                </c:pt>
                <c:pt idx="6376">
                  <c:v>21.489475000000002</c:v>
                </c:pt>
                <c:pt idx="6377">
                  <c:v>21.329000000000001</c:v>
                </c:pt>
                <c:pt idx="6378">
                  <c:v>21.067134999999997</c:v>
                </c:pt>
                <c:pt idx="6379">
                  <c:v>21.036734000000003</c:v>
                </c:pt>
                <c:pt idx="6380">
                  <c:v>20.662054999999999</c:v>
                </c:pt>
                <c:pt idx="6381">
                  <c:v>20.636806</c:v>
                </c:pt>
                <c:pt idx="6382">
                  <c:v>20.95992</c:v>
                </c:pt>
                <c:pt idx="6383">
                  <c:v>20.857099999999999</c:v>
                </c:pt>
                <c:pt idx="6384">
                  <c:v>20.531930000000003</c:v>
                </c:pt>
                <c:pt idx="6385">
                  <c:v>20.33878</c:v>
                </c:pt>
                <c:pt idx="6386">
                  <c:v>20.044995</c:v>
                </c:pt>
                <c:pt idx="6387">
                  <c:v>19.956943000000003</c:v>
                </c:pt>
                <c:pt idx="6388">
                  <c:v>20.640187999999998</c:v>
                </c:pt>
                <c:pt idx="6389">
                  <c:v>20.874074</c:v>
                </c:pt>
                <c:pt idx="6390">
                  <c:v>20.91085</c:v>
                </c:pt>
                <c:pt idx="6391">
                  <c:v>20.91085</c:v>
                </c:pt>
                <c:pt idx="6392">
                  <c:v>20.922989999999999</c:v>
                </c:pt>
                <c:pt idx="6393">
                  <c:v>20.455175999999998</c:v>
                </c:pt>
                <c:pt idx="6394">
                  <c:v>20.37613</c:v>
                </c:pt>
                <c:pt idx="6395">
                  <c:v>19.917629999999999</c:v>
                </c:pt>
                <c:pt idx="6396">
                  <c:v>19.912247999999998</c:v>
                </c:pt>
                <c:pt idx="6397">
                  <c:v>19.694525000000002</c:v>
                </c:pt>
                <c:pt idx="6398">
                  <c:v>20.288160000000001</c:v>
                </c:pt>
                <c:pt idx="6399">
                  <c:v>20.107503999999999</c:v>
                </c:pt>
                <c:pt idx="6400">
                  <c:v>19.978224999999998</c:v>
                </c:pt>
                <c:pt idx="6401">
                  <c:v>19.978224999999998</c:v>
                </c:pt>
                <c:pt idx="6402">
                  <c:v>19.872039000000001</c:v>
                </c:pt>
                <c:pt idx="6403">
                  <c:v>20.134937999999998</c:v>
                </c:pt>
                <c:pt idx="6404">
                  <c:v>19.555154000000002</c:v>
                </c:pt>
                <c:pt idx="6405">
                  <c:v>19.282599000000001</c:v>
                </c:pt>
                <c:pt idx="6406">
                  <c:v>19.169699999999999</c:v>
                </c:pt>
                <c:pt idx="6407">
                  <c:v>18.955175999999998</c:v>
                </c:pt>
                <c:pt idx="6408">
                  <c:v>19.142934</c:v>
                </c:pt>
                <c:pt idx="6409">
                  <c:v>19.449244</c:v>
                </c:pt>
                <c:pt idx="6410">
                  <c:v>19.504854000000002</c:v>
                </c:pt>
                <c:pt idx="6411">
                  <c:v>19.439299000000002</c:v>
                </c:pt>
                <c:pt idx="6412">
                  <c:v>19.2654</c:v>
                </c:pt>
                <c:pt idx="6413">
                  <c:v>19.739646</c:v>
                </c:pt>
                <c:pt idx="6414">
                  <c:v>19.5</c:v>
                </c:pt>
                <c:pt idx="6415">
                  <c:v>19.091094000000002</c:v>
                </c:pt>
                <c:pt idx="6416">
                  <c:v>19.512499999999999</c:v>
                </c:pt>
                <c:pt idx="6417">
                  <c:v>19.822215</c:v>
                </c:pt>
                <c:pt idx="6418">
                  <c:v>20.132494999999999</c:v>
                </c:pt>
                <c:pt idx="6419">
                  <c:v>19.892250000000001</c:v>
                </c:pt>
                <c:pt idx="6420">
                  <c:v>19.992000000000001</c:v>
                </c:pt>
                <c:pt idx="6421">
                  <c:v>20.069168000000001</c:v>
                </c:pt>
                <c:pt idx="6422">
                  <c:v>19.794629999999998</c:v>
                </c:pt>
                <c:pt idx="6423">
                  <c:v>19.72204</c:v>
                </c:pt>
                <c:pt idx="6424">
                  <c:v>20.224599999999999</c:v>
                </c:pt>
                <c:pt idx="6425">
                  <c:v>20.513323999999997</c:v>
                </c:pt>
                <c:pt idx="6426">
                  <c:v>20.456066</c:v>
                </c:pt>
                <c:pt idx="6427">
                  <c:v>20.650853000000001</c:v>
                </c:pt>
                <c:pt idx="6428">
                  <c:v>20.575391</c:v>
                </c:pt>
                <c:pt idx="6429">
                  <c:v>20.256</c:v>
                </c:pt>
                <c:pt idx="6430">
                  <c:v>20.132674999999999</c:v>
                </c:pt>
                <c:pt idx="6431">
                  <c:v>20.119050000000001</c:v>
                </c:pt>
                <c:pt idx="6432">
                  <c:v>20.585301000000001</c:v>
                </c:pt>
                <c:pt idx="6433">
                  <c:v>20.771318000000001</c:v>
                </c:pt>
                <c:pt idx="6434">
                  <c:v>20.383819000000003</c:v>
                </c:pt>
                <c:pt idx="6435">
                  <c:v>20.349888</c:v>
                </c:pt>
                <c:pt idx="6436">
                  <c:v>20.284495</c:v>
                </c:pt>
                <c:pt idx="6437">
                  <c:v>20.58792</c:v>
                </c:pt>
                <c:pt idx="6438">
                  <c:v>20.853159999999999</c:v>
                </c:pt>
                <c:pt idx="6439">
                  <c:v>20.994713999999998</c:v>
                </c:pt>
                <c:pt idx="6440">
                  <c:v>20.597693</c:v>
                </c:pt>
                <c:pt idx="6441">
                  <c:v>21.108350000000002</c:v>
                </c:pt>
                <c:pt idx="6442">
                  <c:v>21.126887999999997</c:v>
                </c:pt>
                <c:pt idx="6443">
                  <c:v>21.649427999999997</c:v>
                </c:pt>
                <c:pt idx="6444">
                  <c:v>21.875418</c:v>
                </c:pt>
                <c:pt idx="6445">
                  <c:v>21.139758</c:v>
                </c:pt>
                <c:pt idx="6446">
                  <c:v>20.968609999999998</c:v>
                </c:pt>
                <c:pt idx="6447">
                  <c:v>21.036687999999998</c:v>
                </c:pt>
                <c:pt idx="6448">
                  <c:v>20.933715000000003</c:v>
                </c:pt>
                <c:pt idx="6449">
                  <c:v>20.552440999999998</c:v>
                </c:pt>
                <c:pt idx="6450">
                  <c:v>20.227934999999999</c:v>
                </c:pt>
                <c:pt idx="6451">
                  <c:v>20.649423000000002</c:v>
                </c:pt>
                <c:pt idx="6452">
                  <c:v>20.170522999999999</c:v>
                </c:pt>
                <c:pt idx="6453">
                  <c:v>20.369485999999998</c:v>
                </c:pt>
                <c:pt idx="6454">
                  <c:v>20.306213</c:v>
                </c:pt>
                <c:pt idx="6455">
                  <c:v>20.337817999999999</c:v>
                </c:pt>
                <c:pt idx="6456">
                  <c:v>19.94256</c:v>
                </c:pt>
                <c:pt idx="6457">
                  <c:v>19.609275</c:v>
                </c:pt>
                <c:pt idx="6458">
                  <c:v>20.194915000000002</c:v>
                </c:pt>
                <c:pt idx="6459">
                  <c:v>19.966387000000001</c:v>
                </c:pt>
                <c:pt idx="6460">
                  <c:v>20.169501</c:v>
                </c:pt>
                <c:pt idx="6461">
                  <c:v>20.392949999999999</c:v>
                </c:pt>
                <c:pt idx="6462">
                  <c:v>20.540725000000002</c:v>
                </c:pt>
                <c:pt idx="6463">
                  <c:v>20.505064000000001</c:v>
                </c:pt>
                <c:pt idx="6464">
                  <c:v>20.167583</c:v>
                </c:pt>
                <c:pt idx="6465">
                  <c:v>19.508299999999998</c:v>
                </c:pt>
                <c:pt idx="6466">
                  <c:v>20.062929999999998</c:v>
                </c:pt>
                <c:pt idx="6467">
                  <c:v>20.420518999999999</c:v>
                </c:pt>
                <c:pt idx="6468">
                  <c:v>20.603715000000001</c:v>
                </c:pt>
                <c:pt idx="6469">
                  <c:v>20.549295000000001</c:v>
                </c:pt>
                <c:pt idx="6470">
                  <c:v>20.526938000000001</c:v>
                </c:pt>
                <c:pt idx="6471">
                  <c:v>20.692238000000003</c:v>
                </c:pt>
                <c:pt idx="6472">
                  <c:v>20.547111000000001</c:v>
                </c:pt>
                <c:pt idx="6473">
                  <c:v>20.641069999999999</c:v>
                </c:pt>
                <c:pt idx="6474">
                  <c:v>20.437663999999998</c:v>
                </c:pt>
                <c:pt idx="6475">
                  <c:v>19.896632999999998</c:v>
                </c:pt>
                <c:pt idx="6476">
                  <c:v>19.896632999999998</c:v>
                </c:pt>
                <c:pt idx="6477">
                  <c:v>19.952943999999999</c:v>
                </c:pt>
                <c:pt idx="6478">
                  <c:v>19.704599999999999</c:v>
                </c:pt>
                <c:pt idx="6479">
                  <c:v>20.023432</c:v>
                </c:pt>
                <c:pt idx="6480">
                  <c:v>19.064644000000001</c:v>
                </c:pt>
                <c:pt idx="6481">
                  <c:v>19.162744</c:v>
                </c:pt>
                <c:pt idx="6482">
                  <c:v>19.259041</c:v>
                </c:pt>
                <c:pt idx="6483">
                  <c:v>19.475148000000001</c:v>
                </c:pt>
                <c:pt idx="6484">
                  <c:v>19.287137999999999</c:v>
                </c:pt>
                <c:pt idx="6485">
                  <c:v>18.910885</c:v>
                </c:pt>
                <c:pt idx="6486">
                  <c:v>19.400832000000001</c:v>
                </c:pt>
                <c:pt idx="6487">
                  <c:v>19.797277999999999</c:v>
                </c:pt>
                <c:pt idx="6488">
                  <c:v>19.710704</c:v>
                </c:pt>
                <c:pt idx="6489">
                  <c:v>20.801682</c:v>
                </c:pt>
                <c:pt idx="6490">
                  <c:v>20.559839999999998</c:v>
                </c:pt>
                <c:pt idx="6491">
                  <c:v>20.525034999999999</c:v>
                </c:pt>
                <c:pt idx="6492">
                  <c:v>21.05584</c:v>
                </c:pt>
                <c:pt idx="6493">
                  <c:v>21.499099000000001</c:v>
                </c:pt>
                <c:pt idx="6494">
                  <c:v>21.729324000000002</c:v>
                </c:pt>
                <c:pt idx="6495">
                  <c:v>21.614998</c:v>
                </c:pt>
                <c:pt idx="6496">
                  <c:v>21.508298</c:v>
                </c:pt>
                <c:pt idx="6497">
                  <c:v>21.531635999999999</c:v>
                </c:pt>
                <c:pt idx="6498">
                  <c:v>21.376345000000001</c:v>
                </c:pt>
                <c:pt idx="6499">
                  <c:v>21.118910999999997</c:v>
                </c:pt>
                <c:pt idx="6500">
                  <c:v>21.296870999999999</c:v>
                </c:pt>
                <c:pt idx="6501">
                  <c:v>21.288800000000002</c:v>
                </c:pt>
                <c:pt idx="6502">
                  <c:v>21.325106000000002</c:v>
                </c:pt>
                <c:pt idx="6503">
                  <c:v>20.931543000000001</c:v>
                </c:pt>
                <c:pt idx="6504">
                  <c:v>20.850731999999997</c:v>
                </c:pt>
                <c:pt idx="6505">
                  <c:v>21.152746999999998</c:v>
                </c:pt>
                <c:pt idx="6506">
                  <c:v>20.858699999999999</c:v>
                </c:pt>
                <c:pt idx="6507">
                  <c:v>20.795774999999999</c:v>
                </c:pt>
                <c:pt idx="6508">
                  <c:v>20.710183999999998</c:v>
                </c:pt>
                <c:pt idx="6509">
                  <c:v>20.411549999999998</c:v>
                </c:pt>
                <c:pt idx="6510">
                  <c:v>20.083091</c:v>
                </c:pt>
                <c:pt idx="6511">
                  <c:v>20.240549999999999</c:v>
                </c:pt>
                <c:pt idx="6512">
                  <c:v>20.912144999999999</c:v>
                </c:pt>
                <c:pt idx="6513">
                  <c:v>20.460298000000002</c:v>
                </c:pt>
                <c:pt idx="6514">
                  <c:v>20.196704</c:v>
                </c:pt>
                <c:pt idx="6515">
                  <c:v>20.379275</c:v>
                </c:pt>
                <c:pt idx="6516">
                  <c:v>20.491766999999999</c:v>
                </c:pt>
                <c:pt idx="6517">
                  <c:v>20.880210000000002</c:v>
                </c:pt>
                <c:pt idx="6518">
                  <c:v>21.059884999999998</c:v>
                </c:pt>
                <c:pt idx="6519">
                  <c:v>21.099782000000001</c:v>
                </c:pt>
                <c:pt idx="6520">
                  <c:v>21.213359999999998</c:v>
                </c:pt>
                <c:pt idx="6521">
                  <c:v>21.002037999999999</c:v>
                </c:pt>
                <c:pt idx="6522">
                  <c:v>21.017720000000001</c:v>
                </c:pt>
                <c:pt idx="6523">
                  <c:v>21.592791000000002</c:v>
                </c:pt>
                <c:pt idx="6524">
                  <c:v>21.498890000000003</c:v>
                </c:pt>
                <c:pt idx="6525">
                  <c:v>21.790868</c:v>
                </c:pt>
                <c:pt idx="6526">
                  <c:v>21.967500000000001</c:v>
                </c:pt>
                <c:pt idx="6527">
                  <c:v>21.758244000000001</c:v>
                </c:pt>
                <c:pt idx="6528">
                  <c:v>21.563955</c:v>
                </c:pt>
                <c:pt idx="6529">
                  <c:v>21.029720999999999</c:v>
                </c:pt>
                <c:pt idx="6530">
                  <c:v>21.277905000000001</c:v>
                </c:pt>
                <c:pt idx="6531">
                  <c:v>20.995839999999998</c:v>
                </c:pt>
                <c:pt idx="6532">
                  <c:v>21.046900000000001</c:v>
                </c:pt>
                <c:pt idx="6533">
                  <c:v>20.907563</c:v>
                </c:pt>
                <c:pt idx="6534">
                  <c:v>20.69379</c:v>
                </c:pt>
                <c:pt idx="6535">
                  <c:v>20.481935</c:v>
                </c:pt>
                <c:pt idx="6536">
                  <c:v>20.539175</c:v>
                </c:pt>
                <c:pt idx="6537">
                  <c:v>20.543029000000001</c:v>
                </c:pt>
                <c:pt idx="6538">
                  <c:v>20.469937999999999</c:v>
                </c:pt>
                <c:pt idx="6539">
                  <c:v>20.265615</c:v>
                </c:pt>
                <c:pt idx="6540">
                  <c:v>21.185903</c:v>
                </c:pt>
                <c:pt idx="6541">
                  <c:v>21.404768000000001</c:v>
                </c:pt>
                <c:pt idx="6542">
                  <c:v>21.914378000000003</c:v>
                </c:pt>
                <c:pt idx="6543">
                  <c:v>22.012031999999998</c:v>
                </c:pt>
                <c:pt idx="6544">
                  <c:v>22.193709999999999</c:v>
                </c:pt>
                <c:pt idx="6545">
                  <c:v>22.17361</c:v>
                </c:pt>
                <c:pt idx="6546">
                  <c:v>21.8277</c:v>
                </c:pt>
                <c:pt idx="6547">
                  <c:v>22.101194</c:v>
                </c:pt>
                <c:pt idx="6548">
                  <c:v>22.770052999999997</c:v>
                </c:pt>
                <c:pt idx="6549">
                  <c:v>22.682939999999999</c:v>
                </c:pt>
                <c:pt idx="6550">
                  <c:v>21.91676</c:v>
                </c:pt>
                <c:pt idx="6551">
                  <c:v>21.891750000000002</c:v>
                </c:pt>
                <c:pt idx="6552">
                  <c:v>21.527856</c:v>
                </c:pt>
                <c:pt idx="6553">
                  <c:v>21.287240000000001</c:v>
                </c:pt>
                <c:pt idx="6554">
                  <c:v>21.21677</c:v>
                </c:pt>
                <c:pt idx="6555">
                  <c:v>21.002099999999999</c:v>
                </c:pt>
                <c:pt idx="6556">
                  <c:v>21.244968</c:v>
                </c:pt>
                <c:pt idx="6557">
                  <c:v>21.166418</c:v>
                </c:pt>
                <c:pt idx="6558">
                  <c:v>21.068863</c:v>
                </c:pt>
                <c:pt idx="6559">
                  <c:v>20.987835</c:v>
                </c:pt>
                <c:pt idx="6560">
                  <c:v>20.917187999999999</c:v>
                </c:pt>
                <c:pt idx="6561">
                  <c:v>21.668368000000001</c:v>
                </c:pt>
                <c:pt idx="6562">
                  <c:v>21.091004999999999</c:v>
                </c:pt>
                <c:pt idx="6563">
                  <c:v>20.746410000000001</c:v>
                </c:pt>
                <c:pt idx="6564">
                  <c:v>20.933843000000003</c:v>
                </c:pt>
                <c:pt idx="6565">
                  <c:v>20.818169999999999</c:v>
                </c:pt>
                <c:pt idx="6566">
                  <c:v>20.304404999999999</c:v>
                </c:pt>
                <c:pt idx="6567">
                  <c:v>20.184647999999999</c:v>
                </c:pt>
                <c:pt idx="6568">
                  <c:v>19.989899999999999</c:v>
                </c:pt>
                <c:pt idx="6569">
                  <c:v>19.930088999999999</c:v>
                </c:pt>
                <c:pt idx="6570">
                  <c:v>20.071002</c:v>
                </c:pt>
                <c:pt idx="6571">
                  <c:v>19.715489999999999</c:v>
                </c:pt>
                <c:pt idx="6572">
                  <c:v>19.456275000000002</c:v>
                </c:pt>
                <c:pt idx="6573">
                  <c:v>19.687116</c:v>
                </c:pt>
                <c:pt idx="6574">
                  <c:v>19.38645</c:v>
                </c:pt>
                <c:pt idx="6575">
                  <c:v>20.138631</c:v>
                </c:pt>
                <c:pt idx="6576">
                  <c:v>19.744990000000001</c:v>
                </c:pt>
                <c:pt idx="6577">
                  <c:v>19.420044000000001</c:v>
                </c:pt>
                <c:pt idx="6578">
                  <c:v>19.760000000000002</c:v>
                </c:pt>
                <c:pt idx="6579">
                  <c:v>19.463800000000003</c:v>
                </c:pt>
                <c:pt idx="6580">
                  <c:v>19.154289000000002</c:v>
                </c:pt>
                <c:pt idx="6581">
                  <c:v>19.28199</c:v>
                </c:pt>
                <c:pt idx="6582">
                  <c:v>19.244680000000002</c:v>
                </c:pt>
                <c:pt idx="6583">
                  <c:v>19.172625</c:v>
                </c:pt>
                <c:pt idx="6584">
                  <c:v>19.228266000000001</c:v>
                </c:pt>
                <c:pt idx="6585">
                  <c:v>19.697617000000001</c:v>
                </c:pt>
                <c:pt idx="6586">
                  <c:v>19.82554</c:v>
                </c:pt>
                <c:pt idx="6587">
                  <c:v>19.732320000000001</c:v>
                </c:pt>
                <c:pt idx="6588">
                  <c:v>20.04139</c:v>
                </c:pt>
                <c:pt idx="6589">
                  <c:v>20.209590000000002</c:v>
                </c:pt>
                <c:pt idx="6590">
                  <c:v>20.518146000000002</c:v>
                </c:pt>
                <c:pt idx="6591">
                  <c:v>20.690810000000003</c:v>
                </c:pt>
                <c:pt idx="6592">
                  <c:v>20.622487999999997</c:v>
                </c:pt>
                <c:pt idx="6593">
                  <c:v>20.686959999999999</c:v>
                </c:pt>
                <c:pt idx="6594">
                  <c:v>20.46039</c:v>
                </c:pt>
                <c:pt idx="6595">
                  <c:v>20.390035999999998</c:v>
                </c:pt>
                <c:pt idx="6596">
                  <c:v>20.448050000000002</c:v>
                </c:pt>
                <c:pt idx="6597">
                  <c:v>20.504200000000001</c:v>
                </c:pt>
                <c:pt idx="6598">
                  <c:v>20.418614999999999</c:v>
                </c:pt>
                <c:pt idx="6599">
                  <c:v>20.395583999999999</c:v>
                </c:pt>
                <c:pt idx="6600">
                  <c:v>20.439958000000001</c:v>
                </c:pt>
                <c:pt idx="6601">
                  <c:v>20.910925000000002</c:v>
                </c:pt>
                <c:pt idx="6602">
                  <c:v>20.928570000000001</c:v>
                </c:pt>
                <c:pt idx="6603">
                  <c:v>20.628878</c:v>
                </c:pt>
                <c:pt idx="6604">
                  <c:v>20.645775</c:v>
                </c:pt>
                <c:pt idx="6605">
                  <c:v>20.415239999999997</c:v>
                </c:pt>
                <c:pt idx="6606">
                  <c:v>20.281862</c:v>
                </c:pt>
                <c:pt idx="6607">
                  <c:v>20.793562000000001</c:v>
                </c:pt>
                <c:pt idx="6608">
                  <c:v>20.986750000000001</c:v>
                </c:pt>
                <c:pt idx="6609">
                  <c:v>20.901075000000002</c:v>
                </c:pt>
                <c:pt idx="6610">
                  <c:v>21.5595</c:v>
                </c:pt>
                <c:pt idx="6611">
                  <c:v>21.68533</c:v>
                </c:pt>
                <c:pt idx="6612">
                  <c:v>20.92428</c:v>
                </c:pt>
                <c:pt idx="6613">
                  <c:v>20.92428</c:v>
                </c:pt>
                <c:pt idx="6614">
                  <c:v>20.708594999999999</c:v>
                </c:pt>
                <c:pt idx="6615">
                  <c:v>20.706763000000002</c:v>
                </c:pt>
                <c:pt idx="6616">
                  <c:v>20.464079999999999</c:v>
                </c:pt>
                <c:pt idx="6617">
                  <c:v>20.442550000000001</c:v>
                </c:pt>
                <c:pt idx="6618">
                  <c:v>20.887307999999997</c:v>
                </c:pt>
                <c:pt idx="6619">
                  <c:v>20.591455999999997</c:v>
                </c:pt>
                <c:pt idx="6620">
                  <c:v>20.591455999999997</c:v>
                </c:pt>
                <c:pt idx="6621">
                  <c:v>20.383967999999999</c:v>
                </c:pt>
                <c:pt idx="6622">
                  <c:v>20.601900000000001</c:v>
                </c:pt>
                <c:pt idx="6623">
                  <c:v>20.374970000000001</c:v>
                </c:pt>
                <c:pt idx="6624">
                  <c:v>20.612467000000002</c:v>
                </c:pt>
                <c:pt idx="6625">
                  <c:v>21.029330000000002</c:v>
                </c:pt>
                <c:pt idx="6626">
                  <c:v>21.147303999999998</c:v>
                </c:pt>
                <c:pt idx="6627">
                  <c:v>21.151698</c:v>
                </c:pt>
                <c:pt idx="6628">
                  <c:v>20.887919999999998</c:v>
                </c:pt>
                <c:pt idx="6629">
                  <c:v>20.330459000000001</c:v>
                </c:pt>
                <c:pt idx="6630">
                  <c:v>20.494038</c:v>
                </c:pt>
                <c:pt idx="6631">
                  <c:v>20.666408000000001</c:v>
                </c:pt>
                <c:pt idx="6632">
                  <c:v>20.484774000000002</c:v>
                </c:pt>
                <c:pt idx="6633">
                  <c:v>19.840274999999998</c:v>
                </c:pt>
                <c:pt idx="6634">
                  <c:v>19.484183000000002</c:v>
                </c:pt>
                <c:pt idx="6635">
                  <c:v>19.649553000000001</c:v>
                </c:pt>
                <c:pt idx="6636">
                  <c:v>19.105073000000001</c:v>
                </c:pt>
                <c:pt idx="6637">
                  <c:v>19.090574999999998</c:v>
                </c:pt>
                <c:pt idx="6638">
                  <c:v>18.284559999999999</c:v>
                </c:pt>
                <c:pt idx="6639">
                  <c:v>18.332799999999999</c:v>
                </c:pt>
                <c:pt idx="6640">
                  <c:v>18.753893999999999</c:v>
                </c:pt>
                <c:pt idx="6641">
                  <c:v>18.520904999999999</c:v>
                </c:pt>
                <c:pt idx="6642">
                  <c:v>18.573030000000003</c:v>
                </c:pt>
                <c:pt idx="6643">
                  <c:v>18.051929999999999</c:v>
                </c:pt>
                <c:pt idx="6644">
                  <c:v>18.092750000000002</c:v>
                </c:pt>
                <c:pt idx="6645">
                  <c:v>17.654720999999999</c:v>
                </c:pt>
                <c:pt idx="6646">
                  <c:v>17.680340000000001</c:v>
                </c:pt>
                <c:pt idx="6647">
                  <c:v>17.680340000000001</c:v>
                </c:pt>
                <c:pt idx="6648">
                  <c:v>17.448843</c:v>
                </c:pt>
                <c:pt idx="6649">
                  <c:v>17.745200000000001</c:v>
                </c:pt>
                <c:pt idx="6650">
                  <c:v>17.834202000000001</c:v>
                </c:pt>
                <c:pt idx="6651">
                  <c:v>18.071852</c:v>
                </c:pt>
                <c:pt idx="6652">
                  <c:v>18.041952999999999</c:v>
                </c:pt>
                <c:pt idx="6653">
                  <c:v>18.183465000000002</c:v>
                </c:pt>
                <c:pt idx="6654">
                  <c:v>18.24381</c:v>
                </c:pt>
                <c:pt idx="6655">
                  <c:v>18.025525000000002</c:v>
                </c:pt>
                <c:pt idx="6656">
                  <c:v>18.134952999999999</c:v>
                </c:pt>
                <c:pt idx="6657">
                  <c:v>18.152919000000001</c:v>
                </c:pt>
                <c:pt idx="6658">
                  <c:v>18.255524999999999</c:v>
                </c:pt>
                <c:pt idx="6659">
                  <c:v>18.400034999999999</c:v>
                </c:pt>
                <c:pt idx="6660">
                  <c:v>17.993960000000001</c:v>
                </c:pt>
                <c:pt idx="6661">
                  <c:v>18.309101000000002</c:v>
                </c:pt>
                <c:pt idx="6662">
                  <c:v>18.114179999999998</c:v>
                </c:pt>
                <c:pt idx="6663">
                  <c:v>17.1797</c:v>
                </c:pt>
                <c:pt idx="6664">
                  <c:v>17.44416</c:v>
                </c:pt>
                <c:pt idx="6665">
                  <c:v>17.38503</c:v>
                </c:pt>
                <c:pt idx="6666">
                  <c:v>18.074649999999998</c:v>
                </c:pt>
                <c:pt idx="6667">
                  <c:v>17.855799999999999</c:v>
                </c:pt>
                <c:pt idx="6668">
                  <c:v>18.254957000000001</c:v>
                </c:pt>
                <c:pt idx="6669">
                  <c:v>18.378</c:v>
                </c:pt>
                <c:pt idx="6670">
                  <c:v>18.132075</c:v>
                </c:pt>
                <c:pt idx="6671">
                  <c:v>18.284549999999999</c:v>
                </c:pt>
                <c:pt idx="6672">
                  <c:v>18.212406000000001</c:v>
                </c:pt>
                <c:pt idx="6673">
                  <c:v>17.714880000000001</c:v>
                </c:pt>
                <c:pt idx="6674">
                  <c:v>17.527905000000001</c:v>
                </c:pt>
                <c:pt idx="6675">
                  <c:v>17.51126</c:v>
                </c:pt>
                <c:pt idx="6676">
                  <c:v>17.768743999999998</c:v>
                </c:pt>
                <c:pt idx="6677">
                  <c:v>17.618694999999999</c:v>
                </c:pt>
                <c:pt idx="6678">
                  <c:v>17.854620000000001</c:v>
                </c:pt>
                <c:pt idx="6679">
                  <c:v>17.043749999999999</c:v>
                </c:pt>
                <c:pt idx="6680">
                  <c:v>16.658885000000001</c:v>
                </c:pt>
                <c:pt idx="6681">
                  <c:v>16.867889999999999</c:v>
                </c:pt>
                <c:pt idx="6682">
                  <c:v>16.821441</c:v>
                </c:pt>
                <c:pt idx="6683">
                  <c:v>16.520804000000002</c:v>
                </c:pt>
                <c:pt idx="6684">
                  <c:v>16.566593000000001</c:v>
                </c:pt>
                <c:pt idx="6685">
                  <c:v>16.114936</c:v>
                </c:pt>
                <c:pt idx="6686">
                  <c:v>16.127178000000001</c:v>
                </c:pt>
                <c:pt idx="6687">
                  <c:v>16.091594999999998</c:v>
                </c:pt>
                <c:pt idx="6688">
                  <c:v>16.54158</c:v>
                </c:pt>
                <c:pt idx="6689">
                  <c:v>16.893450000000001</c:v>
                </c:pt>
                <c:pt idx="6690">
                  <c:v>17.535136000000001</c:v>
                </c:pt>
                <c:pt idx="6691">
                  <c:v>18.19896</c:v>
                </c:pt>
                <c:pt idx="6692">
                  <c:v>17.718938999999999</c:v>
                </c:pt>
                <c:pt idx="6693">
                  <c:v>17.322552000000002</c:v>
                </c:pt>
                <c:pt idx="6694">
                  <c:v>16.904769999999999</c:v>
                </c:pt>
                <c:pt idx="6695">
                  <c:v>17.677675999999998</c:v>
                </c:pt>
                <c:pt idx="6696">
                  <c:v>16.717435000000002</c:v>
                </c:pt>
                <c:pt idx="6697">
                  <c:v>16.376832</c:v>
                </c:pt>
                <c:pt idx="6698">
                  <c:v>17.213725</c:v>
                </c:pt>
                <c:pt idx="6699">
                  <c:v>16.843643</c:v>
                </c:pt>
                <c:pt idx="6700">
                  <c:v>16.95757</c:v>
                </c:pt>
                <c:pt idx="6701">
                  <c:v>17.197641000000001</c:v>
                </c:pt>
                <c:pt idx="6702">
                  <c:v>17.402010000000001</c:v>
                </c:pt>
                <c:pt idx="6703">
                  <c:v>16.941628000000001</c:v>
                </c:pt>
                <c:pt idx="6704">
                  <c:v>16.367453999999999</c:v>
                </c:pt>
                <c:pt idx="6705">
                  <c:v>16.984860000000001</c:v>
                </c:pt>
                <c:pt idx="6706">
                  <c:v>17.43599</c:v>
                </c:pt>
                <c:pt idx="6707">
                  <c:v>17.777899999999999</c:v>
                </c:pt>
                <c:pt idx="6708">
                  <c:v>18.112195999999997</c:v>
                </c:pt>
                <c:pt idx="6709">
                  <c:v>18.452632000000001</c:v>
                </c:pt>
                <c:pt idx="6710">
                  <c:v>17.987273000000002</c:v>
                </c:pt>
                <c:pt idx="6711">
                  <c:v>17.968275000000002</c:v>
                </c:pt>
                <c:pt idx="6712">
                  <c:v>18.373125000000002</c:v>
                </c:pt>
                <c:pt idx="6713">
                  <c:v>18.267257999999998</c:v>
                </c:pt>
                <c:pt idx="6714">
                  <c:v>18.925250000000002</c:v>
                </c:pt>
                <c:pt idx="6715">
                  <c:v>18.718679999999999</c:v>
                </c:pt>
                <c:pt idx="6716">
                  <c:v>19.09375</c:v>
                </c:pt>
                <c:pt idx="6717">
                  <c:v>18.759982999999998</c:v>
                </c:pt>
                <c:pt idx="6718">
                  <c:v>19.042919999999999</c:v>
                </c:pt>
                <c:pt idx="6719">
                  <c:v>19.301579999999998</c:v>
                </c:pt>
                <c:pt idx="6720">
                  <c:v>18.263973</c:v>
                </c:pt>
                <c:pt idx="6721">
                  <c:v>18.164899999999999</c:v>
                </c:pt>
                <c:pt idx="6722">
                  <c:v>18.069520000000001</c:v>
                </c:pt>
                <c:pt idx="6723">
                  <c:v>18.610823</c:v>
                </c:pt>
              </c:numCache>
            </c:numRef>
          </c:val>
          <c:smooth val="0"/>
          <c:extLst>
            <c:ext xmlns:c16="http://schemas.microsoft.com/office/drawing/2014/chart" uri="{C3380CC4-5D6E-409C-BE32-E72D297353CC}">
              <c16:uniqueId val="{00000001-3D07-4B1A-9BCA-EAA9EA67BA70}"/>
            </c:ext>
          </c:extLst>
        </c:ser>
        <c:ser>
          <c:idx val="2"/>
          <c:order val="2"/>
          <c:tx>
            <c:strRef>
              <c:f>'Shell chart'!$S$8</c:f>
              <c:strCache>
                <c:ptCount val="1"/>
                <c:pt idx="0">
                  <c:v>AMS</c:v>
                </c:pt>
              </c:strCache>
            </c:strRef>
          </c:tx>
          <c:spPr>
            <a:ln w="28575" cap="rnd">
              <a:solidFill>
                <a:schemeClr val="bg1">
                  <a:lumMod val="65000"/>
                </a:schemeClr>
              </a:solidFill>
              <a:round/>
            </a:ln>
            <a:effectLst/>
          </c:spPr>
          <c:marker>
            <c:symbol val="none"/>
          </c:marker>
          <c:cat>
            <c:numRef>
              <c:f>'Shell chart'!$P$9:$P$6732</c:f>
              <c:numCache>
                <c:formatCode>m/d/yyyy</c:formatCode>
                <c:ptCount val="6724"/>
                <c:pt idx="0">
                  <c:v>46260</c:v>
                </c:pt>
                <c:pt idx="1">
                  <c:v>46259</c:v>
                </c:pt>
                <c:pt idx="2">
                  <c:v>46258</c:v>
                </c:pt>
                <c:pt idx="3">
                  <c:v>46255</c:v>
                </c:pt>
                <c:pt idx="4">
                  <c:v>46254</c:v>
                </c:pt>
                <c:pt idx="5">
                  <c:v>46253</c:v>
                </c:pt>
                <c:pt idx="6">
                  <c:v>46252</c:v>
                </c:pt>
                <c:pt idx="7">
                  <c:v>46251</c:v>
                </c:pt>
                <c:pt idx="8">
                  <c:v>46248</c:v>
                </c:pt>
                <c:pt idx="9">
                  <c:v>46247</c:v>
                </c:pt>
                <c:pt idx="10">
                  <c:v>46246</c:v>
                </c:pt>
                <c:pt idx="11">
                  <c:v>46245</c:v>
                </c:pt>
                <c:pt idx="12">
                  <c:v>46244</c:v>
                </c:pt>
                <c:pt idx="13">
                  <c:v>46241</c:v>
                </c:pt>
                <c:pt idx="14">
                  <c:v>46240</c:v>
                </c:pt>
                <c:pt idx="15">
                  <c:v>46239</c:v>
                </c:pt>
                <c:pt idx="16">
                  <c:v>46238</c:v>
                </c:pt>
                <c:pt idx="17">
                  <c:v>46237</c:v>
                </c:pt>
                <c:pt idx="18">
                  <c:v>46234</c:v>
                </c:pt>
                <c:pt idx="19">
                  <c:v>46233</c:v>
                </c:pt>
                <c:pt idx="20">
                  <c:v>46232</c:v>
                </c:pt>
                <c:pt idx="21">
                  <c:v>46231</c:v>
                </c:pt>
                <c:pt idx="22">
                  <c:v>46230</c:v>
                </c:pt>
                <c:pt idx="23">
                  <c:v>46227</c:v>
                </c:pt>
                <c:pt idx="24">
                  <c:v>46226</c:v>
                </c:pt>
                <c:pt idx="25">
                  <c:v>46225</c:v>
                </c:pt>
                <c:pt idx="26">
                  <c:v>46224</c:v>
                </c:pt>
                <c:pt idx="27">
                  <c:v>46223</c:v>
                </c:pt>
                <c:pt idx="28">
                  <c:v>46220</c:v>
                </c:pt>
                <c:pt idx="29">
                  <c:v>46219</c:v>
                </c:pt>
                <c:pt idx="30">
                  <c:v>46218</c:v>
                </c:pt>
                <c:pt idx="31">
                  <c:v>46217</c:v>
                </c:pt>
                <c:pt idx="32">
                  <c:v>46216</c:v>
                </c:pt>
                <c:pt idx="33">
                  <c:v>46213</c:v>
                </c:pt>
                <c:pt idx="34">
                  <c:v>46212</c:v>
                </c:pt>
                <c:pt idx="35">
                  <c:v>46211</c:v>
                </c:pt>
                <c:pt idx="36">
                  <c:v>46210</c:v>
                </c:pt>
                <c:pt idx="37">
                  <c:v>46209</c:v>
                </c:pt>
                <c:pt idx="38">
                  <c:v>46206</c:v>
                </c:pt>
                <c:pt idx="39">
                  <c:v>46205</c:v>
                </c:pt>
                <c:pt idx="40">
                  <c:v>46204</c:v>
                </c:pt>
                <c:pt idx="41">
                  <c:v>46203</c:v>
                </c:pt>
                <c:pt idx="42">
                  <c:v>46202</c:v>
                </c:pt>
                <c:pt idx="43">
                  <c:v>46199</c:v>
                </c:pt>
                <c:pt idx="44">
                  <c:v>46198</c:v>
                </c:pt>
                <c:pt idx="45">
                  <c:v>46197</c:v>
                </c:pt>
                <c:pt idx="46">
                  <c:v>46196</c:v>
                </c:pt>
                <c:pt idx="47">
                  <c:v>46195</c:v>
                </c:pt>
                <c:pt idx="48">
                  <c:v>46192</c:v>
                </c:pt>
                <c:pt idx="49">
                  <c:v>46191</c:v>
                </c:pt>
                <c:pt idx="50">
                  <c:v>46190</c:v>
                </c:pt>
                <c:pt idx="51">
                  <c:v>46189</c:v>
                </c:pt>
                <c:pt idx="52">
                  <c:v>46188</c:v>
                </c:pt>
                <c:pt idx="53">
                  <c:v>46185</c:v>
                </c:pt>
                <c:pt idx="54">
                  <c:v>46184</c:v>
                </c:pt>
                <c:pt idx="55">
                  <c:v>46183</c:v>
                </c:pt>
                <c:pt idx="56">
                  <c:v>46182</c:v>
                </c:pt>
                <c:pt idx="57">
                  <c:v>46181</c:v>
                </c:pt>
                <c:pt idx="58">
                  <c:v>46178</c:v>
                </c:pt>
                <c:pt idx="59">
                  <c:v>46177</c:v>
                </c:pt>
                <c:pt idx="60">
                  <c:v>46176</c:v>
                </c:pt>
                <c:pt idx="61">
                  <c:v>46175</c:v>
                </c:pt>
                <c:pt idx="62">
                  <c:v>46174</c:v>
                </c:pt>
                <c:pt idx="63">
                  <c:v>46171</c:v>
                </c:pt>
                <c:pt idx="64">
                  <c:v>46170</c:v>
                </c:pt>
                <c:pt idx="65">
                  <c:v>46169</c:v>
                </c:pt>
                <c:pt idx="66">
                  <c:v>46168</c:v>
                </c:pt>
                <c:pt idx="67">
                  <c:v>46167</c:v>
                </c:pt>
                <c:pt idx="68">
                  <c:v>46164</c:v>
                </c:pt>
                <c:pt idx="69">
                  <c:v>46163</c:v>
                </c:pt>
                <c:pt idx="70">
                  <c:v>46162</c:v>
                </c:pt>
                <c:pt idx="71">
                  <c:v>46161</c:v>
                </c:pt>
                <c:pt idx="72">
                  <c:v>46160</c:v>
                </c:pt>
                <c:pt idx="73">
                  <c:v>46157</c:v>
                </c:pt>
                <c:pt idx="74">
                  <c:v>46156</c:v>
                </c:pt>
                <c:pt idx="75">
                  <c:v>46155</c:v>
                </c:pt>
                <c:pt idx="76">
                  <c:v>46154</c:v>
                </c:pt>
                <c:pt idx="77">
                  <c:v>46153</c:v>
                </c:pt>
                <c:pt idx="78">
                  <c:v>46150</c:v>
                </c:pt>
                <c:pt idx="79">
                  <c:v>46149</c:v>
                </c:pt>
                <c:pt idx="80">
                  <c:v>46148</c:v>
                </c:pt>
                <c:pt idx="81">
                  <c:v>46147</c:v>
                </c:pt>
                <c:pt idx="82">
                  <c:v>46146</c:v>
                </c:pt>
                <c:pt idx="83">
                  <c:v>46143</c:v>
                </c:pt>
                <c:pt idx="84">
                  <c:v>46142</c:v>
                </c:pt>
                <c:pt idx="85">
                  <c:v>46141</c:v>
                </c:pt>
                <c:pt idx="86">
                  <c:v>46140</c:v>
                </c:pt>
                <c:pt idx="87">
                  <c:v>46139</c:v>
                </c:pt>
                <c:pt idx="88">
                  <c:v>46136</c:v>
                </c:pt>
                <c:pt idx="89">
                  <c:v>46135</c:v>
                </c:pt>
                <c:pt idx="90">
                  <c:v>46134</c:v>
                </c:pt>
                <c:pt idx="91">
                  <c:v>46133</c:v>
                </c:pt>
                <c:pt idx="92">
                  <c:v>46132</c:v>
                </c:pt>
                <c:pt idx="93">
                  <c:v>46129</c:v>
                </c:pt>
                <c:pt idx="94">
                  <c:v>46128</c:v>
                </c:pt>
                <c:pt idx="95">
                  <c:v>46127</c:v>
                </c:pt>
                <c:pt idx="96">
                  <c:v>46126</c:v>
                </c:pt>
                <c:pt idx="97">
                  <c:v>46125</c:v>
                </c:pt>
                <c:pt idx="98">
                  <c:v>46122</c:v>
                </c:pt>
                <c:pt idx="99">
                  <c:v>46121</c:v>
                </c:pt>
                <c:pt idx="100">
                  <c:v>46120</c:v>
                </c:pt>
                <c:pt idx="101">
                  <c:v>46119</c:v>
                </c:pt>
                <c:pt idx="102">
                  <c:v>46114</c:v>
                </c:pt>
                <c:pt idx="103">
                  <c:v>46113</c:v>
                </c:pt>
                <c:pt idx="104">
                  <c:v>46112</c:v>
                </c:pt>
                <c:pt idx="105">
                  <c:v>46111</c:v>
                </c:pt>
                <c:pt idx="106">
                  <c:v>46108</c:v>
                </c:pt>
                <c:pt idx="107">
                  <c:v>46107</c:v>
                </c:pt>
                <c:pt idx="108">
                  <c:v>46106</c:v>
                </c:pt>
                <c:pt idx="109">
                  <c:v>46105</c:v>
                </c:pt>
                <c:pt idx="110">
                  <c:v>46104</c:v>
                </c:pt>
                <c:pt idx="111">
                  <c:v>46101</c:v>
                </c:pt>
                <c:pt idx="112">
                  <c:v>46100</c:v>
                </c:pt>
                <c:pt idx="113">
                  <c:v>46099</c:v>
                </c:pt>
                <c:pt idx="114">
                  <c:v>46098</c:v>
                </c:pt>
                <c:pt idx="115">
                  <c:v>46097</c:v>
                </c:pt>
                <c:pt idx="116">
                  <c:v>46094</c:v>
                </c:pt>
                <c:pt idx="117">
                  <c:v>46093</c:v>
                </c:pt>
                <c:pt idx="118">
                  <c:v>46092</c:v>
                </c:pt>
                <c:pt idx="119">
                  <c:v>46091</c:v>
                </c:pt>
                <c:pt idx="120">
                  <c:v>46090</c:v>
                </c:pt>
                <c:pt idx="121">
                  <c:v>46087</c:v>
                </c:pt>
                <c:pt idx="122">
                  <c:v>46086</c:v>
                </c:pt>
                <c:pt idx="123">
                  <c:v>46085</c:v>
                </c:pt>
                <c:pt idx="124">
                  <c:v>46084</c:v>
                </c:pt>
                <c:pt idx="125">
                  <c:v>46083</c:v>
                </c:pt>
                <c:pt idx="126">
                  <c:v>46080</c:v>
                </c:pt>
                <c:pt idx="127">
                  <c:v>46079</c:v>
                </c:pt>
                <c:pt idx="128">
                  <c:v>46078</c:v>
                </c:pt>
                <c:pt idx="129">
                  <c:v>46077</c:v>
                </c:pt>
                <c:pt idx="130">
                  <c:v>46076</c:v>
                </c:pt>
                <c:pt idx="131">
                  <c:v>46073</c:v>
                </c:pt>
                <c:pt idx="132">
                  <c:v>46072</c:v>
                </c:pt>
                <c:pt idx="133">
                  <c:v>46071</c:v>
                </c:pt>
                <c:pt idx="134">
                  <c:v>46070</c:v>
                </c:pt>
                <c:pt idx="135">
                  <c:v>46069</c:v>
                </c:pt>
                <c:pt idx="136">
                  <c:v>46066</c:v>
                </c:pt>
                <c:pt idx="137">
                  <c:v>46065</c:v>
                </c:pt>
                <c:pt idx="138">
                  <c:v>46064</c:v>
                </c:pt>
                <c:pt idx="139">
                  <c:v>46063</c:v>
                </c:pt>
                <c:pt idx="140">
                  <c:v>46062</c:v>
                </c:pt>
                <c:pt idx="141">
                  <c:v>46059</c:v>
                </c:pt>
                <c:pt idx="142">
                  <c:v>46058</c:v>
                </c:pt>
                <c:pt idx="143">
                  <c:v>46057</c:v>
                </c:pt>
                <c:pt idx="144">
                  <c:v>46056</c:v>
                </c:pt>
                <c:pt idx="145">
                  <c:v>46055</c:v>
                </c:pt>
                <c:pt idx="146">
                  <c:v>46052</c:v>
                </c:pt>
                <c:pt idx="147">
                  <c:v>46051</c:v>
                </c:pt>
                <c:pt idx="148">
                  <c:v>46050</c:v>
                </c:pt>
                <c:pt idx="149">
                  <c:v>46049</c:v>
                </c:pt>
                <c:pt idx="150">
                  <c:v>46048</c:v>
                </c:pt>
                <c:pt idx="151">
                  <c:v>46045</c:v>
                </c:pt>
                <c:pt idx="152">
                  <c:v>46044</c:v>
                </c:pt>
                <c:pt idx="153">
                  <c:v>46043</c:v>
                </c:pt>
                <c:pt idx="154">
                  <c:v>46042</c:v>
                </c:pt>
                <c:pt idx="155">
                  <c:v>46041</c:v>
                </c:pt>
                <c:pt idx="156">
                  <c:v>46038</c:v>
                </c:pt>
                <c:pt idx="157">
                  <c:v>46037</c:v>
                </c:pt>
                <c:pt idx="158">
                  <c:v>46036</c:v>
                </c:pt>
                <c:pt idx="159">
                  <c:v>46035</c:v>
                </c:pt>
                <c:pt idx="160">
                  <c:v>46034</c:v>
                </c:pt>
                <c:pt idx="161">
                  <c:v>46031</c:v>
                </c:pt>
                <c:pt idx="162">
                  <c:v>46030</c:v>
                </c:pt>
                <c:pt idx="163">
                  <c:v>46029</c:v>
                </c:pt>
                <c:pt idx="164">
                  <c:v>46028</c:v>
                </c:pt>
                <c:pt idx="165">
                  <c:v>46027</c:v>
                </c:pt>
                <c:pt idx="166">
                  <c:v>46024</c:v>
                </c:pt>
                <c:pt idx="167">
                  <c:v>46022</c:v>
                </c:pt>
                <c:pt idx="168">
                  <c:v>46021</c:v>
                </c:pt>
                <c:pt idx="169">
                  <c:v>46020</c:v>
                </c:pt>
                <c:pt idx="170">
                  <c:v>46015</c:v>
                </c:pt>
                <c:pt idx="171">
                  <c:v>46014</c:v>
                </c:pt>
                <c:pt idx="172">
                  <c:v>46013</c:v>
                </c:pt>
                <c:pt idx="173">
                  <c:v>46010</c:v>
                </c:pt>
                <c:pt idx="174">
                  <c:v>46009</c:v>
                </c:pt>
                <c:pt idx="175">
                  <c:v>46008</c:v>
                </c:pt>
                <c:pt idx="176">
                  <c:v>46007</c:v>
                </c:pt>
                <c:pt idx="177">
                  <c:v>46006</c:v>
                </c:pt>
                <c:pt idx="178">
                  <c:v>46003</c:v>
                </c:pt>
                <c:pt idx="179">
                  <c:v>46002</c:v>
                </c:pt>
                <c:pt idx="180">
                  <c:v>46001</c:v>
                </c:pt>
                <c:pt idx="181">
                  <c:v>46000</c:v>
                </c:pt>
                <c:pt idx="182">
                  <c:v>45999</c:v>
                </c:pt>
                <c:pt idx="183">
                  <c:v>45996</c:v>
                </c:pt>
                <c:pt idx="184">
                  <c:v>45995</c:v>
                </c:pt>
                <c:pt idx="185">
                  <c:v>45994</c:v>
                </c:pt>
                <c:pt idx="186">
                  <c:v>45993</c:v>
                </c:pt>
                <c:pt idx="187">
                  <c:v>45992</c:v>
                </c:pt>
                <c:pt idx="188">
                  <c:v>45989</c:v>
                </c:pt>
                <c:pt idx="189">
                  <c:v>45988</c:v>
                </c:pt>
                <c:pt idx="190">
                  <c:v>45987</c:v>
                </c:pt>
                <c:pt idx="191">
                  <c:v>45986</c:v>
                </c:pt>
                <c:pt idx="192">
                  <c:v>45985</c:v>
                </c:pt>
                <c:pt idx="193">
                  <c:v>45982</c:v>
                </c:pt>
                <c:pt idx="194">
                  <c:v>45981</c:v>
                </c:pt>
                <c:pt idx="195">
                  <c:v>45980</c:v>
                </c:pt>
                <c:pt idx="196">
                  <c:v>45979</c:v>
                </c:pt>
                <c:pt idx="197">
                  <c:v>45978</c:v>
                </c:pt>
                <c:pt idx="198">
                  <c:v>45975</c:v>
                </c:pt>
                <c:pt idx="199">
                  <c:v>45974</c:v>
                </c:pt>
                <c:pt idx="200">
                  <c:v>45973</c:v>
                </c:pt>
                <c:pt idx="201">
                  <c:v>45972</c:v>
                </c:pt>
                <c:pt idx="202">
                  <c:v>45971</c:v>
                </c:pt>
                <c:pt idx="203">
                  <c:v>45968</c:v>
                </c:pt>
                <c:pt idx="204">
                  <c:v>45967</c:v>
                </c:pt>
                <c:pt idx="205">
                  <c:v>45966</c:v>
                </c:pt>
                <c:pt idx="206">
                  <c:v>45965</c:v>
                </c:pt>
                <c:pt idx="207">
                  <c:v>45964</c:v>
                </c:pt>
                <c:pt idx="208">
                  <c:v>45961</c:v>
                </c:pt>
                <c:pt idx="209">
                  <c:v>45960</c:v>
                </c:pt>
                <c:pt idx="210">
                  <c:v>45959</c:v>
                </c:pt>
                <c:pt idx="211">
                  <c:v>45958</c:v>
                </c:pt>
                <c:pt idx="212">
                  <c:v>45957</c:v>
                </c:pt>
                <c:pt idx="213">
                  <c:v>45954</c:v>
                </c:pt>
                <c:pt idx="214">
                  <c:v>45953</c:v>
                </c:pt>
                <c:pt idx="215">
                  <c:v>45952</c:v>
                </c:pt>
                <c:pt idx="216">
                  <c:v>45951</c:v>
                </c:pt>
                <c:pt idx="217">
                  <c:v>45950</c:v>
                </c:pt>
                <c:pt idx="218">
                  <c:v>45947</c:v>
                </c:pt>
                <c:pt idx="219">
                  <c:v>45946</c:v>
                </c:pt>
                <c:pt idx="220">
                  <c:v>45945</c:v>
                </c:pt>
                <c:pt idx="221">
                  <c:v>45944</c:v>
                </c:pt>
                <c:pt idx="222">
                  <c:v>45943</c:v>
                </c:pt>
                <c:pt idx="223">
                  <c:v>45940</c:v>
                </c:pt>
                <c:pt idx="224">
                  <c:v>45939</c:v>
                </c:pt>
                <c:pt idx="225">
                  <c:v>45938</c:v>
                </c:pt>
                <c:pt idx="226">
                  <c:v>45937</c:v>
                </c:pt>
                <c:pt idx="227">
                  <c:v>45936</c:v>
                </c:pt>
                <c:pt idx="228">
                  <c:v>45933</c:v>
                </c:pt>
                <c:pt idx="229">
                  <c:v>45932</c:v>
                </c:pt>
                <c:pt idx="230">
                  <c:v>45931</c:v>
                </c:pt>
                <c:pt idx="231">
                  <c:v>45930</c:v>
                </c:pt>
                <c:pt idx="232">
                  <c:v>45929</c:v>
                </c:pt>
                <c:pt idx="233">
                  <c:v>45926</c:v>
                </c:pt>
                <c:pt idx="234">
                  <c:v>45925</c:v>
                </c:pt>
                <c:pt idx="235">
                  <c:v>45924</c:v>
                </c:pt>
                <c:pt idx="236">
                  <c:v>45923</c:v>
                </c:pt>
                <c:pt idx="237">
                  <c:v>45922</c:v>
                </c:pt>
                <c:pt idx="238">
                  <c:v>45919</c:v>
                </c:pt>
                <c:pt idx="239">
                  <c:v>45918</c:v>
                </c:pt>
                <c:pt idx="240">
                  <c:v>45917</c:v>
                </c:pt>
                <c:pt idx="241">
                  <c:v>45916</c:v>
                </c:pt>
                <c:pt idx="242">
                  <c:v>45915</c:v>
                </c:pt>
                <c:pt idx="243">
                  <c:v>45912</c:v>
                </c:pt>
                <c:pt idx="244">
                  <c:v>45911</c:v>
                </c:pt>
                <c:pt idx="245">
                  <c:v>45910</c:v>
                </c:pt>
                <c:pt idx="246">
                  <c:v>45909</c:v>
                </c:pt>
                <c:pt idx="247">
                  <c:v>45908</c:v>
                </c:pt>
                <c:pt idx="248">
                  <c:v>45905</c:v>
                </c:pt>
                <c:pt idx="249">
                  <c:v>45904</c:v>
                </c:pt>
                <c:pt idx="250">
                  <c:v>45903</c:v>
                </c:pt>
                <c:pt idx="251">
                  <c:v>45902</c:v>
                </c:pt>
                <c:pt idx="252">
                  <c:v>45901</c:v>
                </c:pt>
                <c:pt idx="253">
                  <c:v>45898</c:v>
                </c:pt>
                <c:pt idx="254">
                  <c:v>45897</c:v>
                </c:pt>
                <c:pt idx="255">
                  <c:v>45896</c:v>
                </c:pt>
                <c:pt idx="256">
                  <c:v>45895</c:v>
                </c:pt>
                <c:pt idx="257">
                  <c:v>45894</c:v>
                </c:pt>
                <c:pt idx="258">
                  <c:v>45891</c:v>
                </c:pt>
                <c:pt idx="259">
                  <c:v>45890</c:v>
                </c:pt>
                <c:pt idx="260">
                  <c:v>45889</c:v>
                </c:pt>
                <c:pt idx="261">
                  <c:v>45888</c:v>
                </c:pt>
                <c:pt idx="262">
                  <c:v>45887</c:v>
                </c:pt>
                <c:pt idx="263">
                  <c:v>45884</c:v>
                </c:pt>
                <c:pt idx="264">
                  <c:v>45883</c:v>
                </c:pt>
                <c:pt idx="265">
                  <c:v>45882</c:v>
                </c:pt>
                <c:pt idx="266">
                  <c:v>45881</c:v>
                </c:pt>
                <c:pt idx="267">
                  <c:v>45880</c:v>
                </c:pt>
                <c:pt idx="268">
                  <c:v>45877</c:v>
                </c:pt>
                <c:pt idx="269">
                  <c:v>45876</c:v>
                </c:pt>
                <c:pt idx="270">
                  <c:v>45875</c:v>
                </c:pt>
                <c:pt idx="271">
                  <c:v>45874</c:v>
                </c:pt>
                <c:pt idx="272">
                  <c:v>45873</c:v>
                </c:pt>
                <c:pt idx="273">
                  <c:v>45870</c:v>
                </c:pt>
                <c:pt idx="274">
                  <c:v>45869</c:v>
                </c:pt>
                <c:pt idx="275">
                  <c:v>45868</c:v>
                </c:pt>
                <c:pt idx="276">
                  <c:v>45867</c:v>
                </c:pt>
                <c:pt idx="277">
                  <c:v>45866</c:v>
                </c:pt>
                <c:pt idx="278">
                  <c:v>45863</c:v>
                </c:pt>
                <c:pt idx="279">
                  <c:v>45862</c:v>
                </c:pt>
                <c:pt idx="280">
                  <c:v>45861</c:v>
                </c:pt>
                <c:pt idx="281">
                  <c:v>45860</c:v>
                </c:pt>
                <c:pt idx="282">
                  <c:v>45859</c:v>
                </c:pt>
                <c:pt idx="283">
                  <c:v>45856</c:v>
                </c:pt>
                <c:pt idx="284">
                  <c:v>45855</c:v>
                </c:pt>
                <c:pt idx="285">
                  <c:v>45854</c:v>
                </c:pt>
                <c:pt idx="286">
                  <c:v>45853</c:v>
                </c:pt>
                <c:pt idx="287">
                  <c:v>45852</c:v>
                </c:pt>
                <c:pt idx="288">
                  <c:v>45849</c:v>
                </c:pt>
                <c:pt idx="289">
                  <c:v>45848</c:v>
                </c:pt>
                <c:pt idx="290">
                  <c:v>45847</c:v>
                </c:pt>
                <c:pt idx="291">
                  <c:v>45846</c:v>
                </c:pt>
                <c:pt idx="292">
                  <c:v>45845</c:v>
                </c:pt>
                <c:pt idx="293">
                  <c:v>45842</c:v>
                </c:pt>
                <c:pt idx="294">
                  <c:v>45841</c:v>
                </c:pt>
                <c:pt idx="295">
                  <c:v>45840</c:v>
                </c:pt>
                <c:pt idx="296">
                  <c:v>45839</c:v>
                </c:pt>
                <c:pt idx="297">
                  <c:v>45838</c:v>
                </c:pt>
                <c:pt idx="298">
                  <c:v>45835</c:v>
                </c:pt>
                <c:pt idx="299">
                  <c:v>45834</c:v>
                </c:pt>
                <c:pt idx="300">
                  <c:v>45833</c:v>
                </c:pt>
                <c:pt idx="301">
                  <c:v>45832</c:v>
                </c:pt>
                <c:pt idx="302">
                  <c:v>45831</c:v>
                </c:pt>
                <c:pt idx="303">
                  <c:v>45828</c:v>
                </c:pt>
                <c:pt idx="304">
                  <c:v>45827</c:v>
                </c:pt>
                <c:pt idx="305">
                  <c:v>45826</c:v>
                </c:pt>
                <c:pt idx="306">
                  <c:v>45825</c:v>
                </c:pt>
                <c:pt idx="307">
                  <c:v>45824</c:v>
                </c:pt>
                <c:pt idx="308">
                  <c:v>45821</c:v>
                </c:pt>
                <c:pt idx="309">
                  <c:v>45820</c:v>
                </c:pt>
                <c:pt idx="310">
                  <c:v>45819</c:v>
                </c:pt>
                <c:pt idx="311">
                  <c:v>45818</c:v>
                </c:pt>
                <c:pt idx="312">
                  <c:v>45817</c:v>
                </c:pt>
                <c:pt idx="313">
                  <c:v>45814</c:v>
                </c:pt>
                <c:pt idx="314">
                  <c:v>45813</c:v>
                </c:pt>
                <c:pt idx="315">
                  <c:v>45812</c:v>
                </c:pt>
                <c:pt idx="316">
                  <c:v>45811</c:v>
                </c:pt>
                <c:pt idx="317">
                  <c:v>45810</c:v>
                </c:pt>
                <c:pt idx="318">
                  <c:v>45807</c:v>
                </c:pt>
                <c:pt idx="319">
                  <c:v>45806</c:v>
                </c:pt>
                <c:pt idx="320">
                  <c:v>45805</c:v>
                </c:pt>
                <c:pt idx="321">
                  <c:v>45804</c:v>
                </c:pt>
                <c:pt idx="322">
                  <c:v>45803</c:v>
                </c:pt>
                <c:pt idx="323">
                  <c:v>45800</c:v>
                </c:pt>
                <c:pt idx="324">
                  <c:v>45799</c:v>
                </c:pt>
                <c:pt idx="325">
                  <c:v>45798</c:v>
                </c:pt>
                <c:pt idx="326">
                  <c:v>45797</c:v>
                </c:pt>
                <c:pt idx="327">
                  <c:v>45796</c:v>
                </c:pt>
                <c:pt idx="328">
                  <c:v>45793</c:v>
                </c:pt>
                <c:pt idx="329">
                  <c:v>45792</c:v>
                </c:pt>
                <c:pt idx="330">
                  <c:v>45791</c:v>
                </c:pt>
                <c:pt idx="331">
                  <c:v>45790</c:v>
                </c:pt>
                <c:pt idx="332">
                  <c:v>45789</c:v>
                </c:pt>
                <c:pt idx="333">
                  <c:v>45786</c:v>
                </c:pt>
                <c:pt idx="334">
                  <c:v>45785</c:v>
                </c:pt>
                <c:pt idx="335">
                  <c:v>45784</c:v>
                </c:pt>
                <c:pt idx="336">
                  <c:v>45783</c:v>
                </c:pt>
                <c:pt idx="337">
                  <c:v>45782</c:v>
                </c:pt>
                <c:pt idx="338">
                  <c:v>45779</c:v>
                </c:pt>
                <c:pt idx="339">
                  <c:v>45778</c:v>
                </c:pt>
                <c:pt idx="340">
                  <c:v>45777</c:v>
                </c:pt>
                <c:pt idx="341">
                  <c:v>45776</c:v>
                </c:pt>
                <c:pt idx="342">
                  <c:v>45775</c:v>
                </c:pt>
                <c:pt idx="343">
                  <c:v>45772</c:v>
                </c:pt>
                <c:pt idx="344">
                  <c:v>45771</c:v>
                </c:pt>
                <c:pt idx="345">
                  <c:v>45770</c:v>
                </c:pt>
                <c:pt idx="346">
                  <c:v>45769</c:v>
                </c:pt>
                <c:pt idx="347">
                  <c:v>45764</c:v>
                </c:pt>
                <c:pt idx="348">
                  <c:v>45763</c:v>
                </c:pt>
                <c:pt idx="349">
                  <c:v>45762</c:v>
                </c:pt>
                <c:pt idx="350">
                  <c:v>45761</c:v>
                </c:pt>
                <c:pt idx="351">
                  <c:v>45758</c:v>
                </c:pt>
                <c:pt idx="352">
                  <c:v>45757</c:v>
                </c:pt>
                <c:pt idx="353">
                  <c:v>45756</c:v>
                </c:pt>
                <c:pt idx="354">
                  <c:v>45755</c:v>
                </c:pt>
                <c:pt idx="355">
                  <c:v>45754</c:v>
                </c:pt>
                <c:pt idx="356">
                  <c:v>45751</c:v>
                </c:pt>
                <c:pt idx="357">
                  <c:v>45750</c:v>
                </c:pt>
                <c:pt idx="358">
                  <c:v>45749</c:v>
                </c:pt>
                <c:pt idx="359">
                  <c:v>45748</c:v>
                </c:pt>
                <c:pt idx="360">
                  <c:v>45747</c:v>
                </c:pt>
                <c:pt idx="361">
                  <c:v>45744</c:v>
                </c:pt>
                <c:pt idx="362">
                  <c:v>45743</c:v>
                </c:pt>
                <c:pt idx="363">
                  <c:v>45742</c:v>
                </c:pt>
                <c:pt idx="364">
                  <c:v>45741</c:v>
                </c:pt>
                <c:pt idx="365">
                  <c:v>45740</c:v>
                </c:pt>
                <c:pt idx="366">
                  <c:v>45737</c:v>
                </c:pt>
                <c:pt idx="367">
                  <c:v>45736</c:v>
                </c:pt>
                <c:pt idx="368">
                  <c:v>45735</c:v>
                </c:pt>
                <c:pt idx="369">
                  <c:v>45734</c:v>
                </c:pt>
                <c:pt idx="370">
                  <c:v>45733</c:v>
                </c:pt>
                <c:pt idx="371">
                  <c:v>45730</c:v>
                </c:pt>
                <c:pt idx="372">
                  <c:v>45729</c:v>
                </c:pt>
                <c:pt idx="373">
                  <c:v>45728</c:v>
                </c:pt>
                <c:pt idx="374">
                  <c:v>45727</c:v>
                </c:pt>
                <c:pt idx="375">
                  <c:v>45726</c:v>
                </c:pt>
                <c:pt idx="376">
                  <c:v>45723</c:v>
                </c:pt>
                <c:pt idx="377">
                  <c:v>45722</c:v>
                </c:pt>
                <c:pt idx="378">
                  <c:v>45721</c:v>
                </c:pt>
                <c:pt idx="379">
                  <c:v>45720</c:v>
                </c:pt>
                <c:pt idx="380">
                  <c:v>45719</c:v>
                </c:pt>
                <c:pt idx="381">
                  <c:v>45716</c:v>
                </c:pt>
                <c:pt idx="382">
                  <c:v>45715</c:v>
                </c:pt>
                <c:pt idx="383">
                  <c:v>45714</c:v>
                </c:pt>
                <c:pt idx="384">
                  <c:v>45713</c:v>
                </c:pt>
                <c:pt idx="385">
                  <c:v>45712</c:v>
                </c:pt>
                <c:pt idx="386">
                  <c:v>45709</c:v>
                </c:pt>
                <c:pt idx="387">
                  <c:v>45708</c:v>
                </c:pt>
                <c:pt idx="388">
                  <c:v>45707</c:v>
                </c:pt>
                <c:pt idx="389">
                  <c:v>45706</c:v>
                </c:pt>
                <c:pt idx="390">
                  <c:v>45705</c:v>
                </c:pt>
                <c:pt idx="391">
                  <c:v>45702</c:v>
                </c:pt>
                <c:pt idx="392">
                  <c:v>45701</c:v>
                </c:pt>
                <c:pt idx="393">
                  <c:v>45700</c:v>
                </c:pt>
                <c:pt idx="394">
                  <c:v>45699</c:v>
                </c:pt>
                <c:pt idx="395">
                  <c:v>45698</c:v>
                </c:pt>
                <c:pt idx="396">
                  <c:v>45695</c:v>
                </c:pt>
                <c:pt idx="397">
                  <c:v>45694</c:v>
                </c:pt>
                <c:pt idx="398">
                  <c:v>45693</c:v>
                </c:pt>
                <c:pt idx="399">
                  <c:v>45692</c:v>
                </c:pt>
                <c:pt idx="400">
                  <c:v>45691</c:v>
                </c:pt>
                <c:pt idx="401">
                  <c:v>45688</c:v>
                </c:pt>
                <c:pt idx="402">
                  <c:v>45687</c:v>
                </c:pt>
                <c:pt idx="403">
                  <c:v>45686</c:v>
                </c:pt>
                <c:pt idx="404">
                  <c:v>45685</c:v>
                </c:pt>
                <c:pt idx="405">
                  <c:v>45684</c:v>
                </c:pt>
                <c:pt idx="406">
                  <c:v>45681</c:v>
                </c:pt>
                <c:pt idx="407">
                  <c:v>45680</c:v>
                </c:pt>
                <c:pt idx="408">
                  <c:v>45679</c:v>
                </c:pt>
                <c:pt idx="409">
                  <c:v>45678</c:v>
                </c:pt>
                <c:pt idx="410">
                  <c:v>45677</c:v>
                </c:pt>
                <c:pt idx="411">
                  <c:v>45674</c:v>
                </c:pt>
                <c:pt idx="412">
                  <c:v>45673</c:v>
                </c:pt>
                <c:pt idx="413">
                  <c:v>45672</c:v>
                </c:pt>
                <c:pt idx="414">
                  <c:v>45671</c:v>
                </c:pt>
                <c:pt idx="415">
                  <c:v>45670</c:v>
                </c:pt>
                <c:pt idx="416">
                  <c:v>45667</c:v>
                </c:pt>
                <c:pt idx="417">
                  <c:v>45666</c:v>
                </c:pt>
                <c:pt idx="418">
                  <c:v>45665</c:v>
                </c:pt>
                <c:pt idx="419">
                  <c:v>45664</c:v>
                </c:pt>
                <c:pt idx="420">
                  <c:v>45663</c:v>
                </c:pt>
                <c:pt idx="421">
                  <c:v>45660</c:v>
                </c:pt>
                <c:pt idx="422">
                  <c:v>45659</c:v>
                </c:pt>
                <c:pt idx="423">
                  <c:v>45657</c:v>
                </c:pt>
                <c:pt idx="424">
                  <c:v>45656</c:v>
                </c:pt>
                <c:pt idx="425">
                  <c:v>45653</c:v>
                </c:pt>
                <c:pt idx="426">
                  <c:v>45652</c:v>
                </c:pt>
                <c:pt idx="427">
                  <c:v>45650</c:v>
                </c:pt>
                <c:pt idx="428">
                  <c:v>45649</c:v>
                </c:pt>
                <c:pt idx="429">
                  <c:v>45646</c:v>
                </c:pt>
                <c:pt idx="430">
                  <c:v>45645</c:v>
                </c:pt>
                <c:pt idx="431">
                  <c:v>45644</c:v>
                </c:pt>
                <c:pt idx="432">
                  <c:v>45643</c:v>
                </c:pt>
                <c:pt idx="433">
                  <c:v>45642</c:v>
                </c:pt>
                <c:pt idx="434">
                  <c:v>45639</c:v>
                </c:pt>
                <c:pt idx="435">
                  <c:v>45638</c:v>
                </c:pt>
                <c:pt idx="436">
                  <c:v>45637</c:v>
                </c:pt>
                <c:pt idx="437">
                  <c:v>45636</c:v>
                </c:pt>
                <c:pt idx="438">
                  <c:v>45635</c:v>
                </c:pt>
                <c:pt idx="439">
                  <c:v>45632</c:v>
                </c:pt>
                <c:pt idx="440">
                  <c:v>45631</c:v>
                </c:pt>
                <c:pt idx="441">
                  <c:v>45630</c:v>
                </c:pt>
                <c:pt idx="442">
                  <c:v>45629</c:v>
                </c:pt>
                <c:pt idx="443">
                  <c:v>45628</c:v>
                </c:pt>
                <c:pt idx="444">
                  <c:v>45625</c:v>
                </c:pt>
                <c:pt idx="445">
                  <c:v>45624</c:v>
                </c:pt>
                <c:pt idx="446">
                  <c:v>45623</c:v>
                </c:pt>
                <c:pt idx="447">
                  <c:v>45622</c:v>
                </c:pt>
                <c:pt idx="448">
                  <c:v>45621</c:v>
                </c:pt>
                <c:pt idx="449">
                  <c:v>45618</c:v>
                </c:pt>
                <c:pt idx="450">
                  <c:v>45617</c:v>
                </c:pt>
                <c:pt idx="451">
                  <c:v>45616</c:v>
                </c:pt>
                <c:pt idx="452">
                  <c:v>45615</c:v>
                </c:pt>
                <c:pt idx="453">
                  <c:v>45614</c:v>
                </c:pt>
                <c:pt idx="454">
                  <c:v>45611</c:v>
                </c:pt>
                <c:pt idx="455">
                  <c:v>45610</c:v>
                </c:pt>
                <c:pt idx="456">
                  <c:v>45609</c:v>
                </c:pt>
                <c:pt idx="457">
                  <c:v>45608</c:v>
                </c:pt>
                <c:pt idx="458">
                  <c:v>45607</c:v>
                </c:pt>
                <c:pt idx="459">
                  <c:v>45604</c:v>
                </c:pt>
                <c:pt idx="460">
                  <c:v>45603</c:v>
                </c:pt>
                <c:pt idx="461">
                  <c:v>45602</c:v>
                </c:pt>
                <c:pt idx="462">
                  <c:v>45601</c:v>
                </c:pt>
                <c:pt idx="463">
                  <c:v>45600</c:v>
                </c:pt>
                <c:pt idx="464">
                  <c:v>45597</c:v>
                </c:pt>
                <c:pt idx="465">
                  <c:v>45596</c:v>
                </c:pt>
                <c:pt idx="466">
                  <c:v>45595</c:v>
                </c:pt>
                <c:pt idx="467">
                  <c:v>45594</c:v>
                </c:pt>
                <c:pt idx="468">
                  <c:v>45593</c:v>
                </c:pt>
                <c:pt idx="469">
                  <c:v>45590</c:v>
                </c:pt>
                <c:pt idx="470">
                  <c:v>45589</c:v>
                </c:pt>
                <c:pt idx="471">
                  <c:v>45588</c:v>
                </c:pt>
                <c:pt idx="472">
                  <c:v>45587</c:v>
                </c:pt>
                <c:pt idx="473">
                  <c:v>45586</c:v>
                </c:pt>
                <c:pt idx="474">
                  <c:v>45583</c:v>
                </c:pt>
                <c:pt idx="475">
                  <c:v>45582</c:v>
                </c:pt>
                <c:pt idx="476">
                  <c:v>45581</c:v>
                </c:pt>
                <c:pt idx="477">
                  <c:v>45580</c:v>
                </c:pt>
                <c:pt idx="478">
                  <c:v>45579</c:v>
                </c:pt>
                <c:pt idx="479">
                  <c:v>45576</c:v>
                </c:pt>
                <c:pt idx="480">
                  <c:v>45575</c:v>
                </c:pt>
                <c:pt idx="481">
                  <c:v>45574</c:v>
                </c:pt>
                <c:pt idx="482">
                  <c:v>45573</c:v>
                </c:pt>
                <c:pt idx="483">
                  <c:v>45572</c:v>
                </c:pt>
                <c:pt idx="484">
                  <c:v>45569</c:v>
                </c:pt>
                <c:pt idx="485">
                  <c:v>45568</c:v>
                </c:pt>
                <c:pt idx="486">
                  <c:v>45567</c:v>
                </c:pt>
                <c:pt idx="487">
                  <c:v>45566</c:v>
                </c:pt>
                <c:pt idx="488">
                  <c:v>45565</c:v>
                </c:pt>
                <c:pt idx="489">
                  <c:v>45562</c:v>
                </c:pt>
                <c:pt idx="490">
                  <c:v>45561</c:v>
                </c:pt>
                <c:pt idx="491">
                  <c:v>45560</c:v>
                </c:pt>
                <c:pt idx="492">
                  <c:v>45559</c:v>
                </c:pt>
                <c:pt idx="493">
                  <c:v>45558</c:v>
                </c:pt>
                <c:pt idx="494">
                  <c:v>45555</c:v>
                </c:pt>
                <c:pt idx="495">
                  <c:v>45554</c:v>
                </c:pt>
                <c:pt idx="496">
                  <c:v>45553</c:v>
                </c:pt>
                <c:pt idx="497">
                  <c:v>45552</c:v>
                </c:pt>
                <c:pt idx="498">
                  <c:v>45551</c:v>
                </c:pt>
                <c:pt idx="499">
                  <c:v>45548</c:v>
                </c:pt>
                <c:pt idx="500">
                  <c:v>45547</c:v>
                </c:pt>
                <c:pt idx="501">
                  <c:v>45546</c:v>
                </c:pt>
                <c:pt idx="502">
                  <c:v>45545</c:v>
                </c:pt>
                <c:pt idx="503">
                  <c:v>45544</c:v>
                </c:pt>
                <c:pt idx="504">
                  <c:v>45541</c:v>
                </c:pt>
                <c:pt idx="505">
                  <c:v>45540</c:v>
                </c:pt>
                <c:pt idx="506">
                  <c:v>45539</c:v>
                </c:pt>
                <c:pt idx="507">
                  <c:v>45538</c:v>
                </c:pt>
                <c:pt idx="508">
                  <c:v>45537</c:v>
                </c:pt>
                <c:pt idx="509">
                  <c:v>45534</c:v>
                </c:pt>
                <c:pt idx="510">
                  <c:v>45533</c:v>
                </c:pt>
                <c:pt idx="511">
                  <c:v>45532</c:v>
                </c:pt>
                <c:pt idx="512">
                  <c:v>45531</c:v>
                </c:pt>
                <c:pt idx="513">
                  <c:v>45530</c:v>
                </c:pt>
                <c:pt idx="514">
                  <c:v>45527</c:v>
                </c:pt>
                <c:pt idx="515">
                  <c:v>45526</c:v>
                </c:pt>
                <c:pt idx="516">
                  <c:v>45525</c:v>
                </c:pt>
                <c:pt idx="517">
                  <c:v>45524</c:v>
                </c:pt>
                <c:pt idx="518">
                  <c:v>45523</c:v>
                </c:pt>
                <c:pt idx="519">
                  <c:v>45520</c:v>
                </c:pt>
                <c:pt idx="520">
                  <c:v>45519</c:v>
                </c:pt>
                <c:pt idx="521">
                  <c:v>45518</c:v>
                </c:pt>
                <c:pt idx="522">
                  <c:v>45517</c:v>
                </c:pt>
                <c:pt idx="523">
                  <c:v>45516</c:v>
                </c:pt>
                <c:pt idx="524">
                  <c:v>45513</c:v>
                </c:pt>
                <c:pt idx="525">
                  <c:v>45512</c:v>
                </c:pt>
                <c:pt idx="526">
                  <c:v>45511</c:v>
                </c:pt>
                <c:pt idx="527">
                  <c:v>45510</c:v>
                </c:pt>
                <c:pt idx="528">
                  <c:v>45509</c:v>
                </c:pt>
                <c:pt idx="529">
                  <c:v>45506</c:v>
                </c:pt>
                <c:pt idx="530">
                  <c:v>45505</c:v>
                </c:pt>
                <c:pt idx="531">
                  <c:v>45504</c:v>
                </c:pt>
                <c:pt idx="532">
                  <c:v>45503</c:v>
                </c:pt>
                <c:pt idx="533">
                  <c:v>45502</c:v>
                </c:pt>
                <c:pt idx="534">
                  <c:v>45499</c:v>
                </c:pt>
                <c:pt idx="535">
                  <c:v>45498</c:v>
                </c:pt>
                <c:pt idx="536">
                  <c:v>45497</c:v>
                </c:pt>
                <c:pt idx="537">
                  <c:v>45496</c:v>
                </c:pt>
                <c:pt idx="538">
                  <c:v>45495</c:v>
                </c:pt>
                <c:pt idx="539">
                  <c:v>45492</c:v>
                </c:pt>
                <c:pt idx="540">
                  <c:v>45491</c:v>
                </c:pt>
                <c:pt idx="541">
                  <c:v>45490</c:v>
                </c:pt>
                <c:pt idx="542">
                  <c:v>45489</c:v>
                </c:pt>
                <c:pt idx="543">
                  <c:v>45488</c:v>
                </c:pt>
                <c:pt idx="544">
                  <c:v>45485</c:v>
                </c:pt>
                <c:pt idx="545">
                  <c:v>45484</c:v>
                </c:pt>
                <c:pt idx="546">
                  <c:v>45483</c:v>
                </c:pt>
                <c:pt idx="547">
                  <c:v>45482</c:v>
                </c:pt>
                <c:pt idx="548">
                  <c:v>45481</c:v>
                </c:pt>
                <c:pt idx="549">
                  <c:v>45478</c:v>
                </c:pt>
                <c:pt idx="550">
                  <c:v>45477</c:v>
                </c:pt>
                <c:pt idx="551">
                  <c:v>45476</c:v>
                </c:pt>
                <c:pt idx="552">
                  <c:v>45475</c:v>
                </c:pt>
                <c:pt idx="553">
                  <c:v>45474</c:v>
                </c:pt>
                <c:pt idx="554">
                  <c:v>45471</c:v>
                </c:pt>
                <c:pt idx="555">
                  <c:v>45470</c:v>
                </c:pt>
                <c:pt idx="556">
                  <c:v>45469</c:v>
                </c:pt>
                <c:pt idx="557">
                  <c:v>45468</c:v>
                </c:pt>
                <c:pt idx="558">
                  <c:v>45467</c:v>
                </c:pt>
                <c:pt idx="559">
                  <c:v>45464</c:v>
                </c:pt>
                <c:pt idx="560">
                  <c:v>45463</c:v>
                </c:pt>
                <c:pt idx="561">
                  <c:v>45462</c:v>
                </c:pt>
                <c:pt idx="562">
                  <c:v>45461</c:v>
                </c:pt>
                <c:pt idx="563">
                  <c:v>45460</c:v>
                </c:pt>
                <c:pt idx="564">
                  <c:v>45457</c:v>
                </c:pt>
                <c:pt idx="565">
                  <c:v>45456</c:v>
                </c:pt>
                <c:pt idx="566">
                  <c:v>45455</c:v>
                </c:pt>
                <c:pt idx="567">
                  <c:v>45454</c:v>
                </c:pt>
                <c:pt idx="568">
                  <c:v>45453</c:v>
                </c:pt>
                <c:pt idx="569">
                  <c:v>45450</c:v>
                </c:pt>
                <c:pt idx="570">
                  <c:v>45449</c:v>
                </c:pt>
                <c:pt idx="571">
                  <c:v>45448</c:v>
                </c:pt>
                <c:pt idx="572">
                  <c:v>45447</c:v>
                </c:pt>
                <c:pt idx="573">
                  <c:v>45446</c:v>
                </c:pt>
                <c:pt idx="574">
                  <c:v>45443</c:v>
                </c:pt>
                <c:pt idx="575">
                  <c:v>45442</c:v>
                </c:pt>
                <c:pt idx="576">
                  <c:v>45441</c:v>
                </c:pt>
                <c:pt idx="577">
                  <c:v>45440</c:v>
                </c:pt>
                <c:pt idx="578">
                  <c:v>45439</c:v>
                </c:pt>
                <c:pt idx="579">
                  <c:v>45436</c:v>
                </c:pt>
                <c:pt idx="580">
                  <c:v>45435</c:v>
                </c:pt>
                <c:pt idx="581">
                  <c:v>45434</c:v>
                </c:pt>
                <c:pt idx="582">
                  <c:v>45433</c:v>
                </c:pt>
                <c:pt idx="583">
                  <c:v>45432</c:v>
                </c:pt>
                <c:pt idx="584">
                  <c:v>45429</c:v>
                </c:pt>
                <c:pt idx="585">
                  <c:v>45428</c:v>
                </c:pt>
                <c:pt idx="586">
                  <c:v>45427</c:v>
                </c:pt>
                <c:pt idx="587">
                  <c:v>45426</c:v>
                </c:pt>
                <c:pt idx="588">
                  <c:v>45425</c:v>
                </c:pt>
                <c:pt idx="589">
                  <c:v>45422</c:v>
                </c:pt>
                <c:pt idx="590">
                  <c:v>45421</c:v>
                </c:pt>
                <c:pt idx="591">
                  <c:v>45420</c:v>
                </c:pt>
                <c:pt idx="592">
                  <c:v>45419</c:v>
                </c:pt>
                <c:pt idx="593">
                  <c:v>45418</c:v>
                </c:pt>
                <c:pt idx="594">
                  <c:v>45415</c:v>
                </c:pt>
                <c:pt idx="595">
                  <c:v>45414</c:v>
                </c:pt>
                <c:pt idx="596">
                  <c:v>45413</c:v>
                </c:pt>
                <c:pt idx="597">
                  <c:v>45412</c:v>
                </c:pt>
                <c:pt idx="598">
                  <c:v>45411</c:v>
                </c:pt>
                <c:pt idx="599">
                  <c:v>45408</c:v>
                </c:pt>
                <c:pt idx="600">
                  <c:v>45407</c:v>
                </c:pt>
                <c:pt idx="601">
                  <c:v>45406</c:v>
                </c:pt>
                <c:pt idx="602">
                  <c:v>45405</c:v>
                </c:pt>
                <c:pt idx="603">
                  <c:v>45404</c:v>
                </c:pt>
                <c:pt idx="604">
                  <c:v>45401</c:v>
                </c:pt>
                <c:pt idx="605">
                  <c:v>45400</c:v>
                </c:pt>
                <c:pt idx="606">
                  <c:v>45399</c:v>
                </c:pt>
                <c:pt idx="607">
                  <c:v>45398</c:v>
                </c:pt>
                <c:pt idx="608">
                  <c:v>45397</c:v>
                </c:pt>
                <c:pt idx="609">
                  <c:v>45394</c:v>
                </c:pt>
                <c:pt idx="610">
                  <c:v>45393</c:v>
                </c:pt>
                <c:pt idx="611">
                  <c:v>45392</c:v>
                </c:pt>
                <c:pt idx="612">
                  <c:v>45391</c:v>
                </c:pt>
                <c:pt idx="613">
                  <c:v>45390</c:v>
                </c:pt>
                <c:pt idx="614">
                  <c:v>45387</c:v>
                </c:pt>
                <c:pt idx="615">
                  <c:v>45386</c:v>
                </c:pt>
                <c:pt idx="616">
                  <c:v>45385</c:v>
                </c:pt>
                <c:pt idx="617">
                  <c:v>45384</c:v>
                </c:pt>
                <c:pt idx="618">
                  <c:v>45379</c:v>
                </c:pt>
                <c:pt idx="619">
                  <c:v>45378</c:v>
                </c:pt>
                <c:pt idx="620">
                  <c:v>45377</c:v>
                </c:pt>
                <c:pt idx="621">
                  <c:v>45376</c:v>
                </c:pt>
                <c:pt idx="622">
                  <c:v>45373</c:v>
                </c:pt>
                <c:pt idx="623">
                  <c:v>45372</c:v>
                </c:pt>
                <c:pt idx="624">
                  <c:v>45371</c:v>
                </c:pt>
                <c:pt idx="625">
                  <c:v>45370</c:v>
                </c:pt>
                <c:pt idx="626">
                  <c:v>45369</c:v>
                </c:pt>
                <c:pt idx="627">
                  <c:v>45366</c:v>
                </c:pt>
                <c:pt idx="628">
                  <c:v>45365</c:v>
                </c:pt>
                <c:pt idx="629">
                  <c:v>45364</c:v>
                </c:pt>
                <c:pt idx="630">
                  <c:v>45363</c:v>
                </c:pt>
                <c:pt idx="631">
                  <c:v>45362</c:v>
                </c:pt>
                <c:pt idx="632">
                  <c:v>45359</c:v>
                </c:pt>
                <c:pt idx="633">
                  <c:v>45358</c:v>
                </c:pt>
                <c:pt idx="634">
                  <c:v>45357</c:v>
                </c:pt>
                <c:pt idx="635">
                  <c:v>45356</c:v>
                </c:pt>
                <c:pt idx="636">
                  <c:v>45355</c:v>
                </c:pt>
                <c:pt idx="637">
                  <c:v>45352</c:v>
                </c:pt>
                <c:pt idx="638">
                  <c:v>45351</c:v>
                </c:pt>
                <c:pt idx="639">
                  <c:v>45350</c:v>
                </c:pt>
                <c:pt idx="640">
                  <c:v>45349</c:v>
                </c:pt>
                <c:pt idx="641">
                  <c:v>45348</c:v>
                </c:pt>
                <c:pt idx="642">
                  <c:v>45345</c:v>
                </c:pt>
                <c:pt idx="643">
                  <c:v>45344</c:v>
                </c:pt>
                <c:pt idx="644">
                  <c:v>45343</c:v>
                </c:pt>
                <c:pt idx="645">
                  <c:v>45342</c:v>
                </c:pt>
                <c:pt idx="646">
                  <c:v>45341</c:v>
                </c:pt>
                <c:pt idx="647">
                  <c:v>45338</c:v>
                </c:pt>
                <c:pt idx="648">
                  <c:v>45337</c:v>
                </c:pt>
                <c:pt idx="649">
                  <c:v>45336</c:v>
                </c:pt>
                <c:pt idx="650">
                  <c:v>45335</c:v>
                </c:pt>
                <c:pt idx="651">
                  <c:v>45334</c:v>
                </c:pt>
                <c:pt idx="652">
                  <c:v>45331</c:v>
                </c:pt>
                <c:pt idx="653">
                  <c:v>45330</c:v>
                </c:pt>
                <c:pt idx="654">
                  <c:v>45329</c:v>
                </c:pt>
                <c:pt idx="655">
                  <c:v>45328</c:v>
                </c:pt>
                <c:pt idx="656">
                  <c:v>45327</c:v>
                </c:pt>
                <c:pt idx="657">
                  <c:v>45324</c:v>
                </c:pt>
                <c:pt idx="658">
                  <c:v>45323</c:v>
                </c:pt>
                <c:pt idx="659">
                  <c:v>45322</c:v>
                </c:pt>
                <c:pt idx="660">
                  <c:v>45321</c:v>
                </c:pt>
                <c:pt idx="661">
                  <c:v>45320</c:v>
                </c:pt>
                <c:pt idx="662">
                  <c:v>45317</c:v>
                </c:pt>
                <c:pt idx="663">
                  <c:v>45316</c:v>
                </c:pt>
                <c:pt idx="664">
                  <c:v>45315</c:v>
                </c:pt>
                <c:pt idx="665">
                  <c:v>45314</c:v>
                </c:pt>
                <c:pt idx="666">
                  <c:v>45313</c:v>
                </c:pt>
                <c:pt idx="667">
                  <c:v>45310</c:v>
                </c:pt>
                <c:pt idx="668">
                  <c:v>45309</c:v>
                </c:pt>
                <c:pt idx="669">
                  <c:v>45308</c:v>
                </c:pt>
                <c:pt idx="670">
                  <c:v>45307</c:v>
                </c:pt>
                <c:pt idx="671">
                  <c:v>45306</c:v>
                </c:pt>
                <c:pt idx="672">
                  <c:v>45303</c:v>
                </c:pt>
                <c:pt idx="673">
                  <c:v>45302</c:v>
                </c:pt>
                <c:pt idx="674">
                  <c:v>45301</c:v>
                </c:pt>
                <c:pt idx="675">
                  <c:v>45300</c:v>
                </c:pt>
                <c:pt idx="676">
                  <c:v>45299</c:v>
                </c:pt>
                <c:pt idx="677">
                  <c:v>45296</c:v>
                </c:pt>
                <c:pt idx="678">
                  <c:v>45295</c:v>
                </c:pt>
                <c:pt idx="679">
                  <c:v>45294</c:v>
                </c:pt>
                <c:pt idx="680">
                  <c:v>45293</c:v>
                </c:pt>
                <c:pt idx="681">
                  <c:v>45289</c:v>
                </c:pt>
                <c:pt idx="682">
                  <c:v>45288</c:v>
                </c:pt>
                <c:pt idx="683">
                  <c:v>45287</c:v>
                </c:pt>
                <c:pt idx="684">
                  <c:v>45286</c:v>
                </c:pt>
                <c:pt idx="685">
                  <c:v>45282</c:v>
                </c:pt>
                <c:pt idx="686">
                  <c:v>45281</c:v>
                </c:pt>
                <c:pt idx="687">
                  <c:v>45280</c:v>
                </c:pt>
                <c:pt idx="688">
                  <c:v>45279</c:v>
                </c:pt>
                <c:pt idx="689">
                  <c:v>45278</c:v>
                </c:pt>
                <c:pt idx="690">
                  <c:v>45275</c:v>
                </c:pt>
                <c:pt idx="691">
                  <c:v>45274</c:v>
                </c:pt>
                <c:pt idx="692">
                  <c:v>45273</c:v>
                </c:pt>
                <c:pt idx="693">
                  <c:v>45272</c:v>
                </c:pt>
                <c:pt idx="694">
                  <c:v>45271</c:v>
                </c:pt>
                <c:pt idx="695">
                  <c:v>45268</c:v>
                </c:pt>
                <c:pt idx="696">
                  <c:v>45267</c:v>
                </c:pt>
                <c:pt idx="697">
                  <c:v>45266</c:v>
                </c:pt>
                <c:pt idx="698">
                  <c:v>45265</c:v>
                </c:pt>
                <c:pt idx="699">
                  <c:v>45264</c:v>
                </c:pt>
                <c:pt idx="700">
                  <c:v>45261</c:v>
                </c:pt>
                <c:pt idx="701">
                  <c:v>45260</c:v>
                </c:pt>
                <c:pt idx="702">
                  <c:v>45259</c:v>
                </c:pt>
                <c:pt idx="703">
                  <c:v>45258</c:v>
                </c:pt>
                <c:pt idx="704">
                  <c:v>45257</c:v>
                </c:pt>
                <c:pt idx="705">
                  <c:v>45254</c:v>
                </c:pt>
                <c:pt idx="706">
                  <c:v>45253</c:v>
                </c:pt>
                <c:pt idx="707">
                  <c:v>45252</c:v>
                </c:pt>
                <c:pt idx="708">
                  <c:v>45251</c:v>
                </c:pt>
                <c:pt idx="709">
                  <c:v>45250</c:v>
                </c:pt>
                <c:pt idx="710">
                  <c:v>45247</c:v>
                </c:pt>
                <c:pt idx="711">
                  <c:v>45246</c:v>
                </c:pt>
                <c:pt idx="712">
                  <c:v>45245</c:v>
                </c:pt>
                <c:pt idx="713">
                  <c:v>45244</c:v>
                </c:pt>
                <c:pt idx="714">
                  <c:v>45243</c:v>
                </c:pt>
                <c:pt idx="715">
                  <c:v>45240</c:v>
                </c:pt>
                <c:pt idx="716">
                  <c:v>45239</c:v>
                </c:pt>
                <c:pt idx="717">
                  <c:v>45238</c:v>
                </c:pt>
                <c:pt idx="718">
                  <c:v>45237</c:v>
                </c:pt>
                <c:pt idx="719">
                  <c:v>45236</c:v>
                </c:pt>
                <c:pt idx="720">
                  <c:v>45233</c:v>
                </c:pt>
                <c:pt idx="721">
                  <c:v>45232</c:v>
                </c:pt>
                <c:pt idx="722">
                  <c:v>45231</c:v>
                </c:pt>
                <c:pt idx="723">
                  <c:v>45230</c:v>
                </c:pt>
                <c:pt idx="724">
                  <c:v>45229</c:v>
                </c:pt>
                <c:pt idx="725">
                  <c:v>45226</c:v>
                </c:pt>
                <c:pt idx="726">
                  <c:v>45225</c:v>
                </c:pt>
                <c:pt idx="727">
                  <c:v>45224</c:v>
                </c:pt>
                <c:pt idx="728">
                  <c:v>45223</c:v>
                </c:pt>
                <c:pt idx="729">
                  <c:v>45222</c:v>
                </c:pt>
                <c:pt idx="730">
                  <c:v>45219</c:v>
                </c:pt>
                <c:pt idx="731">
                  <c:v>45218</c:v>
                </c:pt>
                <c:pt idx="732">
                  <c:v>45217</c:v>
                </c:pt>
                <c:pt idx="733">
                  <c:v>45216</c:v>
                </c:pt>
                <c:pt idx="734">
                  <c:v>45215</c:v>
                </c:pt>
                <c:pt idx="735">
                  <c:v>45212</c:v>
                </c:pt>
                <c:pt idx="736">
                  <c:v>45211</c:v>
                </c:pt>
                <c:pt idx="737">
                  <c:v>45210</c:v>
                </c:pt>
                <c:pt idx="738">
                  <c:v>45209</c:v>
                </c:pt>
                <c:pt idx="739">
                  <c:v>45208</c:v>
                </c:pt>
                <c:pt idx="740">
                  <c:v>45205</c:v>
                </c:pt>
                <c:pt idx="741">
                  <c:v>45204</c:v>
                </c:pt>
                <c:pt idx="742">
                  <c:v>45203</c:v>
                </c:pt>
                <c:pt idx="743">
                  <c:v>45202</c:v>
                </c:pt>
                <c:pt idx="744">
                  <c:v>45201</c:v>
                </c:pt>
                <c:pt idx="745">
                  <c:v>45198</c:v>
                </c:pt>
                <c:pt idx="746">
                  <c:v>45197</c:v>
                </c:pt>
                <c:pt idx="747">
                  <c:v>45196</c:v>
                </c:pt>
                <c:pt idx="748">
                  <c:v>45195</c:v>
                </c:pt>
                <c:pt idx="749">
                  <c:v>45194</c:v>
                </c:pt>
                <c:pt idx="750">
                  <c:v>45191</c:v>
                </c:pt>
                <c:pt idx="751">
                  <c:v>45190</c:v>
                </c:pt>
                <c:pt idx="752">
                  <c:v>45189</c:v>
                </c:pt>
                <c:pt idx="753">
                  <c:v>45188</c:v>
                </c:pt>
                <c:pt idx="754">
                  <c:v>45187</c:v>
                </c:pt>
                <c:pt idx="755">
                  <c:v>45184</c:v>
                </c:pt>
                <c:pt idx="756">
                  <c:v>45183</c:v>
                </c:pt>
                <c:pt idx="757">
                  <c:v>45182</c:v>
                </c:pt>
                <c:pt idx="758">
                  <c:v>45181</c:v>
                </c:pt>
                <c:pt idx="759">
                  <c:v>45180</c:v>
                </c:pt>
                <c:pt idx="760">
                  <c:v>45177</c:v>
                </c:pt>
                <c:pt idx="761">
                  <c:v>45176</c:v>
                </c:pt>
                <c:pt idx="762">
                  <c:v>45175</c:v>
                </c:pt>
                <c:pt idx="763">
                  <c:v>45174</c:v>
                </c:pt>
                <c:pt idx="764">
                  <c:v>45173</c:v>
                </c:pt>
                <c:pt idx="765">
                  <c:v>45170</c:v>
                </c:pt>
                <c:pt idx="766">
                  <c:v>45169</c:v>
                </c:pt>
                <c:pt idx="767">
                  <c:v>45168</c:v>
                </c:pt>
                <c:pt idx="768">
                  <c:v>45167</c:v>
                </c:pt>
                <c:pt idx="769">
                  <c:v>45166</c:v>
                </c:pt>
                <c:pt idx="770">
                  <c:v>45163</c:v>
                </c:pt>
                <c:pt idx="771">
                  <c:v>45162</c:v>
                </c:pt>
                <c:pt idx="772">
                  <c:v>45161</c:v>
                </c:pt>
                <c:pt idx="773">
                  <c:v>45160</c:v>
                </c:pt>
                <c:pt idx="774">
                  <c:v>45159</c:v>
                </c:pt>
                <c:pt idx="775">
                  <c:v>45156</c:v>
                </c:pt>
                <c:pt idx="776">
                  <c:v>45155</c:v>
                </c:pt>
                <c:pt idx="777">
                  <c:v>45154</c:v>
                </c:pt>
                <c:pt idx="778">
                  <c:v>45153</c:v>
                </c:pt>
                <c:pt idx="779">
                  <c:v>45152</c:v>
                </c:pt>
                <c:pt idx="780">
                  <c:v>45149</c:v>
                </c:pt>
                <c:pt idx="781">
                  <c:v>45148</c:v>
                </c:pt>
                <c:pt idx="782">
                  <c:v>45147</c:v>
                </c:pt>
                <c:pt idx="783">
                  <c:v>45146</c:v>
                </c:pt>
                <c:pt idx="784">
                  <c:v>45145</c:v>
                </c:pt>
                <c:pt idx="785">
                  <c:v>45142</c:v>
                </c:pt>
                <c:pt idx="786">
                  <c:v>45141</c:v>
                </c:pt>
                <c:pt idx="787">
                  <c:v>45140</c:v>
                </c:pt>
                <c:pt idx="788">
                  <c:v>45139</c:v>
                </c:pt>
                <c:pt idx="789">
                  <c:v>45138</c:v>
                </c:pt>
                <c:pt idx="790">
                  <c:v>45135</c:v>
                </c:pt>
                <c:pt idx="791">
                  <c:v>45134</c:v>
                </c:pt>
                <c:pt idx="792">
                  <c:v>45133</c:v>
                </c:pt>
                <c:pt idx="793">
                  <c:v>45132</c:v>
                </c:pt>
                <c:pt idx="794">
                  <c:v>45131</c:v>
                </c:pt>
                <c:pt idx="795">
                  <c:v>45128</c:v>
                </c:pt>
                <c:pt idx="796">
                  <c:v>45127</c:v>
                </c:pt>
                <c:pt idx="797">
                  <c:v>45126</c:v>
                </c:pt>
                <c:pt idx="798">
                  <c:v>45125</c:v>
                </c:pt>
                <c:pt idx="799">
                  <c:v>45124</c:v>
                </c:pt>
                <c:pt idx="800">
                  <c:v>45121</c:v>
                </c:pt>
                <c:pt idx="801">
                  <c:v>45120</c:v>
                </c:pt>
                <c:pt idx="802">
                  <c:v>45119</c:v>
                </c:pt>
                <c:pt idx="803">
                  <c:v>45118</c:v>
                </c:pt>
                <c:pt idx="804">
                  <c:v>45117</c:v>
                </c:pt>
                <c:pt idx="805">
                  <c:v>45114</c:v>
                </c:pt>
                <c:pt idx="806">
                  <c:v>45113</c:v>
                </c:pt>
                <c:pt idx="807">
                  <c:v>45112</c:v>
                </c:pt>
                <c:pt idx="808">
                  <c:v>45111</c:v>
                </c:pt>
                <c:pt idx="809">
                  <c:v>45110</c:v>
                </c:pt>
                <c:pt idx="810">
                  <c:v>45107</c:v>
                </c:pt>
                <c:pt idx="811">
                  <c:v>45106</c:v>
                </c:pt>
                <c:pt idx="812">
                  <c:v>45105</c:v>
                </c:pt>
                <c:pt idx="813">
                  <c:v>45104</c:v>
                </c:pt>
                <c:pt idx="814">
                  <c:v>45103</c:v>
                </c:pt>
                <c:pt idx="815">
                  <c:v>45100</c:v>
                </c:pt>
                <c:pt idx="816">
                  <c:v>45099</c:v>
                </c:pt>
                <c:pt idx="817">
                  <c:v>45098</c:v>
                </c:pt>
                <c:pt idx="818">
                  <c:v>45097</c:v>
                </c:pt>
                <c:pt idx="819">
                  <c:v>45096</c:v>
                </c:pt>
                <c:pt idx="820">
                  <c:v>45093</c:v>
                </c:pt>
                <c:pt idx="821">
                  <c:v>45092</c:v>
                </c:pt>
                <c:pt idx="822">
                  <c:v>45091</c:v>
                </c:pt>
                <c:pt idx="823">
                  <c:v>45090</c:v>
                </c:pt>
                <c:pt idx="824">
                  <c:v>45089</c:v>
                </c:pt>
                <c:pt idx="825">
                  <c:v>45086</c:v>
                </c:pt>
                <c:pt idx="826">
                  <c:v>45085</c:v>
                </c:pt>
                <c:pt idx="827">
                  <c:v>45084</c:v>
                </c:pt>
                <c:pt idx="828">
                  <c:v>45083</c:v>
                </c:pt>
                <c:pt idx="829">
                  <c:v>45082</c:v>
                </c:pt>
                <c:pt idx="830">
                  <c:v>45079</c:v>
                </c:pt>
                <c:pt idx="831">
                  <c:v>45078</c:v>
                </c:pt>
                <c:pt idx="832">
                  <c:v>45077</c:v>
                </c:pt>
                <c:pt idx="833">
                  <c:v>45076</c:v>
                </c:pt>
                <c:pt idx="834">
                  <c:v>45075</c:v>
                </c:pt>
                <c:pt idx="835">
                  <c:v>45072</c:v>
                </c:pt>
                <c:pt idx="836">
                  <c:v>45071</c:v>
                </c:pt>
                <c:pt idx="837">
                  <c:v>45070</c:v>
                </c:pt>
                <c:pt idx="838">
                  <c:v>45069</c:v>
                </c:pt>
                <c:pt idx="839">
                  <c:v>45068</c:v>
                </c:pt>
                <c:pt idx="840">
                  <c:v>45065</c:v>
                </c:pt>
                <c:pt idx="841">
                  <c:v>45064</c:v>
                </c:pt>
                <c:pt idx="842">
                  <c:v>45063</c:v>
                </c:pt>
                <c:pt idx="843">
                  <c:v>45062</c:v>
                </c:pt>
                <c:pt idx="844">
                  <c:v>45061</c:v>
                </c:pt>
                <c:pt idx="845">
                  <c:v>45058</c:v>
                </c:pt>
                <c:pt idx="846">
                  <c:v>45057</c:v>
                </c:pt>
                <c:pt idx="847">
                  <c:v>45056</c:v>
                </c:pt>
                <c:pt idx="848">
                  <c:v>45055</c:v>
                </c:pt>
                <c:pt idx="849">
                  <c:v>45054</c:v>
                </c:pt>
                <c:pt idx="850">
                  <c:v>45051</c:v>
                </c:pt>
                <c:pt idx="851">
                  <c:v>45050</c:v>
                </c:pt>
                <c:pt idx="852">
                  <c:v>45049</c:v>
                </c:pt>
                <c:pt idx="853">
                  <c:v>45048</c:v>
                </c:pt>
                <c:pt idx="854">
                  <c:v>45044</c:v>
                </c:pt>
                <c:pt idx="855">
                  <c:v>45043</c:v>
                </c:pt>
                <c:pt idx="856">
                  <c:v>45042</c:v>
                </c:pt>
                <c:pt idx="857">
                  <c:v>45041</c:v>
                </c:pt>
                <c:pt idx="858">
                  <c:v>45040</c:v>
                </c:pt>
                <c:pt idx="859">
                  <c:v>45037</c:v>
                </c:pt>
                <c:pt idx="860">
                  <c:v>45036</c:v>
                </c:pt>
                <c:pt idx="861">
                  <c:v>45035</c:v>
                </c:pt>
                <c:pt idx="862">
                  <c:v>45034</c:v>
                </c:pt>
                <c:pt idx="863">
                  <c:v>45033</c:v>
                </c:pt>
                <c:pt idx="864">
                  <c:v>45030</c:v>
                </c:pt>
                <c:pt idx="865">
                  <c:v>45029</c:v>
                </c:pt>
                <c:pt idx="866">
                  <c:v>45028</c:v>
                </c:pt>
                <c:pt idx="867">
                  <c:v>45027</c:v>
                </c:pt>
                <c:pt idx="868">
                  <c:v>45022</c:v>
                </c:pt>
                <c:pt idx="869">
                  <c:v>45021</c:v>
                </c:pt>
                <c:pt idx="870">
                  <c:v>45020</c:v>
                </c:pt>
                <c:pt idx="871">
                  <c:v>45019</c:v>
                </c:pt>
                <c:pt idx="872">
                  <c:v>45016</c:v>
                </c:pt>
                <c:pt idx="873">
                  <c:v>45015</c:v>
                </c:pt>
                <c:pt idx="874">
                  <c:v>45014</c:v>
                </c:pt>
                <c:pt idx="875">
                  <c:v>45013</c:v>
                </c:pt>
                <c:pt idx="876">
                  <c:v>45012</c:v>
                </c:pt>
                <c:pt idx="877">
                  <c:v>45009</c:v>
                </c:pt>
                <c:pt idx="878">
                  <c:v>45008</c:v>
                </c:pt>
                <c:pt idx="879">
                  <c:v>45007</c:v>
                </c:pt>
                <c:pt idx="880">
                  <c:v>45006</c:v>
                </c:pt>
                <c:pt idx="881">
                  <c:v>45005</c:v>
                </c:pt>
                <c:pt idx="882">
                  <c:v>45002</c:v>
                </c:pt>
                <c:pt idx="883">
                  <c:v>45001</c:v>
                </c:pt>
                <c:pt idx="884">
                  <c:v>45000</c:v>
                </c:pt>
                <c:pt idx="885">
                  <c:v>44999</c:v>
                </c:pt>
                <c:pt idx="886">
                  <c:v>44998</c:v>
                </c:pt>
                <c:pt idx="887">
                  <c:v>44995</c:v>
                </c:pt>
                <c:pt idx="888">
                  <c:v>44994</c:v>
                </c:pt>
                <c:pt idx="889">
                  <c:v>44993</c:v>
                </c:pt>
                <c:pt idx="890">
                  <c:v>44992</c:v>
                </c:pt>
                <c:pt idx="891">
                  <c:v>44991</c:v>
                </c:pt>
                <c:pt idx="892">
                  <c:v>44988</c:v>
                </c:pt>
                <c:pt idx="893">
                  <c:v>44987</c:v>
                </c:pt>
                <c:pt idx="894">
                  <c:v>44986</c:v>
                </c:pt>
                <c:pt idx="895">
                  <c:v>44985</c:v>
                </c:pt>
                <c:pt idx="896">
                  <c:v>44984</c:v>
                </c:pt>
                <c:pt idx="897">
                  <c:v>44981</c:v>
                </c:pt>
                <c:pt idx="898">
                  <c:v>44980</c:v>
                </c:pt>
                <c:pt idx="899">
                  <c:v>44979</c:v>
                </c:pt>
                <c:pt idx="900">
                  <c:v>44978</c:v>
                </c:pt>
                <c:pt idx="901">
                  <c:v>44977</c:v>
                </c:pt>
                <c:pt idx="902">
                  <c:v>44974</c:v>
                </c:pt>
                <c:pt idx="903">
                  <c:v>44973</c:v>
                </c:pt>
                <c:pt idx="904">
                  <c:v>44972</c:v>
                </c:pt>
                <c:pt idx="905">
                  <c:v>44971</c:v>
                </c:pt>
                <c:pt idx="906">
                  <c:v>44970</c:v>
                </c:pt>
                <c:pt idx="907">
                  <c:v>44967</c:v>
                </c:pt>
                <c:pt idx="908">
                  <c:v>44966</c:v>
                </c:pt>
                <c:pt idx="909">
                  <c:v>44965</c:v>
                </c:pt>
                <c:pt idx="910">
                  <c:v>44964</c:v>
                </c:pt>
                <c:pt idx="911">
                  <c:v>44963</c:v>
                </c:pt>
                <c:pt idx="912">
                  <c:v>44960</c:v>
                </c:pt>
                <c:pt idx="913">
                  <c:v>44959</c:v>
                </c:pt>
                <c:pt idx="914">
                  <c:v>44958</c:v>
                </c:pt>
                <c:pt idx="915">
                  <c:v>44957</c:v>
                </c:pt>
                <c:pt idx="916">
                  <c:v>44956</c:v>
                </c:pt>
                <c:pt idx="917">
                  <c:v>44953</c:v>
                </c:pt>
                <c:pt idx="918">
                  <c:v>44952</c:v>
                </c:pt>
                <c:pt idx="919">
                  <c:v>44951</c:v>
                </c:pt>
                <c:pt idx="920">
                  <c:v>44950</c:v>
                </c:pt>
                <c:pt idx="921">
                  <c:v>44949</c:v>
                </c:pt>
                <c:pt idx="922">
                  <c:v>44946</c:v>
                </c:pt>
                <c:pt idx="923">
                  <c:v>44945</c:v>
                </c:pt>
                <c:pt idx="924">
                  <c:v>44944</c:v>
                </c:pt>
                <c:pt idx="925">
                  <c:v>44943</c:v>
                </c:pt>
                <c:pt idx="926">
                  <c:v>44942</c:v>
                </c:pt>
                <c:pt idx="927">
                  <c:v>44939</c:v>
                </c:pt>
                <c:pt idx="928">
                  <c:v>44938</c:v>
                </c:pt>
                <c:pt idx="929">
                  <c:v>44937</c:v>
                </c:pt>
                <c:pt idx="930">
                  <c:v>44936</c:v>
                </c:pt>
                <c:pt idx="931">
                  <c:v>44935</c:v>
                </c:pt>
                <c:pt idx="932">
                  <c:v>44932</c:v>
                </c:pt>
                <c:pt idx="933">
                  <c:v>44931</c:v>
                </c:pt>
                <c:pt idx="934">
                  <c:v>44930</c:v>
                </c:pt>
                <c:pt idx="935">
                  <c:v>44929</c:v>
                </c:pt>
                <c:pt idx="936">
                  <c:v>44928</c:v>
                </c:pt>
                <c:pt idx="937">
                  <c:v>44925</c:v>
                </c:pt>
                <c:pt idx="938">
                  <c:v>44924</c:v>
                </c:pt>
                <c:pt idx="939">
                  <c:v>44923</c:v>
                </c:pt>
                <c:pt idx="940">
                  <c:v>44922</c:v>
                </c:pt>
                <c:pt idx="941">
                  <c:v>44918</c:v>
                </c:pt>
                <c:pt idx="942">
                  <c:v>44917</c:v>
                </c:pt>
                <c:pt idx="943">
                  <c:v>44916</c:v>
                </c:pt>
                <c:pt idx="944">
                  <c:v>44915</c:v>
                </c:pt>
                <c:pt idx="945">
                  <c:v>44914</c:v>
                </c:pt>
                <c:pt idx="946">
                  <c:v>44911</c:v>
                </c:pt>
                <c:pt idx="947">
                  <c:v>44910</c:v>
                </c:pt>
                <c:pt idx="948">
                  <c:v>44909</c:v>
                </c:pt>
                <c:pt idx="949">
                  <c:v>44908</c:v>
                </c:pt>
                <c:pt idx="950">
                  <c:v>44907</c:v>
                </c:pt>
                <c:pt idx="951">
                  <c:v>44904</c:v>
                </c:pt>
                <c:pt idx="952">
                  <c:v>44903</c:v>
                </c:pt>
                <c:pt idx="953">
                  <c:v>44902</c:v>
                </c:pt>
                <c:pt idx="954">
                  <c:v>44901</c:v>
                </c:pt>
                <c:pt idx="955">
                  <c:v>44900</c:v>
                </c:pt>
                <c:pt idx="956">
                  <c:v>44897</c:v>
                </c:pt>
                <c:pt idx="957">
                  <c:v>44896</c:v>
                </c:pt>
                <c:pt idx="958">
                  <c:v>44895</c:v>
                </c:pt>
                <c:pt idx="959">
                  <c:v>44894</c:v>
                </c:pt>
                <c:pt idx="960">
                  <c:v>44893</c:v>
                </c:pt>
                <c:pt idx="961">
                  <c:v>44890</c:v>
                </c:pt>
                <c:pt idx="962">
                  <c:v>44889</c:v>
                </c:pt>
                <c:pt idx="963">
                  <c:v>44888</c:v>
                </c:pt>
                <c:pt idx="964">
                  <c:v>44887</c:v>
                </c:pt>
                <c:pt idx="965">
                  <c:v>44886</c:v>
                </c:pt>
                <c:pt idx="966">
                  <c:v>44883</c:v>
                </c:pt>
                <c:pt idx="967">
                  <c:v>44882</c:v>
                </c:pt>
                <c:pt idx="968">
                  <c:v>44881</c:v>
                </c:pt>
                <c:pt idx="969">
                  <c:v>44880</c:v>
                </c:pt>
                <c:pt idx="970">
                  <c:v>44879</c:v>
                </c:pt>
                <c:pt idx="971">
                  <c:v>44876</c:v>
                </c:pt>
                <c:pt idx="972">
                  <c:v>44875</c:v>
                </c:pt>
                <c:pt idx="973">
                  <c:v>44874</c:v>
                </c:pt>
                <c:pt idx="974">
                  <c:v>44873</c:v>
                </c:pt>
                <c:pt idx="975">
                  <c:v>44872</c:v>
                </c:pt>
                <c:pt idx="976">
                  <c:v>44869</c:v>
                </c:pt>
                <c:pt idx="977">
                  <c:v>44868</c:v>
                </c:pt>
                <c:pt idx="978">
                  <c:v>44867</c:v>
                </c:pt>
                <c:pt idx="979">
                  <c:v>44866</c:v>
                </c:pt>
                <c:pt idx="980">
                  <c:v>44865</c:v>
                </c:pt>
                <c:pt idx="981">
                  <c:v>44862</c:v>
                </c:pt>
                <c:pt idx="982">
                  <c:v>44861</c:v>
                </c:pt>
                <c:pt idx="983">
                  <c:v>44860</c:v>
                </c:pt>
                <c:pt idx="984">
                  <c:v>44859</c:v>
                </c:pt>
                <c:pt idx="985">
                  <c:v>44858</c:v>
                </c:pt>
                <c:pt idx="986">
                  <c:v>44855</c:v>
                </c:pt>
                <c:pt idx="987">
                  <c:v>44854</c:v>
                </c:pt>
                <c:pt idx="988">
                  <c:v>44853</c:v>
                </c:pt>
                <c:pt idx="989">
                  <c:v>44852</c:v>
                </c:pt>
                <c:pt idx="990">
                  <c:v>44851</c:v>
                </c:pt>
                <c:pt idx="991">
                  <c:v>44848</c:v>
                </c:pt>
                <c:pt idx="992">
                  <c:v>44847</c:v>
                </c:pt>
                <c:pt idx="993">
                  <c:v>44846</c:v>
                </c:pt>
                <c:pt idx="994">
                  <c:v>44845</c:v>
                </c:pt>
                <c:pt idx="995">
                  <c:v>44844</c:v>
                </c:pt>
                <c:pt idx="996">
                  <c:v>44841</c:v>
                </c:pt>
                <c:pt idx="997">
                  <c:v>44840</c:v>
                </c:pt>
                <c:pt idx="998">
                  <c:v>44839</c:v>
                </c:pt>
                <c:pt idx="999">
                  <c:v>44838</c:v>
                </c:pt>
                <c:pt idx="1000">
                  <c:v>44837</c:v>
                </c:pt>
                <c:pt idx="1001">
                  <c:v>44834</c:v>
                </c:pt>
                <c:pt idx="1002">
                  <c:v>44833</c:v>
                </c:pt>
                <c:pt idx="1003">
                  <c:v>44832</c:v>
                </c:pt>
                <c:pt idx="1004">
                  <c:v>44831</c:v>
                </c:pt>
                <c:pt idx="1005">
                  <c:v>44830</c:v>
                </c:pt>
                <c:pt idx="1006">
                  <c:v>44827</c:v>
                </c:pt>
                <c:pt idx="1007">
                  <c:v>44826</c:v>
                </c:pt>
                <c:pt idx="1008">
                  <c:v>44825</c:v>
                </c:pt>
                <c:pt idx="1009">
                  <c:v>44824</c:v>
                </c:pt>
                <c:pt idx="1010">
                  <c:v>44823</c:v>
                </c:pt>
                <c:pt idx="1011">
                  <c:v>44820</c:v>
                </c:pt>
                <c:pt idx="1012">
                  <c:v>44819</c:v>
                </c:pt>
                <c:pt idx="1013">
                  <c:v>44818</c:v>
                </c:pt>
                <c:pt idx="1014">
                  <c:v>44817</c:v>
                </c:pt>
                <c:pt idx="1015">
                  <c:v>44816</c:v>
                </c:pt>
                <c:pt idx="1016">
                  <c:v>44813</c:v>
                </c:pt>
                <c:pt idx="1017">
                  <c:v>44812</c:v>
                </c:pt>
                <c:pt idx="1018">
                  <c:v>44811</c:v>
                </c:pt>
                <c:pt idx="1019">
                  <c:v>44810</c:v>
                </c:pt>
                <c:pt idx="1020">
                  <c:v>44806</c:v>
                </c:pt>
                <c:pt idx="1021">
                  <c:v>44805</c:v>
                </c:pt>
                <c:pt idx="1022">
                  <c:v>44804</c:v>
                </c:pt>
                <c:pt idx="1023">
                  <c:v>44803</c:v>
                </c:pt>
                <c:pt idx="1024">
                  <c:v>44802</c:v>
                </c:pt>
                <c:pt idx="1025">
                  <c:v>44799</c:v>
                </c:pt>
                <c:pt idx="1026">
                  <c:v>44798</c:v>
                </c:pt>
                <c:pt idx="1027">
                  <c:v>44797</c:v>
                </c:pt>
                <c:pt idx="1028">
                  <c:v>44796</c:v>
                </c:pt>
                <c:pt idx="1029">
                  <c:v>44795</c:v>
                </c:pt>
                <c:pt idx="1030">
                  <c:v>44792</c:v>
                </c:pt>
                <c:pt idx="1031">
                  <c:v>44791</c:v>
                </c:pt>
                <c:pt idx="1032">
                  <c:v>44790</c:v>
                </c:pt>
                <c:pt idx="1033">
                  <c:v>44789</c:v>
                </c:pt>
                <c:pt idx="1034">
                  <c:v>44788</c:v>
                </c:pt>
                <c:pt idx="1035">
                  <c:v>44785</c:v>
                </c:pt>
                <c:pt idx="1036">
                  <c:v>44784</c:v>
                </c:pt>
                <c:pt idx="1037">
                  <c:v>44783</c:v>
                </c:pt>
                <c:pt idx="1038">
                  <c:v>44782</c:v>
                </c:pt>
                <c:pt idx="1039">
                  <c:v>44781</c:v>
                </c:pt>
                <c:pt idx="1040">
                  <c:v>44778</c:v>
                </c:pt>
                <c:pt idx="1041">
                  <c:v>44777</c:v>
                </c:pt>
                <c:pt idx="1042">
                  <c:v>44776</c:v>
                </c:pt>
                <c:pt idx="1043">
                  <c:v>44775</c:v>
                </c:pt>
                <c:pt idx="1044">
                  <c:v>44774</c:v>
                </c:pt>
                <c:pt idx="1045">
                  <c:v>44771</c:v>
                </c:pt>
                <c:pt idx="1046">
                  <c:v>44770</c:v>
                </c:pt>
                <c:pt idx="1047">
                  <c:v>44769</c:v>
                </c:pt>
                <c:pt idx="1048">
                  <c:v>44768</c:v>
                </c:pt>
                <c:pt idx="1049">
                  <c:v>44767</c:v>
                </c:pt>
                <c:pt idx="1050">
                  <c:v>44764</c:v>
                </c:pt>
                <c:pt idx="1051">
                  <c:v>44763</c:v>
                </c:pt>
                <c:pt idx="1052">
                  <c:v>44762</c:v>
                </c:pt>
                <c:pt idx="1053">
                  <c:v>44761</c:v>
                </c:pt>
                <c:pt idx="1054">
                  <c:v>44760</c:v>
                </c:pt>
                <c:pt idx="1055">
                  <c:v>44757</c:v>
                </c:pt>
                <c:pt idx="1056">
                  <c:v>44756</c:v>
                </c:pt>
                <c:pt idx="1057">
                  <c:v>44755</c:v>
                </c:pt>
                <c:pt idx="1058">
                  <c:v>44754</c:v>
                </c:pt>
                <c:pt idx="1059">
                  <c:v>44753</c:v>
                </c:pt>
                <c:pt idx="1060">
                  <c:v>44750</c:v>
                </c:pt>
                <c:pt idx="1061">
                  <c:v>44749</c:v>
                </c:pt>
                <c:pt idx="1062">
                  <c:v>44748</c:v>
                </c:pt>
                <c:pt idx="1063">
                  <c:v>44747</c:v>
                </c:pt>
                <c:pt idx="1064">
                  <c:v>44743</c:v>
                </c:pt>
                <c:pt idx="1065">
                  <c:v>44742</c:v>
                </c:pt>
                <c:pt idx="1066">
                  <c:v>44741</c:v>
                </c:pt>
                <c:pt idx="1067">
                  <c:v>44740</c:v>
                </c:pt>
                <c:pt idx="1068">
                  <c:v>44739</c:v>
                </c:pt>
                <c:pt idx="1069">
                  <c:v>44736</c:v>
                </c:pt>
                <c:pt idx="1070">
                  <c:v>44735</c:v>
                </c:pt>
                <c:pt idx="1071">
                  <c:v>44734</c:v>
                </c:pt>
                <c:pt idx="1072">
                  <c:v>44733</c:v>
                </c:pt>
                <c:pt idx="1073">
                  <c:v>44729</c:v>
                </c:pt>
                <c:pt idx="1074">
                  <c:v>44728</c:v>
                </c:pt>
                <c:pt idx="1075">
                  <c:v>44727</c:v>
                </c:pt>
                <c:pt idx="1076">
                  <c:v>44726</c:v>
                </c:pt>
                <c:pt idx="1077">
                  <c:v>44725</c:v>
                </c:pt>
                <c:pt idx="1078">
                  <c:v>44722</c:v>
                </c:pt>
                <c:pt idx="1079">
                  <c:v>44721</c:v>
                </c:pt>
                <c:pt idx="1080">
                  <c:v>44720</c:v>
                </c:pt>
                <c:pt idx="1081">
                  <c:v>44719</c:v>
                </c:pt>
                <c:pt idx="1082">
                  <c:v>44718</c:v>
                </c:pt>
                <c:pt idx="1083">
                  <c:v>44715</c:v>
                </c:pt>
                <c:pt idx="1084">
                  <c:v>44714</c:v>
                </c:pt>
                <c:pt idx="1085">
                  <c:v>44713</c:v>
                </c:pt>
                <c:pt idx="1086">
                  <c:v>44712</c:v>
                </c:pt>
                <c:pt idx="1087">
                  <c:v>44708</c:v>
                </c:pt>
                <c:pt idx="1088">
                  <c:v>44707</c:v>
                </c:pt>
                <c:pt idx="1089">
                  <c:v>44706</c:v>
                </c:pt>
                <c:pt idx="1090">
                  <c:v>44705</c:v>
                </c:pt>
                <c:pt idx="1091">
                  <c:v>44704</c:v>
                </c:pt>
                <c:pt idx="1092">
                  <c:v>44701</c:v>
                </c:pt>
                <c:pt idx="1093">
                  <c:v>44700</c:v>
                </c:pt>
                <c:pt idx="1094">
                  <c:v>44699</c:v>
                </c:pt>
                <c:pt idx="1095">
                  <c:v>44698</c:v>
                </c:pt>
                <c:pt idx="1096">
                  <c:v>44697</c:v>
                </c:pt>
                <c:pt idx="1097">
                  <c:v>44694</c:v>
                </c:pt>
                <c:pt idx="1098">
                  <c:v>44693</c:v>
                </c:pt>
                <c:pt idx="1099">
                  <c:v>44692</c:v>
                </c:pt>
                <c:pt idx="1100">
                  <c:v>44691</c:v>
                </c:pt>
                <c:pt idx="1101">
                  <c:v>44690</c:v>
                </c:pt>
                <c:pt idx="1102">
                  <c:v>44687</c:v>
                </c:pt>
                <c:pt idx="1103">
                  <c:v>44686</c:v>
                </c:pt>
                <c:pt idx="1104">
                  <c:v>44685</c:v>
                </c:pt>
                <c:pt idx="1105">
                  <c:v>44684</c:v>
                </c:pt>
                <c:pt idx="1106">
                  <c:v>44683</c:v>
                </c:pt>
                <c:pt idx="1107">
                  <c:v>44680</c:v>
                </c:pt>
                <c:pt idx="1108">
                  <c:v>44679</c:v>
                </c:pt>
                <c:pt idx="1109">
                  <c:v>44678</c:v>
                </c:pt>
                <c:pt idx="1110">
                  <c:v>44677</c:v>
                </c:pt>
                <c:pt idx="1111">
                  <c:v>44676</c:v>
                </c:pt>
                <c:pt idx="1112">
                  <c:v>44673</c:v>
                </c:pt>
                <c:pt idx="1113">
                  <c:v>44672</c:v>
                </c:pt>
                <c:pt idx="1114">
                  <c:v>44671</c:v>
                </c:pt>
                <c:pt idx="1115">
                  <c:v>44670</c:v>
                </c:pt>
                <c:pt idx="1116">
                  <c:v>44669</c:v>
                </c:pt>
                <c:pt idx="1117">
                  <c:v>44665</c:v>
                </c:pt>
                <c:pt idx="1118">
                  <c:v>44664</c:v>
                </c:pt>
                <c:pt idx="1119">
                  <c:v>44663</c:v>
                </c:pt>
                <c:pt idx="1120">
                  <c:v>44662</c:v>
                </c:pt>
                <c:pt idx="1121">
                  <c:v>44659</c:v>
                </c:pt>
                <c:pt idx="1122">
                  <c:v>44658</c:v>
                </c:pt>
                <c:pt idx="1123">
                  <c:v>44657</c:v>
                </c:pt>
                <c:pt idx="1124">
                  <c:v>44656</c:v>
                </c:pt>
                <c:pt idx="1125">
                  <c:v>44655</c:v>
                </c:pt>
                <c:pt idx="1126">
                  <c:v>44652</c:v>
                </c:pt>
                <c:pt idx="1127">
                  <c:v>44651</c:v>
                </c:pt>
                <c:pt idx="1128">
                  <c:v>44650</c:v>
                </c:pt>
                <c:pt idx="1129">
                  <c:v>44649</c:v>
                </c:pt>
                <c:pt idx="1130">
                  <c:v>44648</c:v>
                </c:pt>
                <c:pt idx="1131">
                  <c:v>44645</c:v>
                </c:pt>
                <c:pt idx="1132">
                  <c:v>44644</c:v>
                </c:pt>
                <c:pt idx="1133">
                  <c:v>44643</c:v>
                </c:pt>
                <c:pt idx="1134">
                  <c:v>44642</c:v>
                </c:pt>
                <c:pt idx="1135">
                  <c:v>44641</c:v>
                </c:pt>
                <c:pt idx="1136">
                  <c:v>44638</c:v>
                </c:pt>
                <c:pt idx="1137">
                  <c:v>44637</c:v>
                </c:pt>
                <c:pt idx="1138">
                  <c:v>44636</c:v>
                </c:pt>
                <c:pt idx="1139">
                  <c:v>44635</c:v>
                </c:pt>
                <c:pt idx="1140">
                  <c:v>44634</c:v>
                </c:pt>
                <c:pt idx="1141">
                  <c:v>44631</c:v>
                </c:pt>
                <c:pt idx="1142">
                  <c:v>44630</c:v>
                </c:pt>
                <c:pt idx="1143">
                  <c:v>44629</c:v>
                </c:pt>
                <c:pt idx="1144">
                  <c:v>44628</c:v>
                </c:pt>
                <c:pt idx="1145">
                  <c:v>44627</c:v>
                </c:pt>
                <c:pt idx="1146">
                  <c:v>44624</c:v>
                </c:pt>
                <c:pt idx="1147">
                  <c:v>44623</c:v>
                </c:pt>
                <c:pt idx="1148">
                  <c:v>44622</c:v>
                </c:pt>
                <c:pt idx="1149">
                  <c:v>44621</c:v>
                </c:pt>
                <c:pt idx="1150">
                  <c:v>44620</c:v>
                </c:pt>
                <c:pt idx="1151">
                  <c:v>44617</c:v>
                </c:pt>
                <c:pt idx="1152">
                  <c:v>44616</c:v>
                </c:pt>
                <c:pt idx="1153">
                  <c:v>44615</c:v>
                </c:pt>
                <c:pt idx="1154">
                  <c:v>44614</c:v>
                </c:pt>
                <c:pt idx="1155">
                  <c:v>44610</c:v>
                </c:pt>
                <c:pt idx="1156">
                  <c:v>44609</c:v>
                </c:pt>
                <c:pt idx="1157">
                  <c:v>44608</c:v>
                </c:pt>
                <c:pt idx="1158">
                  <c:v>44607</c:v>
                </c:pt>
                <c:pt idx="1159">
                  <c:v>44606</c:v>
                </c:pt>
                <c:pt idx="1160">
                  <c:v>44603</c:v>
                </c:pt>
                <c:pt idx="1161">
                  <c:v>44602</c:v>
                </c:pt>
                <c:pt idx="1162">
                  <c:v>44601</c:v>
                </c:pt>
                <c:pt idx="1163">
                  <c:v>44600</c:v>
                </c:pt>
                <c:pt idx="1164">
                  <c:v>44599</c:v>
                </c:pt>
                <c:pt idx="1165">
                  <c:v>44596</c:v>
                </c:pt>
                <c:pt idx="1166">
                  <c:v>44595</c:v>
                </c:pt>
                <c:pt idx="1167">
                  <c:v>44594</c:v>
                </c:pt>
                <c:pt idx="1168">
                  <c:v>44593</c:v>
                </c:pt>
                <c:pt idx="1169">
                  <c:v>44592</c:v>
                </c:pt>
                <c:pt idx="1170">
                  <c:v>44589</c:v>
                </c:pt>
                <c:pt idx="1171">
                  <c:v>44588</c:v>
                </c:pt>
                <c:pt idx="1172">
                  <c:v>44587</c:v>
                </c:pt>
                <c:pt idx="1173">
                  <c:v>44586</c:v>
                </c:pt>
                <c:pt idx="1174">
                  <c:v>44585</c:v>
                </c:pt>
                <c:pt idx="1175">
                  <c:v>44582</c:v>
                </c:pt>
                <c:pt idx="1176">
                  <c:v>44581</c:v>
                </c:pt>
                <c:pt idx="1177">
                  <c:v>44580</c:v>
                </c:pt>
                <c:pt idx="1178">
                  <c:v>44579</c:v>
                </c:pt>
                <c:pt idx="1179">
                  <c:v>44575</c:v>
                </c:pt>
                <c:pt idx="1180">
                  <c:v>44574</c:v>
                </c:pt>
                <c:pt idx="1181">
                  <c:v>44573</c:v>
                </c:pt>
                <c:pt idx="1182">
                  <c:v>44572</c:v>
                </c:pt>
                <c:pt idx="1183">
                  <c:v>44571</c:v>
                </c:pt>
                <c:pt idx="1184">
                  <c:v>44568</c:v>
                </c:pt>
                <c:pt idx="1185">
                  <c:v>44567</c:v>
                </c:pt>
                <c:pt idx="1186">
                  <c:v>44566</c:v>
                </c:pt>
                <c:pt idx="1187">
                  <c:v>44565</c:v>
                </c:pt>
                <c:pt idx="1188">
                  <c:v>44564</c:v>
                </c:pt>
                <c:pt idx="1189">
                  <c:v>44561</c:v>
                </c:pt>
                <c:pt idx="1190">
                  <c:v>44560</c:v>
                </c:pt>
                <c:pt idx="1191">
                  <c:v>44559</c:v>
                </c:pt>
                <c:pt idx="1192">
                  <c:v>44558</c:v>
                </c:pt>
                <c:pt idx="1193">
                  <c:v>44557</c:v>
                </c:pt>
                <c:pt idx="1194">
                  <c:v>44553</c:v>
                </c:pt>
                <c:pt idx="1195">
                  <c:v>44552</c:v>
                </c:pt>
                <c:pt idx="1196">
                  <c:v>44551</c:v>
                </c:pt>
                <c:pt idx="1197">
                  <c:v>44550</c:v>
                </c:pt>
                <c:pt idx="1198">
                  <c:v>44547</c:v>
                </c:pt>
                <c:pt idx="1199">
                  <c:v>44546</c:v>
                </c:pt>
                <c:pt idx="1200">
                  <c:v>44545</c:v>
                </c:pt>
                <c:pt idx="1201">
                  <c:v>44544</c:v>
                </c:pt>
                <c:pt idx="1202">
                  <c:v>44543</c:v>
                </c:pt>
                <c:pt idx="1203">
                  <c:v>44540</c:v>
                </c:pt>
                <c:pt idx="1204">
                  <c:v>44539</c:v>
                </c:pt>
                <c:pt idx="1205">
                  <c:v>44538</c:v>
                </c:pt>
                <c:pt idx="1206">
                  <c:v>44537</c:v>
                </c:pt>
                <c:pt idx="1207">
                  <c:v>44536</c:v>
                </c:pt>
                <c:pt idx="1208">
                  <c:v>44533</c:v>
                </c:pt>
                <c:pt idx="1209">
                  <c:v>44532</c:v>
                </c:pt>
                <c:pt idx="1210">
                  <c:v>44531</c:v>
                </c:pt>
                <c:pt idx="1211">
                  <c:v>44530</c:v>
                </c:pt>
                <c:pt idx="1212">
                  <c:v>44529</c:v>
                </c:pt>
                <c:pt idx="1213">
                  <c:v>44526</c:v>
                </c:pt>
                <c:pt idx="1214">
                  <c:v>44524</c:v>
                </c:pt>
                <c:pt idx="1215">
                  <c:v>44523</c:v>
                </c:pt>
                <c:pt idx="1216">
                  <c:v>44522</c:v>
                </c:pt>
                <c:pt idx="1217">
                  <c:v>44519</c:v>
                </c:pt>
                <c:pt idx="1218">
                  <c:v>44518</c:v>
                </c:pt>
                <c:pt idx="1219">
                  <c:v>44517</c:v>
                </c:pt>
                <c:pt idx="1220">
                  <c:v>44516</c:v>
                </c:pt>
                <c:pt idx="1221">
                  <c:v>44515</c:v>
                </c:pt>
                <c:pt idx="1222">
                  <c:v>44512</c:v>
                </c:pt>
                <c:pt idx="1223">
                  <c:v>44511</c:v>
                </c:pt>
                <c:pt idx="1224">
                  <c:v>44510</c:v>
                </c:pt>
                <c:pt idx="1225">
                  <c:v>44509</c:v>
                </c:pt>
                <c:pt idx="1226">
                  <c:v>44508</c:v>
                </c:pt>
                <c:pt idx="1227">
                  <c:v>44505</c:v>
                </c:pt>
                <c:pt idx="1228">
                  <c:v>44504</c:v>
                </c:pt>
                <c:pt idx="1229">
                  <c:v>44503</c:v>
                </c:pt>
                <c:pt idx="1230">
                  <c:v>44502</c:v>
                </c:pt>
                <c:pt idx="1231">
                  <c:v>44501</c:v>
                </c:pt>
                <c:pt idx="1232">
                  <c:v>44498</c:v>
                </c:pt>
                <c:pt idx="1233">
                  <c:v>44497</c:v>
                </c:pt>
                <c:pt idx="1234">
                  <c:v>44496</c:v>
                </c:pt>
                <c:pt idx="1235">
                  <c:v>44495</c:v>
                </c:pt>
                <c:pt idx="1236">
                  <c:v>44494</c:v>
                </c:pt>
                <c:pt idx="1237">
                  <c:v>44491</c:v>
                </c:pt>
                <c:pt idx="1238">
                  <c:v>44490</c:v>
                </c:pt>
                <c:pt idx="1239">
                  <c:v>44489</c:v>
                </c:pt>
                <c:pt idx="1240">
                  <c:v>44488</c:v>
                </c:pt>
                <c:pt idx="1241">
                  <c:v>44487</c:v>
                </c:pt>
                <c:pt idx="1242">
                  <c:v>44484</c:v>
                </c:pt>
                <c:pt idx="1243">
                  <c:v>44483</c:v>
                </c:pt>
                <c:pt idx="1244">
                  <c:v>44482</c:v>
                </c:pt>
                <c:pt idx="1245">
                  <c:v>44481</c:v>
                </c:pt>
                <c:pt idx="1246">
                  <c:v>44480</c:v>
                </c:pt>
                <c:pt idx="1247">
                  <c:v>44477</c:v>
                </c:pt>
                <c:pt idx="1248">
                  <c:v>44476</c:v>
                </c:pt>
                <c:pt idx="1249">
                  <c:v>44475</c:v>
                </c:pt>
                <c:pt idx="1250">
                  <c:v>44474</c:v>
                </c:pt>
                <c:pt idx="1251">
                  <c:v>44473</c:v>
                </c:pt>
                <c:pt idx="1252">
                  <c:v>44470</c:v>
                </c:pt>
                <c:pt idx="1253">
                  <c:v>44469</c:v>
                </c:pt>
                <c:pt idx="1254">
                  <c:v>44468</c:v>
                </c:pt>
                <c:pt idx="1255">
                  <c:v>44467</c:v>
                </c:pt>
                <c:pt idx="1256">
                  <c:v>44466</c:v>
                </c:pt>
                <c:pt idx="1257">
                  <c:v>44463</c:v>
                </c:pt>
                <c:pt idx="1258">
                  <c:v>44462</c:v>
                </c:pt>
                <c:pt idx="1259">
                  <c:v>44461</c:v>
                </c:pt>
                <c:pt idx="1260">
                  <c:v>44460</c:v>
                </c:pt>
                <c:pt idx="1261">
                  <c:v>44459</c:v>
                </c:pt>
                <c:pt idx="1262">
                  <c:v>44456</c:v>
                </c:pt>
                <c:pt idx="1263">
                  <c:v>44455</c:v>
                </c:pt>
                <c:pt idx="1264">
                  <c:v>44454</c:v>
                </c:pt>
                <c:pt idx="1265">
                  <c:v>44453</c:v>
                </c:pt>
                <c:pt idx="1266">
                  <c:v>44452</c:v>
                </c:pt>
                <c:pt idx="1267">
                  <c:v>44449</c:v>
                </c:pt>
                <c:pt idx="1268">
                  <c:v>44448</c:v>
                </c:pt>
                <c:pt idx="1269">
                  <c:v>44447</c:v>
                </c:pt>
                <c:pt idx="1270">
                  <c:v>44446</c:v>
                </c:pt>
                <c:pt idx="1271">
                  <c:v>44442</c:v>
                </c:pt>
                <c:pt idx="1272">
                  <c:v>44441</c:v>
                </c:pt>
                <c:pt idx="1273">
                  <c:v>44440</c:v>
                </c:pt>
                <c:pt idx="1274">
                  <c:v>44439</c:v>
                </c:pt>
                <c:pt idx="1275">
                  <c:v>44438</c:v>
                </c:pt>
                <c:pt idx="1276">
                  <c:v>44435</c:v>
                </c:pt>
                <c:pt idx="1277">
                  <c:v>44434</c:v>
                </c:pt>
                <c:pt idx="1278">
                  <c:v>44433</c:v>
                </c:pt>
                <c:pt idx="1279">
                  <c:v>44432</c:v>
                </c:pt>
                <c:pt idx="1280">
                  <c:v>44431</c:v>
                </c:pt>
                <c:pt idx="1281">
                  <c:v>44428</c:v>
                </c:pt>
                <c:pt idx="1282">
                  <c:v>44427</c:v>
                </c:pt>
                <c:pt idx="1283">
                  <c:v>44426</c:v>
                </c:pt>
                <c:pt idx="1284">
                  <c:v>44425</c:v>
                </c:pt>
                <c:pt idx="1285">
                  <c:v>44424</c:v>
                </c:pt>
                <c:pt idx="1286">
                  <c:v>44421</c:v>
                </c:pt>
                <c:pt idx="1287">
                  <c:v>44420</c:v>
                </c:pt>
                <c:pt idx="1288">
                  <c:v>44419</c:v>
                </c:pt>
                <c:pt idx="1289">
                  <c:v>44418</c:v>
                </c:pt>
                <c:pt idx="1290">
                  <c:v>44417</c:v>
                </c:pt>
                <c:pt idx="1291">
                  <c:v>44414</c:v>
                </c:pt>
                <c:pt idx="1292">
                  <c:v>44413</c:v>
                </c:pt>
                <c:pt idx="1293">
                  <c:v>44412</c:v>
                </c:pt>
                <c:pt idx="1294">
                  <c:v>44411</c:v>
                </c:pt>
                <c:pt idx="1295">
                  <c:v>44410</c:v>
                </c:pt>
                <c:pt idx="1296">
                  <c:v>44407</c:v>
                </c:pt>
                <c:pt idx="1297">
                  <c:v>44406</c:v>
                </c:pt>
                <c:pt idx="1298">
                  <c:v>44405</c:v>
                </c:pt>
                <c:pt idx="1299">
                  <c:v>44404</c:v>
                </c:pt>
                <c:pt idx="1300">
                  <c:v>44403</c:v>
                </c:pt>
                <c:pt idx="1301">
                  <c:v>44400</c:v>
                </c:pt>
                <c:pt idx="1302">
                  <c:v>44399</c:v>
                </c:pt>
                <c:pt idx="1303">
                  <c:v>44398</c:v>
                </c:pt>
                <c:pt idx="1304">
                  <c:v>44397</c:v>
                </c:pt>
                <c:pt idx="1305">
                  <c:v>44396</c:v>
                </c:pt>
                <c:pt idx="1306">
                  <c:v>44393</c:v>
                </c:pt>
                <c:pt idx="1307">
                  <c:v>44392</c:v>
                </c:pt>
                <c:pt idx="1308">
                  <c:v>44391</c:v>
                </c:pt>
                <c:pt idx="1309">
                  <c:v>44390</c:v>
                </c:pt>
                <c:pt idx="1310">
                  <c:v>44389</c:v>
                </c:pt>
                <c:pt idx="1311">
                  <c:v>44386</c:v>
                </c:pt>
                <c:pt idx="1312">
                  <c:v>44385</c:v>
                </c:pt>
                <c:pt idx="1313">
                  <c:v>44384</c:v>
                </c:pt>
                <c:pt idx="1314">
                  <c:v>44383</c:v>
                </c:pt>
                <c:pt idx="1315">
                  <c:v>44379</c:v>
                </c:pt>
                <c:pt idx="1316">
                  <c:v>44378</c:v>
                </c:pt>
                <c:pt idx="1317">
                  <c:v>44377</c:v>
                </c:pt>
                <c:pt idx="1318">
                  <c:v>44376</c:v>
                </c:pt>
                <c:pt idx="1319">
                  <c:v>44375</c:v>
                </c:pt>
                <c:pt idx="1320">
                  <c:v>44372</c:v>
                </c:pt>
                <c:pt idx="1321">
                  <c:v>44371</c:v>
                </c:pt>
                <c:pt idx="1322">
                  <c:v>44370</c:v>
                </c:pt>
                <c:pt idx="1323">
                  <c:v>44369</c:v>
                </c:pt>
                <c:pt idx="1324">
                  <c:v>44368</c:v>
                </c:pt>
                <c:pt idx="1325">
                  <c:v>44365</c:v>
                </c:pt>
                <c:pt idx="1326">
                  <c:v>44364</c:v>
                </c:pt>
                <c:pt idx="1327">
                  <c:v>44363</c:v>
                </c:pt>
                <c:pt idx="1328">
                  <c:v>44362</c:v>
                </c:pt>
                <c:pt idx="1329">
                  <c:v>44361</c:v>
                </c:pt>
                <c:pt idx="1330">
                  <c:v>44358</c:v>
                </c:pt>
                <c:pt idx="1331">
                  <c:v>44357</c:v>
                </c:pt>
                <c:pt idx="1332">
                  <c:v>44356</c:v>
                </c:pt>
                <c:pt idx="1333">
                  <c:v>44355</c:v>
                </c:pt>
                <c:pt idx="1334">
                  <c:v>44354</c:v>
                </c:pt>
                <c:pt idx="1335">
                  <c:v>44351</c:v>
                </c:pt>
                <c:pt idx="1336">
                  <c:v>44350</c:v>
                </c:pt>
                <c:pt idx="1337">
                  <c:v>44349</c:v>
                </c:pt>
                <c:pt idx="1338">
                  <c:v>44348</c:v>
                </c:pt>
                <c:pt idx="1339">
                  <c:v>44344</c:v>
                </c:pt>
                <c:pt idx="1340">
                  <c:v>44343</c:v>
                </c:pt>
                <c:pt idx="1341">
                  <c:v>44342</c:v>
                </c:pt>
                <c:pt idx="1342">
                  <c:v>44341</c:v>
                </c:pt>
                <c:pt idx="1343">
                  <c:v>44340</c:v>
                </c:pt>
                <c:pt idx="1344">
                  <c:v>44337</c:v>
                </c:pt>
                <c:pt idx="1345">
                  <c:v>44336</c:v>
                </c:pt>
                <c:pt idx="1346">
                  <c:v>44335</c:v>
                </c:pt>
                <c:pt idx="1347">
                  <c:v>44334</c:v>
                </c:pt>
                <c:pt idx="1348">
                  <c:v>44333</c:v>
                </c:pt>
                <c:pt idx="1349">
                  <c:v>44330</c:v>
                </c:pt>
                <c:pt idx="1350">
                  <c:v>44329</c:v>
                </c:pt>
                <c:pt idx="1351">
                  <c:v>44328</c:v>
                </c:pt>
                <c:pt idx="1352">
                  <c:v>44327</c:v>
                </c:pt>
                <c:pt idx="1353">
                  <c:v>44326</c:v>
                </c:pt>
                <c:pt idx="1354">
                  <c:v>44323</c:v>
                </c:pt>
                <c:pt idx="1355">
                  <c:v>44322</c:v>
                </c:pt>
                <c:pt idx="1356">
                  <c:v>44321</c:v>
                </c:pt>
                <c:pt idx="1357">
                  <c:v>44320</c:v>
                </c:pt>
                <c:pt idx="1358">
                  <c:v>44319</c:v>
                </c:pt>
                <c:pt idx="1359">
                  <c:v>44316</c:v>
                </c:pt>
                <c:pt idx="1360">
                  <c:v>44315</c:v>
                </c:pt>
                <c:pt idx="1361">
                  <c:v>44314</c:v>
                </c:pt>
                <c:pt idx="1362">
                  <c:v>44313</c:v>
                </c:pt>
                <c:pt idx="1363">
                  <c:v>44312</c:v>
                </c:pt>
                <c:pt idx="1364">
                  <c:v>44309</c:v>
                </c:pt>
                <c:pt idx="1365">
                  <c:v>44308</c:v>
                </c:pt>
                <c:pt idx="1366">
                  <c:v>44307</c:v>
                </c:pt>
                <c:pt idx="1367">
                  <c:v>44306</c:v>
                </c:pt>
                <c:pt idx="1368">
                  <c:v>44305</c:v>
                </c:pt>
                <c:pt idx="1369">
                  <c:v>44302</c:v>
                </c:pt>
                <c:pt idx="1370">
                  <c:v>44301</c:v>
                </c:pt>
                <c:pt idx="1371">
                  <c:v>44300</c:v>
                </c:pt>
                <c:pt idx="1372">
                  <c:v>44299</c:v>
                </c:pt>
                <c:pt idx="1373">
                  <c:v>44298</c:v>
                </c:pt>
                <c:pt idx="1374">
                  <c:v>44295</c:v>
                </c:pt>
                <c:pt idx="1375">
                  <c:v>44294</c:v>
                </c:pt>
                <c:pt idx="1376">
                  <c:v>44293</c:v>
                </c:pt>
                <c:pt idx="1377">
                  <c:v>44292</c:v>
                </c:pt>
                <c:pt idx="1378">
                  <c:v>44291</c:v>
                </c:pt>
                <c:pt idx="1379">
                  <c:v>44287</c:v>
                </c:pt>
                <c:pt idx="1380">
                  <c:v>44286</c:v>
                </c:pt>
                <c:pt idx="1381">
                  <c:v>44285</c:v>
                </c:pt>
                <c:pt idx="1382">
                  <c:v>44284</c:v>
                </c:pt>
                <c:pt idx="1383">
                  <c:v>44281</c:v>
                </c:pt>
                <c:pt idx="1384">
                  <c:v>44280</c:v>
                </c:pt>
                <c:pt idx="1385">
                  <c:v>44279</c:v>
                </c:pt>
                <c:pt idx="1386">
                  <c:v>44278</c:v>
                </c:pt>
                <c:pt idx="1387">
                  <c:v>44277</c:v>
                </c:pt>
                <c:pt idx="1388">
                  <c:v>44274</c:v>
                </c:pt>
                <c:pt idx="1389">
                  <c:v>44273</c:v>
                </c:pt>
                <c:pt idx="1390">
                  <c:v>44272</c:v>
                </c:pt>
                <c:pt idx="1391">
                  <c:v>44271</c:v>
                </c:pt>
                <c:pt idx="1392">
                  <c:v>44270</c:v>
                </c:pt>
                <c:pt idx="1393">
                  <c:v>44267</c:v>
                </c:pt>
                <c:pt idx="1394">
                  <c:v>44266</c:v>
                </c:pt>
                <c:pt idx="1395">
                  <c:v>44265</c:v>
                </c:pt>
                <c:pt idx="1396">
                  <c:v>44264</c:v>
                </c:pt>
                <c:pt idx="1397">
                  <c:v>44263</c:v>
                </c:pt>
                <c:pt idx="1398">
                  <c:v>44260</c:v>
                </c:pt>
                <c:pt idx="1399">
                  <c:v>44259</c:v>
                </c:pt>
                <c:pt idx="1400">
                  <c:v>44258</c:v>
                </c:pt>
                <c:pt idx="1401">
                  <c:v>44257</c:v>
                </c:pt>
                <c:pt idx="1402">
                  <c:v>44256</c:v>
                </c:pt>
                <c:pt idx="1403">
                  <c:v>44253</c:v>
                </c:pt>
                <c:pt idx="1404">
                  <c:v>44252</c:v>
                </c:pt>
                <c:pt idx="1405">
                  <c:v>44251</c:v>
                </c:pt>
                <c:pt idx="1406">
                  <c:v>44250</c:v>
                </c:pt>
                <c:pt idx="1407">
                  <c:v>44249</c:v>
                </c:pt>
                <c:pt idx="1408">
                  <c:v>44246</c:v>
                </c:pt>
                <c:pt idx="1409">
                  <c:v>44245</c:v>
                </c:pt>
                <c:pt idx="1410">
                  <c:v>44244</c:v>
                </c:pt>
                <c:pt idx="1411">
                  <c:v>44243</c:v>
                </c:pt>
                <c:pt idx="1412">
                  <c:v>44239</c:v>
                </c:pt>
                <c:pt idx="1413">
                  <c:v>44238</c:v>
                </c:pt>
                <c:pt idx="1414">
                  <c:v>44237</c:v>
                </c:pt>
                <c:pt idx="1415">
                  <c:v>44236</c:v>
                </c:pt>
                <c:pt idx="1416">
                  <c:v>44235</c:v>
                </c:pt>
                <c:pt idx="1417">
                  <c:v>44232</c:v>
                </c:pt>
                <c:pt idx="1418">
                  <c:v>44231</c:v>
                </c:pt>
                <c:pt idx="1419">
                  <c:v>44230</c:v>
                </c:pt>
                <c:pt idx="1420">
                  <c:v>44229</c:v>
                </c:pt>
                <c:pt idx="1421">
                  <c:v>44228</c:v>
                </c:pt>
                <c:pt idx="1422">
                  <c:v>44225</c:v>
                </c:pt>
                <c:pt idx="1423">
                  <c:v>44224</c:v>
                </c:pt>
                <c:pt idx="1424">
                  <c:v>44223</c:v>
                </c:pt>
                <c:pt idx="1425">
                  <c:v>44222</c:v>
                </c:pt>
                <c:pt idx="1426">
                  <c:v>44221</c:v>
                </c:pt>
                <c:pt idx="1427">
                  <c:v>44218</c:v>
                </c:pt>
                <c:pt idx="1428">
                  <c:v>44217</c:v>
                </c:pt>
                <c:pt idx="1429">
                  <c:v>44216</c:v>
                </c:pt>
                <c:pt idx="1430">
                  <c:v>44215</c:v>
                </c:pt>
                <c:pt idx="1431">
                  <c:v>44211</c:v>
                </c:pt>
                <c:pt idx="1432">
                  <c:v>44210</c:v>
                </c:pt>
                <c:pt idx="1433">
                  <c:v>44209</c:v>
                </c:pt>
                <c:pt idx="1434">
                  <c:v>44208</c:v>
                </c:pt>
                <c:pt idx="1435">
                  <c:v>44207</c:v>
                </c:pt>
                <c:pt idx="1436">
                  <c:v>44204</c:v>
                </c:pt>
                <c:pt idx="1437">
                  <c:v>44203</c:v>
                </c:pt>
                <c:pt idx="1438">
                  <c:v>44202</c:v>
                </c:pt>
                <c:pt idx="1439">
                  <c:v>44201</c:v>
                </c:pt>
                <c:pt idx="1440">
                  <c:v>44200</c:v>
                </c:pt>
                <c:pt idx="1441">
                  <c:v>44196</c:v>
                </c:pt>
                <c:pt idx="1442">
                  <c:v>44195</c:v>
                </c:pt>
                <c:pt idx="1443">
                  <c:v>44194</c:v>
                </c:pt>
                <c:pt idx="1444">
                  <c:v>44193</c:v>
                </c:pt>
                <c:pt idx="1445">
                  <c:v>44189</c:v>
                </c:pt>
                <c:pt idx="1446">
                  <c:v>44188</c:v>
                </c:pt>
                <c:pt idx="1447">
                  <c:v>44187</c:v>
                </c:pt>
                <c:pt idx="1448">
                  <c:v>44186</c:v>
                </c:pt>
                <c:pt idx="1449">
                  <c:v>44183</c:v>
                </c:pt>
                <c:pt idx="1450">
                  <c:v>44182</c:v>
                </c:pt>
                <c:pt idx="1451">
                  <c:v>44181</c:v>
                </c:pt>
                <c:pt idx="1452">
                  <c:v>44180</c:v>
                </c:pt>
                <c:pt idx="1453">
                  <c:v>44179</c:v>
                </c:pt>
                <c:pt idx="1454">
                  <c:v>44176</c:v>
                </c:pt>
                <c:pt idx="1455">
                  <c:v>44175</c:v>
                </c:pt>
                <c:pt idx="1456">
                  <c:v>44174</c:v>
                </c:pt>
                <c:pt idx="1457">
                  <c:v>44173</c:v>
                </c:pt>
                <c:pt idx="1458">
                  <c:v>44172</c:v>
                </c:pt>
                <c:pt idx="1459">
                  <c:v>44169</c:v>
                </c:pt>
                <c:pt idx="1460">
                  <c:v>44168</c:v>
                </c:pt>
                <c:pt idx="1461">
                  <c:v>44167</c:v>
                </c:pt>
                <c:pt idx="1462">
                  <c:v>44166</c:v>
                </c:pt>
                <c:pt idx="1463">
                  <c:v>44165</c:v>
                </c:pt>
                <c:pt idx="1464">
                  <c:v>44162</c:v>
                </c:pt>
                <c:pt idx="1465">
                  <c:v>44160</c:v>
                </c:pt>
                <c:pt idx="1466">
                  <c:v>44159</c:v>
                </c:pt>
                <c:pt idx="1467">
                  <c:v>44158</c:v>
                </c:pt>
                <c:pt idx="1468">
                  <c:v>44155</c:v>
                </c:pt>
                <c:pt idx="1469">
                  <c:v>44154</c:v>
                </c:pt>
                <c:pt idx="1470">
                  <c:v>44153</c:v>
                </c:pt>
                <c:pt idx="1471">
                  <c:v>44152</c:v>
                </c:pt>
                <c:pt idx="1472">
                  <c:v>44151</c:v>
                </c:pt>
                <c:pt idx="1473">
                  <c:v>44148</c:v>
                </c:pt>
                <c:pt idx="1474">
                  <c:v>44147</c:v>
                </c:pt>
                <c:pt idx="1475">
                  <c:v>44146</c:v>
                </c:pt>
                <c:pt idx="1476">
                  <c:v>44145</c:v>
                </c:pt>
                <c:pt idx="1477">
                  <c:v>44144</c:v>
                </c:pt>
                <c:pt idx="1478">
                  <c:v>44141</c:v>
                </c:pt>
                <c:pt idx="1479">
                  <c:v>44140</c:v>
                </c:pt>
                <c:pt idx="1480">
                  <c:v>44139</c:v>
                </c:pt>
                <c:pt idx="1481">
                  <c:v>44138</c:v>
                </c:pt>
                <c:pt idx="1482">
                  <c:v>44137</c:v>
                </c:pt>
                <c:pt idx="1483">
                  <c:v>44134</c:v>
                </c:pt>
                <c:pt idx="1484">
                  <c:v>44133</c:v>
                </c:pt>
                <c:pt idx="1485">
                  <c:v>44132</c:v>
                </c:pt>
                <c:pt idx="1486">
                  <c:v>44131</c:v>
                </c:pt>
                <c:pt idx="1487">
                  <c:v>44130</c:v>
                </c:pt>
                <c:pt idx="1488">
                  <c:v>44127</c:v>
                </c:pt>
                <c:pt idx="1489">
                  <c:v>44126</c:v>
                </c:pt>
                <c:pt idx="1490">
                  <c:v>44125</c:v>
                </c:pt>
                <c:pt idx="1491">
                  <c:v>44124</c:v>
                </c:pt>
                <c:pt idx="1492">
                  <c:v>44123</c:v>
                </c:pt>
                <c:pt idx="1493">
                  <c:v>44120</c:v>
                </c:pt>
                <c:pt idx="1494">
                  <c:v>44119</c:v>
                </c:pt>
                <c:pt idx="1495">
                  <c:v>44118</c:v>
                </c:pt>
                <c:pt idx="1496">
                  <c:v>44117</c:v>
                </c:pt>
                <c:pt idx="1497">
                  <c:v>44116</c:v>
                </c:pt>
                <c:pt idx="1498">
                  <c:v>44113</c:v>
                </c:pt>
                <c:pt idx="1499">
                  <c:v>44112</c:v>
                </c:pt>
                <c:pt idx="1500">
                  <c:v>44111</c:v>
                </c:pt>
                <c:pt idx="1501">
                  <c:v>44110</c:v>
                </c:pt>
                <c:pt idx="1502">
                  <c:v>44109</c:v>
                </c:pt>
                <c:pt idx="1503">
                  <c:v>44106</c:v>
                </c:pt>
                <c:pt idx="1504">
                  <c:v>44105</c:v>
                </c:pt>
                <c:pt idx="1505">
                  <c:v>44104</c:v>
                </c:pt>
                <c:pt idx="1506">
                  <c:v>44103</c:v>
                </c:pt>
                <c:pt idx="1507">
                  <c:v>44102</c:v>
                </c:pt>
                <c:pt idx="1508">
                  <c:v>44099</c:v>
                </c:pt>
                <c:pt idx="1509">
                  <c:v>44098</c:v>
                </c:pt>
                <c:pt idx="1510">
                  <c:v>44097</c:v>
                </c:pt>
                <c:pt idx="1511">
                  <c:v>44096</c:v>
                </c:pt>
                <c:pt idx="1512">
                  <c:v>44095</c:v>
                </c:pt>
                <c:pt idx="1513">
                  <c:v>44092</c:v>
                </c:pt>
                <c:pt idx="1514">
                  <c:v>44091</c:v>
                </c:pt>
                <c:pt idx="1515">
                  <c:v>44090</c:v>
                </c:pt>
                <c:pt idx="1516">
                  <c:v>44089</c:v>
                </c:pt>
                <c:pt idx="1517">
                  <c:v>44088</c:v>
                </c:pt>
                <c:pt idx="1518">
                  <c:v>44085</c:v>
                </c:pt>
                <c:pt idx="1519">
                  <c:v>44084</c:v>
                </c:pt>
                <c:pt idx="1520">
                  <c:v>44083</c:v>
                </c:pt>
                <c:pt idx="1521">
                  <c:v>44082</c:v>
                </c:pt>
                <c:pt idx="1522">
                  <c:v>44078</c:v>
                </c:pt>
                <c:pt idx="1523">
                  <c:v>44077</c:v>
                </c:pt>
                <c:pt idx="1524">
                  <c:v>44076</c:v>
                </c:pt>
                <c:pt idx="1525">
                  <c:v>44075</c:v>
                </c:pt>
                <c:pt idx="1526">
                  <c:v>44074</c:v>
                </c:pt>
                <c:pt idx="1527">
                  <c:v>44071</c:v>
                </c:pt>
                <c:pt idx="1528">
                  <c:v>44070</c:v>
                </c:pt>
                <c:pt idx="1529">
                  <c:v>44069</c:v>
                </c:pt>
                <c:pt idx="1530">
                  <c:v>44068</c:v>
                </c:pt>
                <c:pt idx="1531">
                  <c:v>44067</c:v>
                </c:pt>
                <c:pt idx="1532">
                  <c:v>44064</c:v>
                </c:pt>
                <c:pt idx="1533">
                  <c:v>44063</c:v>
                </c:pt>
                <c:pt idx="1534">
                  <c:v>44062</c:v>
                </c:pt>
                <c:pt idx="1535">
                  <c:v>44061</c:v>
                </c:pt>
                <c:pt idx="1536">
                  <c:v>44060</c:v>
                </c:pt>
                <c:pt idx="1537">
                  <c:v>44057</c:v>
                </c:pt>
                <c:pt idx="1538">
                  <c:v>44056</c:v>
                </c:pt>
                <c:pt idx="1539">
                  <c:v>44055</c:v>
                </c:pt>
                <c:pt idx="1540">
                  <c:v>44054</c:v>
                </c:pt>
                <c:pt idx="1541">
                  <c:v>44053</c:v>
                </c:pt>
                <c:pt idx="1542">
                  <c:v>44050</c:v>
                </c:pt>
                <c:pt idx="1543">
                  <c:v>44049</c:v>
                </c:pt>
                <c:pt idx="1544">
                  <c:v>44048</c:v>
                </c:pt>
                <c:pt idx="1545">
                  <c:v>44047</c:v>
                </c:pt>
                <c:pt idx="1546">
                  <c:v>44046</c:v>
                </c:pt>
                <c:pt idx="1547">
                  <c:v>44043</c:v>
                </c:pt>
                <c:pt idx="1548">
                  <c:v>44042</c:v>
                </c:pt>
                <c:pt idx="1549">
                  <c:v>44041</c:v>
                </c:pt>
                <c:pt idx="1550">
                  <c:v>44040</c:v>
                </c:pt>
                <c:pt idx="1551">
                  <c:v>44039</c:v>
                </c:pt>
                <c:pt idx="1552">
                  <c:v>44036</c:v>
                </c:pt>
                <c:pt idx="1553">
                  <c:v>44035</c:v>
                </c:pt>
                <c:pt idx="1554">
                  <c:v>44034</c:v>
                </c:pt>
                <c:pt idx="1555">
                  <c:v>44033</c:v>
                </c:pt>
                <c:pt idx="1556">
                  <c:v>44032</c:v>
                </c:pt>
                <c:pt idx="1557">
                  <c:v>44029</c:v>
                </c:pt>
                <c:pt idx="1558">
                  <c:v>44028</c:v>
                </c:pt>
                <c:pt idx="1559">
                  <c:v>44027</c:v>
                </c:pt>
                <c:pt idx="1560">
                  <c:v>44026</c:v>
                </c:pt>
                <c:pt idx="1561">
                  <c:v>44025</c:v>
                </c:pt>
                <c:pt idx="1562">
                  <c:v>44022</c:v>
                </c:pt>
                <c:pt idx="1563">
                  <c:v>44021</c:v>
                </c:pt>
                <c:pt idx="1564">
                  <c:v>44020</c:v>
                </c:pt>
                <c:pt idx="1565">
                  <c:v>44019</c:v>
                </c:pt>
                <c:pt idx="1566">
                  <c:v>44018</c:v>
                </c:pt>
                <c:pt idx="1567">
                  <c:v>44014</c:v>
                </c:pt>
                <c:pt idx="1568">
                  <c:v>44013</c:v>
                </c:pt>
                <c:pt idx="1569">
                  <c:v>44012</c:v>
                </c:pt>
                <c:pt idx="1570">
                  <c:v>44011</c:v>
                </c:pt>
                <c:pt idx="1571">
                  <c:v>44008</c:v>
                </c:pt>
                <c:pt idx="1572">
                  <c:v>44007</c:v>
                </c:pt>
                <c:pt idx="1573">
                  <c:v>44006</c:v>
                </c:pt>
                <c:pt idx="1574">
                  <c:v>44005</c:v>
                </c:pt>
                <c:pt idx="1575">
                  <c:v>44004</c:v>
                </c:pt>
                <c:pt idx="1576">
                  <c:v>44001</c:v>
                </c:pt>
                <c:pt idx="1577">
                  <c:v>44000</c:v>
                </c:pt>
                <c:pt idx="1578">
                  <c:v>43999</c:v>
                </c:pt>
                <c:pt idx="1579">
                  <c:v>43998</c:v>
                </c:pt>
                <c:pt idx="1580">
                  <c:v>43997</c:v>
                </c:pt>
                <c:pt idx="1581">
                  <c:v>43994</c:v>
                </c:pt>
                <c:pt idx="1582">
                  <c:v>43993</c:v>
                </c:pt>
                <c:pt idx="1583">
                  <c:v>43992</c:v>
                </c:pt>
                <c:pt idx="1584">
                  <c:v>43991</c:v>
                </c:pt>
                <c:pt idx="1585">
                  <c:v>43990</c:v>
                </c:pt>
                <c:pt idx="1586">
                  <c:v>43987</c:v>
                </c:pt>
                <c:pt idx="1587">
                  <c:v>43986</c:v>
                </c:pt>
                <c:pt idx="1588">
                  <c:v>43985</c:v>
                </c:pt>
                <c:pt idx="1589">
                  <c:v>43984</c:v>
                </c:pt>
                <c:pt idx="1590">
                  <c:v>43983</c:v>
                </c:pt>
                <c:pt idx="1591">
                  <c:v>43980</c:v>
                </c:pt>
                <c:pt idx="1592">
                  <c:v>43979</c:v>
                </c:pt>
                <c:pt idx="1593">
                  <c:v>43978</c:v>
                </c:pt>
                <c:pt idx="1594">
                  <c:v>43977</c:v>
                </c:pt>
                <c:pt idx="1595">
                  <c:v>43973</c:v>
                </c:pt>
                <c:pt idx="1596">
                  <c:v>43972</c:v>
                </c:pt>
                <c:pt idx="1597">
                  <c:v>43971</c:v>
                </c:pt>
                <c:pt idx="1598">
                  <c:v>43970</c:v>
                </c:pt>
                <c:pt idx="1599">
                  <c:v>43969</c:v>
                </c:pt>
                <c:pt idx="1600">
                  <c:v>43966</c:v>
                </c:pt>
                <c:pt idx="1601">
                  <c:v>43965</c:v>
                </c:pt>
                <c:pt idx="1602">
                  <c:v>43964</c:v>
                </c:pt>
                <c:pt idx="1603">
                  <c:v>43963</c:v>
                </c:pt>
                <c:pt idx="1604">
                  <c:v>43962</c:v>
                </c:pt>
                <c:pt idx="1605">
                  <c:v>43959</c:v>
                </c:pt>
                <c:pt idx="1606">
                  <c:v>43958</c:v>
                </c:pt>
                <c:pt idx="1607">
                  <c:v>43957</c:v>
                </c:pt>
                <c:pt idx="1608">
                  <c:v>43956</c:v>
                </c:pt>
                <c:pt idx="1609">
                  <c:v>43955</c:v>
                </c:pt>
                <c:pt idx="1610">
                  <c:v>43952</c:v>
                </c:pt>
                <c:pt idx="1611">
                  <c:v>43951</c:v>
                </c:pt>
                <c:pt idx="1612">
                  <c:v>43950</c:v>
                </c:pt>
                <c:pt idx="1613">
                  <c:v>43949</c:v>
                </c:pt>
                <c:pt idx="1614">
                  <c:v>43948</c:v>
                </c:pt>
                <c:pt idx="1615">
                  <c:v>43945</c:v>
                </c:pt>
                <c:pt idx="1616">
                  <c:v>43944</c:v>
                </c:pt>
                <c:pt idx="1617">
                  <c:v>43943</c:v>
                </c:pt>
                <c:pt idx="1618">
                  <c:v>43942</c:v>
                </c:pt>
                <c:pt idx="1619">
                  <c:v>43941</c:v>
                </c:pt>
                <c:pt idx="1620">
                  <c:v>43938</c:v>
                </c:pt>
                <c:pt idx="1621">
                  <c:v>43937</c:v>
                </c:pt>
                <c:pt idx="1622">
                  <c:v>43936</c:v>
                </c:pt>
                <c:pt idx="1623">
                  <c:v>43935</c:v>
                </c:pt>
                <c:pt idx="1624">
                  <c:v>43934</c:v>
                </c:pt>
                <c:pt idx="1625">
                  <c:v>43930</c:v>
                </c:pt>
                <c:pt idx="1626">
                  <c:v>43929</c:v>
                </c:pt>
                <c:pt idx="1627">
                  <c:v>43928</c:v>
                </c:pt>
                <c:pt idx="1628">
                  <c:v>43927</c:v>
                </c:pt>
                <c:pt idx="1629">
                  <c:v>43924</c:v>
                </c:pt>
                <c:pt idx="1630">
                  <c:v>43923</c:v>
                </c:pt>
                <c:pt idx="1631">
                  <c:v>43922</c:v>
                </c:pt>
                <c:pt idx="1632">
                  <c:v>43921</c:v>
                </c:pt>
                <c:pt idx="1633">
                  <c:v>43920</c:v>
                </c:pt>
                <c:pt idx="1634">
                  <c:v>43917</c:v>
                </c:pt>
                <c:pt idx="1635">
                  <c:v>43916</c:v>
                </c:pt>
                <c:pt idx="1636">
                  <c:v>43915</c:v>
                </c:pt>
                <c:pt idx="1637">
                  <c:v>43914</c:v>
                </c:pt>
                <c:pt idx="1638">
                  <c:v>43913</c:v>
                </c:pt>
                <c:pt idx="1639">
                  <c:v>43910</c:v>
                </c:pt>
                <c:pt idx="1640">
                  <c:v>43909</c:v>
                </c:pt>
                <c:pt idx="1641">
                  <c:v>43908</c:v>
                </c:pt>
                <c:pt idx="1642">
                  <c:v>43907</c:v>
                </c:pt>
                <c:pt idx="1643">
                  <c:v>43906</c:v>
                </c:pt>
                <c:pt idx="1644">
                  <c:v>43903</c:v>
                </c:pt>
                <c:pt idx="1645">
                  <c:v>43902</c:v>
                </c:pt>
                <c:pt idx="1646">
                  <c:v>43901</c:v>
                </c:pt>
                <c:pt idx="1647">
                  <c:v>43900</c:v>
                </c:pt>
                <c:pt idx="1648">
                  <c:v>43899</c:v>
                </c:pt>
                <c:pt idx="1649">
                  <c:v>43896</c:v>
                </c:pt>
                <c:pt idx="1650">
                  <c:v>43895</c:v>
                </c:pt>
                <c:pt idx="1651">
                  <c:v>43894</c:v>
                </c:pt>
                <c:pt idx="1652">
                  <c:v>43893</c:v>
                </c:pt>
                <c:pt idx="1653">
                  <c:v>43892</c:v>
                </c:pt>
                <c:pt idx="1654">
                  <c:v>43889</c:v>
                </c:pt>
                <c:pt idx="1655">
                  <c:v>43888</c:v>
                </c:pt>
                <c:pt idx="1656">
                  <c:v>43887</c:v>
                </c:pt>
                <c:pt idx="1657">
                  <c:v>43886</c:v>
                </c:pt>
                <c:pt idx="1658">
                  <c:v>43885</c:v>
                </c:pt>
                <c:pt idx="1659">
                  <c:v>43882</c:v>
                </c:pt>
                <c:pt idx="1660">
                  <c:v>43881</c:v>
                </c:pt>
                <c:pt idx="1661">
                  <c:v>43880</c:v>
                </c:pt>
                <c:pt idx="1662">
                  <c:v>43879</c:v>
                </c:pt>
                <c:pt idx="1663">
                  <c:v>43875</c:v>
                </c:pt>
                <c:pt idx="1664">
                  <c:v>43874</c:v>
                </c:pt>
                <c:pt idx="1665">
                  <c:v>43873</c:v>
                </c:pt>
                <c:pt idx="1666">
                  <c:v>43872</c:v>
                </c:pt>
                <c:pt idx="1667">
                  <c:v>43871</c:v>
                </c:pt>
                <c:pt idx="1668">
                  <c:v>43868</c:v>
                </c:pt>
                <c:pt idx="1669">
                  <c:v>43867</c:v>
                </c:pt>
                <c:pt idx="1670">
                  <c:v>43866</c:v>
                </c:pt>
                <c:pt idx="1671">
                  <c:v>43865</c:v>
                </c:pt>
                <c:pt idx="1672">
                  <c:v>43864</c:v>
                </c:pt>
                <c:pt idx="1673">
                  <c:v>43861</c:v>
                </c:pt>
                <c:pt idx="1674">
                  <c:v>43860</c:v>
                </c:pt>
                <c:pt idx="1675">
                  <c:v>43859</c:v>
                </c:pt>
                <c:pt idx="1676">
                  <c:v>43858</c:v>
                </c:pt>
                <c:pt idx="1677">
                  <c:v>43857</c:v>
                </c:pt>
                <c:pt idx="1678">
                  <c:v>43854</c:v>
                </c:pt>
                <c:pt idx="1679">
                  <c:v>43853</c:v>
                </c:pt>
                <c:pt idx="1680">
                  <c:v>43852</c:v>
                </c:pt>
                <c:pt idx="1681">
                  <c:v>43851</c:v>
                </c:pt>
                <c:pt idx="1682">
                  <c:v>43847</c:v>
                </c:pt>
                <c:pt idx="1683">
                  <c:v>43846</c:v>
                </c:pt>
                <c:pt idx="1684">
                  <c:v>43845</c:v>
                </c:pt>
                <c:pt idx="1685">
                  <c:v>43844</c:v>
                </c:pt>
                <c:pt idx="1686">
                  <c:v>43843</c:v>
                </c:pt>
                <c:pt idx="1687">
                  <c:v>43840</c:v>
                </c:pt>
                <c:pt idx="1688">
                  <c:v>43839</c:v>
                </c:pt>
                <c:pt idx="1689">
                  <c:v>43838</c:v>
                </c:pt>
                <c:pt idx="1690">
                  <c:v>43837</c:v>
                </c:pt>
                <c:pt idx="1691">
                  <c:v>43836</c:v>
                </c:pt>
                <c:pt idx="1692">
                  <c:v>43833</c:v>
                </c:pt>
                <c:pt idx="1693">
                  <c:v>43832</c:v>
                </c:pt>
                <c:pt idx="1694">
                  <c:v>43830</c:v>
                </c:pt>
                <c:pt idx="1695">
                  <c:v>43829</c:v>
                </c:pt>
                <c:pt idx="1696">
                  <c:v>43826</c:v>
                </c:pt>
                <c:pt idx="1697">
                  <c:v>43825</c:v>
                </c:pt>
                <c:pt idx="1698">
                  <c:v>43823</c:v>
                </c:pt>
                <c:pt idx="1699">
                  <c:v>43822</c:v>
                </c:pt>
                <c:pt idx="1700">
                  <c:v>43819</c:v>
                </c:pt>
                <c:pt idx="1701">
                  <c:v>43818</c:v>
                </c:pt>
                <c:pt idx="1702">
                  <c:v>43817</c:v>
                </c:pt>
                <c:pt idx="1703">
                  <c:v>43816</c:v>
                </c:pt>
                <c:pt idx="1704">
                  <c:v>43815</c:v>
                </c:pt>
                <c:pt idx="1705">
                  <c:v>43812</c:v>
                </c:pt>
                <c:pt idx="1706">
                  <c:v>43811</c:v>
                </c:pt>
                <c:pt idx="1707">
                  <c:v>43810</c:v>
                </c:pt>
                <c:pt idx="1708">
                  <c:v>43809</c:v>
                </c:pt>
                <c:pt idx="1709">
                  <c:v>43808</c:v>
                </c:pt>
                <c:pt idx="1710">
                  <c:v>43805</c:v>
                </c:pt>
                <c:pt idx="1711">
                  <c:v>43804</c:v>
                </c:pt>
                <c:pt idx="1712">
                  <c:v>43803</c:v>
                </c:pt>
                <c:pt idx="1713">
                  <c:v>43802</c:v>
                </c:pt>
                <c:pt idx="1714">
                  <c:v>43801</c:v>
                </c:pt>
                <c:pt idx="1715">
                  <c:v>43798</c:v>
                </c:pt>
                <c:pt idx="1716">
                  <c:v>43796</c:v>
                </c:pt>
                <c:pt idx="1717">
                  <c:v>43795</c:v>
                </c:pt>
                <c:pt idx="1718">
                  <c:v>43794</c:v>
                </c:pt>
                <c:pt idx="1719">
                  <c:v>43791</c:v>
                </c:pt>
                <c:pt idx="1720">
                  <c:v>43790</c:v>
                </c:pt>
                <c:pt idx="1721">
                  <c:v>43789</c:v>
                </c:pt>
                <c:pt idx="1722">
                  <c:v>43788</c:v>
                </c:pt>
                <c:pt idx="1723">
                  <c:v>43787</c:v>
                </c:pt>
                <c:pt idx="1724">
                  <c:v>43784</c:v>
                </c:pt>
                <c:pt idx="1725">
                  <c:v>43783</c:v>
                </c:pt>
                <c:pt idx="1726">
                  <c:v>43782</c:v>
                </c:pt>
                <c:pt idx="1727">
                  <c:v>43781</c:v>
                </c:pt>
                <c:pt idx="1728">
                  <c:v>43780</c:v>
                </c:pt>
                <c:pt idx="1729">
                  <c:v>43777</c:v>
                </c:pt>
                <c:pt idx="1730">
                  <c:v>43776</c:v>
                </c:pt>
                <c:pt idx="1731">
                  <c:v>43775</c:v>
                </c:pt>
                <c:pt idx="1732">
                  <c:v>43774</c:v>
                </c:pt>
                <c:pt idx="1733">
                  <c:v>43773</c:v>
                </c:pt>
                <c:pt idx="1734">
                  <c:v>43770</c:v>
                </c:pt>
                <c:pt idx="1735">
                  <c:v>43769</c:v>
                </c:pt>
                <c:pt idx="1736">
                  <c:v>43768</c:v>
                </c:pt>
                <c:pt idx="1737">
                  <c:v>43767</c:v>
                </c:pt>
                <c:pt idx="1738">
                  <c:v>43766</c:v>
                </c:pt>
                <c:pt idx="1739">
                  <c:v>43763</c:v>
                </c:pt>
                <c:pt idx="1740">
                  <c:v>43762</c:v>
                </c:pt>
                <c:pt idx="1741">
                  <c:v>43761</c:v>
                </c:pt>
                <c:pt idx="1742">
                  <c:v>43760</c:v>
                </c:pt>
                <c:pt idx="1743">
                  <c:v>43759</c:v>
                </c:pt>
                <c:pt idx="1744">
                  <c:v>43756</c:v>
                </c:pt>
                <c:pt idx="1745">
                  <c:v>43755</c:v>
                </c:pt>
                <c:pt idx="1746">
                  <c:v>43754</c:v>
                </c:pt>
                <c:pt idx="1747">
                  <c:v>43753</c:v>
                </c:pt>
                <c:pt idx="1748">
                  <c:v>43752</c:v>
                </c:pt>
                <c:pt idx="1749">
                  <c:v>43749</c:v>
                </c:pt>
                <c:pt idx="1750">
                  <c:v>43748</c:v>
                </c:pt>
                <c:pt idx="1751">
                  <c:v>43747</c:v>
                </c:pt>
                <c:pt idx="1752">
                  <c:v>43746</c:v>
                </c:pt>
                <c:pt idx="1753">
                  <c:v>43745</c:v>
                </c:pt>
                <c:pt idx="1754">
                  <c:v>43742</c:v>
                </c:pt>
                <c:pt idx="1755">
                  <c:v>43741</c:v>
                </c:pt>
                <c:pt idx="1756">
                  <c:v>43740</c:v>
                </c:pt>
                <c:pt idx="1757">
                  <c:v>43739</c:v>
                </c:pt>
                <c:pt idx="1758">
                  <c:v>43738</c:v>
                </c:pt>
                <c:pt idx="1759">
                  <c:v>43735</c:v>
                </c:pt>
                <c:pt idx="1760">
                  <c:v>43734</c:v>
                </c:pt>
                <c:pt idx="1761">
                  <c:v>43733</c:v>
                </c:pt>
                <c:pt idx="1762">
                  <c:v>43732</c:v>
                </c:pt>
                <c:pt idx="1763">
                  <c:v>43731</c:v>
                </c:pt>
                <c:pt idx="1764">
                  <c:v>43728</c:v>
                </c:pt>
                <c:pt idx="1765">
                  <c:v>43727</c:v>
                </c:pt>
                <c:pt idx="1766">
                  <c:v>43726</c:v>
                </c:pt>
                <c:pt idx="1767">
                  <c:v>43725</c:v>
                </c:pt>
                <c:pt idx="1768">
                  <c:v>43724</c:v>
                </c:pt>
                <c:pt idx="1769">
                  <c:v>43721</c:v>
                </c:pt>
                <c:pt idx="1770">
                  <c:v>43720</c:v>
                </c:pt>
                <c:pt idx="1771">
                  <c:v>43719</c:v>
                </c:pt>
                <c:pt idx="1772">
                  <c:v>43718</c:v>
                </c:pt>
                <c:pt idx="1773">
                  <c:v>43717</c:v>
                </c:pt>
                <c:pt idx="1774">
                  <c:v>43714</c:v>
                </c:pt>
                <c:pt idx="1775">
                  <c:v>43713</c:v>
                </c:pt>
                <c:pt idx="1776">
                  <c:v>43712</c:v>
                </c:pt>
                <c:pt idx="1777">
                  <c:v>43711</c:v>
                </c:pt>
                <c:pt idx="1778">
                  <c:v>43707</c:v>
                </c:pt>
                <c:pt idx="1779">
                  <c:v>43706</c:v>
                </c:pt>
                <c:pt idx="1780">
                  <c:v>43705</c:v>
                </c:pt>
                <c:pt idx="1781">
                  <c:v>43704</c:v>
                </c:pt>
                <c:pt idx="1782">
                  <c:v>43703</c:v>
                </c:pt>
                <c:pt idx="1783">
                  <c:v>43700</c:v>
                </c:pt>
                <c:pt idx="1784">
                  <c:v>43699</c:v>
                </c:pt>
                <c:pt idx="1785">
                  <c:v>43698</c:v>
                </c:pt>
                <c:pt idx="1786">
                  <c:v>43697</c:v>
                </c:pt>
                <c:pt idx="1787">
                  <c:v>43696</c:v>
                </c:pt>
                <c:pt idx="1788">
                  <c:v>43693</c:v>
                </c:pt>
                <c:pt idx="1789">
                  <c:v>43692</c:v>
                </c:pt>
                <c:pt idx="1790">
                  <c:v>43691</c:v>
                </c:pt>
                <c:pt idx="1791">
                  <c:v>43690</c:v>
                </c:pt>
                <c:pt idx="1792">
                  <c:v>43689</c:v>
                </c:pt>
                <c:pt idx="1793">
                  <c:v>43686</c:v>
                </c:pt>
                <c:pt idx="1794">
                  <c:v>43685</c:v>
                </c:pt>
                <c:pt idx="1795">
                  <c:v>43684</c:v>
                </c:pt>
                <c:pt idx="1796">
                  <c:v>43683</c:v>
                </c:pt>
                <c:pt idx="1797">
                  <c:v>43682</c:v>
                </c:pt>
                <c:pt idx="1798">
                  <c:v>43679</c:v>
                </c:pt>
                <c:pt idx="1799">
                  <c:v>43678</c:v>
                </c:pt>
                <c:pt idx="1800">
                  <c:v>43677</c:v>
                </c:pt>
                <c:pt idx="1801">
                  <c:v>43676</c:v>
                </c:pt>
                <c:pt idx="1802">
                  <c:v>43675</c:v>
                </c:pt>
                <c:pt idx="1803">
                  <c:v>43672</c:v>
                </c:pt>
                <c:pt idx="1804">
                  <c:v>43671</c:v>
                </c:pt>
                <c:pt idx="1805">
                  <c:v>43670</c:v>
                </c:pt>
                <c:pt idx="1806">
                  <c:v>43669</c:v>
                </c:pt>
                <c:pt idx="1807">
                  <c:v>43668</c:v>
                </c:pt>
                <c:pt idx="1808">
                  <c:v>43665</c:v>
                </c:pt>
                <c:pt idx="1809">
                  <c:v>43664</c:v>
                </c:pt>
                <c:pt idx="1810">
                  <c:v>43663</c:v>
                </c:pt>
                <c:pt idx="1811">
                  <c:v>43662</c:v>
                </c:pt>
                <c:pt idx="1812">
                  <c:v>43661</c:v>
                </c:pt>
                <c:pt idx="1813">
                  <c:v>43658</c:v>
                </c:pt>
                <c:pt idx="1814">
                  <c:v>43657</c:v>
                </c:pt>
                <c:pt idx="1815">
                  <c:v>43656</c:v>
                </c:pt>
                <c:pt idx="1816">
                  <c:v>43655</c:v>
                </c:pt>
                <c:pt idx="1817">
                  <c:v>43654</c:v>
                </c:pt>
                <c:pt idx="1818">
                  <c:v>43651</c:v>
                </c:pt>
                <c:pt idx="1819">
                  <c:v>43649</c:v>
                </c:pt>
                <c:pt idx="1820">
                  <c:v>43648</c:v>
                </c:pt>
                <c:pt idx="1821">
                  <c:v>43647</c:v>
                </c:pt>
                <c:pt idx="1822">
                  <c:v>43644</c:v>
                </c:pt>
                <c:pt idx="1823">
                  <c:v>43643</c:v>
                </c:pt>
                <c:pt idx="1824">
                  <c:v>43642</c:v>
                </c:pt>
                <c:pt idx="1825">
                  <c:v>43641</c:v>
                </c:pt>
                <c:pt idx="1826">
                  <c:v>43640</c:v>
                </c:pt>
                <c:pt idx="1827">
                  <c:v>43637</c:v>
                </c:pt>
                <c:pt idx="1828">
                  <c:v>43636</c:v>
                </c:pt>
                <c:pt idx="1829">
                  <c:v>43635</c:v>
                </c:pt>
                <c:pt idx="1830">
                  <c:v>43634</c:v>
                </c:pt>
                <c:pt idx="1831">
                  <c:v>43633</c:v>
                </c:pt>
                <c:pt idx="1832">
                  <c:v>43630</c:v>
                </c:pt>
                <c:pt idx="1833">
                  <c:v>43629</c:v>
                </c:pt>
                <c:pt idx="1834">
                  <c:v>43628</c:v>
                </c:pt>
                <c:pt idx="1835">
                  <c:v>43627</c:v>
                </c:pt>
                <c:pt idx="1836">
                  <c:v>43626</c:v>
                </c:pt>
                <c:pt idx="1837">
                  <c:v>43623</c:v>
                </c:pt>
                <c:pt idx="1838">
                  <c:v>43622</c:v>
                </c:pt>
                <c:pt idx="1839">
                  <c:v>43621</c:v>
                </c:pt>
                <c:pt idx="1840">
                  <c:v>43620</c:v>
                </c:pt>
                <c:pt idx="1841">
                  <c:v>43619</c:v>
                </c:pt>
                <c:pt idx="1842">
                  <c:v>43616</c:v>
                </c:pt>
                <c:pt idx="1843">
                  <c:v>43615</c:v>
                </c:pt>
                <c:pt idx="1844">
                  <c:v>43614</c:v>
                </c:pt>
                <c:pt idx="1845">
                  <c:v>43613</c:v>
                </c:pt>
                <c:pt idx="1846">
                  <c:v>43609</c:v>
                </c:pt>
                <c:pt idx="1847">
                  <c:v>43608</c:v>
                </c:pt>
                <c:pt idx="1848">
                  <c:v>43607</c:v>
                </c:pt>
                <c:pt idx="1849">
                  <c:v>43606</c:v>
                </c:pt>
                <c:pt idx="1850">
                  <c:v>43605</c:v>
                </c:pt>
                <c:pt idx="1851">
                  <c:v>43602</c:v>
                </c:pt>
                <c:pt idx="1852">
                  <c:v>43601</c:v>
                </c:pt>
                <c:pt idx="1853">
                  <c:v>43600</c:v>
                </c:pt>
                <c:pt idx="1854">
                  <c:v>43599</c:v>
                </c:pt>
                <c:pt idx="1855">
                  <c:v>43598</c:v>
                </c:pt>
                <c:pt idx="1856">
                  <c:v>43595</c:v>
                </c:pt>
                <c:pt idx="1857">
                  <c:v>43594</c:v>
                </c:pt>
                <c:pt idx="1858">
                  <c:v>43593</c:v>
                </c:pt>
                <c:pt idx="1859">
                  <c:v>43592</c:v>
                </c:pt>
                <c:pt idx="1860">
                  <c:v>43591</c:v>
                </c:pt>
                <c:pt idx="1861">
                  <c:v>43588</c:v>
                </c:pt>
                <c:pt idx="1862">
                  <c:v>43587</c:v>
                </c:pt>
                <c:pt idx="1863">
                  <c:v>43586</c:v>
                </c:pt>
                <c:pt idx="1864">
                  <c:v>43585</c:v>
                </c:pt>
                <c:pt idx="1865">
                  <c:v>43584</c:v>
                </c:pt>
                <c:pt idx="1866">
                  <c:v>43581</c:v>
                </c:pt>
                <c:pt idx="1867">
                  <c:v>43580</c:v>
                </c:pt>
                <c:pt idx="1868">
                  <c:v>43579</c:v>
                </c:pt>
                <c:pt idx="1869">
                  <c:v>43578</c:v>
                </c:pt>
                <c:pt idx="1870">
                  <c:v>43577</c:v>
                </c:pt>
                <c:pt idx="1871">
                  <c:v>43573</c:v>
                </c:pt>
                <c:pt idx="1872">
                  <c:v>43572</c:v>
                </c:pt>
                <c:pt idx="1873">
                  <c:v>43571</c:v>
                </c:pt>
                <c:pt idx="1874">
                  <c:v>43570</c:v>
                </c:pt>
                <c:pt idx="1875">
                  <c:v>43567</c:v>
                </c:pt>
                <c:pt idx="1876">
                  <c:v>43566</c:v>
                </c:pt>
                <c:pt idx="1877">
                  <c:v>43565</c:v>
                </c:pt>
                <c:pt idx="1878">
                  <c:v>43564</c:v>
                </c:pt>
                <c:pt idx="1879">
                  <c:v>43563</c:v>
                </c:pt>
                <c:pt idx="1880">
                  <c:v>43560</c:v>
                </c:pt>
                <c:pt idx="1881">
                  <c:v>43559</c:v>
                </c:pt>
                <c:pt idx="1882">
                  <c:v>43558</c:v>
                </c:pt>
                <c:pt idx="1883">
                  <c:v>43557</c:v>
                </c:pt>
                <c:pt idx="1884">
                  <c:v>43556</c:v>
                </c:pt>
                <c:pt idx="1885">
                  <c:v>43553</c:v>
                </c:pt>
                <c:pt idx="1886">
                  <c:v>43552</c:v>
                </c:pt>
                <c:pt idx="1887">
                  <c:v>43551</c:v>
                </c:pt>
                <c:pt idx="1888">
                  <c:v>43550</c:v>
                </c:pt>
                <c:pt idx="1889">
                  <c:v>43549</c:v>
                </c:pt>
                <c:pt idx="1890">
                  <c:v>43546</c:v>
                </c:pt>
                <c:pt idx="1891">
                  <c:v>43545</c:v>
                </c:pt>
                <c:pt idx="1892">
                  <c:v>43544</c:v>
                </c:pt>
                <c:pt idx="1893">
                  <c:v>43543</c:v>
                </c:pt>
                <c:pt idx="1894">
                  <c:v>43542</c:v>
                </c:pt>
                <c:pt idx="1895">
                  <c:v>43539</c:v>
                </c:pt>
                <c:pt idx="1896">
                  <c:v>43538</c:v>
                </c:pt>
                <c:pt idx="1897">
                  <c:v>43537</c:v>
                </c:pt>
                <c:pt idx="1898">
                  <c:v>43536</c:v>
                </c:pt>
                <c:pt idx="1899">
                  <c:v>43535</c:v>
                </c:pt>
                <c:pt idx="1900">
                  <c:v>43532</c:v>
                </c:pt>
                <c:pt idx="1901">
                  <c:v>43531</c:v>
                </c:pt>
                <c:pt idx="1902">
                  <c:v>43530</c:v>
                </c:pt>
                <c:pt idx="1903">
                  <c:v>43529</c:v>
                </c:pt>
                <c:pt idx="1904">
                  <c:v>43528</c:v>
                </c:pt>
                <c:pt idx="1905">
                  <c:v>43525</c:v>
                </c:pt>
                <c:pt idx="1906">
                  <c:v>43524</c:v>
                </c:pt>
                <c:pt idx="1907">
                  <c:v>43523</c:v>
                </c:pt>
                <c:pt idx="1908">
                  <c:v>43522</c:v>
                </c:pt>
                <c:pt idx="1909">
                  <c:v>43521</c:v>
                </c:pt>
                <c:pt idx="1910">
                  <c:v>43518</c:v>
                </c:pt>
                <c:pt idx="1911">
                  <c:v>43517</c:v>
                </c:pt>
                <c:pt idx="1912">
                  <c:v>43516</c:v>
                </c:pt>
                <c:pt idx="1913">
                  <c:v>43515</c:v>
                </c:pt>
                <c:pt idx="1914">
                  <c:v>43511</c:v>
                </c:pt>
                <c:pt idx="1915">
                  <c:v>43510</c:v>
                </c:pt>
                <c:pt idx="1916">
                  <c:v>43509</c:v>
                </c:pt>
                <c:pt idx="1917">
                  <c:v>43508</c:v>
                </c:pt>
                <c:pt idx="1918">
                  <c:v>43507</c:v>
                </c:pt>
                <c:pt idx="1919">
                  <c:v>43504</c:v>
                </c:pt>
                <c:pt idx="1920">
                  <c:v>43503</c:v>
                </c:pt>
                <c:pt idx="1921">
                  <c:v>43502</c:v>
                </c:pt>
                <c:pt idx="1922">
                  <c:v>43501</c:v>
                </c:pt>
                <c:pt idx="1923">
                  <c:v>43500</c:v>
                </c:pt>
                <c:pt idx="1924">
                  <c:v>43497</c:v>
                </c:pt>
                <c:pt idx="1925">
                  <c:v>43496</c:v>
                </c:pt>
                <c:pt idx="1926">
                  <c:v>43495</c:v>
                </c:pt>
                <c:pt idx="1927">
                  <c:v>43494</c:v>
                </c:pt>
                <c:pt idx="1928">
                  <c:v>43493</c:v>
                </c:pt>
                <c:pt idx="1929">
                  <c:v>43490</c:v>
                </c:pt>
                <c:pt idx="1930">
                  <c:v>43489</c:v>
                </c:pt>
                <c:pt idx="1931">
                  <c:v>43488</c:v>
                </c:pt>
                <c:pt idx="1932">
                  <c:v>43487</c:v>
                </c:pt>
                <c:pt idx="1933">
                  <c:v>43483</c:v>
                </c:pt>
                <c:pt idx="1934">
                  <c:v>43482</c:v>
                </c:pt>
                <c:pt idx="1935">
                  <c:v>43481</c:v>
                </c:pt>
                <c:pt idx="1936">
                  <c:v>43480</c:v>
                </c:pt>
                <c:pt idx="1937">
                  <c:v>43479</c:v>
                </c:pt>
                <c:pt idx="1938">
                  <c:v>43476</c:v>
                </c:pt>
                <c:pt idx="1939">
                  <c:v>43475</c:v>
                </c:pt>
                <c:pt idx="1940">
                  <c:v>43474</c:v>
                </c:pt>
                <c:pt idx="1941">
                  <c:v>43473</c:v>
                </c:pt>
                <c:pt idx="1942">
                  <c:v>43472</c:v>
                </c:pt>
                <c:pt idx="1943">
                  <c:v>43469</c:v>
                </c:pt>
                <c:pt idx="1944">
                  <c:v>43468</c:v>
                </c:pt>
                <c:pt idx="1945">
                  <c:v>43467</c:v>
                </c:pt>
                <c:pt idx="1946">
                  <c:v>43465</c:v>
                </c:pt>
                <c:pt idx="1947">
                  <c:v>43462</c:v>
                </c:pt>
                <c:pt idx="1948">
                  <c:v>43461</c:v>
                </c:pt>
                <c:pt idx="1949">
                  <c:v>43460</c:v>
                </c:pt>
                <c:pt idx="1950">
                  <c:v>43458</c:v>
                </c:pt>
                <c:pt idx="1951">
                  <c:v>43455</c:v>
                </c:pt>
                <c:pt idx="1952">
                  <c:v>43454</c:v>
                </c:pt>
                <c:pt idx="1953">
                  <c:v>43453</c:v>
                </c:pt>
                <c:pt idx="1954">
                  <c:v>43452</c:v>
                </c:pt>
                <c:pt idx="1955">
                  <c:v>43451</c:v>
                </c:pt>
                <c:pt idx="1956">
                  <c:v>43448</c:v>
                </c:pt>
                <c:pt idx="1957">
                  <c:v>43447</c:v>
                </c:pt>
                <c:pt idx="1958">
                  <c:v>43446</c:v>
                </c:pt>
                <c:pt idx="1959">
                  <c:v>43445</c:v>
                </c:pt>
                <c:pt idx="1960">
                  <c:v>43444</c:v>
                </c:pt>
                <c:pt idx="1961">
                  <c:v>43441</c:v>
                </c:pt>
                <c:pt idx="1962">
                  <c:v>43440</c:v>
                </c:pt>
                <c:pt idx="1963">
                  <c:v>43438</c:v>
                </c:pt>
                <c:pt idx="1964">
                  <c:v>43437</c:v>
                </c:pt>
                <c:pt idx="1965">
                  <c:v>43434</c:v>
                </c:pt>
                <c:pt idx="1966">
                  <c:v>43433</c:v>
                </c:pt>
                <c:pt idx="1967">
                  <c:v>43432</c:v>
                </c:pt>
                <c:pt idx="1968">
                  <c:v>43431</c:v>
                </c:pt>
                <c:pt idx="1969">
                  <c:v>43430</c:v>
                </c:pt>
                <c:pt idx="1970">
                  <c:v>43427</c:v>
                </c:pt>
                <c:pt idx="1971">
                  <c:v>43425</c:v>
                </c:pt>
                <c:pt idx="1972">
                  <c:v>43424</c:v>
                </c:pt>
                <c:pt idx="1973">
                  <c:v>43423</c:v>
                </c:pt>
                <c:pt idx="1974">
                  <c:v>43420</c:v>
                </c:pt>
                <c:pt idx="1975">
                  <c:v>43419</c:v>
                </c:pt>
                <c:pt idx="1976">
                  <c:v>43418</c:v>
                </c:pt>
                <c:pt idx="1977">
                  <c:v>43417</c:v>
                </c:pt>
                <c:pt idx="1978">
                  <c:v>43416</c:v>
                </c:pt>
                <c:pt idx="1979">
                  <c:v>43413</c:v>
                </c:pt>
                <c:pt idx="1980">
                  <c:v>43412</c:v>
                </c:pt>
                <c:pt idx="1981">
                  <c:v>43411</c:v>
                </c:pt>
                <c:pt idx="1982">
                  <c:v>43410</c:v>
                </c:pt>
                <c:pt idx="1983">
                  <c:v>43409</c:v>
                </c:pt>
                <c:pt idx="1984">
                  <c:v>43406</c:v>
                </c:pt>
                <c:pt idx="1985">
                  <c:v>43405</c:v>
                </c:pt>
                <c:pt idx="1986">
                  <c:v>43404</c:v>
                </c:pt>
                <c:pt idx="1987">
                  <c:v>43403</c:v>
                </c:pt>
                <c:pt idx="1988">
                  <c:v>43402</c:v>
                </c:pt>
                <c:pt idx="1989">
                  <c:v>43399</c:v>
                </c:pt>
                <c:pt idx="1990">
                  <c:v>43398</c:v>
                </c:pt>
                <c:pt idx="1991">
                  <c:v>43397</c:v>
                </c:pt>
                <c:pt idx="1992">
                  <c:v>43396</c:v>
                </c:pt>
                <c:pt idx="1993">
                  <c:v>43395</c:v>
                </c:pt>
                <c:pt idx="1994">
                  <c:v>43392</c:v>
                </c:pt>
                <c:pt idx="1995">
                  <c:v>43391</c:v>
                </c:pt>
                <c:pt idx="1996">
                  <c:v>43390</c:v>
                </c:pt>
                <c:pt idx="1997">
                  <c:v>43389</c:v>
                </c:pt>
                <c:pt idx="1998">
                  <c:v>43388</c:v>
                </c:pt>
                <c:pt idx="1999">
                  <c:v>43385</c:v>
                </c:pt>
                <c:pt idx="2000">
                  <c:v>43384</c:v>
                </c:pt>
                <c:pt idx="2001">
                  <c:v>43383</c:v>
                </c:pt>
                <c:pt idx="2002">
                  <c:v>43382</c:v>
                </c:pt>
                <c:pt idx="2003">
                  <c:v>43381</c:v>
                </c:pt>
                <c:pt idx="2004">
                  <c:v>43378</c:v>
                </c:pt>
                <c:pt idx="2005">
                  <c:v>43377</c:v>
                </c:pt>
                <c:pt idx="2006">
                  <c:v>43376</c:v>
                </c:pt>
                <c:pt idx="2007">
                  <c:v>43375</c:v>
                </c:pt>
                <c:pt idx="2008">
                  <c:v>43374</c:v>
                </c:pt>
                <c:pt idx="2009">
                  <c:v>43371</c:v>
                </c:pt>
                <c:pt idx="2010">
                  <c:v>43370</c:v>
                </c:pt>
                <c:pt idx="2011">
                  <c:v>43369</c:v>
                </c:pt>
                <c:pt idx="2012">
                  <c:v>43368</c:v>
                </c:pt>
                <c:pt idx="2013">
                  <c:v>43367</c:v>
                </c:pt>
                <c:pt idx="2014">
                  <c:v>43364</c:v>
                </c:pt>
                <c:pt idx="2015">
                  <c:v>43363</c:v>
                </c:pt>
                <c:pt idx="2016">
                  <c:v>43362</c:v>
                </c:pt>
                <c:pt idx="2017">
                  <c:v>43361</c:v>
                </c:pt>
                <c:pt idx="2018">
                  <c:v>43360</c:v>
                </c:pt>
                <c:pt idx="2019">
                  <c:v>43357</c:v>
                </c:pt>
                <c:pt idx="2020">
                  <c:v>43356</c:v>
                </c:pt>
                <c:pt idx="2021">
                  <c:v>43355</c:v>
                </c:pt>
                <c:pt idx="2022">
                  <c:v>43354</c:v>
                </c:pt>
                <c:pt idx="2023">
                  <c:v>43353</c:v>
                </c:pt>
                <c:pt idx="2024">
                  <c:v>43350</c:v>
                </c:pt>
                <c:pt idx="2025">
                  <c:v>43349</c:v>
                </c:pt>
                <c:pt idx="2026">
                  <c:v>43348</c:v>
                </c:pt>
                <c:pt idx="2027">
                  <c:v>43347</c:v>
                </c:pt>
                <c:pt idx="2028">
                  <c:v>43343</c:v>
                </c:pt>
                <c:pt idx="2029">
                  <c:v>43342</c:v>
                </c:pt>
                <c:pt idx="2030">
                  <c:v>43341</c:v>
                </c:pt>
                <c:pt idx="2031">
                  <c:v>43340</c:v>
                </c:pt>
                <c:pt idx="2032">
                  <c:v>43339</c:v>
                </c:pt>
                <c:pt idx="2033">
                  <c:v>43336</c:v>
                </c:pt>
                <c:pt idx="2034">
                  <c:v>43335</c:v>
                </c:pt>
                <c:pt idx="2035">
                  <c:v>43334</c:v>
                </c:pt>
                <c:pt idx="2036">
                  <c:v>43333</c:v>
                </c:pt>
                <c:pt idx="2037">
                  <c:v>43332</c:v>
                </c:pt>
                <c:pt idx="2038">
                  <c:v>43329</c:v>
                </c:pt>
                <c:pt idx="2039">
                  <c:v>43328</c:v>
                </c:pt>
                <c:pt idx="2040">
                  <c:v>43327</c:v>
                </c:pt>
                <c:pt idx="2041">
                  <c:v>43326</c:v>
                </c:pt>
                <c:pt idx="2042">
                  <c:v>43325</c:v>
                </c:pt>
                <c:pt idx="2043">
                  <c:v>43322</c:v>
                </c:pt>
                <c:pt idx="2044">
                  <c:v>43321</c:v>
                </c:pt>
                <c:pt idx="2045">
                  <c:v>43320</c:v>
                </c:pt>
                <c:pt idx="2046">
                  <c:v>43319</c:v>
                </c:pt>
                <c:pt idx="2047">
                  <c:v>43318</c:v>
                </c:pt>
                <c:pt idx="2048">
                  <c:v>43315</c:v>
                </c:pt>
                <c:pt idx="2049">
                  <c:v>43314</c:v>
                </c:pt>
                <c:pt idx="2050">
                  <c:v>43313</c:v>
                </c:pt>
                <c:pt idx="2051">
                  <c:v>43312</c:v>
                </c:pt>
                <c:pt idx="2052">
                  <c:v>43311</c:v>
                </c:pt>
                <c:pt idx="2053">
                  <c:v>43308</c:v>
                </c:pt>
                <c:pt idx="2054">
                  <c:v>43307</c:v>
                </c:pt>
                <c:pt idx="2055">
                  <c:v>43306</c:v>
                </c:pt>
                <c:pt idx="2056">
                  <c:v>43305</c:v>
                </c:pt>
                <c:pt idx="2057">
                  <c:v>43304</c:v>
                </c:pt>
                <c:pt idx="2058">
                  <c:v>43301</c:v>
                </c:pt>
                <c:pt idx="2059">
                  <c:v>43300</c:v>
                </c:pt>
                <c:pt idx="2060">
                  <c:v>43299</c:v>
                </c:pt>
                <c:pt idx="2061">
                  <c:v>43298</c:v>
                </c:pt>
                <c:pt idx="2062">
                  <c:v>43297</c:v>
                </c:pt>
                <c:pt idx="2063">
                  <c:v>43294</c:v>
                </c:pt>
                <c:pt idx="2064">
                  <c:v>43293</c:v>
                </c:pt>
                <c:pt idx="2065">
                  <c:v>43292</c:v>
                </c:pt>
                <c:pt idx="2066">
                  <c:v>43291</c:v>
                </c:pt>
                <c:pt idx="2067">
                  <c:v>43290</c:v>
                </c:pt>
                <c:pt idx="2068">
                  <c:v>43287</c:v>
                </c:pt>
                <c:pt idx="2069">
                  <c:v>43286</c:v>
                </c:pt>
                <c:pt idx="2070">
                  <c:v>43284</c:v>
                </c:pt>
                <c:pt idx="2071">
                  <c:v>43283</c:v>
                </c:pt>
                <c:pt idx="2072">
                  <c:v>43280</c:v>
                </c:pt>
                <c:pt idx="2073">
                  <c:v>43279</c:v>
                </c:pt>
                <c:pt idx="2074">
                  <c:v>43278</c:v>
                </c:pt>
                <c:pt idx="2075">
                  <c:v>43277</c:v>
                </c:pt>
                <c:pt idx="2076">
                  <c:v>43276</c:v>
                </c:pt>
                <c:pt idx="2077">
                  <c:v>43273</c:v>
                </c:pt>
                <c:pt idx="2078">
                  <c:v>43272</c:v>
                </c:pt>
                <c:pt idx="2079">
                  <c:v>43271</c:v>
                </c:pt>
                <c:pt idx="2080">
                  <c:v>43270</c:v>
                </c:pt>
                <c:pt idx="2081">
                  <c:v>43269</c:v>
                </c:pt>
                <c:pt idx="2082">
                  <c:v>43266</c:v>
                </c:pt>
                <c:pt idx="2083">
                  <c:v>43265</c:v>
                </c:pt>
                <c:pt idx="2084">
                  <c:v>43264</c:v>
                </c:pt>
                <c:pt idx="2085">
                  <c:v>43263</c:v>
                </c:pt>
                <c:pt idx="2086">
                  <c:v>43262</c:v>
                </c:pt>
                <c:pt idx="2087">
                  <c:v>43259</c:v>
                </c:pt>
                <c:pt idx="2088">
                  <c:v>43258</c:v>
                </c:pt>
                <c:pt idx="2089">
                  <c:v>43257</c:v>
                </c:pt>
                <c:pt idx="2090">
                  <c:v>43256</c:v>
                </c:pt>
                <c:pt idx="2091">
                  <c:v>43255</c:v>
                </c:pt>
                <c:pt idx="2092">
                  <c:v>43252</c:v>
                </c:pt>
                <c:pt idx="2093">
                  <c:v>43251</c:v>
                </c:pt>
                <c:pt idx="2094">
                  <c:v>43250</c:v>
                </c:pt>
                <c:pt idx="2095">
                  <c:v>43249</c:v>
                </c:pt>
                <c:pt idx="2096">
                  <c:v>43245</c:v>
                </c:pt>
                <c:pt idx="2097">
                  <c:v>43244</c:v>
                </c:pt>
                <c:pt idx="2098">
                  <c:v>43243</c:v>
                </c:pt>
                <c:pt idx="2099">
                  <c:v>43242</c:v>
                </c:pt>
                <c:pt idx="2100">
                  <c:v>43241</c:v>
                </c:pt>
                <c:pt idx="2101">
                  <c:v>43238</c:v>
                </c:pt>
                <c:pt idx="2102">
                  <c:v>43237</c:v>
                </c:pt>
                <c:pt idx="2103">
                  <c:v>43236</c:v>
                </c:pt>
                <c:pt idx="2104">
                  <c:v>43235</c:v>
                </c:pt>
                <c:pt idx="2105">
                  <c:v>43234</c:v>
                </c:pt>
                <c:pt idx="2106">
                  <c:v>43231</c:v>
                </c:pt>
                <c:pt idx="2107">
                  <c:v>43230</c:v>
                </c:pt>
                <c:pt idx="2108">
                  <c:v>43229</c:v>
                </c:pt>
                <c:pt idx="2109">
                  <c:v>43228</c:v>
                </c:pt>
                <c:pt idx="2110">
                  <c:v>43227</c:v>
                </c:pt>
                <c:pt idx="2111">
                  <c:v>43224</c:v>
                </c:pt>
                <c:pt idx="2112">
                  <c:v>43223</c:v>
                </c:pt>
                <c:pt idx="2113">
                  <c:v>43222</c:v>
                </c:pt>
                <c:pt idx="2114">
                  <c:v>43221</c:v>
                </c:pt>
                <c:pt idx="2115">
                  <c:v>43220</c:v>
                </c:pt>
                <c:pt idx="2116">
                  <c:v>43217</c:v>
                </c:pt>
                <c:pt idx="2117">
                  <c:v>43216</c:v>
                </c:pt>
                <c:pt idx="2118">
                  <c:v>43215</c:v>
                </c:pt>
                <c:pt idx="2119">
                  <c:v>43214</c:v>
                </c:pt>
                <c:pt idx="2120">
                  <c:v>43213</c:v>
                </c:pt>
                <c:pt idx="2121">
                  <c:v>43210</c:v>
                </c:pt>
                <c:pt idx="2122">
                  <c:v>43209</c:v>
                </c:pt>
                <c:pt idx="2123">
                  <c:v>43208</c:v>
                </c:pt>
                <c:pt idx="2124">
                  <c:v>43207</c:v>
                </c:pt>
                <c:pt idx="2125">
                  <c:v>43206</c:v>
                </c:pt>
                <c:pt idx="2126">
                  <c:v>43203</c:v>
                </c:pt>
                <c:pt idx="2127">
                  <c:v>43202</c:v>
                </c:pt>
                <c:pt idx="2128">
                  <c:v>43201</c:v>
                </c:pt>
                <c:pt idx="2129">
                  <c:v>43200</c:v>
                </c:pt>
                <c:pt idx="2130">
                  <c:v>43199</c:v>
                </c:pt>
                <c:pt idx="2131">
                  <c:v>43196</c:v>
                </c:pt>
                <c:pt idx="2132">
                  <c:v>43195</c:v>
                </c:pt>
                <c:pt idx="2133">
                  <c:v>43194</c:v>
                </c:pt>
                <c:pt idx="2134">
                  <c:v>43193</c:v>
                </c:pt>
                <c:pt idx="2135">
                  <c:v>43192</c:v>
                </c:pt>
                <c:pt idx="2136">
                  <c:v>43188</c:v>
                </c:pt>
                <c:pt idx="2137">
                  <c:v>43187</c:v>
                </c:pt>
                <c:pt idx="2138">
                  <c:v>43186</c:v>
                </c:pt>
                <c:pt idx="2139">
                  <c:v>43185</c:v>
                </c:pt>
                <c:pt idx="2140">
                  <c:v>43182</c:v>
                </c:pt>
                <c:pt idx="2141">
                  <c:v>43181</c:v>
                </c:pt>
                <c:pt idx="2142">
                  <c:v>43180</c:v>
                </c:pt>
                <c:pt idx="2143">
                  <c:v>43179</c:v>
                </c:pt>
                <c:pt idx="2144">
                  <c:v>43178</c:v>
                </c:pt>
                <c:pt idx="2145">
                  <c:v>43175</c:v>
                </c:pt>
                <c:pt idx="2146">
                  <c:v>43174</c:v>
                </c:pt>
                <c:pt idx="2147">
                  <c:v>43173</c:v>
                </c:pt>
                <c:pt idx="2148">
                  <c:v>43172</c:v>
                </c:pt>
                <c:pt idx="2149">
                  <c:v>43171</c:v>
                </c:pt>
                <c:pt idx="2150">
                  <c:v>43168</c:v>
                </c:pt>
                <c:pt idx="2151">
                  <c:v>43167</c:v>
                </c:pt>
                <c:pt idx="2152">
                  <c:v>43166</c:v>
                </c:pt>
                <c:pt idx="2153">
                  <c:v>43165</c:v>
                </c:pt>
                <c:pt idx="2154">
                  <c:v>43164</c:v>
                </c:pt>
                <c:pt idx="2155">
                  <c:v>43161</c:v>
                </c:pt>
                <c:pt idx="2156">
                  <c:v>43160</c:v>
                </c:pt>
                <c:pt idx="2157">
                  <c:v>43159</c:v>
                </c:pt>
                <c:pt idx="2158">
                  <c:v>43158</c:v>
                </c:pt>
                <c:pt idx="2159">
                  <c:v>43157</c:v>
                </c:pt>
                <c:pt idx="2160">
                  <c:v>43154</c:v>
                </c:pt>
                <c:pt idx="2161">
                  <c:v>43153</c:v>
                </c:pt>
                <c:pt idx="2162">
                  <c:v>43152</c:v>
                </c:pt>
                <c:pt idx="2163">
                  <c:v>43151</c:v>
                </c:pt>
                <c:pt idx="2164">
                  <c:v>43147</c:v>
                </c:pt>
                <c:pt idx="2165">
                  <c:v>43146</c:v>
                </c:pt>
                <c:pt idx="2166">
                  <c:v>43145</c:v>
                </c:pt>
                <c:pt idx="2167">
                  <c:v>43144</c:v>
                </c:pt>
                <c:pt idx="2168">
                  <c:v>43143</c:v>
                </c:pt>
                <c:pt idx="2169">
                  <c:v>43140</c:v>
                </c:pt>
                <c:pt idx="2170">
                  <c:v>43139</c:v>
                </c:pt>
                <c:pt idx="2171">
                  <c:v>43138</c:v>
                </c:pt>
                <c:pt idx="2172">
                  <c:v>43137</c:v>
                </c:pt>
                <c:pt idx="2173">
                  <c:v>43136</c:v>
                </c:pt>
                <c:pt idx="2174">
                  <c:v>43133</c:v>
                </c:pt>
                <c:pt idx="2175">
                  <c:v>43132</c:v>
                </c:pt>
                <c:pt idx="2176">
                  <c:v>43131</c:v>
                </c:pt>
                <c:pt idx="2177">
                  <c:v>43130</c:v>
                </c:pt>
                <c:pt idx="2178">
                  <c:v>43129</c:v>
                </c:pt>
                <c:pt idx="2179">
                  <c:v>43126</c:v>
                </c:pt>
                <c:pt idx="2180">
                  <c:v>43125</c:v>
                </c:pt>
                <c:pt idx="2181">
                  <c:v>43124</c:v>
                </c:pt>
                <c:pt idx="2182">
                  <c:v>43123</c:v>
                </c:pt>
                <c:pt idx="2183">
                  <c:v>43122</c:v>
                </c:pt>
                <c:pt idx="2184">
                  <c:v>43119</c:v>
                </c:pt>
                <c:pt idx="2185">
                  <c:v>43118</c:v>
                </c:pt>
                <c:pt idx="2186">
                  <c:v>43117</c:v>
                </c:pt>
                <c:pt idx="2187">
                  <c:v>43116</c:v>
                </c:pt>
                <c:pt idx="2188">
                  <c:v>43112</c:v>
                </c:pt>
                <c:pt idx="2189">
                  <c:v>43111</c:v>
                </c:pt>
                <c:pt idx="2190">
                  <c:v>43110</c:v>
                </c:pt>
                <c:pt idx="2191">
                  <c:v>43109</c:v>
                </c:pt>
                <c:pt idx="2192">
                  <c:v>43108</c:v>
                </c:pt>
                <c:pt idx="2193">
                  <c:v>43105</c:v>
                </c:pt>
                <c:pt idx="2194">
                  <c:v>43104</c:v>
                </c:pt>
                <c:pt idx="2195">
                  <c:v>43103</c:v>
                </c:pt>
                <c:pt idx="2196">
                  <c:v>43102</c:v>
                </c:pt>
                <c:pt idx="2197">
                  <c:v>43098</c:v>
                </c:pt>
                <c:pt idx="2198">
                  <c:v>43097</c:v>
                </c:pt>
                <c:pt idx="2199">
                  <c:v>43096</c:v>
                </c:pt>
                <c:pt idx="2200">
                  <c:v>43095</c:v>
                </c:pt>
                <c:pt idx="2201">
                  <c:v>43091</c:v>
                </c:pt>
                <c:pt idx="2202">
                  <c:v>43090</c:v>
                </c:pt>
                <c:pt idx="2203">
                  <c:v>43089</c:v>
                </c:pt>
                <c:pt idx="2204">
                  <c:v>43088</c:v>
                </c:pt>
                <c:pt idx="2205">
                  <c:v>43087</c:v>
                </c:pt>
                <c:pt idx="2206">
                  <c:v>43084</c:v>
                </c:pt>
                <c:pt idx="2207">
                  <c:v>43083</c:v>
                </c:pt>
                <c:pt idx="2208">
                  <c:v>43082</c:v>
                </c:pt>
                <c:pt idx="2209">
                  <c:v>43081</c:v>
                </c:pt>
                <c:pt idx="2210">
                  <c:v>43080</c:v>
                </c:pt>
                <c:pt idx="2211">
                  <c:v>43077</c:v>
                </c:pt>
                <c:pt idx="2212">
                  <c:v>43076</c:v>
                </c:pt>
                <c:pt idx="2213">
                  <c:v>43075</c:v>
                </c:pt>
                <c:pt idx="2214">
                  <c:v>43074</c:v>
                </c:pt>
                <c:pt idx="2215">
                  <c:v>43073</c:v>
                </c:pt>
                <c:pt idx="2216">
                  <c:v>43070</c:v>
                </c:pt>
                <c:pt idx="2217">
                  <c:v>43069</c:v>
                </c:pt>
                <c:pt idx="2218">
                  <c:v>43068</c:v>
                </c:pt>
                <c:pt idx="2219">
                  <c:v>43067</c:v>
                </c:pt>
                <c:pt idx="2220">
                  <c:v>43066</c:v>
                </c:pt>
                <c:pt idx="2221">
                  <c:v>43063</c:v>
                </c:pt>
                <c:pt idx="2222">
                  <c:v>43061</c:v>
                </c:pt>
                <c:pt idx="2223">
                  <c:v>43060</c:v>
                </c:pt>
                <c:pt idx="2224">
                  <c:v>43059</c:v>
                </c:pt>
                <c:pt idx="2225">
                  <c:v>43056</c:v>
                </c:pt>
                <c:pt idx="2226">
                  <c:v>43055</c:v>
                </c:pt>
                <c:pt idx="2227">
                  <c:v>43054</c:v>
                </c:pt>
                <c:pt idx="2228">
                  <c:v>43053</c:v>
                </c:pt>
                <c:pt idx="2229">
                  <c:v>43052</c:v>
                </c:pt>
                <c:pt idx="2230">
                  <c:v>43049</c:v>
                </c:pt>
                <c:pt idx="2231">
                  <c:v>43048</c:v>
                </c:pt>
                <c:pt idx="2232">
                  <c:v>43047</c:v>
                </c:pt>
                <c:pt idx="2233">
                  <c:v>43046</c:v>
                </c:pt>
                <c:pt idx="2234">
                  <c:v>43045</c:v>
                </c:pt>
                <c:pt idx="2235">
                  <c:v>43042</c:v>
                </c:pt>
                <c:pt idx="2236">
                  <c:v>43041</c:v>
                </c:pt>
                <c:pt idx="2237">
                  <c:v>43040</c:v>
                </c:pt>
                <c:pt idx="2238">
                  <c:v>43039</c:v>
                </c:pt>
                <c:pt idx="2239">
                  <c:v>43038</c:v>
                </c:pt>
                <c:pt idx="2240">
                  <c:v>43035</c:v>
                </c:pt>
                <c:pt idx="2241">
                  <c:v>43034</c:v>
                </c:pt>
                <c:pt idx="2242">
                  <c:v>43033</c:v>
                </c:pt>
                <c:pt idx="2243">
                  <c:v>43032</c:v>
                </c:pt>
                <c:pt idx="2244">
                  <c:v>43031</c:v>
                </c:pt>
                <c:pt idx="2245">
                  <c:v>43028</c:v>
                </c:pt>
                <c:pt idx="2246">
                  <c:v>43027</c:v>
                </c:pt>
                <c:pt idx="2247">
                  <c:v>43026</c:v>
                </c:pt>
                <c:pt idx="2248">
                  <c:v>43025</c:v>
                </c:pt>
                <c:pt idx="2249">
                  <c:v>43024</c:v>
                </c:pt>
                <c:pt idx="2250">
                  <c:v>43021</c:v>
                </c:pt>
                <c:pt idx="2251">
                  <c:v>43020</c:v>
                </c:pt>
                <c:pt idx="2252">
                  <c:v>43019</c:v>
                </c:pt>
                <c:pt idx="2253">
                  <c:v>43018</c:v>
                </c:pt>
                <c:pt idx="2254">
                  <c:v>43017</c:v>
                </c:pt>
                <c:pt idx="2255">
                  <c:v>43014</c:v>
                </c:pt>
                <c:pt idx="2256">
                  <c:v>43013</c:v>
                </c:pt>
                <c:pt idx="2257">
                  <c:v>43012</c:v>
                </c:pt>
                <c:pt idx="2258">
                  <c:v>43011</c:v>
                </c:pt>
                <c:pt idx="2259">
                  <c:v>43010</c:v>
                </c:pt>
                <c:pt idx="2260">
                  <c:v>43007</c:v>
                </c:pt>
                <c:pt idx="2261">
                  <c:v>43006</c:v>
                </c:pt>
                <c:pt idx="2262">
                  <c:v>43005</c:v>
                </c:pt>
                <c:pt idx="2263">
                  <c:v>43004</c:v>
                </c:pt>
                <c:pt idx="2264">
                  <c:v>43003</c:v>
                </c:pt>
                <c:pt idx="2265">
                  <c:v>43000</c:v>
                </c:pt>
                <c:pt idx="2266">
                  <c:v>42999</c:v>
                </c:pt>
                <c:pt idx="2267">
                  <c:v>42998</c:v>
                </c:pt>
                <c:pt idx="2268">
                  <c:v>42997</c:v>
                </c:pt>
                <c:pt idx="2269">
                  <c:v>42996</c:v>
                </c:pt>
                <c:pt idx="2270">
                  <c:v>42993</c:v>
                </c:pt>
                <c:pt idx="2271">
                  <c:v>42992</c:v>
                </c:pt>
                <c:pt idx="2272">
                  <c:v>42991</c:v>
                </c:pt>
                <c:pt idx="2273">
                  <c:v>42990</c:v>
                </c:pt>
                <c:pt idx="2274">
                  <c:v>42989</c:v>
                </c:pt>
                <c:pt idx="2275">
                  <c:v>42986</c:v>
                </c:pt>
                <c:pt idx="2276">
                  <c:v>42985</c:v>
                </c:pt>
                <c:pt idx="2277">
                  <c:v>42984</c:v>
                </c:pt>
                <c:pt idx="2278">
                  <c:v>42983</c:v>
                </c:pt>
                <c:pt idx="2279">
                  <c:v>42979</c:v>
                </c:pt>
                <c:pt idx="2280">
                  <c:v>42978</c:v>
                </c:pt>
                <c:pt idx="2281">
                  <c:v>42977</c:v>
                </c:pt>
                <c:pt idx="2282">
                  <c:v>42976</c:v>
                </c:pt>
                <c:pt idx="2283">
                  <c:v>42975</c:v>
                </c:pt>
                <c:pt idx="2284">
                  <c:v>42972</c:v>
                </c:pt>
                <c:pt idx="2285">
                  <c:v>42971</c:v>
                </c:pt>
                <c:pt idx="2286">
                  <c:v>42970</c:v>
                </c:pt>
                <c:pt idx="2287">
                  <c:v>42969</c:v>
                </c:pt>
                <c:pt idx="2288">
                  <c:v>42968</c:v>
                </c:pt>
                <c:pt idx="2289">
                  <c:v>42965</c:v>
                </c:pt>
                <c:pt idx="2290">
                  <c:v>42964</c:v>
                </c:pt>
                <c:pt idx="2291">
                  <c:v>42963</c:v>
                </c:pt>
                <c:pt idx="2292">
                  <c:v>42962</c:v>
                </c:pt>
                <c:pt idx="2293">
                  <c:v>42961</c:v>
                </c:pt>
                <c:pt idx="2294">
                  <c:v>42958</c:v>
                </c:pt>
                <c:pt idx="2295">
                  <c:v>42957</c:v>
                </c:pt>
                <c:pt idx="2296">
                  <c:v>42956</c:v>
                </c:pt>
                <c:pt idx="2297">
                  <c:v>42955</c:v>
                </c:pt>
                <c:pt idx="2298">
                  <c:v>42954</c:v>
                </c:pt>
                <c:pt idx="2299">
                  <c:v>42951</c:v>
                </c:pt>
                <c:pt idx="2300">
                  <c:v>42950</c:v>
                </c:pt>
                <c:pt idx="2301">
                  <c:v>42949</c:v>
                </c:pt>
                <c:pt idx="2302">
                  <c:v>42948</c:v>
                </c:pt>
                <c:pt idx="2303">
                  <c:v>42947</c:v>
                </c:pt>
                <c:pt idx="2304">
                  <c:v>42944</c:v>
                </c:pt>
                <c:pt idx="2305">
                  <c:v>42943</c:v>
                </c:pt>
                <c:pt idx="2306">
                  <c:v>42942</c:v>
                </c:pt>
                <c:pt idx="2307">
                  <c:v>42941</c:v>
                </c:pt>
                <c:pt idx="2308">
                  <c:v>42940</c:v>
                </c:pt>
                <c:pt idx="2309">
                  <c:v>42937</c:v>
                </c:pt>
                <c:pt idx="2310">
                  <c:v>42936</c:v>
                </c:pt>
                <c:pt idx="2311">
                  <c:v>42935</c:v>
                </c:pt>
                <c:pt idx="2312">
                  <c:v>42934</c:v>
                </c:pt>
                <c:pt idx="2313">
                  <c:v>42933</c:v>
                </c:pt>
                <c:pt idx="2314">
                  <c:v>42930</c:v>
                </c:pt>
                <c:pt idx="2315">
                  <c:v>42929</c:v>
                </c:pt>
                <c:pt idx="2316">
                  <c:v>42928</c:v>
                </c:pt>
                <c:pt idx="2317">
                  <c:v>42927</c:v>
                </c:pt>
                <c:pt idx="2318">
                  <c:v>42926</c:v>
                </c:pt>
                <c:pt idx="2319">
                  <c:v>42923</c:v>
                </c:pt>
                <c:pt idx="2320">
                  <c:v>42922</c:v>
                </c:pt>
                <c:pt idx="2321">
                  <c:v>42921</c:v>
                </c:pt>
                <c:pt idx="2322">
                  <c:v>42919</c:v>
                </c:pt>
                <c:pt idx="2323">
                  <c:v>42916</c:v>
                </c:pt>
                <c:pt idx="2324">
                  <c:v>42915</c:v>
                </c:pt>
                <c:pt idx="2325">
                  <c:v>42914</c:v>
                </c:pt>
                <c:pt idx="2326">
                  <c:v>42913</c:v>
                </c:pt>
                <c:pt idx="2327">
                  <c:v>42912</c:v>
                </c:pt>
                <c:pt idx="2328">
                  <c:v>42909</c:v>
                </c:pt>
                <c:pt idx="2329">
                  <c:v>42908</c:v>
                </c:pt>
                <c:pt idx="2330">
                  <c:v>42907</c:v>
                </c:pt>
                <c:pt idx="2331">
                  <c:v>42906</c:v>
                </c:pt>
                <c:pt idx="2332">
                  <c:v>42905</c:v>
                </c:pt>
                <c:pt idx="2333">
                  <c:v>42902</c:v>
                </c:pt>
                <c:pt idx="2334">
                  <c:v>42901</c:v>
                </c:pt>
                <c:pt idx="2335">
                  <c:v>42900</c:v>
                </c:pt>
                <c:pt idx="2336">
                  <c:v>42899</c:v>
                </c:pt>
                <c:pt idx="2337">
                  <c:v>42898</c:v>
                </c:pt>
                <c:pt idx="2338">
                  <c:v>42895</c:v>
                </c:pt>
                <c:pt idx="2339">
                  <c:v>42894</c:v>
                </c:pt>
                <c:pt idx="2340">
                  <c:v>42893</c:v>
                </c:pt>
                <c:pt idx="2341">
                  <c:v>42892</c:v>
                </c:pt>
                <c:pt idx="2342">
                  <c:v>42891</c:v>
                </c:pt>
                <c:pt idx="2343">
                  <c:v>42888</c:v>
                </c:pt>
                <c:pt idx="2344">
                  <c:v>42887</c:v>
                </c:pt>
                <c:pt idx="2345">
                  <c:v>42886</c:v>
                </c:pt>
                <c:pt idx="2346">
                  <c:v>42885</c:v>
                </c:pt>
                <c:pt idx="2347">
                  <c:v>42881</c:v>
                </c:pt>
                <c:pt idx="2348">
                  <c:v>42880</c:v>
                </c:pt>
                <c:pt idx="2349">
                  <c:v>42879</c:v>
                </c:pt>
                <c:pt idx="2350">
                  <c:v>42878</c:v>
                </c:pt>
                <c:pt idx="2351">
                  <c:v>42877</c:v>
                </c:pt>
                <c:pt idx="2352">
                  <c:v>42874</c:v>
                </c:pt>
                <c:pt idx="2353">
                  <c:v>42873</c:v>
                </c:pt>
                <c:pt idx="2354">
                  <c:v>42872</c:v>
                </c:pt>
                <c:pt idx="2355">
                  <c:v>42871</c:v>
                </c:pt>
                <c:pt idx="2356">
                  <c:v>42870</c:v>
                </c:pt>
                <c:pt idx="2357">
                  <c:v>42867</c:v>
                </c:pt>
                <c:pt idx="2358">
                  <c:v>42866</c:v>
                </c:pt>
                <c:pt idx="2359">
                  <c:v>42865</c:v>
                </c:pt>
                <c:pt idx="2360">
                  <c:v>42864</c:v>
                </c:pt>
                <c:pt idx="2361">
                  <c:v>42863</c:v>
                </c:pt>
                <c:pt idx="2362">
                  <c:v>42860</c:v>
                </c:pt>
                <c:pt idx="2363">
                  <c:v>42859</c:v>
                </c:pt>
                <c:pt idx="2364">
                  <c:v>42858</c:v>
                </c:pt>
                <c:pt idx="2365">
                  <c:v>42857</c:v>
                </c:pt>
                <c:pt idx="2366">
                  <c:v>42856</c:v>
                </c:pt>
                <c:pt idx="2367">
                  <c:v>42853</c:v>
                </c:pt>
                <c:pt idx="2368">
                  <c:v>42852</c:v>
                </c:pt>
                <c:pt idx="2369">
                  <c:v>42851</c:v>
                </c:pt>
                <c:pt idx="2370">
                  <c:v>42850</c:v>
                </c:pt>
                <c:pt idx="2371">
                  <c:v>42849</c:v>
                </c:pt>
                <c:pt idx="2372">
                  <c:v>42846</c:v>
                </c:pt>
                <c:pt idx="2373">
                  <c:v>42845</c:v>
                </c:pt>
                <c:pt idx="2374">
                  <c:v>42844</c:v>
                </c:pt>
                <c:pt idx="2375">
                  <c:v>42843</c:v>
                </c:pt>
                <c:pt idx="2376">
                  <c:v>42842</c:v>
                </c:pt>
                <c:pt idx="2377">
                  <c:v>42838</c:v>
                </c:pt>
                <c:pt idx="2378">
                  <c:v>42837</c:v>
                </c:pt>
                <c:pt idx="2379">
                  <c:v>42836</c:v>
                </c:pt>
                <c:pt idx="2380">
                  <c:v>42835</c:v>
                </c:pt>
                <c:pt idx="2381">
                  <c:v>42832</c:v>
                </c:pt>
                <c:pt idx="2382">
                  <c:v>42831</c:v>
                </c:pt>
                <c:pt idx="2383">
                  <c:v>42830</c:v>
                </c:pt>
                <c:pt idx="2384">
                  <c:v>42829</c:v>
                </c:pt>
                <c:pt idx="2385">
                  <c:v>42828</c:v>
                </c:pt>
                <c:pt idx="2386">
                  <c:v>42825</c:v>
                </c:pt>
                <c:pt idx="2387">
                  <c:v>42824</c:v>
                </c:pt>
                <c:pt idx="2388">
                  <c:v>42823</c:v>
                </c:pt>
                <c:pt idx="2389">
                  <c:v>42822</c:v>
                </c:pt>
                <c:pt idx="2390">
                  <c:v>42821</c:v>
                </c:pt>
                <c:pt idx="2391">
                  <c:v>42818</c:v>
                </c:pt>
                <c:pt idx="2392">
                  <c:v>42817</c:v>
                </c:pt>
                <c:pt idx="2393">
                  <c:v>42816</c:v>
                </c:pt>
                <c:pt idx="2394">
                  <c:v>42815</c:v>
                </c:pt>
                <c:pt idx="2395">
                  <c:v>42814</c:v>
                </c:pt>
                <c:pt idx="2396">
                  <c:v>42811</c:v>
                </c:pt>
                <c:pt idx="2397">
                  <c:v>42810</c:v>
                </c:pt>
                <c:pt idx="2398">
                  <c:v>42809</c:v>
                </c:pt>
                <c:pt idx="2399">
                  <c:v>42808</c:v>
                </c:pt>
                <c:pt idx="2400">
                  <c:v>42807</c:v>
                </c:pt>
                <c:pt idx="2401">
                  <c:v>42804</c:v>
                </c:pt>
                <c:pt idx="2402">
                  <c:v>42803</c:v>
                </c:pt>
                <c:pt idx="2403">
                  <c:v>42802</c:v>
                </c:pt>
                <c:pt idx="2404">
                  <c:v>42801</c:v>
                </c:pt>
                <c:pt idx="2405">
                  <c:v>42800</c:v>
                </c:pt>
                <c:pt idx="2406">
                  <c:v>42797</c:v>
                </c:pt>
                <c:pt idx="2407">
                  <c:v>42796</c:v>
                </c:pt>
                <c:pt idx="2408">
                  <c:v>42795</c:v>
                </c:pt>
                <c:pt idx="2409">
                  <c:v>42794</c:v>
                </c:pt>
                <c:pt idx="2410">
                  <c:v>42793</c:v>
                </c:pt>
                <c:pt idx="2411">
                  <c:v>42790</c:v>
                </c:pt>
                <c:pt idx="2412">
                  <c:v>42789</c:v>
                </c:pt>
                <c:pt idx="2413">
                  <c:v>42788</c:v>
                </c:pt>
                <c:pt idx="2414">
                  <c:v>42787</c:v>
                </c:pt>
                <c:pt idx="2415">
                  <c:v>42783</c:v>
                </c:pt>
                <c:pt idx="2416">
                  <c:v>42782</c:v>
                </c:pt>
                <c:pt idx="2417">
                  <c:v>42781</c:v>
                </c:pt>
                <c:pt idx="2418">
                  <c:v>42780</c:v>
                </c:pt>
                <c:pt idx="2419">
                  <c:v>42779</c:v>
                </c:pt>
                <c:pt idx="2420">
                  <c:v>42776</c:v>
                </c:pt>
                <c:pt idx="2421">
                  <c:v>42775</c:v>
                </c:pt>
                <c:pt idx="2422">
                  <c:v>42774</c:v>
                </c:pt>
                <c:pt idx="2423">
                  <c:v>42773</c:v>
                </c:pt>
                <c:pt idx="2424">
                  <c:v>42772</c:v>
                </c:pt>
                <c:pt idx="2425">
                  <c:v>42769</c:v>
                </c:pt>
                <c:pt idx="2426">
                  <c:v>42768</c:v>
                </c:pt>
                <c:pt idx="2427">
                  <c:v>42767</c:v>
                </c:pt>
                <c:pt idx="2428">
                  <c:v>42766</c:v>
                </c:pt>
                <c:pt idx="2429">
                  <c:v>42765</c:v>
                </c:pt>
                <c:pt idx="2430">
                  <c:v>42762</c:v>
                </c:pt>
                <c:pt idx="2431">
                  <c:v>42761</c:v>
                </c:pt>
                <c:pt idx="2432">
                  <c:v>42760</c:v>
                </c:pt>
                <c:pt idx="2433">
                  <c:v>42759</c:v>
                </c:pt>
                <c:pt idx="2434">
                  <c:v>42758</c:v>
                </c:pt>
                <c:pt idx="2435">
                  <c:v>42755</c:v>
                </c:pt>
                <c:pt idx="2436">
                  <c:v>42754</c:v>
                </c:pt>
                <c:pt idx="2437">
                  <c:v>42753</c:v>
                </c:pt>
                <c:pt idx="2438">
                  <c:v>42752</c:v>
                </c:pt>
                <c:pt idx="2439">
                  <c:v>42748</c:v>
                </c:pt>
                <c:pt idx="2440">
                  <c:v>42747</c:v>
                </c:pt>
                <c:pt idx="2441">
                  <c:v>42746</c:v>
                </c:pt>
                <c:pt idx="2442">
                  <c:v>42745</c:v>
                </c:pt>
                <c:pt idx="2443">
                  <c:v>42744</c:v>
                </c:pt>
                <c:pt idx="2444">
                  <c:v>42741</c:v>
                </c:pt>
                <c:pt idx="2445">
                  <c:v>42740</c:v>
                </c:pt>
                <c:pt idx="2446">
                  <c:v>42739</c:v>
                </c:pt>
                <c:pt idx="2447">
                  <c:v>42738</c:v>
                </c:pt>
                <c:pt idx="2448">
                  <c:v>42734</c:v>
                </c:pt>
                <c:pt idx="2449">
                  <c:v>42733</c:v>
                </c:pt>
                <c:pt idx="2450">
                  <c:v>42732</c:v>
                </c:pt>
                <c:pt idx="2451">
                  <c:v>42731</c:v>
                </c:pt>
                <c:pt idx="2452">
                  <c:v>42727</c:v>
                </c:pt>
                <c:pt idx="2453">
                  <c:v>42726</c:v>
                </c:pt>
                <c:pt idx="2454">
                  <c:v>42725</c:v>
                </c:pt>
                <c:pt idx="2455">
                  <c:v>42724</c:v>
                </c:pt>
                <c:pt idx="2456">
                  <c:v>42723</c:v>
                </c:pt>
                <c:pt idx="2457">
                  <c:v>42720</c:v>
                </c:pt>
                <c:pt idx="2458">
                  <c:v>42719</c:v>
                </c:pt>
                <c:pt idx="2459">
                  <c:v>42718</c:v>
                </c:pt>
                <c:pt idx="2460">
                  <c:v>42717</c:v>
                </c:pt>
                <c:pt idx="2461">
                  <c:v>42716</c:v>
                </c:pt>
                <c:pt idx="2462">
                  <c:v>42713</c:v>
                </c:pt>
                <c:pt idx="2463">
                  <c:v>42712</c:v>
                </c:pt>
                <c:pt idx="2464">
                  <c:v>42711</c:v>
                </c:pt>
                <c:pt idx="2465">
                  <c:v>42710</c:v>
                </c:pt>
                <c:pt idx="2466">
                  <c:v>42709</c:v>
                </c:pt>
                <c:pt idx="2467">
                  <c:v>42706</c:v>
                </c:pt>
                <c:pt idx="2468">
                  <c:v>42705</c:v>
                </c:pt>
                <c:pt idx="2469">
                  <c:v>42704</c:v>
                </c:pt>
                <c:pt idx="2470">
                  <c:v>42703</c:v>
                </c:pt>
                <c:pt idx="2471">
                  <c:v>42702</c:v>
                </c:pt>
                <c:pt idx="2472">
                  <c:v>42699</c:v>
                </c:pt>
                <c:pt idx="2473">
                  <c:v>42697</c:v>
                </c:pt>
                <c:pt idx="2474">
                  <c:v>42696</c:v>
                </c:pt>
                <c:pt idx="2475">
                  <c:v>42695</c:v>
                </c:pt>
                <c:pt idx="2476">
                  <c:v>42692</c:v>
                </c:pt>
                <c:pt idx="2477">
                  <c:v>42691</c:v>
                </c:pt>
                <c:pt idx="2478">
                  <c:v>42690</c:v>
                </c:pt>
                <c:pt idx="2479">
                  <c:v>42689</c:v>
                </c:pt>
                <c:pt idx="2480">
                  <c:v>42688</c:v>
                </c:pt>
                <c:pt idx="2481">
                  <c:v>42685</c:v>
                </c:pt>
                <c:pt idx="2482">
                  <c:v>42684</c:v>
                </c:pt>
                <c:pt idx="2483">
                  <c:v>42683</c:v>
                </c:pt>
                <c:pt idx="2484">
                  <c:v>42682</c:v>
                </c:pt>
                <c:pt idx="2485">
                  <c:v>42681</c:v>
                </c:pt>
                <c:pt idx="2486">
                  <c:v>42678</c:v>
                </c:pt>
                <c:pt idx="2487">
                  <c:v>42677</c:v>
                </c:pt>
                <c:pt idx="2488">
                  <c:v>42676</c:v>
                </c:pt>
                <c:pt idx="2489">
                  <c:v>42675</c:v>
                </c:pt>
                <c:pt idx="2490">
                  <c:v>42674</c:v>
                </c:pt>
                <c:pt idx="2491">
                  <c:v>42671</c:v>
                </c:pt>
                <c:pt idx="2492">
                  <c:v>42670</c:v>
                </c:pt>
                <c:pt idx="2493">
                  <c:v>42669</c:v>
                </c:pt>
                <c:pt idx="2494">
                  <c:v>42668</c:v>
                </c:pt>
                <c:pt idx="2495">
                  <c:v>42667</c:v>
                </c:pt>
                <c:pt idx="2496">
                  <c:v>42664</c:v>
                </c:pt>
                <c:pt idx="2497">
                  <c:v>42663</c:v>
                </c:pt>
                <c:pt idx="2498">
                  <c:v>42662</c:v>
                </c:pt>
                <c:pt idx="2499">
                  <c:v>42661</c:v>
                </c:pt>
                <c:pt idx="2500">
                  <c:v>42660</c:v>
                </c:pt>
                <c:pt idx="2501">
                  <c:v>42657</c:v>
                </c:pt>
                <c:pt idx="2502">
                  <c:v>42656</c:v>
                </c:pt>
                <c:pt idx="2503">
                  <c:v>42655</c:v>
                </c:pt>
                <c:pt idx="2504">
                  <c:v>42654</c:v>
                </c:pt>
                <c:pt idx="2505">
                  <c:v>42653</c:v>
                </c:pt>
                <c:pt idx="2506">
                  <c:v>42650</c:v>
                </c:pt>
                <c:pt idx="2507">
                  <c:v>42649</c:v>
                </c:pt>
                <c:pt idx="2508">
                  <c:v>42648</c:v>
                </c:pt>
                <c:pt idx="2509">
                  <c:v>42647</c:v>
                </c:pt>
                <c:pt idx="2510">
                  <c:v>42646</c:v>
                </c:pt>
                <c:pt idx="2511">
                  <c:v>42643</c:v>
                </c:pt>
                <c:pt idx="2512">
                  <c:v>42642</c:v>
                </c:pt>
                <c:pt idx="2513">
                  <c:v>42641</c:v>
                </c:pt>
                <c:pt idx="2514">
                  <c:v>42640</c:v>
                </c:pt>
                <c:pt idx="2515">
                  <c:v>42639</c:v>
                </c:pt>
                <c:pt idx="2516">
                  <c:v>42636</c:v>
                </c:pt>
                <c:pt idx="2517">
                  <c:v>42635</c:v>
                </c:pt>
                <c:pt idx="2518">
                  <c:v>42634</c:v>
                </c:pt>
                <c:pt idx="2519">
                  <c:v>42633</c:v>
                </c:pt>
                <c:pt idx="2520">
                  <c:v>42632</c:v>
                </c:pt>
                <c:pt idx="2521">
                  <c:v>42629</c:v>
                </c:pt>
                <c:pt idx="2522">
                  <c:v>42628</c:v>
                </c:pt>
                <c:pt idx="2523">
                  <c:v>42627</c:v>
                </c:pt>
                <c:pt idx="2524">
                  <c:v>42626</c:v>
                </c:pt>
                <c:pt idx="2525">
                  <c:v>42625</c:v>
                </c:pt>
                <c:pt idx="2526">
                  <c:v>42622</c:v>
                </c:pt>
                <c:pt idx="2527">
                  <c:v>42621</c:v>
                </c:pt>
                <c:pt idx="2528">
                  <c:v>42620</c:v>
                </c:pt>
                <c:pt idx="2529">
                  <c:v>42619</c:v>
                </c:pt>
                <c:pt idx="2530">
                  <c:v>42615</c:v>
                </c:pt>
                <c:pt idx="2531">
                  <c:v>42614</c:v>
                </c:pt>
                <c:pt idx="2532">
                  <c:v>42613</c:v>
                </c:pt>
                <c:pt idx="2533">
                  <c:v>42612</c:v>
                </c:pt>
                <c:pt idx="2534">
                  <c:v>42611</c:v>
                </c:pt>
                <c:pt idx="2535">
                  <c:v>42608</c:v>
                </c:pt>
                <c:pt idx="2536">
                  <c:v>42607</c:v>
                </c:pt>
                <c:pt idx="2537">
                  <c:v>42606</c:v>
                </c:pt>
                <c:pt idx="2538">
                  <c:v>42605</c:v>
                </c:pt>
                <c:pt idx="2539">
                  <c:v>42604</c:v>
                </c:pt>
                <c:pt idx="2540">
                  <c:v>42601</c:v>
                </c:pt>
                <c:pt idx="2541">
                  <c:v>42600</c:v>
                </c:pt>
                <c:pt idx="2542">
                  <c:v>42599</c:v>
                </c:pt>
                <c:pt idx="2543">
                  <c:v>42598</c:v>
                </c:pt>
                <c:pt idx="2544">
                  <c:v>42597</c:v>
                </c:pt>
                <c:pt idx="2545">
                  <c:v>42594</c:v>
                </c:pt>
                <c:pt idx="2546">
                  <c:v>42593</c:v>
                </c:pt>
                <c:pt idx="2547">
                  <c:v>42592</c:v>
                </c:pt>
                <c:pt idx="2548">
                  <c:v>42591</c:v>
                </c:pt>
                <c:pt idx="2549">
                  <c:v>42590</c:v>
                </c:pt>
                <c:pt idx="2550">
                  <c:v>42587</c:v>
                </c:pt>
                <c:pt idx="2551">
                  <c:v>42586</c:v>
                </c:pt>
                <c:pt idx="2552">
                  <c:v>42585</c:v>
                </c:pt>
                <c:pt idx="2553">
                  <c:v>42584</c:v>
                </c:pt>
                <c:pt idx="2554">
                  <c:v>42583</c:v>
                </c:pt>
                <c:pt idx="2555">
                  <c:v>42580</c:v>
                </c:pt>
                <c:pt idx="2556">
                  <c:v>42579</c:v>
                </c:pt>
                <c:pt idx="2557">
                  <c:v>42578</c:v>
                </c:pt>
                <c:pt idx="2558">
                  <c:v>42577</c:v>
                </c:pt>
                <c:pt idx="2559">
                  <c:v>42576</c:v>
                </c:pt>
                <c:pt idx="2560">
                  <c:v>42573</c:v>
                </c:pt>
                <c:pt idx="2561">
                  <c:v>42572</c:v>
                </c:pt>
                <c:pt idx="2562">
                  <c:v>42571</c:v>
                </c:pt>
                <c:pt idx="2563">
                  <c:v>42570</c:v>
                </c:pt>
                <c:pt idx="2564">
                  <c:v>42569</c:v>
                </c:pt>
                <c:pt idx="2565">
                  <c:v>42566</c:v>
                </c:pt>
                <c:pt idx="2566">
                  <c:v>42565</c:v>
                </c:pt>
                <c:pt idx="2567">
                  <c:v>42564</c:v>
                </c:pt>
                <c:pt idx="2568">
                  <c:v>42563</c:v>
                </c:pt>
                <c:pt idx="2569">
                  <c:v>42562</c:v>
                </c:pt>
                <c:pt idx="2570">
                  <c:v>42559</c:v>
                </c:pt>
                <c:pt idx="2571">
                  <c:v>42558</c:v>
                </c:pt>
                <c:pt idx="2572">
                  <c:v>42557</c:v>
                </c:pt>
                <c:pt idx="2573">
                  <c:v>42556</c:v>
                </c:pt>
                <c:pt idx="2574">
                  <c:v>42552</c:v>
                </c:pt>
                <c:pt idx="2575">
                  <c:v>42551</c:v>
                </c:pt>
                <c:pt idx="2576">
                  <c:v>42550</c:v>
                </c:pt>
                <c:pt idx="2577">
                  <c:v>42549</c:v>
                </c:pt>
                <c:pt idx="2578">
                  <c:v>42548</c:v>
                </c:pt>
                <c:pt idx="2579">
                  <c:v>42545</c:v>
                </c:pt>
                <c:pt idx="2580">
                  <c:v>42544</c:v>
                </c:pt>
                <c:pt idx="2581">
                  <c:v>42543</c:v>
                </c:pt>
                <c:pt idx="2582">
                  <c:v>42542</c:v>
                </c:pt>
                <c:pt idx="2583">
                  <c:v>42541</c:v>
                </c:pt>
                <c:pt idx="2584">
                  <c:v>42538</c:v>
                </c:pt>
                <c:pt idx="2585">
                  <c:v>42537</c:v>
                </c:pt>
                <c:pt idx="2586">
                  <c:v>42536</c:v>
                </c:pt>
                <c:pt idx="2587">
                  <c:v>42535</c:v>
                </c:pt>
                <c:pt idx="2588">
                  <c:v>42534</c:v>
                </c:pt>
                <c:pt idx="2589">
                  <c:v>42531</c:v>
                </c:pt>
                <c:pt idx="2590">
                  <c:v>42530</c:v>
                </c:pt>
                <c:pt idx="2591">
                  <c:v>42529</c:v>
                </c:pt>
                <c:pt idx="2592">
                  <c:v>42528</c:v>
                </c:pt>
                <c:pt idx="2593">
                  <c:v>42527</c:v>
                </c:pt>
                <c:pt idx="2594">
                  <c:v>42524</c:v>
                </c:pt>
                <c:pt idx="2595">
                  <c:v>42523</c:v>
                </c:pt>
                <c:pt idx="2596">
                  <c:v>42522</c:v>
                </c:pt>
                <c:pt idx="2597">
                  <c:v>42521</c:v>
                </c:pt>
                <c:pt idx="2598">
                  <c:v>42517</c:v>
                </c:pt>
                <c:pt idx="2599">
                  <c:v>42516</c:v>
                </c:pt>
                <c:pt idx="2600">
                  <c:v>42515</c:v>
                </c:pt>
                <c:pt idx="2601">
                  <c:v>42514</c:v>
                </c:pt>
                <c:pt idx="2602">
                  <c:v>42513</c:v>
                </c:pt>
                <c:pt idx="2603">
                  <c:v>42510</c:v>
                </c:pt>
                <c:pt idx="2604">
                  <c:v>42509</c:v>
                </c:pt>
                <c:pt idx="2605">
                  <c:v>42508</c:v>
                </c:pt>
                <c:pt idx="2606">
                  <c:v>42507</c:v>
                </c:pt>
                <c:pt idx="2607">
                  <c:v>42506</c:v>
                </c:pt>
                <c:pt idx="2608">
                  <c:v>42503</c:v>
                </c:pt>
                <c:pt idx="2609">
                  <c:v>42502</c:v>
                </c:pt>
                <c:pt idx="2610">
                  <c:v>42501</c:v>
                </c:pt>
                <c:pt idx="2611">
                  <c:v>42500</c:v>
                </c:pt>
                <c:pt idx="2612">
                  <c:v>42499</c:v>
                </c:pt>
                <c:pt idx="2613">
                  <c:v>42496</c:v>
                </c:pt>
                <c:pt idx="2614">
                  <c:v>42495</c:v>
                </c:pt>
                <c:pt idx="2615">
                  <c:v>42494</c:v>
                </c:pt>
                <c:pt idx="2616">
                  <c:v>42493</c:v>
                </c:pt>
                <c:pt idx="2617">
                  <c:v>42492</c:v>
                </c:pt>
                <c:pt idx="2618">
                  <c:v>42489</c:v>
                </c:pt>
                <c:pt idx="2619">
                  <c:v>42488</c:v>
                </c:pt>
                <c:pt idx="2620">
                  <c:v>42487</c:v>
                </c:pt>
                <c:pt idx="2621">
                  <c:v>42486</c:v>
                </c:pt>
                <c:pt idx="2622">
                  <c:v>42485</c:v>
                </c:pt>
                <c:pt idx="2623">
                  <c:v>42482</c:v>
                </c:pt>
                <c:pt idx="2624">
                  <c:v>42481</c:v>
                </c:pt>
                <c:pt idx="2625">
                  <c:v>42480</c:v>
                </c:pt>
                <c:pt idx="2626">
                  <c:v>42479</c:v>
                </c:pt>
                <c:pt idx="2627">
                  <c:v>42478</c:v>
                </c:pt>
                <c:pt idx="2628">
                  <c:v>42475</c:v>
                </c:pt>
                <c:pt idx="2629">
                  <c:v>42474</c:v>
                </c:pt>
                <c:pt idx="2630">
                  <c:v>42473</c:v>
                </c:pt>
                <c:pt idx="2631">
                  <c:v>42472</c:v>
                </c:pt>
                <c:pt idx="2632">
                  <c:v>42471</c:v>
                </c:pt>
                <c:pt idx="2633">
                  <c:v>42468</c:v>
                </c:pt>
                <c:pt idx="2634">
                  <c:v>42467</c:v>
                </c:pt>
                <c:pt idx="2635">
                  <c:v>42466</c:v>
                </c:pt>
                <c:pt idx="2636">
                  <c:v>42465</c:v>
                </c:pt>
                <c:pt idx="2637">
                  <c:v>42464</c:v>
                </c:pt>
                <c:pt idx="2638">
                  <c:v>42461</c:v>
                </c:pt>
                <c:pt idx="2639">
                  <c:v>42460</c:v>
                </c:pt>
                <c:pt idx="2640">
                  <c:v>42459</c:v>
                </c:pt>
                <c:pt idx="2641">
                  <c:v>42458</c:v>
                </c:pt>
                <c:pt idx="2642">
                  <c:v>42457</c:v>
                </c:pt>
                <c:pt idx="2643">
                  <c:v>42453</c:v>
                </c:pt>
                <c:pt idx="2644">
                  <c:v>42452</c:v>
                </c:pt>
                <c:pt idx="2645">
                  <c:v>42451</c:v>
                </c:pt>
                <c:pt idx="2646">
                  <c:v>42450</c:v>
                </c:pt>
                <c:pt idx="2647">
                  <c:v>42447</c:v>
                </c:pt>
                <c:pt idx="2648">
                  <c:v>42446</c:v>
                </c:pt>
                <c:pt idx="2649">
                  <c:v>42445</c:v>
                </c:pt>
                <c:pt idx="2650">
                  <c:v>42444</c:v>
                </c:pt>
                <c:pt idx="2651">
                  <c:v>42443</c:v>
                </c:pt>
                <c:pt idx="2652">
                  <c:v>42440</c:v>
                </c:pt>
                <c:pt idx="2653">
                  <c:v>42439</c:v>
                </c:pt>
                <c:pt idx="2654">
                  <c:v>42438</c:v>
                </c:pt>
                <c:pt idx="2655">
                  <c:v>42437</c:v>
                </c:pt>
                <c:pt idx="2656">
                  <c:v>42436</c:v>
                </c:pt>
                <c:pt idx="2657">
                  <c:v>42433</c:v>
                </c:pt>
                <c:pt idx="2658">
                  <c:v>42432</c:v>
                </c:pt>
                <c:pt idx="2659">
                  <c:v>42431</c:v>
                </c:pt>
                <c:pt idx="2660">
                  <c:v>42430</c:v>
                </c:pt>
                <c:pt idx="2661">
                  <c:v>42429</c:v>
                </c:pt>
                <c:pt idx="2662">
                  <c:v>42426</c:v>
                </c:pt>
                <c:pt idx="2663">
                  <c:v>42425</c:v>
                </c:pt>
                <c:pt idx="2664">
                  <c:v>42424</c:v>
                </c:pt>
                <c:pt idx="2665">
                  <c:v>42423</c:v>
                </c:pt>
                <c:pt idx="2666">
                  <c:v>42422</c:v>
                </c:pt>
                <c:pt idx="2667">
                  <c:v>42419</c:v>
                </c:pt>
                <c:pt idx="2668">
                  <c:v>42418</c:v>
                </c:pt>
                <c:pt idx="2669">
                  <c:v>42417</c:v>
                </c:pt>
                <c:pt idx="2670">
                  <c:v>42416</c:v>
                </c:pt>
                <c:pt idx="2671">
                  <c:v>42412</c:v>
                </c:pt>
                <c:pt idx="2672">
                  <c:v>42411</c:v>
                </c:pt>
                <c:pt idx="2673">
                  <c:v>42410</c:v>
                </c:pt>
                <c:pt idx="2674">
                  <c:v>42409</c:v>
                </c:pt>
                <c:pt idx="2675">
                  <c:v>42408</c:v>
                </c:pt>
                <c:pt idx="2676">
                  <c:v>42405</c:v>
                </c:pt>
                <c:pt idx="2677">
                  <c:v>42404</c:v>
                </c:pt>
                <c:pt idx="2678">
                  <c:v>42403</c:v>
                </c:pt>
                <c:pt idx="2679">
                  <c:v>42402</c:v>
                </c:pt>
                <c:pt idx="2680">
                  <c:v>42401</c:v>
                </c:pt>
                <c:pt idx="2681">
                  <c:v>42398</c:v>
                </c:pt>
                <c:pt idx="2682">
                  <c:v>42397</c:v>
                </c:pt>
                <c:pt idx="2683">
                  <c:v>42396</c:v>
                </c:pt>
                <c:pt idx="2684">
                  <c:v>42395</c:v>
                </c:pt>
                <c:pt idx="2685">
                  <c:v>42394</c:v>
                </c:pt>
                <c:pt idx="2686">
                  <c:v>42391</c:v>
                </c:pt>
                <c:pt idx="2687">
                  <c:v>42390</c:v>
                </c:pt>
                <c:pt idx="2688">
                  <c:v>42389</c:v>
                </c:pt>
                <c:pt idx="2689">
                  <c:v>42388</c:v>
                </c:pt>
                <c:pt idx="2690">
                  <c:v>42384</c:v>
                </c:pt>
                <c:pt idx="2691">
                  <c:v>42383</c:v>
                </c:pt>
                <c:pt idx="2692">
                  <c:v>42382</c:v>
                </c:pt>
                <c:pt idx="2693">
                  <c:v>42381</c:v>
                </c:pt>
                <c:pt idx="2694">
                  <c:v>42380</c:v>
                </c:pt>
                <c:pt idx="2695">
                  <c:v>42377</c:v>
                </c:pt>
                <c:pt idx="2696">
                  <c:v>42376</c:v>
                </c:pt>
                <c:pt idx="2697">
                  <c:v>42375</c:v>
                </c:pt>
                <c:pt idx="2698">
                  <c:v>42374</c:v>
                </c:pt>
                <c:pt idx="2699">
                  <c:v>42373</c:v>
                </c:pt>
                <c:pt idx="2700">
                  <c:v>42369</c:v>
                </c:pt>
                <c:pt idx="2701">
                  <c:v>42368</c:v>
                </c:pt>
                <c:pt idx="2702">
                  <c:v>42367</c:v>
                </c:pt>
                <c:pt idx="2703">
                  <c:v>42366</c:v>
                </c:pt>
                <c:pt idx="2704">
                  <c:v>42362</c:v>
                </c:pt>
                <c:pt idx="2705">
                  <c:v>42361</c:v>
                </c:pt>
                <c:pt idx="2706">
                  <c:v>42360</c:v>
                </c:pt>
                <c:pt idx="2707">
                  <c:v>42359</c:v>
                </c:pt>
                <c:pt idx="2708">
                  <c:v>42356</c:v>
                </c:pt>
                <c:pt idx="2709">
                  <c:v>42355</c:v>
                </c:pt>
                <c:pt idx="2710">
                  <c:v>42354</c:v>
                </c:pt>
                <c:pt idx="2711">
                  <c:v>42353</c:v>
                </c:pt>
                <c:pt idx="2712">
                  <c:v>42352</c:v>
                </c:pt>
                <c:pt idx="2713">
                  <c:v>42349</c:v>
                </c:pt>
                <c:pt idx="2714">
                  <c:v>42348</c:v>
                </c:pt>
                <c:pt idx="2715">
                  <c:v>42347</c:v>
                </c:pt>
                <c:pt idx="2716">
                  <c:v>42346</c:v>
                </c:pt>
                <c:pt idx="2717">
                  <c:v>42345</c:v>
                </c:pt>
                <c:pt idx="2718">
                  <c:v>42342</c:v>
                </c:pt>
                <c:pt idx="2719">
                  <c:v>42341</c:v>
                </c:pt>
                <c:pt idx="2720">
                  <c:v>42340</c:v>
                </c:pt>
                <c:pt idx="2721">
                  <c:v>42339</c:v>
                </c:pt>
                <c:pt idx="2722">
                  <c:v>42338</c:v>
                </c:pt>
                <c:pt idx="2723">
                  <c:v>42335</c:v>
                </c:pt>
                <c:pt idx="2724">
                  <c:v>42333</c:v>
                </c:pt>
                <c:pt idx="2725">
                  <c:v>42332</c:v>
                </c:pt>
                <c:pt idx="2726">
                  <c:v>42331</c:v>
                </c:pt>
                <c:pt idx="2727">
                  <c:v>42328</c:v>
                </c:pt>
                <c:pt idx="2728">
                  <c:v>42327</c:v>
                </c:pt>
                <c:pt idx="2729">
                  <c:v>42326</c:v>
                </c:pt>
                <c:pt idx="2730">
                  <c:v>42325</c:v>
                </c:pt>
                <c:pt idx="2731">
                  <c:v>42324</c:v>
                </c:pt>
                <c:pt idx="2732">
                  <c:v>42321</c:v>
                </c:pt>
                <c:pt idx="2733">
                  <c:v>42320</c:v>
                </c:pt>
                <c:pt idx="2734">
                  <c:v>42319</c:v>
                </c:pt>
                <c:pt idx="2735">
                  <c:v>42318</c:v>
                </c:pt>
                <c:pt idx="2736">
                  <c:v>42317</c:v>
                </c:pt>
                <c:pt idx="2737">
                  <c:v>42314</c:v>
                </c:pt>
                <c:pt idx="2738">
                  <c:v>42313</c:v>
                </c:pt>
                <c:pt idx="2739">
                  <c:v>42312</c:v>
                </c:pt>
                <c:pt idx="2740">
                  <c:v>42311</c:v>
                </c:pt>
                <c:pt idx="2741">
                  <c:v>42310</c:v>
                </c:pt>
                <c:pt idx="2742">
                  <c:v>42307</c:v>
                </c:pt>
                <c:pt idx="2743">
                  <c:v>42306</c:v>
                </c:pt>
                <c:pt idx="2744">
                  <c:v>42305</c:v>
                </c:pt>
                <c:pt idx="2745">
                  <c:v>42304</c:v>
                </c:pt>
                <c:pt idx="2746">
                  <c:v>42303</c:v>
                </c:pt>
                <c:pt idx="2747">
                  <c:v>42300</c:v>
                </c:pt>
                <c:pt idx="2748">
                  <c:v>42299</c:v>
                </c:pt>
                <c:pt idx="2749">
                  <c:v>42298</c:v>
                </c:pt>
                <c:pt idx="2750">
                  <c:v>42297</c:v>
                </c:pt>
                <c:pt idx="2751">
                  <c:v>42296</c:v>
                </c:pt>
                <c:pt idx="2752">
                  <c:v>42293</c:v>
                </c:pt>
                <c:pt idx="2753">
                  <c:v>42292</c:v>
                </c:pt>
                <c:pt idx="2754">
                  <c:v>42291</c:v>
                </c:pt>
                <c:pt idx="2755">
                  <c:v>42290</c:v>
                </c:pt>
                <c:pt idx="2756">
                  <c:v>42289</c:v>
                </c:pt>
                <c:pt idx="2757">
                  <c:v>42286</c:v>
                </c:pt>
                <c:pt idx="2758">
                  <c:v>42285</c:v>
                </c:pt>
                <c:pt idx="2759">
                  <c:v>42284</c:v>
                </c:pt>
                <c:pt idx="2760">
                  <c:v>42283</c:v>
                </c:pt>
                <c:pt idx="2761">
                  <c:v>42282</c:v>
                </c:pt>
                <c:pt idx="2762">
                  <c:v>42279</c:v>
                </c:pt>
                <c:pt idx="2763">
                  <c:v>42278</c:v>
                </c:pt>
                <c:pt idx="2764">
                  <c:v>42277</c:v>
                </c:pt>
                <c:pt idx="2765">
                  <c:v>42276</c:v>
                </c:pt>
                <c:pt idx="2766">
                  <c:v>42275</c:v>
                </c:pt>
                <c:pt idx="2767">
                  <c:v>42272</c:v>
                </c:pt>
                <c:pt idx="2768">
                  <c:v>42271</c:v>
                </c:pt>
                <c:pt idx="2769">
                  <c:v>42270</c:v>
                </c:pt>
                <c:pt idx="2770">
                  <c:v>42269</c:v>
                </c:pt>
                <c:pt idx="2771">
                  <c:v>42268</c:v>
                </c:pt>
                <c:pt idx="2772">
                  <c:v>42265</c:v>
                </c:pt>
                <c:pt idx="2773">
                  <c:v>42264</c:v>
                </c:pt>
                <c:pt idx="2774">
                  <c:v>42263</c:v>
                </c:pt>
                <c:pt idx="2775">
                  <c:v>42262</c:v>
                </c:pt>
                <c:pt idx="2776">
                  <c:v>42261</c:v>
                </c:pt>
                <c:pt idx="2777">
                  <c:v>42258</c:v>
                </c:pt>
                <c:pt idx="2778">
                  <c:v>42257</c:v>
                </c:pt>
                <c:pt idx="2779">
                  <c:v>42256</c:v>
                </c:pt>
                <c:pt idx="2780">
                  <c:v>42255</c:v>
                </c:pt>
                <c:pt idx="2781">
                  <c:v>42251</c:v>
                </c:pt>
                <c:pt idx="2782">
                  <c:v>42250</c:v>
                </c:pt>
                <c:pt idx="2783">
                  <c:v>42249</c:v>
                </c:pt>
                <c:pt idx="2784">
                  <c:v>42248</c:v>
                </c:pt>
                <c:pt idx="2785">
                  <c:v>42247</c:v>
                </c:pt>
                <c:pt idx="2786">
                  <c:v>42244</c:v>
                </c:pt>
                <c:pt idx="2787">
                  <c:v>42243</c:v>
                </c:pt>
                <c:pt idx="2788">
                  <c:v>42242</c:v>
                </c:pt>
                <c:pt idx="2789">
                  <c:v>42241</c:v>
                </c:pt>
                <c:pt idx="2790">
                  <c:v>42240</c:v>
                </c:pt>
                <c:pt idx="2791">
                  <c:v>42237</c:v>
                </c:pt>
                <c:pt idx="2792">
                  <c:v>42236</c:v>
                </c:pt>
                <c:pt idx="2793">
                  <c:v>42235</c:v>
                </c:pt>
                <c:pt idx="2794">
                  <c:v>42234</c:v>
                </c:pt>
                <c:pt idx="2795">
                  <c:v>42233</c:v>
                </c:pt>
                <c:pt idx="2796">
                  <c:v>42230</c:v>
                </c:pt>
                <c:pt idx="2797">
                  <c:v>42229</c:v>
                </c:pt>
                <c:pt idx="2798">
                  <c:v>42228</c:v>
                </c:pt>
                <c:pt idx="2799">
                  <c:v>42227</c:v>
                </c:pt>
                <c:pt idx="2800">
                  <c:v>42226</c:v>
                </c:pt>
                <c:pt idx="2801">
                  <c:v>42223</c:v>
                </c:pt>
                <c:pt idx="2802">
                  <c:v>42222</c:v>
                </c:pt>
                <c:pt idx="2803">
                  <c:v>42221</c:v>
                </c:pt>
                <c:pt idx="2804">
                  <c:v>42220</c:v>
                </c:pt>
                <c:pt idx="2805">
                  <c:v>42219</c:v>
                </c:pt>
                <c:pt idx="2806">
                  <c:v>42216</c:v>
                </c:pt>
                <c:pt idx="2807">
                  <c:v>42215</c:v>
                </c:pt>
                <c:pt idx="2808">
                  <c:v>42214</c:v>
                </c:pt>
                <c:pt idx="2809">
                  <c:v>42213</c:v>
                </c:pt>
                <c:pt idx="2810">
                  <c:v>42212</c:v>
                </c:pt>
                <c:pt idx="2811">
                  <c:v>42209</c:v>
                </c:pt>
                <c:pt idx="2812">
                  <c:v>42208</c:v>
                </c:pt>
                <c:pt idx="2813">
                  <c:v>42207</c:v>
                </c:pt>
                <c:pt idx="2814">
                  <c:v>42206</c:v>
                </c:pt>
                <c:pt idx="2815">
                  <c:v>42205</c:v>
                </c:pt>
                <c:pt idx="2816">
                  <c:v>42202</c:v>
                </c:pt>
                <c:pt idx="2817">
                  <c:v>42201</c:v>
                </c:pt>
                <c:pt idx="2818">
                  <c:v>42200</c:v>
                </c:pt>
                <c:pt idx="2819">
                  <c:v>42199</c:v>
                </c:pt>
                <c:pt idx="2820">
                  <c:v>42198</c:v>
                </c:pt>
                <c:pt idx="2821">
                  <c:v>42195</c:v>
                </c:pt>
                <c:pt idx="2822">
                  <c:v>42194</c:v>
                </c:pt>
                <c:pt idx="2823">
                  <c:v>42193</c:v>
                </c:pt>
                <c:pt idx="2824">
                  <c:v>42192</c:v>
                </c:pt>
                <c:pt idx="2825">
                  <c:v>42191</c:v>
                </c:pt>
                <c:pt idx="2826">
                  <c:v>42187</c:v>
                </c:pt>
                <c:pt idx="2827">
                  <c:v>42186</c:v>
                </c:pt>
                <c:pt idx="2828">
                  <c:v>42185</c:v>
                </c:pt>
                <c:pt idx="2829">
                  <c:v>42184</c:v>
                </c:pt>
                <c:pt idx="2830">
                  <c:v>42181</c:v>
                </c:pt>
                <c:pt idx="2831">
                  <c:v>42180</c:v>
                </c:pt>
                <c:pt idx="2832">
                  <c:v>42179</c:v>
                </c:pt>
                <c:pt idx="2833">
                  <c:v>42178</c:v>
                </c:pt>
                <c:pt idx="2834">
                  <c:v>42177</c:v>
                </c:pt>
                <c:pt idx="2835">
                  <c:v>42174</c:v>
                </c:pt>
                <c:pt idx="2836">
                  <c:v>42173</c:v>
                </c:pt>
                <c:pt idx="2837">
                  <c:v>42172</c:v>
                </c:pt>
                <c:pt idx="2838">
                  <c:v>42171</c:v>
                </c:pt>
                <c:pt idx="2839">
                  <c:v>42170</c:v>
                </c:pt>
                <c:pt idx="2840">
                  <c:v>42167</c:v>
                </c:pt>
                <c:pt idx="2841">
                  <c:v>42166</c:v>
                </c:pt>
                <c:pt idx="2842">
                  <c:v>42165</c:v>
                </c:pt>
                <c:pt idx="2843">
                  <c:v>42164</c:v>
                </c:pt>
                <c:pt idx="2844">
                  <c:v>42163</c:v>
                </c:pt>
                <c:pt idx="2845">
                  <c:v>42160</c:v>
                </c:pt>
                <c:pt idx="2846">
                  <c:v>42159</c:v>
                </c:pt>
                <c:pt idx="2847">
                  <c:v>42158</c:v>
                </c:pt>
                <c:pt idx="2848">
                  <c:v>42157</c:v>
                </c:pt>
                <c:pt idx="2849">
                  <c:v>42156</c:v>
                </c:pt>
                <c:pt idx="2850">
                  <c:v>42153</c:v>
                </c:pt>
                <c:pt idx="2851">
                  <c:v>42152</c:v>
                </c:pt>
                <c:pt idx="2852">
                  <c:v>42151</c:v>
                </c:pt>
                <c:pt idx="2853">
                  <c:v>42150</c:v>
                </c:pt>
                <c:pt idx="2854">
                  <c:v>42146</c:v>
                </c:pt>
                <c:pt idx="2855">
                  <c:v>42145</c:v>
                </c:pt>
                <c:pt idx="2856">
                  <c:v>42144</c:v>
                </c:pt>
                <c:pt idx="2857">
                  <c:v>42143</c:v>
                </c:pt>
                <c:pt idx="2858">
                  <c:v>42142</c:v>
                </c:pt>
                <c:pt idx="2859">
                  <c:v>42139</c:v>
                </c:pt>
                <c:pt idx="2860">
                  <c:v>42138</c:v>
                </c:pt>
                <c:pt idx="2861">
                  <c:v>42137</c:v>
                </c:pt>
                <c:pt idx="2862">
                  <c:v>42136</c:v>
                </c:pt>
                <c:pt idx="2863">
                  <c:v>42135</c:v>
                </c:pt>
                <c:pt idx="2864">
                  <c:v>42132</c:v>
                </c:pt>
                <c:pt idx="2865">
                  <c:v>42131</c:v>
                </c:pt>
                <c:pt idx="2866">
                  <c:v>42130</c:v>
                </c:pt>
                <c:pt idx="2867">
                  <c:v>42129</c:v>
                </c:pt>
                <c:pt idx="2868">
                  <c:v>42128</c:v>
                </c:pt>
                <c:pt idx="2869">
                  <c:v>42125</c:v>
                </c:pt>
                <c:pt idx="2870">
                  <c:v>42124</c:v>
                </c:pt>
                <c:pt idx="2871">
                  <c:v>42123</c:v>
                </c:pt>
                <c:pt idx="2872">
                  <c:v>42122</c:v>
                </c:pt>
                <c:pt idx="2873">
                  <c:v>42121</c:v>
                </c:pt>
                <c:pt idx="2874">
                  <c:v>42118</c:v>
                </c:pt>
                <c:pt idx="2875">
                  <c:v>42117</c:v>
                </c:pt>
                <c:pt idx="2876">
                  <c:v>42116</c:v>
                </c:pt>
                <c:pt idx="2877">
                  <c:v>42115</c:v>
                </c:pt>
                <c:pt idx="2878">
                  <c:v>42114</c:v>
                </c:pt>
                <c:pt idx="2879">
                  <c:v>42111</c:v>
                </c:pt>
                <c:pt idx="2880">
                  <c:v>42110</c:v>
                </c:pt>
                <c:pt idx="2881">
                  <c:v>42109</c:v>
                </c:pt>
                <c:pt idx="2882">
                  <c:v>42108</c:v>
                </c:pt>
                <c:pt idx="2883">
                  <c:v>42107</c:v>
                </c:pt>
                <c:pt idx="2884">
                  <c:v>42104</c:v>
                </c:pt>
                <c:pt idx="2885">
                  <c:v>42103</c:v>
                </c:pt>
                <c:pt idx="2886">
                  <c:v>42102</c:v>
                </c:pt>
                <c:pt idx="2887">
                  <c:v>42101</c:v>
                </c:pt>
                <c:pt idx="2888">
                  <c:v>42100</c:v>
                </c:pt>
                <c:pt idx="2889">
                  <c:v>42096</c:v>
                </c:pt>
                <c:pt idx="2890">
                  <c:v>42095</c:v>
                </c:pt>
                <c:pt idx="2891">
                  <c:v>42094</c:v>
                </c:pt>
                <c:pt idx="2892">
                  <c:v>42093</c:v>
                </c:pt>
                <c:pt idx="2893">
                  <c:v>42090</c:v>
                </c:pt>
                <c:pt idx="2894">
                  <c:v>42089</c:v>
                </c:pt>
                <c:pt idx="2895">
                  <c:v>42088</c:v>
                </c:pt>
                <c:pt idx="2896">
                  <c:v>42087</c:v>
                </c:pt>
                <c:pt idx="2897">
                  <c:v>42086</c:v>
                </c:pt>
                <c:pt idx="2898">
                  <c:v>42083</c:v>
                </c:pt>
                <c:pt idx="2899">
                  <c:v>42082</c:v>
                </c:pt>
                <c:pt idx="2900">
                  <c:v>42081</c:v>
                </c:pt>
                <c:pt idx="2901">
                  <c:v>42080</c:v>
                </c:pt>
                <c:pt idx="2902">
                  <c:v>42079</c:v>
                </c:pt>
                <c:pt idx="2903">
                  <c:v>42076</c:v>
                </c:pt>
                <c:pt idx="2904">
                  <c:v>42075</c:v>
                </c:pt>
                <c:pt idx="2905">
                  <c:v>42074</c:v>
                </c:pt>
                <c:pt idx="2906">
                  <c:v>42073</c:v>
                </c:pt>
                <c:pt idx="2907">
                  <c:v>42072</c:v>
                </c:pt>
                <c:pt idx="2908">
                  <c:v>42069</c:v>
                </c:pt>
                <c:pt idx="2909">
                  <c:v>42068</c:v>
                </c:pt>
                <c:pt idx="2910">
                  <c:v>42067</c:v>
                </c:pt>
                <c:pt idx="2911">
                  <c:v>42066</c:v>
                </c:pt>
                <c:pt idx="2912">
                  <c:v>42065</c:v>
                </c:pt>
                <c:pt idx="2913">
                  <c:v>42062</c:v>
                </c:pt>
                <c:pt idx="2914">
                  <c:v>42061</c:v>
                </c:pt>
                <c:pt idx="2915">
                  <c:v>42060</c:v>
                </c:pt>
                <c:pt idx="2916">
                  <c:v>42059</c:v>
                </c:pt>
                <c:pt idx="2917">
                  <c:v>42058</c:v>
                </c:pt>
                <c:pt idx="2918">
                  <c:v>42055</c:v>
                </c:pt>
                <c:pt idx="2919">
                  <c:v>42054</c:v>
                </c:pt>
                <c:pt idx="2920">
                  <c:v>42053</c:v>
                </c:pt>
                <c:pt idx="2921">
                  <c:v>42052</c:v>
                </c:pt>
                <c:pt idx="2922">
                  <c:v>42048</c:v>
                </c:pt>
                <c:pt idx="2923">
                  <c:v>42047</c:v>
                </c:pt>
                <c:pt idx="2924">
                  <c:v>42046</c:v>
                </c:pt>
                <c:pt idx="2925">
                  <c:v>42045</c:v>
                </c:pt>
                <c:pt idx="2926">
                  <c:v>42044</c:v>
                </c:pt>
                <c:pt idx="2927">
                  <c:v>42041</c:v>
                </c:pt>
                <c:pt idx="2928">
                  <c:v>42040</c:v>
                </c:pt>
                <c:pt idx="2929">
                  <c:v>42039</c:v>
                </c:pt>
                <c:pt idx="2930">
                  <c:v>42038</c:v>
                </c:pt>
                <c:pt idx="2931">
                  <c:v>42037</c:v>
                </c:pt>
                <c:pt idx="2932">
                  <c:v>42034</c:v>
                </c:pt>
                <c:pt idx="2933">
                  <c:v>42033</c:v>
                </c:pt>
                <c:pt idx="2934">
                  <c:v>42032</c:v>
                </c:pt>
                <c:pt idx="2935">
                  <c:v>42031</c:v>
                </c:pt>
                <c:pt idx="2936">
                  <c:v>42030</c:v>
                </c:pt>
                <c:pt idx="2937">
                  <c:v>42027</c:v>
                </c:pt>
                <c:pt idx="2938">
                  <c:v>42026</c:v>
                </c:pt>
                <c:pt idx="2939">
                  <c:v>42025</c:v>
                </c:pt>
                <c:pt idx="2940">
                  <c:v>42024</c:v>
                </c:pt>
                <c:pt idx="2941">
                  <c:v>42020</c:v>
                </c:pt>
                <c:pt idx="2942">
                  <c:v>42019</c:v>
                </c:pt>
                <c:pt idx="2943">
                  <c:v>42018</c:v>
                </c:pt>
                <c:pt idx="2944">
                  <c:v>42017</c:v>
                </c:pt>
                <c:pt idx="2945">
                  <c:v>42016</c:v>
                </c:pt>
                <c:pt idx="2946">
                  <c:v>42013</c:v>
                </c:pt>
                <c:pt idx="2947">
                  <c:v>42012</c:v>
                </c:pt>
                <c:pt idx="2948">
                  <c:v>42011</c:v>
                </c:pt>
                <c:pt idx="2949">
                  <c:v>42010</c:v>
                </c:pt>
                <c:pt idx="2950">
                  <c:v>42009</c:v>
                </c:pt>
                <c:pt idx="2951">
                  <c:v>42006</c:v>
                </c:pt>
                <c:pt idx="2952">
                  <c:v>42004</c:v>
                </c:pt>
                <c:pt idx="2953">
                  <c:v>42003</c:v>
                </c:pt>
                <c:pt idx="2954">
                  <c:v>42002</c:v>
                </c:pt>
                <c:pt idx="2955">
                  <c:v>41999</c:v>
                </c:pt>
                <c:pt idx="2956">
                  <c:v>41997</c:v>
                </c:pt>
                <c:pt idx="2957">
                  <c:v>41996</c:v>
                </c:pt>
                <c:pt idx="2958">
                  <c:v>41995</c:v>
                </c:pt>
                <c:pt idx="2959">
                  <c:v>41992</c:v>
                </c:pt>
                <c:pt idx="2960">
                  <c:v>41991</c:v>
                </c:pt>
                <c:pt idx="2961">
                  <c:v>41990</c:v>
                </c:pt>
                <c:pt idx="2962">
                  <c:v>41989</c:v>
                </c:pt>
                <c:pt idx="2963">
                  <c:v>41988</c:v>
                </c:pt>
                <c:pt idx="2964">
                  <c:v>41985</c:v>
                </c:pt>
                <c:pt idx="2965">
                  <c:v>41984</c:v>
                </c:pt>
                <c:pt idx="2966">
                  <c:v>41983</c:v>
                </c:pt>
                <c:pt idx="2967">
                  <c:v>41982</c:v>
                </c:pt>
                <c:pt idx="2968">
                  <c:v>41981</c:v>
                </c:pt>
                <c:pt idx="2969">
                  <c:v>41978</c:v>
                </c:pt>
                <c:pt idx="2970">
                  <c:v>41977</c:v>
                </c:pt>
                <c:pt idx="2971">
                  <c:v>41976</c:v>
                </c:pt>
                <c:pt idx="2972">
                  <c:v>41975</c:v>
                </c:pt>
                <c:pt idx="2973">
                  <c:v>41974</c:v>
                </c:pt>
                <c:pt idx="2974">
                  <c:v>41971</c:v>
                </c:pt>
                <c:pt idx="2975">
                  <c:v>41969</c:v>
                </c:pt>
                <c:pt idx="2976">
                  <c:v>41968</c:v>
                </c:pt>
                <c:pt idx="2977">
                  <c:v>41967</c:v>
                </c:pt>
                <c:pt idx="2978">
                  <c:v>41964</c:v>
                </c:pt>
                <c:pt idx="2979">
                  <c:v>41963</c:v>
                </c:pt>
                <c:pt idx="2980">
                  <c:v>41962</c:v>
                </c:pt>
                <c:pt idx="2981">
                  <c:v>41961</c:v>
                </c:pt>
                <c:pt idx="2982">
                  <c:v>41960</c:v>
                </c:pt>
                <c:pt idx="2983">
                  <c:v>41957</c:v>
                </c:pt>
                <c:pt idx="2984">
                  <c:v>41956</c:v>
                </c:pt>
                <c:pt idx="2985">
                  <c:v>41955</c:v>
                </c:pt>
                <c:pt idx="2986">
                  <c:v>41954</c:v>
                </c:pt>
                <c:pt idx="2987">
                  <c:v>41953</c:v>
                </c:pt>
                <c:pt idx="2988">
                  <c:v>41950</c:v>
                </c:pt>
                <c:pt idx="2989">
                  <c:v>41949</c:v>
                </c:pt>
                <c:pt idx="2990">
                  <c:v>41948</c:v>
                </c:pt>
                <c:pt idx="2991">
                  <c:v>41947</c:v>
                </c:pt>
                <c:pt idx="2992">
                  <c:v>41946</c:v>
                </c:pt>
                <c:pt idx="2993">
                  <c:v>41943</c:v>
                </c:pt>
                <c:pt idx="2994">
                  <c:v>41942</c:v>
                </c:pt>
                <c:pt idx="2995">
                  <c:v>41941</c:v>
                </c:pt>
                <c:pt idx="2996">
                  <c:v>41940</c:v>
                </c:pt>
                <c:pt idx="2997">
                  <c:v>41939</c:v>
                </c:pt>
                <c:pt idx="2998">
                  <c:v>41936</c:v>
                </c:pt>
                <c:pt idx="2999">
                  <c:v>41935</c:v>
                </c:pt>
                <c:pt idx="3000">
                  <c:v>41934</c:v>
                </c:pt>
                <c:pt idx="3001">
                  <c:v>41933</c:v>
                </c:pt>
                <c:pt idx="3002">
                  <c:v>41932</c:v>
                </c:pt>
                <c:pt idx="3003">
                  <c:v>41929</c:v>
                </c:pt>
                <c:pt idx="3004">
                  <c:v>41928</c:v>
                </c:pt>
                <c:pt idx="3005">
                  <c:v>41927</c:v>
                </c:pt>
                <c:pt idx="3006">
                  <c:v>41926</c:v>
                </c:pt>
                <c:pt idx="3007">
                  <c:v>41925</c:v>
                </c:pt>
                <c:pt idx="3008">
                  <c:v>41922</c:v>
                </c:pt>
                <c:pt idx="3009">
                  <c:v>41921</c:v>
                </c:pt>
                <c:pt idx="3010">
                  <c:v>41920</c:v>
                </c:pt>
                <c:pt idx="3011">
                  <c:v>41919</c:v>
                </c:pt>
                <c:pt idx="3012">
                  <c:v>41918</c:v>
                </c:pt>
                <c:pt idx="3013">
                  <c:v>41915</c:v>
                </c:pt>
                <c:pt idx="3014">
                  <c:v>41914</c:v>
                </c:pt>
                <c:pt idx="3015">
                  <c:v>41913</c:v>
                </c:pt>
                <c:pt idx="3016">
                  <c:v>41912</c:v>
                </c:pt>
                <c:pt idx="3017">
                  <c:v>41911</c:v>
                </c:pt>
                <c:pt idx="3018">
                  <c:v>41908</c:v>
                </c:pt>
                <c:pt idx="3019">
                  <c:v>41907</c:v>
                </c:pt>
                <c:pt idx="3020">
                  <c:v>41906</c:v>
                </c:pt>
                <c:pt idx="3021">
                  <c:v>41905</c:v>
                </c:pt>
                <c:pt idx="3022">
                  <c:v>41904</c:v>
                </c:pt>
                <c:pt idx="3023">
                  <c:v>41901</c:v>
                </c:pt>
                <c:pt idx="3024">
                  <c:v>41900</c:v>
                </c:pt>
                <c:pt idx="3025">
                  <c:v>41899</c:v>
                </c:pt>
                <c:pt idx="3026">
                  <c:v>41898</c:v>
                </c:pt>
                <c:pt idx="3027">
                  <c:v>41897</c:v>
                </c:pt>
                <c:pt idx="3028">
                  <c:v>41894</c:v>
                </c:pt>
                <c:pt idx="3029">
                  <c:v>41893</c:v>
                </c:pt>
                <c:pt idx="3030">
                  <c:v>41892</c:v>
                </c:pt>
                <c:pt idx="3031">
                  <c:v>41891</c:v>
                </c:pt>
                <c:pt idx="3032">
                  <c:v>41890</c:v>
                </c:pt>
                <c:pt idx="3033">
                  <c:v>41887</c:v>
                </c:pt>
                <c:pt idx="3034">
                  <c:v>41886</c:v>
                </c:pt>
                <c:pt idx="3035">
                  <c:v>41885</c:v>
                </c:pt>
                <c:pt idx="3036">
                  <c:v>41884</c:v>
                </c:pt>
                <c:pt idx="3037">
                  <c:v>41880</c:v>
                </c:pt>
                <c:pt idx="3038">
                  <c:v>41879</c:v>
                </c:pt>
                <c:pt idx="3039">
                  <c:v>41878</c:v>
                </c:pt>
                <c:pt idx="3040">
                  <c:v>41877</c:v>
                </c:pt>
                <c:pt idx="3041">
                  <c:v>41876</c:v>
                </c:pt>
                <c:pt idx="3042">
                  <c:v>41873</c:v>
                </c:pt>
                <c:pt idx="3043">
                  <c:v>41872</c:v>
                </c:pt>
                <c:pt idx="3044">
                  <c:v>41871</c:v>
                </c:pt>
                <c:pt idx="3045">
                  <c:v>41870</c:v>
                </c:pt>
                <c:pt idx="3046">
                  <c:v>41869</c:v>
                </c:pt>
                <c:pt idx="3047">
                  <c:v>41866</c:v>
                </c:pt>
                <c:pt idx="3048">
                  <c:v>41865</c:v>
                </c:pt>
                <c:pt idx="3049">
                  <c:v>41864</c:v>
                </c:pt>
                <c:pt idx="3050">
                  <c:v>41863</c:v>
                </c:pt>
                <c:pt idx="3051">
                  <c:v>41862</c:v>
                </c:pt>
                <c:pt idx="3052">
                  <c:v>41859</c:v>
                </c:pt>
                <c:pt idx="3053">
                  <c:v>41858</c:v>
                </c:pt>
                <c:pt idx="3054">
                  <c:v>41857</c:v>
                </c:pt>
                <c:pt idx="3055">
                  <c:v>41856</c:v>
                </c:pt>
                <c:pt idx="3056">
                  <c:v>41855</c:v>
                </c:pt>
                <c:pt idx="3057">
                  <c:v>41852</c:v>
                </c:pt>
                <c:pt idx="3058">
                  <c:v>41851</c:v>
                </c:pt>
                <c:pt idx="3059">
                  <c:v>41850</c:v>
                </c:pt>
                <c:pt idx="3060">
                  <c:v>41849</c:v>
                </c:pt>
                <c:pt idx="3061">
                  <c:v>41848</c:v>
                </c:pt>
                <c:pt idx="3062">
                  <c:v>41845</c:v>
                </c:pt>
                <c:pt idx="3063">
                  <c:v>41844</c:v>
                </c:pt>
                <c:pt idx="3064">
                  <c:v>41843</c:v>
                </c:pt>
                <c:pt idx="3065">
                  <c:v>41842</c:v>
                </c:pt>
                <c:pt idx="3066">
                  <c:v>41841</c:v>
                </c:pt>
                <c:pt idx="3067">
                  <c:v>41838</c:v>
                </c:pt>
                <c:pt idx="3068">
                  <c:v>41837</c:v>
                </c:pt>
                <c:pt idx="3069">
                  <c:v>41836</c:v>
                </c:pt>
                <c:pt idx="3070">
                  <c:v>41835</c:v>
                </c:pt>
                <c:pt idx="3071">
                  <c:v>41834</c:v>
                </c:pt>
                <c:pt idx="3072">
                  <c:v>41831</c:v>
                </c:pt>
                <c:pt idx="3073">
                  <c:v>41830</c:v>
                </c:pt>
                <c:pt idx="3074">
                  <c:v>41829</c:v>
                </c:pt>
                <c:pt idx="3075">
                  <c:v>41828</c:v>
                </c:pt>
                <c:pt idx="3076">
                  <c:v>41827</c:v>
                </c:pt>
                <c:pt idx="3077">
                  <c:v>41823</c:v>
                </c:pt>
                <c:pt idx="3078">
                  <c:v>41822</c:v>
                </c:pt>
                <c:pt idx="3079">
                  <c:v>41821</c:v>
                </c:pt>
                <c:pt idx="3080">
                  <c:v>41820</c:v>
                </c:pt>
                <c:pt idx="3081">
                  <c:v>41817</c:v>
                </c:pt>
                <c:pt idx="3082">
                  <c:v>41816</c:v>
                </c:pt>
                <c:pt idx="3083">
                  <c:v>41815</c:v>
                </c:pt>
                <c:pt idx="3084">
                  <c:v>41814</c:v>
                </c:pt>
                <c:pt idx="3085">
                  <c:v>41813</c:v>
                </c:pt>
                <c:pt idx="3086">
                  <c:v>41810</c:v>
                </c:pt>
                <c:pt idx="3087">
                  <c:v>41809</c:v>
                </c:pt>
                <c:pt idx="3088">
                  <c:v>41808</c:v>
                </c:pt>
                <c:pt idx="3089">
                  <c:v>41807</c:v>
                </c:pt>
                <c:pt idx="3090">
                  <c:v>41806</c:v>
                </c:pt>
                <c:pt idx="3091">
                  <c:v>41803</c:v>
                </c:pt>
                <c:pt idx="3092">
                  <c:v>41802</c:v>
                </c:pt>
                <c:pt idx="3093">
                  <c:v>41801</c:v>
                </c:pt>
                <c:pt idx="3094">
                  <c:v>41800</c:v>
                </c:pt>
                <c:pt idx="3095">
                  <c:v>41799</c:v>
                </c:pt>
                <c:pt idx="3096">
                  <c:v>41796</c:v>
                </c:pt>
                <c:pt idx="3097">
                  <c:v>41795</c:v>
                </c:pt>
                <c:pt idx="3098">
                  <c:v>41794</c:v>
                </c:pt>
                <c:pt idx="3099">
                  <c:v>41793</c:v>
                </c:pt>
                <c:pt idx="3100">
                  <c:v>41792</c:v>
                </c:pt>
                <c:pt idx="3101">
                  <c:v>41789</c:v>
                </c:pt>
                <c:pt idx="3102">
                  <c:v>41788</c:v>
                </c:pt>
                <c:pt idx="3103">
                  <c:v>41787</c:v>
                </c:pt>
                <c:pt idx="3104">
                  <c:v>41786</c:v>
                </c:pt>
                <c:pt idx="3105">
                  <c:v>41782</c:v>
                </c:pt>
                <c:pt idx="3106">
                  <c:v>41781</c:v>
                </c:pt>
                <c:pt idx="3107">
                  <c:v>41780</c:v>
                </c:pt>
                <c:pt idx="3108">
                  <c:v>41779</c:v>
                </c:pt>
                <c:pt idx="3109">
                  <c:v>41778</c:v>
                </c:pt>
                <c:pt idx="3110">
                  <c:v>41775</c:v>
                </c:pt>
                <c:pt idx="3111">
                  <c:v>41774</c:v>
                </c:pt>
                <c:pt idx="3112">
                  <c:v>41773</c:v>
                </c:pt>
                <c:pt idx="3113">
                  <c:v>41772</c:v>
                </c:pt>
                <c:pt idx="3114">
                  <c:v>41771</c:v>
                </c:pt>
                <c:pt idx="3115">
                  <c:v>41768</c:v>
                </c:pt>
                <c:pt idx="3116">
                  <c:v>41767</c:v>
                </c:pt>
                <c:pt idx="3117">
                  <c:v>41766</c:v>
                </c:pt>
                <c:pt idx="3118">
                  <c:v>41765</c:v>
                </c:pt>
                <c:pt idx="3119">
                  <c:v>41764</c:v>
                </c:pt>
                <c:pt idx="3120">
                  <c:v>41761</c:v>
                </c:pt>
                <c:pt idx="3121">
                  <c:v>41760</c:v>
                </c:pt>
                <c:pt idx="3122">
                  <c:v>41759</c:v>
                </c:pt>
                <c:pt idx="3123">
                  <c:v>41758</c:v>
                </c:pt>
                <c:pt idx="3124">
                  <c:v>41757</c:v>
                </c:pt>
                <c:pt idx="3125">
                  <c:v>41754</c:v>
                </c:pt>
                <c:pt idx="3126">
                  <c:v>41753</c:v>
                </c:pt>
                <c:pt idx="3127">
                  <c:v>41752</c:v>
                </c:pt>
                <c:pt idx="3128">
                  <c:v>41751</c:v>
                </c:pt>
                <c:pt idx="3129">
                  <c:v>41750</c:v>
                </c:pt>
                <c:pt idx="3130">
                  <c:v>41746</c:v>
                </c:pt>
                <c:pt idx="3131">
                  <c:v>41745</c:v>
                </c:pt>
                <c:pt idx="3132">
                  <c:v>41744</c:v>
                </c:pt>
                <c:pt idx="3133">
                  <c:v>41743</c:v>
                </c:pt>
                <c:pt idx="3134">
                  <c:v>41740</c:v>
                </c:pt>
                <c:pt idx="3135">
                  <c:v>41739</c:v>
                </c:pt>
                <c:pt idx="3136">
                  <c:v>41738</c:v>
                </c:pt>
                <c:pt idx="3137">
                  <c:v>41737</c:v>
                </c:pt>
                <c:pt idx="3138">
                  <c:v>41736</c:v>
                </c:pt>
                <c:pt idx="3139">
                  <c:v>41733</c:v>
                </c:pt>
                <c:pt idx="3140">
                  <c:v>41732</c:v>
                </c:pt>
                <c:pt idx="3141">
                  <c:v>41731</c:v>
                </c:pt>
                <c:pt idx="3142">
                  <c:v>41730</c:v>
                </c:pt>
                <c:pt idx="3143">
                  <c:v>41729</c:v>
                </c:pt>
                <c:pt idx="3144">
                  <c:v>41726</c:v>
                </c:pt>
                <c:pt idx="3145">
                  <c:v>41725</c:v>
                </c:pt>
                <c:pt idx="3146">
                  <c:v>41724</c:v>
                </c:pt>
                <c:pt idx="3147">
                  <c:v>41723</c:v>
                </c:pt>
                <c:pt idx="3148">
                  <c:v>41722</c:v>
                </c:pt>
                <c:pt idx="3149">
                  <c:v>41719</c:v>
                </c:pt>
                <c:pt idx="3150">
                  <c:v>41718</c:v>
                </c:pt>
                <c:pt idx="3151">
                  <c:v>41717</c:v>
                </c:pt>
                <c:pt idx="3152">
                  <c:v>41716</c:v>
                </c:pt>
                <c:pt idx="3153">
                  <c:v>41715</c:v>
                </c:pt>
                <c:pt idx="3154">
                  <c:v>41712</c:v>
                </c:pt>
                <c:pt idx="3155">
                  <c:v>41711</c:v>
                </c:pt>
                <c:pt idx="3156">
                  <c:v>41710</c:v>
                </c:pt>
                <c:pt idx="3157">
                  <c:v>41709</c:v>
                </c:pt>
                <c:pt idx="3158">
                  <c:v>41708</c:v>
                </c:pt>
                <c:pt idx="3159">
                  <c:v>41705</c:v>
                </c:pt>
                <c:pt idx="3160">
                  <c:v>41704</c:v>
                </c:pt>
                <c:pt idx="3161">
                  <c:v>41703</c:v>
                </c:pt>
                <c:pt idx="3162">
                  <c:v>41702</c:v>
                </c:pt>
                <c:pt idx="3163">
                  <c:v>41701</c:v>
                </c:pt>
                <c:pt idx="3164">
                  <c:v>41698</c:v>
                </c:pt>
                <c:pt idx="3165">
                  <c:v>41697</c:v>
                </c:pt>
                <c:pt idx="3166">
                  <c:v>41696</c:v>
                </c:pt>
                <c:pt idx="3167">
                  <c:v>41695</c:v>
                </c:pt>
                <c:pt idx="3168">
                  <c:v>41694</c:v>
                </c:pt>
                <c:pt idx="3169">
                  <c:v>41691</c:v>
                </c:pt>
                <c:pt idx="3170">
                  <c:v>41690</c:v>
                </c:pt>
                <c:pt idx="3171">
                  <c:v>41689</c:v>
                </c:pt>
                <c:pt idx="3172">
                  <c:v>41688</c:v>
                </c:pt>
                <c:pt idx="3173">
                  <c:v>41684</c:v>
                </c:pt>
                <c:pt idx="3174">
                  <c:v>41683</c:v>
                </c:pt>
                <c:pt idx="3175">
                  <c:v>41682</c:v>
                </c:pt>
                <c:pt idx="3176">
                  <c:v>41681</c:v>
                </c:pt>
                <c:pt idx="3177">
                  <c:v>41680</c:v>
                </c:pt>
                <c:pt idx="3178">
                  <c:v>41677</c:v>
                </c:pt>
                <c:pt idx="3179">
                  <c:v>41676</c:v>
                </c:pt>
                <c:pt idx="3180">
                  <c:v>41674</c:v>
                </c:pt>
                <c:pt idx="3181">
                  <c:v>41673</c:v>
                </c:pt>
                <c:pt idx="3182">
                  <c:v>41670</c:v>
                </c:pt>
                <c:pt idx="3183">
                  <c:v>41669</c:v>
                </c:pt>
                <c:pt idx="3184">
                  <c:v>41668</c:v>
                </c:pt>
                <c:pt idx="3185">
                  <c:v>41667</c:v>
                </c:pt>
                <c:pt idx="3186">
                  <c:v>41666</c:v>
                </c:pt>
                <c:pt idx="3187">
                  <c:v>41663</c:v>
                </c:pt>
                <c:pt idx="3188">
                  <c:v>41662</c:v>
                </c:pt>
                <c:pt idx="3189">
                  <c:v>41661</c:v>
                </c:pt>
                <c:pt idx="3190">
                  <c:v>41660</c:v>
                </c:pt>
                <c:pt idx="3191">
                  <c:v>41656</c:v>
                </c:pt>
                <c:pt idx="3192">
                  <c:v>41655</c:v>
                </c:pt>
                <c:pt idx="3193">
                  <c:v>41654</c:v>
                </c:pt>
                <c:pt idx="3194">
                  <c:v>41653</c:v>
                </c:pt>
                <c:pt idx="3195">
                  <c:v>41652</c:v>
                </c:pt>
                <c:pt idx="3196">
                  <c:v>41649</c:v>
                </c:pt>
                <c:pt idx="3197">
                  <c:v>41648</c:v>
                </c:pt>
                <c:pt idx="3198">
                  <c:v>41647</c:v>
                </c:pt>
                <c:pt idx="3199">
                  <c:v>41646</c:v>
                </c:pt>
                <c:pt idx="3200">
                  <c:v>41645</c:v>
                </c:pt>
                <c:pt idx="3201">
                  <c:v>41642</c:v>
                </c:pt>
                <c:pt idx="3202">
                  <c:v>41641</c:v>
                </c:pt>
                <c:pt idx="3203">
                  <c:v>41639</c:v>
                </c:pt>
                <c:pt idx="3204">
                  <c:v>41638</c:v>
                </c:pt>
                <c:pt idx="3205">
                  <c:v>41635</c:v>
                </c:pt>
                <c:pt idx="3206">
                  <c:v>41634</c:v>
                </c:pt>
                <c:pt idx="3207">
                  <c:v>41632</c:v>
                </c:pt>
                <c:pt idx="3208">
                  <c:v>41631</c:v>
                </c:pt>
                <c:pt idx="3209">
                  <c:v>41628</c:v>
                </c:pt>
                <c:pt idx="3210">
                  <c:v>41627</c:v>
                </c:pt>
                <c:pt idx="3211">
                  <c:v>41626</c:v>
                </c:pt>
                <c:pt idx="3212">
                  <c:v>41625</c:v>
                </c:pt>
                <c:pt idx="3213">
                  <c:v>41624</c:v>
                </c:pt>
                <c:pt idx="3214">
                  <c:v>41621</c:v>
                </c:pt>
                <c:pt idx="3215">
                  <c:v>41620</c:v>
                </c:pt>
                <c:pt idx="3216">
                  <c:v>41619</c:v>
                </c:pt>
                <c:pt idx="3217">
                  <c:v>41618</c:v>
                </c:pt>
                <c:pt idx="3218">
                  <c:v>41617</c:v>
                </c:pt>
                <c:pt idx="3219">
                  <c:v>41614</c:v>
                </c:pt>
                <c:pt idx="3220">
                  <c:v>41613</c:v>
                </c:pt>
                <c:pt idx="3221">
                  <c:v>41612</c:v>
                </c:pt>
                <c:pt idx="3222">
                  <c:v>41611</c:v>
                </c:pt>
                <c:pt idx="3223">
                  <c:v>41610</c:v>
                </c:pt>
                <c:pt idx="3224">
                  <c:v>41607</c:v>
                </c:pt>
                <c:pt idx="3225">
                  <c:v>41605</c:v>
                </c:pt>
                <c:pt idx="3226">
                  <c:v>41604</c:v>
                </c:pt>
                <c:pt idx="3227">
                  <c:v>41603</c:v>
                </c:pt>
                <c:pt idx="3228">
                  <c:v>41600</c:v>
                </c:pt>
                <c:pt idx="3229">
                  <c:v>41599</c:v>
                </c:pt>
                <c:pt idx="3230">
                  <c:v>41598</c:v>
                </c:pt>
                <c:pt idx="3231">
                  <c:v>41597</c:v>
                </c:pt>
                <c:pt idx="3232">
                  <c:v>41596</c:v>
                </c:pt>
                <c:pt idx="3233">
                  <c:v>41593</c:v>
                </c:pt>
                <c:pt idx="3234">
                  <c:v>41592</c:v>
                </c:pt>
                <c:pt idx="3235">
                  <c:v>41591</c:v>
                </c:pt>
                <c:pt idx="3236">
                  <c:v>41590</c:v>
                </c:pt>
                <c:pt idx="3237">
                  <c:v>41589</c:v>
                </c:pt>
                <c:pt idx="3238">
                  <c:v>41586</c:v>
                </c:pt>
                <c:pt idx="3239">
                  <c:v>41585</c:v>
                </c:pt>
                <c:pt idx="3240">
                  <c:v>41584</c:v>
                </c:pt>
                <c:pt idx="3241">
                  <c:v>41583</c:v>
                </c:pt>
                <c:pt idx="3242">
                  <c:v>41582</c:v>
                </c:pt>
                <c:pt idx="3243">
                  <c:v>41579</c:v>
                </c:pt>
                <c:pt idx="3244">
                  <c:v>41578</c:v>
                </c:pt>
                <c:pt idx="3245">
                  <c:v>41577</c:v>
                </c:pt>
                <c:pt idx="3246">
                  <c:v>41576</c:v>
                </c:pt>
                <c:pt idx="3247">
                  <c:v>41575</c:v>
                </c:pt>
                <c:pt idx="3248">
                  <c:v>41572</c:v>
                </c:pt>
                <c:pt idx="3249">
                  <c:v>41571</c:v>
                </c:pt>
                <c:pt idx="3250">
                  <c:v>41570</c:v>
                </c:pt>
                <c:pt idx="3251">
                  <c:v>41569</c:v>
                </c:pt>
                <c:pt idx="3252">
                  <c:v>41568</c:v>
                </c:pt>
                <c:pt idx="3253">
                  <c:v>41565</c:v>
                </c:pt>
                <c:pt idx="3254">
                  <c:v>41564</c:v>
                </c:pt>
                <c:pt idx="3255">
                  <c:v>41563</c:v>
                </c:pt>
                <c:pt idx="3256">
                  <c:v>41562</c:v>
                </c:pt>
                <c:pt idx="3257">
                  <c:v>41561</c:v>
                </c:pt>
                <c:pt idx="3258">
                  <c:v>41558</c:v>
                </c:pt>
                <c:pt idx="3259">
                  <c:v>41557</c:v>
                </c:pt>
                <c:pt idx="3260">
                  <c:v>41556</c:v>
                </c:pt>
                <c:pt idx="3261">
                  <c:v>41555</c:v>
                </c:pt>
                <c:pt idx="3262">
                  <c:v>41554</c:v>
                </c:pt>
                <c:pt idx="3263">
                  <c:v>41551</c:v>
                </c:pt>
                <c:pt idx="3264">
                  <c:v>41550</c:v>
                </c:pt>
                <c:pt idx="3265">
                  <c:v>41549</c:v>
                </c:pt>
                <c:pt idx="3266">
                  <c:v>41548</c:v>
                </c:pt>
                <c:pt idx="3267">
                  <c:v>41547</c:v>
                </c:pt>
                <c:pt idx="3268">
                  <c:v>41544</c:v>
                </c:pt>
                <c:pt idx="3269">
                  <c:v>41543</c:v>
                </c:pt>
                <c:pt idx="3270">
                  <c:v>41542</c:v>
                </c:pt>
                <c:pt idx="3271">
                  <c:v>41541</c:v>
                </c:pt>
                <c:pt idx="3272">
                  <c:v>41540</c:v>
                </c:pt>
                <c:pt idx="3273">
                  <c:v>41537</c:v>
                </c:pt>
                <c:pt idx="3274">
                  <c:v>41536</c:v>
                </c:pt>
                <c:pt idx="3275">
                  <c:v>41535</c:v>
                </c:pt>
                <c:pt idx="3276">
                  <c:v>41534</c:v>
                </c:pt>
                <c:pt idx="3277">
                  <c:v>41533</c:v>
                </c:pt>
                <c:pt idx="3278">
                  <c:v>41530</c:v>
                </c:pt>
                <c:pt idx="3279">
                  <c:v>41529</c:v>
                </c:pt>
                <c:pt idx="3280">
                  <c:v>41528</c:v>
                </c:pt>
                <c:pt idx="3281">
                  <c:v>41527</c:v>
                </c:pt>
                <c:pt idx="3282">
                  <c:v>41526</c:v>
                </c:pt>
                <c:pt idx="3283">
                  <c:v>41523</c:v>
                </c:pt>
                <c:pt idx="3284">
                  <c:v>41522</c:v>
                </c:pt>
                <c:pt idx="3285">
                  <c:v>41521</c:v>
                </c:pt>
                <c:pt idx="3286">
                  <c:v>41520</c:v>
                </c:pt>
                <c:pt idx="3287">
                  <c:v>41516</c:v>
                </c:pt>
                <c:pt idx="3288">
                  <c:v>41515</c:v>
                </c:pt>
                <c:pt idx="3289">
                  <c:v>41514</c:v>
                </c:pt>
                <c:pt idx="3290">
                  <c:v>41513</c:v>
                </c:pt>
                <c:pt idx="3291">
                  <c:v>41512</c:v>
                </c:pt>
                <c:pt idx="3292">
                  <c:v>41509</c:v>
                </c:pt>
                <c:pt idx="3293">
                  <c:v>41508</c:v>
                </c:pt>
                <c:pt idx="3294">
                  <c:v>41507</c:v>
                </c:pt>
                <c:pt idx="3295">
                  <c:v>41506</c:v>
                </c:pt>
                <c:pt idx="3296">
                  <c:v>41505</c:v>
                </c:pt>
                <c:pt idx="3297">
                  <c:v>41502</c:v>
                </c:pt>
                <c:pt idx="3298">
                  <c:v>41501</c:v>
                </c:pt>
                <c:pt idx="3299">
                  <c:v>41500</c:v>
                </c:pt>
                <c:pt idx="3300">
                  <c:v>41499</c:v>
                </c:pt>
                <c:pt idx="3301">
                  <c:v>41498</c:v>
                </c:pt>
                <c:pt idx="3302">
                  <c:v>41495</c:v>
                </c:pt>
                <c:pt idx="3303">
                  <c:v>41494</c:v>
                </c:pt>
                <c:pt idx="3304">
                  <c:v>41493</c:v>
                </c:pt>
                <c:pt idx="3305">
                  <c:v>41492</c:v>
                </c:pt>
                <c:pt idx="3306">
                  <c:v>41491</c:v>
                </c:pt>
                <c:pt idx="3307">
                  <c:v>41488</c:v>
                </c:pt>
                <c:pt idx="3308">
                  <c:v>41487</c:v>
                </c:pt>
                <c:pt idx="3309">
                  <c:v>41486</c:v>
                </c:pt>
                <c:pt idx="3310">
                  <c:v>41485</c:v>
                </c:pt>
                <c:pt idx="3311">
                  <c:v>41484</c:v>
                </c:pt>
                <c:pt idx="3312">
                  <c:v>41481</c:v>
                </c:pt>
                <c:pt idx="3313">
                  <c:v>41480</c:v>
                </c:pt>
                <c:pt idx="3314">
                  <c:v>41479</c:v>
                </c:pt>
                <c:pt idx="3315">
                  <c:v>41478</c:v>
                </c:pt>
                <c:pt idx="3316">
                  <c:v>41477</c:v>
                </c:pt>
                <c:pt idx="3317">
                  <c:v>41474</c:v>
                </c:pt>
                <c:pt idx="3318">
                  <c:v>41473</c:v>
                </c:pt>
                <c:pt idx="3319">
                  <c:v>41472</c:v>
                </c:pt>
                <c:pt idx="3320">
                  <c:v>41471</c:v>
                </c:pt>
                <c:pt idx="3321">
                  <c:v>41470</c:v>
                </c:pt>
                <c:pt idx="3322">
                  <c:v>41467</c:v>
                </c:pt>
                <c:pt idx="3323">
                  <c:v>41466</c:v>
                </c:pt>
                <c:pt idx="3324">
                  <c:v>41465</c:v>
                </c:pt>
                <c:pt idx="3325">
                  <c:v>41464</c:v>
                </c:pt>
                <c:pt idx="3326">
                  <c:v>41463</c:v>
                </c:pt>
                <c:pt idx="3327">
                  <c:v>41460</c:v>
                </c:pt>
                <c:pt idx="3328">
                  <c:v>41458</c:v>
                </c:pt>
                <c:pt idx="3329">
                  <c:v>41457</c:v>
                </c:pt>
                <c:pt idx="3330">
                  <c:v>41456</c:v>
                </c:pt>
                <c:pt idx="3331">
                  <c:v>41453</c:v>
                </c:pt>
                <c:pt idx="3332">
                  <c:v>41452</c:v>
                </c:pt>
                <c:pt idx="3333">
                  <c:v>41451</c:v>
                </c:pt>
                <c:pt idx="3334">
                  <c:v>41450</c:v>
                </c:pt>
                <c:pt idx="3335">
                  <c:v>41449</c:v>
                </c:pt>
                <c:pt idx="3336">
                  <c:v>41446</c:v>
                </c:pt>
                <c:pt idx="3337">
                  <c:v>41445</c:v>
                </c:pt>
                <c:pt idx="3338">
                  <c:v>41444</c:v>
                </c:pt>
                <c:pt idx="3339">
                  <c:v>41443</c:v>
                </c:pt>
                <c:pt idx="3340">
                  <c:v>41442</c:v>
                </c:pt>
                <c:pt idx="3341">
                  <c:v>41439</c:v>
                </c:pt>
                <c:pt idx="3342">
                  <c:v>41438</c:v>
                </c:pt>
                <c:pt idx="3343">
                  <c:v>41437</c:v>
                </c:pt>
                <c:pt idx="3344">
                  <c:v>41436</c:v>
                </c:pt>
                <c:pt idx="3345">
                  <c:v>41435</c:v>
                </c:pt>
                <c:pt idx="3346">
                  <c:v>41432</c:v>
                </c:pt>
                <c:pt idx="3347">
                  <c:v>41431</c:v>
                </c:pt>
                <c:pt idx="3348">
                  <c:v>41430</c:v>
                </c:pt>
                <c:pt idx="3349">
                  <c:v>41429</c:v>
                </c:pt>
                <c:pt idx="3350">
                  <c:v>41428</c:v>
                </c:pt>
                <c:pt idx="3351">
                  <c:v>41425</c:v>
                </c:pt>
                <c:pt idx="3352">
                  <c:v>41424</c:v>
                </c:pt>
                <c:pt idx="3353">
                  <c:v>41423</c:v>
                </c:pt>
                <c:pt idx="3354">
                  <c:v>41422</c:v>
                </c:pt>
                <c:pt idx="3355">
                  <c:v>41418</c:v>
                </c:pt>
                <c:pt idx="3356">
                  <c:v>41417</c:v>
                </c:pt>
                <c:pt idx="3357">
                  <c:v>41416</c:v>
                </c:pt>
                <c:pt idx="3358">
                  <c:v>41415</c:v>
                </c:pt>
                <c:pt idx="3359">
                  <c:v>41414</c:v>
                </c:pt>
                <c:pt idx="3360">
                  <c:v>41411</c:v>
                </c:pt>
                <c:pt idx="3361">
                  <c:v>41410</c:v>
                </c:pt>
                <c:pt idx="3362">
                  <c:v>41409</c:v>
                </c:pt>
                <c:pt idx="3363">
                  <c:v>41408</c:v>
                </c:pt>
                <c:pt idx="3364">
                  <c:v>41407</c:v>
                </c:pt>
                <c:pt idx="3365">
                  <c:v>41404</c:v>
                </c:pt>
                <c:pt idx="3366">
                  <c:v>41403</c:v>
                </c:pt>
                <c:pt idx="3367">
                  <c:v>41402</c:v>
                </c:pt>
                <c:pt idx="3368">
                  <c:v>41401</c:v>
                </c:pt>
                <c:pt idx="3369">
                  <c:v>41400</c:v>
                </c:pt>
                <c:pt idx="3370">
                  <c:v>41397</c:v>
                </c:pt>
                <c:pt idx="3371">
                  <c:v>41396</c:v>
                </c:pt>
                <c:pt idx="3372">
                  <c:v>41395</c:v>
                </c:pt>
                <c:pt idx="3373">
                  <c:v>41394</c:v>
                </c:pt>
                <c:pt idx="3374">
                  <c:v>41393</c:v>
                </c:pt>
                <c:pt idx="3375">
                  <c:v>41390</c:v>
                </c:pt>
                <c:pt idx="3376">
                  <c:v>41389</c:v>
                </c:pt>
                <c:pt idx="3377">
                  <c:v>41388</c:v>
                </c:pt>
                <c:pt idx="3378">
                  <c:v>41387</c:v>
                </c:pt>
                <c:pt idx="3379">
                  <c:v>41386</c:v>
                </c:pt>
                <c:pt idx="3380">
                  <c:v>41383</c:v>
                </c:pt>
                <c:pt idx="3381">
                  <c:v>41382</c:v>
                </c:pt>
                <c:pt idx="3382">
                  <c:v>41381</c:v>
                </c:pt>
                <c:pt idx="3383">
                  <c:v>41380</c:v>
                </c:pt>
                <c:pt idx="3384">
                  <c:v>41379</c:v>
                </c:pt>
                <c:pt idx="3385">
                  <c:v>41376</c:v>
                </c:pt>
                <c:pt idx="3386">
                  <c:v>41375</c:v>
                </c:pt>
                <c:pt idx="3387">
                  <c:v>41374</c:v>
                </c:pt>
                <c:pt idx="3388">
                  <c:v>41373</c:v>
                </c:pt>
                <c:pt idx="3389">
                  <c:v>41372</c:v>
                </c:pt>
                <c:pt idx="3390">
                  <c:v>41369</c:v>
                </c:pt>
                <c:pt idx="3391">
                  <c:v>41368</c:v>
                </c:pt>
                <c:pt idx="3392">
                  <c:v>41367</c:v>
                </c:pt>
                <c:pt idx="3393">
                  <c:v>41366</c:v>
                </c:pt>
                <c:pt idx="3394">
                  <c:v>41365</c:v>
                </c:pt>
                <c:pt idx="3395">
                  <c:v>41361</c:v>
                </c:pt>
                <c:pt idx="3396">
                  <c:v>41360</c:v>
                </c:pt>
                <c:pt idx="3397">
                  <c:v>41359</c:v>
                </c:pt>
                <c:pt idx="3398">
                  <c:v>41358</c:v>
                </c:pt>
                <c:pt idx="3399">
                  <c:v>41355</c:v>
                </c:pt>
                <c:pt idx="3400">
                  <c:v>41354</c:v>
                </c:pt>
                <c:pt idx="3401">
                  <c:v>41353</c:v>
                </c:pt>
                <c:pt idx="3402">
                  <c:v>41352</c:v>
                </c:pt>
                <c:pt idx="3403">
                  <c:v>41351</c:v>
                </c:pt>
                <c:pt idx="3404">
                  <c:v>41348</c:v>
                </c:pt>
                <c:pt idx="3405">
                  <c:v>41347</c:v>
                </c:pt>
                <c:pt idx="3406">
                  <c:v>41346</c:v>
                </c:pt>
                <c:pt idx="3407">
                  <c:v>41345</c:v>
                </c:pt>
                <c:pt idx="3408">
                  <c:v>41344</c:v>
                </c:pt>
                <c:pt idx="3409">
                  <c:v>41341</c:v>
                </c:pt>
                <c:pt idx="3410">
                  <c:v>41340</c:v>
                </c:pt>
                <c:pt idx="3411">
                  <c:v>41339</c:v>
                </c:pt>
                <c:pt idx="3412">
                  <c:v>41338</c:v>
                </c:pt>
                <c:pt idx="3413">
                  <c:v>41337</c:v>
                </c:pt>
                <c:pt idx="3414">
                  <c:v>41334</c:v>
                </c:pt>
                <c:pt idx="3415">
                  <c:v>41333</c:v>
                </c:pt>
                <c:pt idx="3416">
                  <c:v>41332</c:v>
                </c:pt>
                <c:pt idx="3417">
                  <c:v>41331</c:v>
                </c:pt>
                <c:pt idx="3418">
                  <c:v>41330</c:v>
                </c:pt>
                <c:pt idx="3419">
                  <c:v>41327</c:v>
                </c:pt>
                <c:pt idx="3420">
                  <c:v>41326</c:v>
                </c:pt>
                <c:pt idx="3421">
                  <c:v>41325</c:v>
                </c:pt>
                <c:pt idx="3422">
                  <c:v>41324</c:v>
                </c:pt>
                <c:pt idx="3423">
                  <c:v>41320</c:v>
                </c:pt>
                <c:pt idx="3424">
                  <c:v>41319</c:v>
                </c:pt>
                <c:pt idx="3425">
                  <c:v>41318</c:v>
                </c:pt>
                <c:pt idx="3426">
                  <c:v>41317</c:v>
                </c:pt>
                <c:pt idx="3427">
                  <c:v>41316</c:v>
                </c:pt>
                <c:pt idx="3428">
                  <c:v>41313</c:v>
                </c:pt>
                <c:pt idx="3429">
                  <c:v>41312</c:v>
                </c:pt>
                <c:pt idx="3430">
                  <c:v>41311</c:v>
                </c:pt>
                <c:pt idx="3431">
                  <c:v>41310</c:v>
                </c:pt>
                <c:pt idx="3432">
                  <c:v>41309</c:v>
                </c:pt>
                <c:pt idx="3433">
                  <c:v>41306</c:v>
                </c:pt>
                <c:pt idx="3434">
                  <c:v>41305</c:v>
                </c:pt>
                <c:pt idx="3435">
                  <c:v>41304</c:v>
                </c:pt>
                <c:pt idx="3436">
                  <c:v>41303</c:v>
                </c:pt>
                <c:pt idx="3437">
                  <c:v>41302</c:v>
                </c:pt>
                <c:pt idx="3438">
                  <c:v>41299</c:v>
                </c:pt>
                <c:pt idx="3439">
                  <c:v>41298</c:v>
                </c:pt>
                <c:pt idx="3440">
                  <c:v>41297</c:v>
                </c:pt>
                <c:pt idx="3441">
                  <c:v>41296</c:v>
                </c:pt>
                <c:pt idx="3442">
                  <c:v>41292</c:v>
                </c:pt>
                <c:pt idx="3443">
                  <c:v>41291</c:v>
                </c:pt>
                <c:pt idx="3444">
                  <c:v>41290</c:v>
                </c:pt>
                <c:pt idx="3445">
                  <c:v>41289</c:v>
                </c:pt>
                <c:pt idx="3446">
                  <c:v>41288</c:v>
                </c:pt>
                <c:pt idx="3447">
                  <c:v>41285</c:v>
                </c:pt>
                <c:pt idx="3448">
                  <c:v>41284</c:v>
                </c:pt>
                <c:pt idx="3449">
                  <c:v>41283</c:v>
                </c:pt>
                <c:pt idx="3450">
                  <c:v>41282</c:v>
                </c:pt>
                <c:pt idx="3451">
                  <c:v>41281</c:v>
                </c:pt>
                <c:pt idx="3452">
                  <c:v>41278</c:v>
                </c:pt>
                <c:pt idx="3453">
                  <c:v>41277</c:v>
                </c:pt>
                <c:pt idx="3454">
                  <c:v>41276</c:v>
                </c:pt>
                <c:pt idx="3455">
                  <c:v>41274</c:v>
                </c:pt>
                <c:pt idx="3456">
                  <c:v>41271</c:v>
                </c:pt>
                <c:pt idx="3457">
                  <c:v>41270</c:v>
                </c:pt>
                <c:pt idx="3458">
                  <c:v>41269</c:v>
                </c:pt>
                <c:pt idx="3459">
                  <c:v>41267</c:v>
                </c:pt>
                <c:pt idx="3460">
                  <c:v>41264</c:v>
                </c:pt>
                <c:pt idx="3461">
                  <c:v>41263</c:v>
                </c:pt>
                <c:pt idx="3462">
                  <c:v>41262</c:v>
                </c:pt>
                <c:pt idx="3463">
                  <c:v>41261</c:v>
                </c:pt>
                <c:pt idx="3464">
                  <c:v>41260</c:v>
                </c:pt>
                <c:pt idx="3465">
                  <c:v>41257</c:v>
                </c:pt>
                <c:pt idx="3466">
                  <c:v>41256</c:v>
                </c:pt>
                <c:pt idx="3467">
                  <c:v>41255</c:v>
                </c:pt>
                <c:pt idx="3468">
                  <c:v>41254</c:v>
                </c:pt>
                <c:pt idx="3469">
                  <c:v>41253</c:v>
                </c:pt>
                <c:pt idx="3470">
                  <c:v>41250</c:v>
                </c:pt>
                <c:pt idx="3471">
                  <c:v>41249</c:v>
                </c:pt>
                <c:pt idx="3472">
                  <c:v>41248</c:v>
                </c:pt>
                <c:pt idx="3473">
                  <c:v>41247</c:v>
                </c:pt>
                <c:pt idx="3474">
                  <c:v>41246</c:v>
                </c:pt>
                <c:pt idx="3475">
                  <c:v>41243</c:v>
                </c:pt>
                <c:pt idx="3476">
                  <c:v>41242</c:v>
                </c:pt>
                <c:pt idx="3477">
                  <c:v>41241</c:v>
                </c:pt>
                <c:pt idx="3478">
                  <c:v>41240</c:v>
                </c:pt>
                <c:pt idx="3479">
                  <c:v>41239</c:v>
                </c:pt>
                <c:pt idx="3480">
                  <c:v>41236</c:v>
                </c:pt>
                <c:pt idx="3481">
                  <c:v>41234</c:v>
                </c:pt>
                <c:pt idx="3482">
                  <c:v>41233</c:v>
                </c:pt>
                <c:pt idx="3483">
                  <c:v>41232</c:v>
                </c:pt>
                <c:pt idx="3484">
                  <c:v>41229</c:v>
                </c:pt>
                <c:pt idx="3485">
                  <c:v>41228</c:v>
                </c:pt>
                <c:pt idx="3486">
                  <c:v>41227</c:v>
                </c:pt>
                <c:pt idx="3487">
                  <c:v>41226</c:v>
                </c:pt>
                <c:pt idx="3488">
                  <c:v>41225</c:v>
                </c:pt>
                <c:pt idx="3489">
                  <c:v>41222</c:v>
                </c:pt>
                <c:pt idx="3490">
                  <c:v>41221</c:v>
                </c:pt>
                <c:pt idx="3491">
                  <c:v>41220</c:v>
                </c:pt>
                <c:pt idx="3492">
                  <c:v>41219</c:v>
                </c:pt>
                <c:pt idx="3493">
                  <c:v>41218</c:v>
                </c:pt>
                <c:pt idx="3494">
                  <c:v>41215</c:v>
                </c:pt>
                <c:pt idx="3495">
                  <c:v>41214</c:v>
                </c:pt>
                <c:pt idx="3496">
                  <c:v>41213</c:v>
                </c:pt>
                <c:pt idx="3497">
                  <c:v>41208</c:v>
                </c:pt>
                <c:pt idx="3498">
                  <c:v>41207</c:v>
                </c:pt>
                <c:pt idx="3499">
                  <c:v>41206</c:v>
                </c:pt>
                <c:pt idx="3500">
                  <c:v>41205</c:v>
                </c:pt>
                <c:pt idx="3501">
                  <c:v>41204</c:v>
                </c:pt>
                <c:pt idx="3502">
                  <c:v>41201</c:v>
                </c:pt>
                <c:pt idx="3503">
                  <c:v>41200</c:v>
                </c:pt>
                <c:pt idx="3504">
                  <c:v>41199</c:v>
                </c:pt>
                <c:pt idx="3505">
                  <c:v>41198</c:v>
                </c:pt>
                <c:pt idx="3506">
                  <c:v>41197</c:v>
                </c:pt>
                <c:pt idx="3507">
                  <c:v>41194</c:v>
                </c:pt>
                <c:pt idx="3508">
                  <c:v>41193</c:v>
                </c:pt>
                <c:pt idx="3509">
                  <c:v>41192</c:v>
                </c:pt>
                <c:pt idx="3510">
                  <c:v>41191</c:v>
                </c:pt>
                <c:pt idx="3511">
                  <c:v>41190</c:v>
                </c:pt>
                <c:pt idx="3512">
                  <c:v>41187</c:v>
                </c:pt>
                <c:pt idx="3513">
                  <c:v>41186</c:v>
                </c:pt>
                <c:pt idx="3514">
                  <c:v>41185</c:v>
                </c:pt>
                <c:pt idx="3515">
                  <c:v>41184</c:v>
                </c:pt>
                <c:pt idx="3516">
                  <c:v>41183</c:v>
                </c:pt>
                <c:pt idx="3517">
                  <c:v>41180</c:v>
                </c:pt>
                <c:pt idx="3518">
                  <c:v>41179</c:v>
                </c:pt>
                <c:pt idx="3519">
                  <c:v>41178</c:v>
                </c:pt>
                <c:pt idx="3520">
                  <c:v>41177</c:v>
                </c:pt>
                <c:pt idx="3521">
                  <c:v>41176</c:v>
                </c:pt>
                <c:pt idx="3522">
                  <c:v>41173</c:v>
                </c:pt>
                <c:pt idx="3523">
                  <c:v>41172</c:v>
                </c:pt>
                <c:pt idx="3524">
                  <c:v>41171</c:v>
                </c:pt>
                <c:pt idx="3525">
                  <c:v>41170</c:v>
                </c:pt>
                <c:pt idx="3526">
                  <c:v>41169</c:v>
                </c:pt>
                <c:pt idx="3527">
                  <c:v>41166</c:v>
                </c:pt>
                <c:pt idx="3528">
                  <c:v>41165</c:v>
                </c:pt>
                <c:pt idx="3529">
                  <c:v>41164</c:v>
                </c:pt>
                <c:pt idx="3530">
                  <c:v>41163</c:v>
                </c:pt>
                <c:pt idx="3531">
                  <c:v>41162</c:v>
                </c:pt>
                <c:pt idx="3532">
                  <c:v>41159</c:v>
                </c:pt>
                <c:pt idx="3533">
                  <c:v>41158</c:v>
                </c:pt>
                <c:pt idx="3534">
                  <c:v>41157</c:v>
                </c:pt>
                <c:pt idx="3535">
                  <c:v>41156</c:v>
                </c:pt>
                <c:pt idx="3536">
                  <c:v>41152</c:v>
                </c:pt>
                <c:pt idx="3537">
                  <c:v>41151</c:v>
                </c:pt>
                <c:pt idx="3538">
                  <c:v>41150</c:v>
                </c:pt>
                <c:pt idx="3539">
                  <c:v>41149</c:v>
                </c:pt>
                <c:pt idx="3540">
                  <c:v>41148</c:v>
                </c:pt>
                <c:pt idx="3541">
                  <c:v>41145</c:v>
                </c:pt>
                <c:pt idx="3542">
                  <c:v>41144</c:v>
                </c:pt>
                <c:pt idx="3543">
                  <c:v>41143</c:v>
                </c:pt>
                <c:pt idx="3544">
                  <c:v>41142</c:v>
                </c:pt>
                <c:pt idx="3545">
                  <c:v>41141</c:v>
                </c:pt>
                <c:pt idx="3546">
                  <c:v>41138</c:v>
                </c:pt>
                <c:pt idx="3547">
                  <c:v>41137</c:v>
                </c:pt>
                <c:pt idx="3548">
                  <c:v>41136</c:v>
                </c:pt>
                <c:pt idx="3549">
                  <c:v>41135</c:v>
                </c:pt>
                <c:pt idx="3550">
                  <c:v>41134</c:v>
                </c:pt>
                <c:pt idx="3551">
                  <c:v>41131</c:v>
                </c:pt>
                <c:pt idx="3552">
                  <c:v>41130</c:v>
                </c:pt>
                <c:pt idx="3553">
                  <c:v>41129</c:v>
                </c:pt>
                <c:pt idx="3554">
                  <c:v>41128</c:v>
                </c:pt>
                <c:pt idx="3555">
                  <c:v>41127</c:v>
                </c:pt>
                <c:pt idx="3556">
                  <c:v>41124</c:v>
                </c:pt>
                <c:pt idx="3557">
                  <c:v>41123</c:v>
                </c:pt>
                <c:pt idx="3558">
                  <c:v>41122</c:v>
                </c:pt>
                <c:pt idx="3559">
                  <c:v>41121</c:v>
                </c:pt>
                <c:pt idx="3560">
                  <c:v>41120</c:v>
                </c:pt>
                <c:pt idx="3561">
                  <c:v>41117</c:v>
                </c:pt>
                <c:pt idx="3562">
                  <c:v>41116</c:v>
                </c:pt>
                <c:pt idx="3563">
                  <c:v>41115</c:v>
                </c:pt>
                <c:pt idx="3564">
                  <c:v>41114</c:v>
                </c:pt>
                <c:pt idx="3565">
                  <c:v>41113</c:v>
                </c:pt>
                <c:pt idx="3566">
                  <c:v>41110</c:v>
                </c:pt>
                <c:pt idx="3567">
                  <c:v>41109</c:v>
                </c:pt>
                <c:pt idx="3568">
                  <c:v>41108</c:v>
                </c:pt>
                <c:pt idx="3569">
                  <c:v>41107</c:v>
                </c:pt>
                <c:pt idx="3570">
                  <c:v>41106</c:v>
                </c:pt>
                <c:pt idx="3571">
                  <c:v>41103</c:v>
                </c:pt>
                <c:pt idx="3572">
                  <c:v>41102</c:v>
                </c:pt>
                <c:pt idx="3573">
                  <c:v>41101</c:v>
                </c:pt>
                <c:pt idx="3574">
                  <c:v>41100</c:v>
                </c:pt>
                <c:pt idx="3575">
                  <c:v>41099</c:v>
                </c:pt>
                <c:pt idx="3576">
                  <c:v>41096</c:v>
                </c:pt>
                <c:pt idx="3577">
                  <c:v>41095</c:v>
                </c:pt>
                <c:pt idx="3578">
                  <c:v>41093</c:v>
                </c:pt>
                <c:pt idx="3579">
                  <c:v>41092</c:v>
                </c:pt>
                <c:pt idx="3580">
                  <c:v>41089</c:v>
                </c:pt>
                <c:pt idx="3581">
                  <c:v>41088</c:v>
                </c:pt>
                <c:pt idx="3582">
                  <c:v>41087</c:v>
                </c:pt>
                <c:pt idx="3583">
                  <c:v>41086</c:v>
                </c:pt>
                <c:pt idx="3584">
                  <c:v>41085</c:v>
                </c:pt>
                <c:pt idx="3585">
                  <c:v>41082</c:v>
                </c:pt>
                <c:pt idx="3586">
                  <c:v>41081</c:v>
                </c:pt>
                <c:pt idx="3587">
                  <c:v>41080</c:v>
                </c:pt>
                <c:pt idx="3588">
                  <c:v>41079</c:v>
                </c:pt>
                <c:pt idx="3589">
                  <c:v>41078</c:v>
                </c:pt>
                <c:pt idx="3590">
                  <c:v>41075</c:v>
                </c:pt>
                <c:pt idx="3591">
                  <c:v>41074</c:v>
                </c:pt>
                <c:pt idx="3592">
                  <c:v>41073</c:v>
                </c:pt>
                <c:pt idx="3593">
                  <c:v>41072</c:v>
                </c:pt>
                <c:pt idx="3594">
                  <c:v>41071</c:v>
                </c:pt>
                <c:pt idx="3595">
                  <c:v>41068</c:v>
                </c:pt>
                <c:pt idx="3596">
                  <c:v>41067</c:v>
                </c:pt>
                <c:pt idx="3597">
                  <c:v>41066</c:v>
                </c:pt>
                <c:pt idx="3598">
                  <c:v>41065</c:v>
                </c:pt>
                <c:pt idx="3599">
                  <c:v>41064</c:v>
                </c:pt>
                <c:pt idx="3600">
                  <c:v>41061</c:v>
                </c:pt>
                <c:pt idx="3601">
                  <c:v>41060</c:v>
                </c:pt>
                <c:pt idx="3602">
                  <c:v>41059</c:v>
                </c:pt>
                <c:pt idx="3603">
                  <c:v>41058</c:v>
                </c:pt>
                <c:pt idx="3604">
                  <c:v>41054</c:v>
                </c:pt>
                <c:pt idx="3605">
                  <c:v>41053</c:v>
                </c:pt>
                <c:pt idx="3606">
                  <c:v>41052</c:v>
                </c:pt>
                <c:pt idx="3607">
                  <c:v>41051</c:v>
                </c:pt>
                <c:pt idx="3608">
                  <c:v>41050</c:v>
                </c:pt>
                <c:pt idx="3609">
                  <c:v>41047</c:v>
                </c:pt>
                <c:pt idx="3610">
                  <c:v>41046</c:v>
                </c:pt>
                <c:pt idx="3611">
                  <c:v>41045</c:v>
                </c:pt>
                <c:pt idx="3612">
                  <c:v>41044</c:v>
                </c:pt>
                <c:pt idx="3613">
                  <c:v>41043</c:v>
                </c:pt>
                <c:pt idx="3614">
                  <c:v>41040</c:v>
                </c:pt>
                <c:pt idx="3615">
                  <c:v>41039</c:v>
                </c:pt>
                <c:pt idx="3616">
                  <c:v>41038</c:v>
                </c:pt>
                <c:pt idx="3617">
                  <c:v>41037</c:v>
                </c:pt>
                <c:pt idx="3618">
                  <c:v>41036</c:v>
                </c:pt>
                <c:pt idx="3619">
                  <c:v>41033</c:v>
                </c:pt>
                <c:pt idx="3620">
                  <c:v>41032</c:v>
                </c:pt>
                <c:pt idx="3621">
                  <c:v>41031</c:v>
                </c:pt>
                <c:pt idx="3622">
                  <c:v>41030</c:v>
                </c:pt>
                <c:pt idx="3623">
                  <c:v>41029</c:v>
                </c:pt>
                <c:pt idx="3624">
                  <c:v>41026</c:v>
                </c:pt>
                <c:pt idx="3625">
                  <c:v>41025</c:v>
                </c:pt>
                <c:pt idx="3626">
                  <c:v>41024</c:v>
                </c:pt>
                <c:pt idx="3627">
                  <c:v>41023</c:v>
                </c:pt>
                <c:pt idx="3628">
                  <c:v>41022</c:v>
                </c:pt>
                <c:pt idx="3629">
                  <c:v>41019</c:v>
                </c:pt>
                <c:pt idx="3630">
                  <c:v>41018</c:v>
                </c:pt>
                <c:pt idx="3631">
                  <c:v>41017</c:v>
                </c:pt>
                <c:pt idx="3632">
                  <c:v>41016</c:v>
                </c:pt>
                <c:pt idx="3633">
                  <c:v>41015</c:v>
                </c:pt>
                <c:pt idx="3634">
                  <c:v>41012</c:v>
                </c:pt>
                <c:pt idx="3635">
                  <c:v>41011</c:v>
                </c:pt>
                <c:pt idx="3636">
                  <c:v>41010</c:v>
                </c:pt>
                <c:pt idx="3637">
                  <c:v>41009</c:v>
                </c:pt>
                <c:pt idx="3638">
                  <c:v>41008</c:v>
                </c:pt>
                <c:pt idx="3639">
                  <c:v>41004</c:v>
                </c:pt>
                <c:pt idx="3640">
                  <c:v>41003</c:v>
                </c:pt>
                <c:pt idx="3641">
                  <c:v>41002</c:v>
                </c:pt>
                <c:pt idx="3642">
                  <c:v>41001</c:v>
                </c:pt>
                <c:pt idx="3643">
                  <c:v>40998</c:v>
                </c:pt>
                <c:pt idx="3644">
                  <c:v>40997</c:v>
                </c:pt>
                <c:pt idx="3645">
                  <c:v>40996</c:v>
                </c:pt>
                <c:pt idx="3646">
                  <c:v>40995</c:v>
                </c:pt>
                <c:pt idx="3647">
                  <c:v>40994</c:v>
                </c:pt>
                <c:pt idx="3648">
                  <c:v>40991</c:v>
                </c:pt>
                <c:pt idx="3649">
                  <c:v>40990</c:v>
                </c:pt>
                <c:pt idx="3650">
                  <c:v>40989</c:v>
                </c:pt>
                <c:pt idx="3651">
                  <c:v>40988</c:v>
                </c:pt>
                <c:pt idx="3652">
                  <c:v>40987</c:v>
                </c:pt>
                <c:pt idx="3653">
                  <c:v>40984</c:v>
                </c:pt>
                <c:pt idx="3654">
                  <c:v>40983</c:v>
                </c:pt>
                <c:pt idx="3655">
                  <c:v>40982</c:v>
                </c:pt>
                <c:pt idx="3656">
                  <c:v>40981</c:v>
                </c:pt>
                <c:pt idx="3657">
                  <c:v>40980</c:v>
                </c:pt>
                <c:pt idx="3658">
                  <c:v>40977</c:v>
                </c:pt>
                <c:pt idx="3659">
                  <c:v>40976</c:v>
                </c:pt>
                <c:pt idx="3660">
                  <c:v>40975</c:v>
                </c:pt>
                <c:pt idx="3661">
                  <c:v>40974</c:v>
                </c:pt>
                <c:pt idx="3662">
                  <c:v>40973</c:v>
                </c:pt>
                <c:pt idx="3663">
                  <c:v>40970</c:v>
                </c:pt>
                <c:pt idx="3664">
                  <c:v>40969</c:v>
                </c:pt>
                <c:pt idx="3665">
                  <c:v>40968</c:v>
                </c:pt>
                <c:pt idx="3666">
                  <c:v>40967</c:v>
                </c:pt>
                <c:pt idx="3667">
                  <c:v>40966</c:v>
                </c:pt>
                <c:pt idx="3668">
                  <c:v>40963</c:v>
                </c:pt>
                <c:pt idx="3669">
                  <c:v>40962</c:v>
                </c:pt>
                <c:pt idx="3670">
                  <c:v>40961</c:v>
                </c:pt>
                <c:pt idx="3671">
                  <c:v>40960</c:v>
                </c:pt>
                <c:pt idx="3672">
                  <c:v>40956</c:v>
                </c:pt>
                <c:pt idx="3673">
                  <c:v>40955</c:v>
                </c:pt>
                <c:pt idx="3674">
                  <c:v>40954</c:v>
                </c:pt>
                <c:pt idx="3675">
                  <c:v>40953</c:v>
                </c:pt>
                <c:pt idx="3676">
                  <c:v>40952</c:v>
                </c:pt>
                <c:pt idx="3677">
                  <c:v>40949</c:v>
                </c:pt>
                <c:pt idx="3678">
                  <c:v>40948</c:v>
                </c:pt>
                <c:pt idx="3679">
                  <c:v>40947</c:v>
                </c:pt>
                <c:pt idx="3680">
                  <c:v>40946</c:v>
                </c:pt>
                <c:pt idx="3681">
                  <c:v>40945</c:v>
                </c:pt>
                <c:pt idx="3682">
                  <c:v>40942</c:v>
                </c:pt>
                <c:pt idx="3683">
                  <c:v>40941</c:v>
                </c:pt>
                <c:pt idx="3684">
                  <c:v>40940</c:v>
                </c:pt>
                <c:pt idx="3685">
                  <c:v>40939</c:v>
                </c:pt>
                <c:pt idx="3686">
                  <c:v>40938</c:v>
                </c:pt>
                <c:pt idx="3687">
                  <c:v>40935</c:v>
                </c:pt>
                <c:pt idx="3688">
                  <c:v>40934</c:v>
                </c:pt>
                <c:pt idx="3689">
                  <c:v>40933</c:v>
                </c:pt>
                <c:pt idx="3690">
                  <c:v>40932</c:v>
                </c:pt>
                <c:pt idx="3691">
                  <c:v>40931</c:v>
                </c:pt>
                <c:pt idx="3692">
                  <c:v>40928</c:v>
                </c:pt>
                <c:pt idx="3693">
                  <c:v>40927</c:v>
                </c:pt>
                <c:pt idx="3694">
                  <c:v>40926</c:v>
                </c:pt>
                <c:pt idx="3695">
                  <c:v>40925</c:v>
                </c:pt>
                <c:pt idx="3696">
                  <c:v>40921</c:v>
                </c:pt>
                <c:pt idx="3697">
                  <c:v>40920</c:v>
                </c:pt>
                <c:pt idx="3698">
                  <c:v>40919</c:v>
                </c:pt>
                <c:pt idx="3699">
                  <c:v>40918</c:v>
                </c:pt>
                <c:pt idx="3700">
                  <c:v>40917</c:v>
                </c:pt>
                <c:pt idx="3701">
                  <c:v>40914</c:v>
                </c:pt>
                <c:pt idx="3702">
                  <c:v>40913</c:v>
                </c:pt>
                <c:pt idx="3703">
                  <c:v>40912</c:v>
                </c:pt>
                <c:pt idx="3704">
                  <c:v>40911</c:v>
                </c:pt>
                <c:pt idx="3705">
                  <c:v>40907</c:v>
                </c:pt>
                <c:pt idx="3706">
                  <c:v>40906</c:v>
                </c:pt>
                <c:pt idx="3707">
                  <c:v>40905</c:v>
                </c:pt>
                <c:pt idx="3708">
                  <c:v>40904</c:v>
                </c:pt>
                <c:pt idx="3709">
                  <c:v>40900</c:v>
                </c:pt>
                <c:pt idx="3710">
                  <c:v>40899</c:v>
                </c:pt>
                <c:pt idx="3711">
                  <c:v>40898</c:v>
                </c:pt>
                <c:pt idx="3712">
                  <c:v>40897</c:v>
                </c:pt>
                <c:pt idx="3713">
                  <c:v>40896</c:v>
                </c:pt>
                <c:pt idx="3714">
                  <c:v>40893</c:v>
                </c:pt>
                <c:pt idx="3715">
                  <c:v>40892</c:v>
                </c:pt>
                <c:pt idx="3716">
                  <c:v>40891</c:v>
                </c:pt>
                <c:pt idx="3717">
                  <c:v>40890</c:v>
                </c:pt>
                <c:pt idx="3718">
                  <c:v>40889</c:v>
                </c:pt>
                <c:pt idx="3719">
                  <c:v>40886</c:v>
                </c:pt>
                <c:pt idx="3720">
                  <c:v>40885</c:v>
                </c:pt>
                <c:pt idx="3721">
                  <c:v>40884</c:v>
                </c:pt>
                <c:pt idx="3722">
                  <c:v>40883</c:v>
                </c:pt>
                <c:pt idx="3723">
                  <c:v>40882</c:v>
                </c:pt>
                <c:pt idx="3724">
                  <c:v>40879</c:v>
                </c:pt>
                <c:pt idx="3725">
                  <c:v>40878</c:v>
                </c:pt>
                <c:pt idx="3726">
                  <c:v>40877</c:v>
                </c:pt>
                <c:pt idx="3727">
                  <c:v>40876</c:v>
                </c:pt>
                <c:pt idx="3728">
                  <c:v>40875</c:v>
                </c:pt>
                <c:pt idx="3729">
                  <c:v>40872</c:v>
                </c:pt>
                <c:pt idx="3730">
                  <c:v>40870</c:v>
                </c:pt>
                <c:pt idx="3731">
                  <c:v>40869</c:v>
                </c:pt>
                <c:pt idx="3732">
                  <c:v>40868</c:v>
                </c:pt>
                <c:pt idx="3733">
                  <c:v>40865</c:v>
                </c:pt>
                <c:pt idx="3734">
                  <c:v>40864</c:v>
                </c:pt>
                <c:pt idx="3735">
                  <c:v>40863</c:v>
                </c:pt>
                <c:pt idx="3736">
                  <c:v>40862</c:v>
                </c:pt>
                <c:pt idx="3737">
                  <c:v>40861</c:v>
                </c:pt>
                <c:pt idx="3738">
                  <c:v>40858</c:v>
                </c:pt>
                <c:pt idx="3739">
                  <c:v>40857</c:v>
                </c:pt>
                <c:pt idx="3740">
                  <c:v>40856</c:v>
                </c:pt>
                <c:pt idx="3741">
                  <c:v>40855</c:v>
                </c:pt>
                <c:pt idx="3742">
                  <c:v>40854</c:v>
                </c:pt>
                <c:pt idx="3743">
                  <c:v>40851</c:v>
                </c:pt>
                <c:pt idx="3744">
                  <c:v>40850</c:v>
                </c:pt>
                <c:pt idx="3745">
                  <c:v>40849</c:v>
                </c:pt>
                <c:pt idx="3746">
                  <c:v>40848</c:v>
                </c:pt>
                <c:pt idx="3747">
                  <c:v>40847</c:v>
                </c:pt>
                <c:pt idx="3748">
                  <c:v>40844</c:v>
                </c:pt>
                <c:pt idx="3749">
                  <c:v>40843</c:v>
                </c:pt>
                <c:pt idx="3750">
                  <c:v>40842</c:v>
                </c:pt>
                <c:pt idx="3751">
                  <c:v>40841</c:v>
                </c:pt>
                <c:pt idx="3752">
                  <c:v>40840</c:v>
                </c:pt>
                <c:pt idx="3753">
                  <c:v>40837</c:v>
                </c:pt>
                <c:pt idx="3754">
                  <c:v>40836</c:v>
                </c:pt>
                <c:pt idx="3755">
                  <c:v>40835</c:v>
                </c:pt>
                <c:pt idx="3756">
                  <c:v>40834</c:v>
                </c:pt>
                <c:pt idx="3757">
                  <c:v>40833</c:v>
                </c:pt>
                <c:pt idx="3758">
                  <c:v>40830</c:v>
                </c:pt>
                <c:pt idx="3759">
                  <c:v>40829</c:v>
                </c:pt>
                <c:pt idx="3760">
                  <c:v>40828</c:v>
                </c:pt>
                <c:pt idx="3761">
                  <c:v>40827</c:v>
                </c:pt>
                <c:pt idx="3762">
                  <c:v>40826</c:v>
                </c:pt>
                <c:pt idx="3763">
                  <c:v>40823</c:v>
                </c:pt>
                <c:pt idx="3764">
                  <c:v>40822</c:v>
                </c:pt>
                <c:pt idx="3765">
                  <c:v>40821</c:v>
                </c:pt>
                <c:pt idx="3766">
                  <c:v>40820</c:v>
                </c:pt>
                <c:pt idx="3767">
                  <c:v>40819</c:v>
                </c:pt>
                <c:pt idx="3768">
                  <c:v>40816</c:v>
                </c:pt>
                <c:pt idx="3769">
                  <c:v>40815</c:v>
                </c:pt>
                <c:pt idx="3770">
                  <c:v>40814</c:v>
                </c:pt>
                <c:pt idx="3771">
                  <c:v>40813</c:v>
                </c:pt>
                <c:pt idx="3772">
                  <c:v>40812</c:v>
                </c:pt>
                <c:pt idx="3773">
                  <c:v>40809</c:v>
                </c:pt>
                <c:pt idx="3774">
                  <c:v>40808</c:v>
                </c:pt>
                <c:pt idx="3775">
                  <c:v>40807</c:v>
                </c:pt>
                <c:pt idx="3776">
                  <c:v>40806</c:v>
                </c:pt>
                <c:pt idx="3777">
                  <c:v>40805</c:v>
                </c:pt>
                <c:pt idx="3778">
                  <c:v>40802</c:v>
                </c:pt>
                <c:pt idx="3779">
                  <c:v>40801</c:v>
                </c:pt>
                <c:pt idx="3780">
                  <c:v>40800</c:v>
                </c:pt>
                <c:pt idx="3781">
                  <c:v>40799</c:v>
                </c:pt>
                <c:pt idx="3782">
                  <c:v>40798</c:v>
                </c:pt>
                <c:pt idx="3783">
                  <c:v>40795</c:v>
                </c:pt>
                <c:pt idx="3784">
                  <c:v>40794</c:v>
                </c:pt>
                <c:pt idx="3785">
                  <c:v>40793</c:v>
                </c:pt>
                <c:pt idx="3786">
                  <c:v>40792</c:v>
                </c:pt>
                <c:pt idx="3787">
                  <c:v>40788</c:v>
                </c:pt>
                <c:pt idx="3788">
                  <c:v>40787</c:v>
                </c:pt>
                <c:pt idx="3789">
                  <c:v>40786</c:v>
                </c:pt>
                <c:pt idx="3790">
                  <c:v>40785</c:v>
                </c:pt>
                <c:pt idx="3791">
                  <c:v>40784</c:v>
                </c:pt>
                <c:pt idx="3792">
                  <c:v>40781</c:v>
                </c:pt>
                <c:pt idx="3793">
                  <c:v>40780</c:v>
                </c:pt>
                <c:pt idx="3794">
                  <c:v>40779</c:v>
                </c:pt>
                <c:pt idx="3795">
                  <c:v>40778</c:v>
                </c:pt>
                <c:pt idx="3796">
                  <c:v>40777</c:v>
                </c:pt>
                <c:pt idx="3797">
                  <c:v>40774</c:v>
                </c:pt>
                <c:pt idx="3798">
                  <c:v>40773</c:v>
                </c:pt>
                <c:pt idx="3799">
                  <c:v>40772</c:v>
                </c:pt>
                <c:pt idx="3800">
                  <c:v>40771</c:v>
                </c:pt>
                <c:pt idx="3801">
                  <c:v>40770</c:v>
                </c:pt>
                <c:pt idx="3802">
                  <c:v>40767</c:v>
                </c:pt>
                <c:pt idx="3803">
                  <c:v>40766</c:v>
                </c:pt>
                <c:pt idx="3804">
                  <c:v>40765</c:v>
                </c:pt>
                <c:pt idx="3805">
                  <c:v>40764</c:v>
                </c:pt>
                <c:pt idx="3806">
                  <c:v>40763</c:v>
                </c:pt>
                <c:pt idx="3807">
                  <c:v>40760</c:v>
                </c:pt>
                <c:pt idx="3808">
                  <c:v>40759</c:v>
                </c:pt>
                <c:pt idx="3809">
                  <c:v>40758</c:v>
                </c:pt>
                <c:pt idx="3810">
                  <c:v>40757</c:v>
                </c:pt>
                <c:pt idx="3811">
                  <c:v>40756</c:v>
                </c:pt>
                <c:pt idx="3812">
                  <c:v>40753</c:v>
                </c:pt>
                <c:pt idx="3813">
                  <c:v>40752</c:v>
                </c:pt>
                <c:pt idx="3814">
                  <c:v>40751</c:v>
                </c:pt>
                <c:pt idx="3815">
                  <c:v>40750</c:v>
                </c:pt>
                <c:pt idx="3816">
                  <c:v>40749</c:v>
                </c:pt>
                <c:pt idx="3817">
                  <c:v>40746</c:v>
                </c:pt>
                <c:pt idx="3818">
                  <c:v>40745</c:v>
                </c:pt>
                <c:pt idx="3819">
                  <c:v>40744</c:v>
                </c:pt>
                <c:pt idx="3820">
                  <c:v>40743</c:v>
                </c:pt>
                <c:pt idx="3821">
                  <c:v>40742</c:v>
                </c:pt>
                <c:pt idx="3822">
                  <c:v>40739</c:v>
                </c:pt>
                <c:pt idx="3823">
                  <c:v>40738</c:v>
                </c:pt>
                <c:pt idx="3824">
                  <c:v>40737</c:v>
                </c:pt>
                <c:pt idx="3825">
                  <c:v>40736</c:v>
                </c:pt>
                <c:pt idx="3826">
                  <c:v>40735</c:v>
                </c:pt>
                <c:pt idx="3827">
                  <c:v>40732</c:v>
                </c:pt>
                <c:pt idx="3828">
                  <c:v>40731</c:v>
                </c:pt>
                <c:pt idx="3829">
                  <c:v>40730</c:v>
                </c:pt>
                <c:pt idx="3830">
                  <c:v>40729</c:v>
                </c:pt>
                <c:pt idx="3831">
                  <c:v>40725</c:v>
                </c:pt>
                <c:pt idx="3832">
                  <c:v>40724</c:v>
                </c:pt>
                <c:pt idx="3833">
                  <c:v>40723</c:v>
                </c:pt>
                <c:pt idx="3834">
                  <c:v>40722</c:v>
                </c:pt>
                <c:pt idx="3835">
                  <c:v>40721</c:v>
                </c:pt>
                <c:pt idx="3836">
                  <c:v>40718</c:v>
                </c:pt>
                <c:pt idx="3837">
                  <c:v>40717</c:v>
                </c:pt>
                <c:pt idx="3838">
                  <c:v>40716</c:v>
                </c:pt>
                <c:pt idx="3839">
                  <c:v>40715</c:v>
                </c:pt>
                <c:pt idx="3840">
                  <c:v>40714</c:v>
                </c:pt>
                <c:pt idx="3841">
                  <c:v>40711</c:v>
                </c:pt>
                <c:pt idx="3842">
                  <c:v>40710</c:v>
                </c:pt>
                <c:pt idx="3843">
                  <c:v>40709</c:v>
                </c:pt>
                <c:pt idx="3844">
                  <c:v>40708</c:v>
                </c:pt>
                <c:pt idx="3845">
                  <c:v>40707</c:v>
                </c:pt>
                <c:pt idx="3846">
                  <c:v>40704</c:v>
                </c:pt>
                <c:pt idx="3847">
                  <c:v>40703</c:v>
                </c:pt>
                <c:pt idx="3848">
                  <c:v>40702</c:v>
                </c:pt>
                <c:pt idx="3849">
                  <c:v>40701</c:v>
                </c:pt>
                <c:pt idx="3850">
                  <c:v>40700</c:v>
                </c:pt>
                <c:pt idx="3851">
                  <c:v>40697</c:v>
                </c:pt>
                <c:pt idx="3852">
                  <c:v>40696</c:v>
                </c:pt>
                <c:pt idx="3853">
                  <c:v>40695</c:v>
                </c:pt>
                <c:pt idx="3854">
                  <c:v>40694</c:v>
                </c:pt>
                <c:pt idx="3855">
                  <c:v>40690</c:v>
                </c:pt>
                <c:pt idx="3856">
                  <c:v>40689</c:v>
                </c:pt>
                <c:pt idx="3857">
                  <c:v>40688</c:v>
                </c:pt>
                <c:pt idx="3858">
                  <c:v>40687</c:v>
                </c:pt>
                <c:pt idx="3859">
                  <c:v>40686</c:v>
                </c:pt>
                <c:pt idx="3860">
                  <c:v>40683</c:v>
                </c:pt>
                <c:pt idx="3861">
                  <c:v>40682</c:v>
                </c:pt>
                <c:pt idx="3862">
                  <c:v>40681</c:v>
                </c:pt>
                <c:pt idx="3863">
                  <c:v>40680</c:v>
                </c:pt>
                <c:pt idx="3864">
                  <c:v>40679</c:v>
                </c:pt>
                <c:pt idx="3865">
                  <c:v>40676</c:v>
                </c:pt>
                <c:pt idx="3866">
                  <c:v>40675</c:v>
                </c:pt>
                <c:pt idx="3867">
                  <c:v>40674</c:v>
                </c:pt>
                <c:pt idx="3868">
                  <c:v>40673</c:v>
                </c:pt>
                <c:pt idx="3869">
                  <c:v>40672</c:v>
                </c:pt>
                <c:pt idx="3870">
                  <c:v>40669</c:v>
                </c:pt>
                <c:pt idx="3871">
                  <c:v>40668</c:v>
                </c:pt>
                <c:pt idx="3872">
                  <c:v>40667</c:v>
                </c:pt>
                <c:pt idx="3873">
                  <c:v>40666</c:v>
                </c:pt>
                <c:pt idx="3874">
                  <c:v>40665</c:v>
                </c:pt>
                <c:pt idx="3875">
                  <c:v>40662</c:v>
                </c:pt>
                <c:pt idx="3876">
                  <c:v>40661</c:v>
                </c:pt>
                <c:pt idx="3877">
                  <c:v>40660</c:v>
                </c:pt>
                <c:pt idx="3878">
                  <c:v>40659</c:v>
                </c:pt>
                <c:pt idx="3879">
                  <c:v>40658</c:v>
                </c:pt>
                <c:pt idx="3880">
                  <c:v>40654</c:v>
                </c:pt>
                <c:pt idx="3881">
                  <c:v>40653</c:v>
                </c:pt>
                <c:pt idx="3882">
                  <c:v>40652</c:v>
                </c:pt>
                <c:pt idx="3883">
                  <c:v>40651</c:v>
                </c:pt>
                <c:pt idx="3884">
                  <c:v>40648</c:v>
                </c:pt>
                <c:pt idx="3885">
                  <c:v>40647</c:v>
                </c:pt>
                <c:pt idx="3886">
                  <c:v>40646</c:v>
                </c:pt>
                <c:pt idx="3887">
                  <c:v>40645</c:v>
                </c:pt>
                <c:pt idx="3888">
                  <c:v>40644</c:v>
                </c:pt>
                <c:pt idx="3889">
                  <c:v>40641</c:v>
                </c:pt>
                <c:pt idx="3890">
                  <c:v>40640</c:v>
                </c:pt>
                <c:pt idx="3891">
                  <c:v>40639</c:v>
                </c:pt>
                <c:pt idx="3892">
                  <c:v>40638</c:v>
                </c:pt>
                <c:pt idx="3893">
                  <c:v>40637</c:v>
                </c:pt>
                <c:pt idx="3894">
                  <c:v>40634</c:v>
                </c:pt>
                <c:pt idx="3895">
                  <c:v>40633</c:v>
                </c:pt>
                <c:pt idx="3896">
                  <c:v>40632</c:v>
                </c:pt>
                <c:pt idx="3897">
                  <c:v>40631</c:v>
                </c:pt>
                <c:pt idx="3898">
                  <c:v>40630</c:v>
                </c:pt>
                <c:pt idx="3899">
                  <c:v>40627</c:v>
                </c:pt>
                <c:pt idx="3900">
                  <c:v>40626</c:v>
                </c:pt>
                <c:pt idx="3901">
                  <c:v>40625</c:v>
                </c:pt>
                <c:pt idx="3902">
                  <c:v>40624</c:v>
                </c:pt>
                <c:pt idx="3903">
                  <c:v>40623</c:v>
                </c:pt>
                <c:pt idx="3904">
                  <c:v>40620</c:v>
                </c:pt>
                <c:pt idx="3905">
                  <c:v>40619</c:v>
                </c:pt>
                <c:pt idx="3906">
                  <c:v>40618</c:v>
                </c:pt>
                <c:pt idx="3907">
                  <c:v>40617</c:v>
                </c:pt>
                <c:pt idx="3908">
                  <c:v>40616</c:v>
                </c:pt>
                <c:pt idx="3909">
                  <c:v>40613</c:v>
                </c:pt>
                <c:pt idx="3910">
                  <c:v>40612</c:v>
                </c:pt>
                <c:pt idx="3911">
                  <c:v>40611</c:v>
                </c:pt>
                <c:pt idx="3912">
                  <c:v>40610</c:v>
                </c:pt>
                <c:pt idx="3913">
                  <c:v>40609</c:v>
                </c:pt>
                <c:pt idx="3914">
                  <c:v>40606</c:v>
                </c:pt>
                <c:pt idx="3915">
                  <c:v>40605</c:v>
                </c:pt>
                <c:pt idx="3916">
                  <c:v>40604</c:v>
                </c:pt>
                <c:pt idx="3917">
                  <c:v>40603</c:v>
                </c:pt>
                <c:pt idx="3918">
                  <c:v>40602</c:v>
                </c:pt>
                <c:pt idx="3919">
                  <c:v>40599</c:v>
                </c:pt>
                <c:pt idx="3920">
                  <c:v>40598</c:v>
                </c:pt>
                <c:pt idx="3921">
                  <c:v>40597</c:v>
                </c:pt>
                <c:pt idx="3922">
                  <c:v>40596</c:v>
                </c:pt>
                <c:pt idx="3923">
                  <c:v>40592</c:v>
                </c:pt>
                <c:pt idx="3924">
                  <c:v>40591</c:v>
                </c:pt>
                <c:pt idx="3925">
                  <c:v>40590</c:v>
                </c:pt>
                <c:pt idx="3926">
                  <c:v>40589</c:v>
                </c:pt>
                <c:pt idx="3927">
                  <c:v>40588</c:v>
                </c:pt>
                <c:pt idx="3928">
                  <c:v>40585</c:v>
                </c:pt>
                <c:pt idx="3929">
                  <c:v>40584</c:v>
                </c:pt>
                <c:pt idx="3930">
                  <c:v>40583</c:v>
                </c:pt>
                <c:pt idx="3931">
                  <c:v>40582</c:v>
                </c:pt>
                <c:pt idx="3932">
                  <c:v>40581</c:v>
                </c:pt>
                <c:pt idx="3933">
                  <c:v>40578</c:v>
                </c:pt>
                <c:pt idx="3934">
                  <c:v>40577</c:v>
                </c:pt>
                <c:pt idx="3935">
                  <c:v>40576</c:v>
                </c:pt>
                <c:pt idx="3936">
                  <c:v>40575</c:v>
                </c:pt>
                <c:pt idx="3937">
                  <c:v>40574</c:v>
                </c:pt>
                <c:pt idx="3938">
                  <c:v>40571</c:v>
                </c:pt>
                <c:pt idx="3939">
                  <c:v>40570</c:v>
                </c:pt>
                <c:pt idx="3940">
                  <c:v>40569</c:v>
                </c:pt>
                <c:pt idx="3941">
                  <c:v>40568</c:v>
                </c:pt>
                <c:pt idx="3942">
                  <c:v>40567</c:v>
                </c:pt>
                <c:pt idx="3943">
                  <c:v>40564</c:v>
                </c:pt>
                <c:pt idx="3944">
                  <c:v>40563</c:v>
                </c:pt>
                <c:pt idx="3945">
                  <c:v>40562</c:v>
                </c:pt>
                <c:pt idx="3946">
                  <c:v>40561</c:v>
                </c:pt>
                <c:pt idx="3947">
                  <c:v>40557</c:v>
                </c:pt>
                <c:pt idx="3948">
                  <c:v>40556</c:v>
                </c:pt>
                <c:pt idx="3949">
                  <c:v>40555</c:v>
                </c:pt>
                <c:pt idx="3950">
                  <c:v>40554</c:v>
                </c:pt>
                <c:pt idx="3951">
                  <c:v>40553</c:v>
                </c:pt>
                <c:pt idx="3952">
                  <c:v>40550</c:v>
                </c:pt>
                <c:pt idx="3953">
                  <c:v>40549</c:v>
                </c:pt>
                <c:pt idx="3954">
                  <c:v>40548</c:v>
                </c:pt>
                <c:pt idx="3955">
                  <c:v>40547</c:v>
                </c:pt>
                <c:pt idx="3956">
                  <c:v>40546</c:v>
                </c:pt>
                <c:pt idx="3957">
                  <c:v>40543</c:v>
                </c:pt>
                <c:pt idx="3958">
                  <c:v>40542</c:v>
                </c:pt>
                <c:pt idx="3959">
                  <c:v>40541</c:v>
                </c:pt>
                <c:pt idx="3960">
                  <c:v>40540</c:v>
                </c:pt>
                <c:pt idx="3961">
                  <c:v>40539</c:v>
                </c:pt>
                <c:pt idx="3962">
                  <c:v>40535</c:v>
                </c:pt>
                <c:pt idx="3963">
                  <c:v>40534</c:v>
                </c:pt>
                <c:pt idx="3964">
                  <c:v>40533</c:v>
                </c:pt>
                <c:pt idx="3965">
                  <c:v>40532</c:v>
                </c:pt>
                <c:pt idx="3966">
                  <c:v>40529</c:v>
                </c:pt>
                <c:pt idx="3967">
                  <c:v>40528</c:v>
                </c:pt>
                <c:pt idx="3968">
                  <c:v>40527</c:v>
                </c:pt>
                <c:pt idx="3969">
                  <c:v>40526</c:v>
                </c:pt>
                <c:pt idx="3970">
                  <c:v>40525</c:v>
                </c:pt>
                <c:pt idx="3971">
                  <c:v>40522</c:v>
                </c:pt>
                <c:pt idx="3972">
                  <c:v>40521</c:v>
                </c:pt>
                <c:pt idx="3973">
                  <c:v>40520</c:v>
                </c:pt>
                <c:pt idx="3974">
                  <c:v>40519</c:v>
                </c:pt>
                <c:pt idx="3975">
                  <c:v>40518</c:v>
                </c:pt>
                <c:pt idx="3976">
                  <c:v>40515</c:v>
                </c:pt>
                <c:pt idx="3977">
                  <c:v>40514</c:v>
                </c:pt>
                <c:pt idx="3978">
                  <c:v>40513</c:v>
                </c:pt>
                <c:pt idx="3979">
                  <c:v>40512</c:v>
                </c:pt>
                <c:pt idx="3980">
                  <c:v>40511</c:v>
                </c:pt>
                <c:pt idx="3981">
                  <c:v>40508</c:v>
                </c:pt>
                <c:pt idx="3982">
                  <c:v>40506</c:v>
                </c:pt>
                <c:pt idx="3983">
                  <c:v>40505</c:v>
                </c:pt>
                <c:pt idx="3984">
                  <c:v>40504</c:v>
                </c:pt>
                <c:pt idx="3985">
                  <c:v>40501</c:v>
                </c:pt>
                <c:pt idx="3986">
                  <c:v>40500</c:v>
                </c:pt>
                <c:pt idx="3987">
                  <c:v>40499</c:v>
                </c:pt>
                <c:pt idx="3988">
                  <c:v>40498</c:v>
                </c:pt>
                <c:pt idx="3989">
                  <c:v>40497</c:v>
                </c:pt>
                <c:pt idx="3990">
                  <c:v>40494</c:v>
                </c:pt>
                <c:pt idx="3991">
                  <c:v>40493</c:v>
                </c:pt>
                <c:pt idx="3992">
                  <c:v>40492</c:v>
                </c:pt>
                <c:pt idx="3993">
                  <c:v>40491</c:v>
                </c:pt>
                <c:pt idx="3994">
                  <c:v>40490</c:v>
                </c:pt>
                <c:pt idx="3995">
                  <c:v>40487</c:v>
                </c:pt>
                <c:pt idx="3996">
                  <c:v>40486</c:v>
                </c:pt>
                <c:pt idx="3997">
                  <c:v>40485</c:v>
                </c:pt>
                <c:pt idx="3998">
                  <c:v>40484</c:v>
                </c:pt>
                <c:pt idx="3999">
                  <c:v>40483</c:v>
                </c:pt>
                <c:pt idx="4000">
                  <c:v>40480</c:v>
                </c:pt>
                <c:pt idx="4001">
                  <c:v>40479</c:v>
                </c:pt>
                <c:pt idx="4002">
                  <c:v>40478</c:v>
                </c:pt>
                <c:pt idx="4003">
                  <c:v>40477</c:v>
                </c:pt>
                <c:pt idx="4004">
                  <c:v>40476</c:v>
                </c:pt>
                <c:pt idx="4005">
                  <c:v>40473</c:v>
                </c:pt>
                <c:pt idx="4006">
                  <c:v>40472</c:v>
                </c:pt>
                <c:pt idx="4007">
                  <c:v>40471</c:v>
                </c:pt>
                <c:pt idx="4008">
                  <c:v>40470</c:v>
                </c:pt>
                <c:pt idx="4009">
                  <c:v>40469</c:v>
                </c:pt>
                <c:pt idx="4010">
                  <c:v>40466</c:v>
                </c:pt>
                <c:pt idx="4011">
                  <c:v>40465</c:v>
                </c:pt>
                <c:pt idx="4012">
                  <c:v>40464</c:v>
                </c:pt>
                <c:pt idx="4013">
                  <c:v>40463</c:v>
                </c:pt>
                <c:pt idx="4014">
                  <c:v>40462</c:v>
                </c:pt>
                <c:pt idx="4015">
                  <c:v>40459</c:v>
                </c:pt>
                <c:pt idx="4016">
                  <c:v>40458</c:v>
                </c:pt>
                <c:pt idx="4017">
                  <c:v>40457</c:v>
                </c:pt>
                <c:pt idx="4018">
                  <c:v>40456</c:v>
                </c:pt>
                <c:pt idx="4019">
                  <c:v>40455</c:v>
                </c:pt>
                <c:pt idx="4020">
                  <c:v>40452</c:v>
                </c:pt>
                <c:pt idx="4021">
                  <c:v>40451</c:v>
                </c:pt>
                <c:pt idx="4022">
                  <c:v>40450</c:v>
                </c:pt>
                <c:pt idx="4023">
                  <c:v>40449</c:v>
                </c:pt>
                <c:pt idx="4024">
                  <c:v>40448</c:v>
                </c:pt>
                <c:pt idx="4025">
                  <c:v>40445</c:v>
                </c:pt>
                <c:pt idx="4026">
                  <c:v>40444</c:v>
                </c:pt>
                <c:pt idx="4027">
                  <c:v>40443</c:v>
                </c:pt>
                <c:pt idx="4028">
                  <c:v>40442</c:v>
                </c:pt>
                <c:pt idx="4029">
                  <c:v>40441</c:v>
                </c:pt>
                <c:pt idx="4030">
                  <c:v>40438</c:v>
                </c:pt>
                <c:pt idx="4031">
                  <c:v>40437</c:v>
                </c:pt>
                <c:pt idx="4032">
                  <c:v>40436</c:v>
                </c:pt>
                <c:pt idx="4033">
                  <c:v>40435</c:v>
                </c:pt>
                <c:pt idx="4034">
                  <c:v>40434</c:v>
                </c:pt>
                <c:pt idx="4035">
                  <c:v>40431</c:v>
                </c:pt>
                <c:pt idx="4036">
                  <c:v>40430</c:v>
                </c:pt>
                <c:pt idx="4037">
                  <c:v>40429</c:v>
                </c:pt>
                <c:pt idx="4038">
                  <c:v>40428</c:v>
                </c:pt>
                <c:pt idx="4039">
                  <c:v>40424</c:v>
                </c:pt>
                <c:pt idx="4040">
                  <c:v>40423</c:v>
                </c:pt>
                <c:pt idx="4041">
                  <c:v>40422</c:v>
                </c:pt>
                <c:pt idx="4042">
                  <c:v>40421</c:v>
                </c:pt>
                <c:pt idx="4043">
                  <c:v>40420</c:v>
                </c:pt>
                <c:pt idx="4044">
                  <c:v>40417</c:v>
                </c:pt>
                <c:pt idx="4045">
                  <c:v>40416</c:v>
                </c:pt>
                <c:pt idx="4046">
                  <c:v>40415</c:v>
                </c:pt>
                <c:pt idx="4047">
                  <c:v>40414</c:v>
                </c:pt>
                <c:pt idx="4048">
                  <c:v>40413</c:v>
                </c:pt>
                <c:pt idx="4049">
                  <c:v>40410</c:v>
                </c:pt>
                <c:pt idx="4050">
                  <c:v>40409</c:v>
                </c:pt>
                <c:pt idx="4051">
                  <c:v>40408</c:v>
                </c:pt>
                <c:pt idx="4052">
                  <c:v>40407</c:v>
                </c:pt>
                <c:pt idx="4053">
                  <c:v>40406</c:v>
                </c:pt>
                <c:pt idx="4054">
                  <c:v>40403</c:v>
                </c:pt>
                <c:pt idx="4055">
                  <c:v>40402</c:v>
                </c:pt>
                <c:pt idx="4056">
                  <c:v>40401</c:v>
                </c:pt>
                <c:pt idx="4057">
                  <c:v>40400</c:v>
                </c:pt>
                <c:pt idx="4058">
                  <c:v>40399</c:v>
                </c:pt>
                <c:pt idx="4059">
                  <c:v>40396</c:v>
                </c:pt>
                <c:pt idx="4060">
                  <c:v>40395</c:v>
                </c:pt>
                <c:pt idx="4061">
                  <c:v>40394</c:v>
                </c:pt>
                <c:pt idx="4062">
                  <c:v>40393</c:v>
                </c:pt>
                <c:pt idx="4063">
                  <c:v>40392</c:v>
                </c:pt>
                <c:pt idx="4064">
                  <c:v>40389</c:v>
                </c:pt>
                <c:pt idx="4065">
                  <c:v>40388</c:v>
                </c:pt>
                <c:pt idx="4066">
                  <c:v>40387</c:v>
                </c:pt>
                <c:pt idx="4067">
                  <c:v>40386</c:v>
                </c:pt>
                <c:pt idx="4068">
                  <c:v>40385</c:v>
                </c:pt>
                <c:pt idx="4069">
                  <c:v>40382</c:v>
                </c:pt>
                <c:pt idx="4070">
                  <c:v>40381</c:v>
                </c:pt>
                <c:pt idx="4071">
                  <c:v>40380</c:v>
                </c:pt>
                <c:pt idx="4072">
                  <c:v>40379</c:v>
                </c:pt>
                <c:pt idx="4073">
                  <c:v>40378</c:v>
                </c:pt>
                <c:pt idx="4074">
                  <c:v>40375</c:v>
                </c:pt>
                <c:pt idx="4075">
                  <c:v>40374</c:v>
                </c:pt>
                <c:pt idx="4076">
                  <c:v>40373</c:v>
                </c:pt>
                <c:pt idx="4077">
                  <c:v>40372</c:v>
                </c:pt>
                <c:pt idx="4078">
                  <c:v>40371</c:v>
                </c:pt>
                <c:pt idx="4079">
                  <c:v>40368</c:v>
                </c:pt>
                <c:pt idx="4080">
                  <c:v>40367</c:v>
                </c:pt>
                <c:pt idx="4081">
                  <c:v>40366</c:v>
                </c:pt>
                <c:pt idx="4082">
                  <c:v>40365</c:v>
                </c:pt>
                <c:pt idx="4083">
                  <c:v>40361</c:v>
                </c:pt>
                <c:pt idx="4084">
                  <c:v>40360</c:v>
                </c:pt>
                <c:pt idx="4085">
                  <c:v>40359</c:v>
                </c:pt>
                <c:pt idx="4086">
                  <c:v>40358</c:v>
                </c:pt>
                <c:pt idx="4087">
                  <c:v>40357</c:v>
                </c:pt>
                <c:pt idx="4088">
                  <c:v>40354</c:v>
                </c:pt>
                <c:pt idx="4089">
                  <c:v>40353</c:v>
                </c:pt>
                <c:pt idx="4090">
                  <c:v>40352</c:v>
                </c:pt>
                <c:pt idx="4091">
                  <c:v>40351</c:v>
                </c:pt>
                <c:pt idx="4092">
                  <c:v>40350</c:v>
                </c:pt>
                <c:pt idx="4093">
                  <c:v>40347</c:v>
                </c:pt>
                <c:pt idx="4094">
                  <c:v>40346</c:v>
                </c:pt>
                <c:pt idx="4095">
                  <c:v>40345</c:v>
                </c:pt>
                <c:pt idx="4096">
                  <c:v>40344</c:v>
                </c:pt>
                <c:pt idx="4097">
                  <c:v>40343</c:v>
                </c:pt>
                <c:pt idx="4098">
                  <c:v>40340</c:v>
                </c:pt>
                <c:pt idx="4099">
                  <c:v>40339</c:v>
                </c:pt>
                <c:pt idx="4100">
                  <c:v>40338</c:v>
                </c:pt>
                <c:pt idx="4101">
                  <c:v>40337</c:v>
                </c:pt>
                <c:pt idx="4102">
                  <c:v>40336</c:v>
                </c:pt>
                <c:pt idx="4103">
                  <c:v>40333</c:v>
                </c:pt>
                <c:pt idx="4104">
                  <c:v>40332</c:v>
                </c:pt>
                <c:pt idx="4105">
                  <c:v>40331</c:v>
                </c:pt>
                <c:pt idx="4106">
                  <c:v>40330</c:v>
                </c:pt>
                <c:pt idx="4107">
                  <c:v>40326</c:v>
                </c:pt>
                <c:pt idx="4108">
                  <c:v>40325</c:v>
                </c:pt>
                <c:pt idx="4109">
                  <c:v>40324</c:v>
                </c:pt>
                <c:pt idx="4110">
                  <c:v>40323</c:v>
                </c:pt>
                <c:pt idx="4111">
                  <c:v>40322</c:v>
                </c:pt>
                <c:pt idx="4112">
                  <c:v>40319</c:v>
                </c:pt>
                <c:pt idx="4113">
                  <c:v>40318</c:v>
                </c:pt>
                <c:pt idx="4114">
                  <c:v>40317</c:v>
                </c:pt>
                <c:pt idx="4115">
                  <c:v>40316</c:v>
                </c:pt>
                <c:pt idx="4116">
                  <c:v>40315</c:v>
                </c:pt>
                <c:pt idx="4117">
                  <c:v>40312</c:v>
                </c:pt>
                <c:pt idx="4118">
                  <c:v>40311</c:v>
                </c:pt>
                <c:pt idx="4119">
                  <c:v>40310</c:v>
                </c:pt>
                <c:pt idx="4120">
                  <c:v>40309</c:v>
                </c:pt>
                <c:pt idx="4121">
                  <c:v>40308</c:v>
                </c:pt>
                <c:pt idx="4122">
                  <c:v>40305</c:v>
                </c:pt>
                <c:pt idx="4123">
                  <c:v>40304</c:v>
                </c:pt>
                <c:pt idx="4124">
                  <c:v>40303</c:v>
                </c:pt>
                <c:pt idx="4125">
                  <c:v>40302</c:v>
                </c:pt>
                <c:pt idx="4126">
                  <c:v>40301</c:v>
                </c:pt>
                <c:pt idx="4127">
                  <c:v>40298</c:v>
                </c:pt>
                <c:pt idx="4128">
                  <c:v>40297</c:v>
                </c:pt>
                <c:pt idx="4129">
                  <c:v>40296</c:v>
                </c:pt>
                <c:pt idx="4130">
                  <c:v>40295</c:v>
                </c:pt>
                <c:pt idx="4131">
                  <c:v>40294</c:v>
                </c:pt>
                <c:pt idx="4132">
                  <c:v>40291</c:v>
                </c:pt>
                <c:pt idx="4133">
                  <c:v>40290</c:v>
                </c:pt>
                <c:pt idx="4134">
                  <c:v>40289</c:v>
                </c:pt>
                <c:pt idx="4135">
                  <c:v>40288</c:v>
                </c:pt>
                <c:pt idx="4136">
                  <c:v>40287</c:v>
                </c:pt>
                <c:pt idx="4137">
                  <c:v>40284</c:v>
                </c:pt>
                <c:pt idx="4138">
                  <c:v>40283</c:v>
                </c:pt>
                <c:pt idx="4139">
                  <c:v>40282</c:v>
                </c:pt>
                <c:pt idx="4140">
                  <c:v>40281</c:v>
                </c:pt>
                <c:pt idx="4141">
                  <c:v>40280</c:v>
                </c:pt>
                <c:pt idx="4142">
                  <c:v>40277</c:v>
                </c:pt>
                <c:pt idx="4143">
                  <c:v>40276</c:v>
                </c:pt>
                <c:pt idx="4144">
                  <c:v>40275</c:v>
                </c:pt>
                <c:pt idx="4145">
                  <c:v>40274</c:v>
                </c:pt>
                <c:pt idx="4146">
                  <c:v>40273</c:v>
                </c:pt>
                <c:pt idx="4147">
                  <c:v>40269</c:v>
                </c:pt>
                <c:pt idx="4148">
                  <c:v>40268</c:v>
                </c:pt>
                <c:pt idx="4149">
                  <c:v>40267</c:v>
                </c:pt>
                <c:pt idx="4150">
                  <c:v>40266</c:v>
                </c:pt>
                <c:pt idx="4151">
                  <c:v>40263</c:v>
                </c:pt>
                <c:pt idx="4152">
                  <c:v>40262</c:v>
                </c:pt>
                <c:pt idx="4153">
                  <c:v>40261</c:v>
                </c:pt>
                <c:pt idx="4154">
                  <c:v>40260</c:v>
                </c:pt>
                <c:pt idx="4155">
                  <c:v>40259</c:v>
                </c:pt>
                <c:pt idx="4156">
                  <c:v>40256</c:v>
                </c:pt>
                <c:pt idx="4157">
                  <c:v>40255</c:v>
                </c:pt>
                <c:pt idx="4158">
                  <c:v>40254</c:v>
                </c:pt>
                <c:pt idx="4159">
                  <c:v>40253</c:v>
                </c:pt>
                <c:pt idx="4160">
                  <c:v>40252</c:v>
                </c:pt>
                <c:pt idx="4161">
                  <c:v>40249</c:v>
                </c:pt>
                <c:pt idx="4162">
                  <c:v>40248</c:v>
                </c:pt>
                <c:pt idx="4163">
                  <c:v>40247</c:v>
                </c:pt>
                <c:pt idx="4164">
                  <c:v>40246</c:v>
                </c:pt>
                <c:pt idx="4165">
                  <c:v>40245</c:v>
                </c:pt>
                <c:pt idx="4166">
                  <c:v>40242</c:v>
                </c:pt>
                <c:pt idx="4167">
                  <c:v>40241</c:v>
                </c:pt>
                <c:pt idx="4168">
                  <c:v>40240</c:v>
                </c:pt>
                <c:pt idx="4169">
                  <c:v>40239</c:v>
                </c:pt>
                <c:pt idx="4170">
                  <c:v>40238</c:v>
                </c:pt>
                <c:pt idx="4171">
                  <c:v>40235</c:v>
                </c:pt>
                <c:pt idx="4172">
                  <c:v>40234</c:v>
                </c:pt>
                <c:pt idx="4173">
                  <c:v>40233</c:v>
                </c:pt>
                <c:pt idx="4174">
                  <c:v>40232</c:v>
                </c:pt>
                <c:pt idx="4175">
                  <c:v>40231</c:v>
                </c:pt>
                <c:pt idx="4176">
                  <c:v>40228</c:v>
                </c:pt>
                <c:pt idx="4177">
                  <c:v>40227</c:v>
                </c:pt>
                <c:pt idx="4178">
                  <c:v>40226</c:v>
                </c:pt>
                <c:pt idx="4179">
                  <c:v>40225</c:v>
                </c:pt>
                <c:pt idx="4180">
                  <c:v>40221</c:v>
                </c:pt>
                <c:pt idx="4181">
                  <c:v>40220</c:v>
                </c:pt>
                <c:pt idx="4182">
                  <c:v>40219</c:v>
                </c:pt>
                <c:pt idx="4183">
                  <c:v>40218</c:v>
                </c:pt>
                <c:pt idx="4184">
                  <c:v>40217</c:v>
                </c:pt>
                <c:pt idx="4185">
                  <c:v>40214</c:v>
                </c:pt>
                <c:pt idx="4186">
                  <c:v>40213</c:v>
                </c:pt>
                <c:pt idx="4187">
                  <c:v>40212</c:v>
                </c:pt>
                <c:pt idx="4188">
                  <c:v>40211</c:v>
                </c:pt>
                <c:pt idx="4189">
                  <c:v>40210</c:v>
                </c:pt>
                <c:pt idx="4190">
                  <c:v>40207</c:v>
                </c:pt>
                <c:pt idx="4191">
                  <c:v>40206</c:v>
                </c:pt>
                <c:pt idx="4192">
                  <c:v>40205</c:v>
                </c:pt>
                <c:pt idx="4193">
                  <c:v>40204</c:v>
                </c:pt>
                <c:pt idx="4194">
                  <c:v>40203</c:v>
                </c:pt>
                <c:pt idx="4195">
                  <c:v>40200</c:v>
                </c:pt>
                <c:pt idx="4196">
                  <c:v>40199</c:v>
                </c:pt>
                <c:pt idx="4197">
                  <c:v>40198</c:v>
                </c:pt>
                <c:pt idx="4198">
                  <c:v>40197</c:v>
                </c:pt>
                <c:pt idx="4199">
                  <c:v>40193</c:v>
                </c:pt>
                <c:pt idx="4200">
                  <c:v>40192</c:v>
                </c:pt>
                <c:pt idx="4201">
                  <c:v>40191</c:v>
                </c:pt>
                <c:pt idx="4202">
                  <c:v>40190</c:v>
                </c:pt>
                <c:pt idx="4203">
                  <c:v>40189</c:v>
                </c:pt>
                <c:pt idx="4204">
                  <c:v>40186</c:v>
                </c:pt>
                <c:pt idx="4205">
                  <c:v>40185</c:v>
                </c:pt>
                <c:pt idx="4206">
                  <c:v>40184</c:v>
                </c:pt>
                <c:pt idx="4207">
                  <c:v>40183</c:v>
                </c:pt>
                <c:pt idx="4208">
                  <c:v>40182</c:v>
                </c:pt>
                <c:pt idx="4209">
                  <c:v>40178</c:v>
                </c:pt>
                <c:pt idx="4210">
                  <c:v>40177</c:v>
                </c:pt>
                <c:pt idx="4211">
                  <c:v>40176</c:v>
                </c:pt>
                <c:pt idx="4212">
                  <c:v>40175</c:v>
                </c:pt>
                <c:pt idx="4213">
                  <c:v>40171</c:v>
                </c:pt>
                <c:pt idx="4214">
                  <c:v>40170</c:v>
                </c:pt>
                <c:pt idx="4215">
                  <c:v>40169</c:v>
                </c:pt>
                <c:pt idx="4216">
                  <c:v>40168</c:v>
                </c:pt>
                <c:pt idx="4217">
                  <c:v>40165</c:v>
                </c:pt>
                <c:pt idx="4218">
                  <c:v>40164</c:v>
                </c:pt>
                <c:pt idx="4219">
                  <c:v>40163</c:v>
                </c:pt>
                <c:pt idx="4220">
                  <c:v>40162</c:v>
                </c:pt>
                <c:pt idx="4221">
                  <c:v>40161</c:v>
                </c:pt>
                <c:pt idx="4222">
                  <c:v>40158</c:v>
                </c:pt>
                <c:pt idx="4223">
                  <c:v>40157</c:v>
                </c:pt>
                <c:pt idx="4224">
                  <c:v>40156</c:v>
                </c:pt>
                <c:pt idx="4225">
                  <c:v>40155</c:v>
                </c:pt>
                <c:pt idx="4226">
                  <c:v>40154</c:v>
                </c:pt>
                <c:pt idx="4227">
                  <c:v>40151</c:v>
                </c:pt>
                <c:pt idx="4228">
                  <c:v>40150</c:v>
                </c:pt>
                <c:pt idx="4229">
                  <c:v>40149</c:v>
                </c:pt>
                <c:pt idx="4230">
                  <c:v>40148</c:v>
                </c:pt>
                <c:pt idx="4231">
                  <c:v>40147</c:v>
                </c:pt>
                <c:pt idx="4232">
                  <c:v>40144</c:v>
                </c:pt>
                <c:pt idx="4233">
                  <c:v>40142</c:v>
                </c:pt>
                <c:pt idx="4234">
                  <c:v>40141</c:v>
                </c:pt>
                <c:pt idx="4235">
                  <c:v>40140</c:v>
                </c:pt>
                <c:pt idx="4236">
                  <c:v>40137</c:v>
                </c:pt>
                <c:pt idx="4237">
                  <c:v>40136</c:v>
                </c:pt>
                <c:pt idx="4238">
                  <c:v>40135</c:v>
                </c:pt>
                <c:pt idx="4239">
                  <c:v>40134</c:v>
                </c:pt>
                <c:pt idx="4240">
                  <c:v>40133</c:v>
                </c:pt>
                <c:pt idx="4241">
                  <c:v>40130</c:v>
                </c:pt>
                <c:pt idx="4242">
                  <c:v>40129</c:v>
                </c:pt>
                <c:pt idx="4243">
                  <c:v>40128</c:v>
                </c:pt>
                <c:pt idx="4244">
                  <c:v>40127</c:v>
                </c:pt>
                <c:pt idx="4245">
                  <c:v>40126</c:v>
                </c:pt>
                <c:pt idx="4246">
                  <c:v>40123</c:v>
                </c:pt>
                <c:pt idx="4247">
                  <c:v>40122</c:v>
                </c:pt>
                <c:pt idx="4248">
                  <c:v>40121</c:v>
                </c:pt>
                <c:pt idx="4249">
                  <c:v>40120</c:v>
                </c:pt>
                <c:pt idx="4250">
                  <c:v>40119</c:v>
                </c:pt>
                <c:pt idx="4251">
                  <c:v>40116</c:v>
                </c:pt>
                <c:pt idx="4252">
                  <c:v>40115</c:v>
                </c:pt>
                <c:pt idx="4253">
                  <c:v>40114</c:v>
                </c:pt>
                <c:pt idx="4254">
                  <c:v>40113</c:v>
                </c:pt>
                <c:pt idx="4255">
                  <c:v>40112</c:v>
                </c:pt>
                <c:pt idx="4256">
                  <c:v>40109</c:v>
                </c:pt>
                <c:pt idx="4257">
                  <c:v>40108</c:v>
                </c:pt>
                <c:pt idx="4258">
                  <c:v>40107</c:v>
                </c:pt>
                <c:pt idx="4259">
                  <c:v>40106</c:v>
                </c:pt>
                <c:pt idx="4260">
                  <c:v>40105</c:v>
                </c:pt>
                <c:pt idx="4261">
                  <c:v>40102</c:v>
                </c:pt>
                <c:pt idx="4262">
                  <c:v>40101</c:v>
                </c:pt>
                <c:pt idx="4263">
                  <c:v>40100</c:v>
                </c:pt>
                <c:pt idx="4264">
                  <c:v>40099</c:v>
                </c:pt>
                <c:pt idx="4265">
                  <c:v>40098</c:v>
                </c:pt>
                <c:pt idx="4266">
                  <c:v>40095</c:v>
                </c:pt>
                <c:pt idx="4267">
                  <c:v>40094</c:v>
                </c:pt>
                <c:pt idx="4268">
                  <c:v>40093</c:v>
                </c:pt>
                <c:pt idx="4269">
                  <c:v>40092</c:v>
                </c:pt>
                <c:pt idx="4270">
                  <c:v>40091</c:v>
                </c:pt>
                <c:pt idx="4271">
                  <c:v>40088</c:v>
                </c:pt>
                <c:pt idx="4272">
                  <c:v>40087</c:v>
                </c:pt>
                <c:pt idx="4273">
                  <c:v>40086</c:v>
                </c:pt>
                <c:pt idx="4274">
                  <c:v>40085</c:v>
                </c:pt>
                <c:pt idx="4275">
                  <c:v>40084</c:v>
                </c:pt>
                <c:pt idx="4276">
                  <c:v>40081</c:v>
                </c:pt>
                <c:pt idx="4277">
                  <c:v>40080</c:v>
                </c:pt>
                <c:pt idx="4278">
                  <c:v>40079</c:v>
                </c:pt>
                <c:pt idx="4279">
                  <c:v>40078</c:v>
                </c:pt>
                <c:pt idx="4280">
                  <c:v>40077</c:v>
                </c:pt>
                <c:pt idx="4281">
                  <c:v>40074</c:v>
                </c:pt>
                <c:pt idx="4282">
                  <c:v>40073</c:v>
                </c:pt>
                <c:pt idx="4283">
                  <c:v>40072</c:v>
                </c:pt>
                <c:pt idx="4284">
                  <c:v>40071</c:v>
                </c:pt>
                <c:pt idx="4285">
                  <c:v>40070</c:v>
                </c:pt>
                <c:pt idx="4286">
                  <c:v>40067</c:v>
                </c:pt>
                <c:pt idx="4287">
                  <c:v>40066</c:v>
                </c:pt>
                <c:pt idx="4288">
                  <c:v>40065</c:v>
                </c:pt>
                <c:pt idx="4289">
                  <c:v>40064</c:v>
                </c:pt>
                <c:pt idx="4290">
                  <c:v>40060</c:v>
                </c:pt>
                <c:pt idx="4291">
                  <c:v>40059</c:v>
                </c:pt>
                <c:pt idx="4292">
                  <c:v>40058</c:v>
                </c:pt>
                <c:pt idx="4293">
                  <c:v>40057</c:v>
                </c:pt>
                <c:pt idx="4294">
                  <c:v>40056</c:v>
                </c:pt>
                <c:pt idx="4295">
                  <c:v>40053</c:v>
                </c:pt>
                <c:pt idx="4296">
                  <c:v>40052</c:v>
                </c:pt>
                <c:pt idx="4297">
                  <c:v>40051</c:v>
                </c:pt>
                <c:pt idx="4298">
                  <c:v>40050</c:v>
                </c:pt>
                <c:pt idx="4299">
                  <c:v>40049</c:v>
                </c:pt>
                <c:pt idx="4300">
                  <c:v>40046</c:v>
                </c:pt>
                <c:pt idx="4301">
                  <c:v>40045</c:v>
                </c:pt>
                <c:pt idx="4302">
                  <c:v>40044</c:v>
                </c:pt>
                <c:pt idx="4303">
                  <c:v>40043</c:v>
                </c:pt>
                <c:pt idx="4304">
                  <c:v>40042</c:v>
                </c:pt>
                <c:pt idx="4305">
                  <c:v>40039</c:v>
                </c:pt>
                <c:pt idx="4306">
                  <c:v>40038</c:v>
                </c:pt>
                <c:pt idx="4307">
                  <c:v>40037</c:v>
                </c:pt>
                <c:pt idx="4308">
                  <c:v>40036</c:v>
                </c:pt>
                <c:pt idx="4309">
                  <c:v>40035</c:v>
                </c:pt>
                <c:pt idx="4310">
                  <c:v>40032</c:v>
                </c:pt>
                <c:pt idx="4311">
                  <c:v>40031</c:v>
                </c:pt>
                <c:pt idx="4312">
                  <c:v>40030</c:v>
                </c:pt>
                <c:pt idx="4313">
                  <c:v>40029</c:v>
                </c:pt>
                <c:pt idx="4314">
                  <c:v>40028</c:v>
                </c:pt>
                <c:pt idx="4315">
                  <c:v>40025</c:v>
                </c:pt>
                <c:pt idx="4316">
                  <c:v>40024</c:v>
                </c:pt>
                <c:pt idx="4317">
                  <c:v>40023</c:v>
                </c:pt>
                <c:pt idx="4318">
                  <c:v>40022</c:v>
                </c:pt>
                <c:pt idx="4319">
                  <c:v>40021</c:v>
                </c:pt>
                <c:pt idx="4320">
                  <c:v>40018</c:v>
                </c:pt>
                <c:pt idx="4321">
                  <c:v>40017</c:v>
                </c:pt>
                <c:pt idx="4322">
                  <c:v>40016</c:v>
                </c:pt>
                <c:pt idx="4323">
                  <c:v>40015</c:v>
                </c:pt>
                <c:pt idx="4324">
                  <c:v>40014</c:v>
                </c:pt>
                <c:pt idx="4325">
                  <c:v>40011</c:v>
                </c:pt>
                <c:pt idx="4326">
                  <c:v>40010</c:v>
                </c:pt>
                <c:pt idx="4327">
                  <c:v>40009</c:v>
                </c:pt>
                <c:pt idx="4328">
                  <c:v>40008</c:v>
                </c:pt>
                <c:pt idx="4329">
                  <c:v>40007</c:v>
                </c:pt>
                <c:pt idx="4330">
                  <c:v>40004</c:v>
                </c:pt>
                <c:pt idx="4331">
                  <c:v>40003</c:v>
                </c:pt>
                <c:pt idx="4332">
                  <c:v>40002</c:v>
                </c:pt>
                <c:pt idx="4333">
                  <c:v>40001</c:v>
                </c:pt>
                <c:pt idx="4334">
                  <c:v>40000</c:v>
                </c:pt>
                <c:pt idx="4335">
                  <c:v>39996</c:v>
                </c:pt>
                <c:pt idx="4336">
                  <c:v>39995</c:v>
                </c:pt>
                <c:pt idx="4337">
                  <c:v>39994</c:v>
                </c:pt>
                <c:pt idx="4338">
                  <c:v>39993</c:v>
                </c:pt>
                <c:pt idx="4339">
                  <c:v>39990</c:v>
                </c:pt>
                <c:pt idx="4340">
                  <c:v>39989</c:v>
                </c:pt>
                <c:pt idx="4341">
                  <c:v>39988</c:v>
                </c:pt>
                <c:pt idx="4342">
                  <c:v>39987</c:v>
                </c:pt>
                <c:pt idx="4343">
                  <c:v>39986</c:v>
                </c:pt>
                <c:pt idx="4344">
                  <c:v>39983</c:v>
                </c:pt>
                <c:pt idx="4345">
                  <c:v>39982</c:v>
                </c:pt>
                <c:pt idx="4346">
                  <c:v>39981</c:v>
                </c:pt>
                <c:pt idx="4347">
                  <c:v>39980</c:v>
                </c:pt>
                <c:pt idx="4348">
                  <c:v>39979</c:v>
                </c:pt>
                <c:pt idx="4349">
                  <c:v>39976</c:v>
                </c:pt>
                <c:pt idx="4350">
                  <c:v>39975</c:v>
                </c:pt>
                <c:pt idx="4351">
                  <c:v>39974</c:v>
                </c:pt>
                <c:pt idx="4352">
                  <c:v>39973</c:v>
                </c:pt>
                <c:pt idx="4353">
                  <c:v>39972</c:v>
                </c:pt>
                <c:pt idx="4354">
                  <c:v>39969</c:v>
                </c:pt>
                <c:pt idx="4355">
                  <c:v>39968</c:v>
                </c:pt>
                <c:pt idx="4356">
                  <c:v>39967</c:v>
                </c:pt>
                <c:pt idx="4357">
                  <c:v>39966</c:v>
                </c:pt>
                <c:pt idx="4358">
                  <c:v>39965</c:v>
                </c:pt>
                <c:pt idx="4359">
                  <c:v>39962</c:v>
                </c:pt>
                <c:pt idx="4360">
                  <c:v>39961</c:v>
                </c:pt>
                <c:pt idx="4361">
                  <c:v>39960</c:v>
                </c:pt>
                <c:pt idx="4362">
                  <c:v>39959</c:v>
                </c:pt>
                <c:pt idx="4363">
                  <c:v>39955</c:v>
                </c:pt>
                <c:pt idx="4364">
                  <c:v>39954</c:v>
                </c:pt>
                <c:pt idx="4365">
                  <c:v>39953</c:v>
                </c:pt>
                <c:pt idx="4366">
                  <c:v>39952</c:v>
                </c:pt>
                <c:pt idx="4367">
                  <c:v>39951</c:v>
                </c:pt>
                <c:pt idx="4368">
                  <c:v>39948</c:v>
                </c:pt>
                <c:pt idx="4369">
                  <c:v>39947</c:v>
                </c:pt>
                <c:pt idx="4370">
                  <c:v>39946</c:v>
                </c:pt>
                <c:pt idx="4371">
                  <c:v>39945</c:v>
                </c:pt>
                <c:pt idx="4372">
                  <c:v>39944</c:v>
                </c:pt>
                <c:pt idx="4373">
                  <c:v>39941</c:v>
                </c:pt>
                <c:pt idx="4374">
                  <c:v>39940</c:v>
                </c:pt>
                <c:pt idx="4375">
                  <c:v>39939</c:v>
                </c:pt>
                <c:pt idx="4376">
                  <c:v>39938</c:v>
                </c:pt>
                <c:pt idx="4377">
                  <c:v>39937</c:v>
                </c:pt>
                <c:pt idx="4378">
                  <c:v>39934</c:v>
                </c:pt>
                <c:pt idx="4379">
                  <c:v>39933</c:v>
                </c:pt>
                <c:pt idx="4380">
                  <c:v>39932</c:v>
                </c:pt>
                <c:pt idx="4381">
                  <c:v>39931</c:v>
                </c:pt>
                <c:pt idx="4382">
                  <c:v>39930</c:v>
                </c:pt>
                <c:pt idx="4383">
                  <c:v>39927</c:v>
                </c:pt>
                <c:pt idx="4384">
                  <c:v>39926</c:v>
                </c:pt>
                <c:pt idx="4385">
                  <c:v>39925</c:v>
                </c:pt>
                <c:pt idx="4386">
                  <c:v>39924</c:v>
                </c:pt>
                <c:pt idx="4387">
                  <c:v>39923</c:v>
                </c:pt>
                <c:pt idx="4388">
                  <c:v>39920</c:v>
                </c:pt>
                <c:pt idx="4389">
                  <c:v>39919</c:v>
                </c:pt>
                <c:pt idx="4390">
                  <c:v>39918</c:v>
                </c:pt>
                <c:pt idx="4391">
                  <c:v>39917</c:v>
                </c:pt>
                <c:pt idx="4392">
                  <c:v>39916</c:v>
                </c:pt>
                <c:pt idx="4393">
                  <c:v>39912</c:v>
                </c:pt>
                <c:pt idx="4394">
                  <c:v>39911</c:v>
                </c:pt>
                <c:pt idx="4395">
                  <c:v>39910</c:v>
                </c:pt>
                <c:pt idx="4396">
                  <c:v>39909</c:v>
                </c:pt>
                <c:pt idx="4397">
                  <c:v>39906</c:v>
                </c:pt>
                <c:pt idx="4398">
                  <c:v>39905</c:v>
                </c:pt>
                <c:pt idx="4399">
                  <c:v>39904</c:v>
                </c:pt>
                <c:pt idx="4400">
                  <c:v>39903</c:v>
                </c:pt>
                <c:pt idx="4401">
                  <c:v>39902</c:v>
                </c:pt>
                <c:pt idx="4402">
                  <c:v>39899</c:v>
                </c:pt>
                <c:pt idx="4403">
                  <c:v>39898</c:v>
                </c:pt>
                <c:pt idx="4404">
                  <c:v>39897</c:v>
                </c:pt>
                <c:pt idx="4405">
                  <c:v>39896</c:v>
                </c:pt>
                <c:pt idx="4406">
                  <c:v>39895</c:v>
                </c:pt>
                <c:pt idx="4407">
                  <c:v>39892</c:v>
                </c:pt>
                <c:pt idx="4408">
                  <c:v>39891</c:v>
                </c:pt>
                <c:pt idx="4409">
                  <c:v>39890</c:v>
                </c:pt>
                <c:pt idx="4410">
                  <c:v>39889</c:v>
                </c:pt>
                <c:pt idx="4411">
                  <c:v>39888</c:v>
                </c:pt>
                <c:pt idx="4412">
                  <c:v>39885</c:v>
                </c:pt>
                <c:pt idx="4413">
                  <c:v>39884</c:v>
                </c:pt>
                <c:pt idx="4414">
                  <c:v>39883</c:v>
                </c:pt>
                <c:pt idx="4415">
                  <c:v>39882</c:v>
                </c:pt>
                <c:pt idx="4416">
                  <c:v>39881</c:v>
                </c:pt>
                <c:pt idx="4417">
                  <c:v>39878</c:v>
                </c:pt>
                <c:pt idx="4418">
                  <c:v>39877</c:v>
                </c:pt>
                <c:pt idx="4419">
                  <c:v>39876</c:v>
                </c:pt>
                <c:pt idx="4420">
                  <c:v>39875</c:v>
                </c:pt>
                <c:pt idx="4421">
                  <c:v>39874</c:v>
                </c:pt>
                <c:pt idx="4422">
                  <c:v>39871</c:v>
                </c:pt>
                <c:pt idx="4423">
                  <c:v>39870</c:v>
                </c:pt>
                <c:pt idx="4424">
                  <c:v>39869</c:v>
                </c:pt>
                <c:pt idx="4425">
                  <c:v>39868</c:v>
                </c:pt>
                <c:pt idx="4426">
                  <c:v>39867</c:v>
                </c:pt>
                <c:pt idx="4427">
                  <c:v>39864</c:v>
                </c:pt>
                <c:pt idx="4428">
                  <c:v>39863</c:v>
                </c:pt>
                <c:pt idx="4429">
                  <c:v>39862</c:v>
                </c:pt>
                <c:pt idx="4430">
                  <c:v>39861</c:v>
                </c:pt>
                <c:pt idx="4431">
                  <c:v>39857</c:v>
                </c:pt>
                <c:pt idx="4432">
                  <c:v>39856</c:v>
                </c:pt>
                <c:pt idx="4433">
                  <c:v>39855</c:v>
                </c:pt>
                <c:pt idx="4434">
                  <c:v>39854</c:v>
                </c:pt>
                <c:pt idx="4435">
                  <c:v>39853</c:v>
                </c:pt>
                <c:pt idx="4436">
                  <c:v>39850</c:v>
                </c:pt>
                <c:pt idx="4437">
                  <c:v>39849</c:v>
                </c:pt>
                <c:pt idx="4438">
                  <c:v>39848</c:v>
                </c:pt>
                <c:pt idx="4439">
                  <c:v>39847</c:v>
                </c:pt>
                <c:pt idx="4440">
                  <c:v>39846</c:v>
                </c:pt>
                <c:pt idx="4441">
                  <c:v>39843</c:v>
                </c:pt>
                <c:pt idx="4442">
                  <c:v>39842</c:v>
                </c:pt>
                <c:pt idx="4443">
                  <c:v>39841</c:v>
                </c:pt>
                <c:pt idx="4444">
                  <c:v>39840</c:v>
                </c:pt>
                <c:pt idx="4445">
                  <c:v>39839</c:v>
                </c:pt>
                <c:pt idx="4446">
                  <c:v>39836</c:v>
                </c:pt>
                <c:pt idx="4447">
                  <c:v>39835</c:v>
                </c:pt>
                <c:pt idx="4448">
                  <c:v>39834</c:v>
                </c:pt>
                <c:pt idx="4449">
                  <c:v>39833</c:v>
                </c:pt>
                <c:pt idx="4450">
                  <c:v>39829</c:v>
                </c:pt>
                <c:pt idx="4451">
                  <c:v>39828</c:v>
                </c:pt>
                <c:pt idx="4452">
                  <c:v>39827</c:v>
                </c:pt>
                <c:pt idx="4453">
                  <c:v>39826</c:v>
                </c:pt>
                <c:pt idx="4454">
                  <c:v>39825</c:v>
                </c:pt>
                <c:pt idx="4455">
                  <c:v>39822</c:v>
                </c:pt>
                <c:pt idx="4456">
                  <c:v>39821</c:v>
                </c:pt>
                <c:pt idx="4457">
                  <c:v>39820</c:v>
                </c:pt>
                <c:pt idx="4458">
                  <c:v>39819</c:v>
                </c:pt>
                <c:pt idx="4459">
                  <c:v>39818</c:v>
                </c:pt>
                <c:pt idx="4460">
                  <c:v>39815</c:v>
                </c:pt>
                <c:pt idx="4461">
                  <c:v>39813</c:v>
                </c:pt>
                <c:pt idx="4462">
                  <c:v>39812</c:v>
                </c:pt>
                <c:pt idx="4463">
                  <c:v>39811</c:v>
                </c:pt>
                <c:pt idx="4464">
                  <c:v>39808</c:v>
                </c:pt>
                <c:pt idx="4465">
                  <c:v>39806</c:v>
                </c:pt>
                <c:pt idx="4466">
                  <c:v>39805</c:v>
                </c:pt>
                <c:pt idx="4467">
                  <c:v>39804</c:v>
                </c:pt>
                <c:pt idx="4468">
                  <c:v>39801</c:v>
                </c:pt>
                <c:pt idx="4469">
                  <c:v>39800</c:v>
                </c:pt>
                <c:pt idx="4470">
                  <c:v>39799</c:v>
                </c:pt>
                <c:pt idx="4471">
                  <c:v>39798</c:v>
                </c:pt>
                <c:pt idx="4472">
                  <c:v>39797</c:v>
                </c:pt>
                <c:pt idx="4473">
                  <c:v>39794</c:v>
                </c:pt>
                <c:pt idx="4474">
                  <c:v>39793</c:v>
                </c:pt>
                <c:pt idx="4475">
                  <c:v>39792</c:v>
                </c:pt>
                <c:pt idx="4476">
                  <c:v>39791</c:v>
                </c:pt>
                <c:pt idx="4477">
                  <c:v>39790</c:v>
                </c:pt>
                <c:pt idx="4478">
                  <c:v>39787</c:v>
                </c:pt>
                <c:pt idx="4479">
                  <c:v>39786</c:v>
                </c:pt>
                <c:pt idx="4480">
                  <c:v>39785</c:v>
                </c:pt>
                <c:pt idx="4481">
                  <c:v>39784</c:v>
                </c:pt>
                <c:pt idx="4482">
                  <c:v>39783</c:v>
                </c:pt>
                <c:pt idx="4483">
                  <c:v>39780</c:v>
                </c:pt>
                <c:pt idx="4484">
                  <c:v>39778</c:v>
                </c:pt>
                <c:pt idx="4485">
                  <c:v>39777</c:v>
                </c:pt>
                <c:pt idx="4486">
                  <c:v>39776</c:v>
                </c:pt>
                <c:pt idx="4487">
                  <c:v>39773</c:v>
                </c:pt>
                <c:pt idx="4488">
                  <c:v>39772</c:v>
                </c:pt>
                <c:pt idx="4489">
                  <c:v>39771</c:v>
                </c:pt>
                <c:pt idx="4490">
                  <c:v>39770</c:v>
                </c:pt>
                <c:pt idx="4491">
                  <c:v>39769</c:v>
                </c:pt>
                <c:pt idx="4492">
                  <c:v>39766</c:v>
                </c:pt>
                <c:pt idx="4493">
                  <c:v>39765</c:v>
                </c:pt>
                <c:pt idx="4494">
                  <c:v>39764</c:v>
                </c:pt>
                <c:pt idx="4495">
                  <c:v>39763</c:v>
                </c:pt>
                <c:pt idx="4496">
                  <c:v>39762</c:v>
                </c:pt>
                <c:pt idx="4497">
                  <c:v>39759</c:v>
                </c:pt>
                <c:pt idx="4498">
                  <c:v>39758</c:v>
                </c:pt>
                <c:pt idx="4499">
                  <c:v>39757</c:v>
                </c:pt>
                <c:pt idx="4500">
                  <c:v>39756</c:v>
                </c:pt>
                <c:pt idx="4501">
                  <c:v>39755</c:v>
                </c:pt>
                <c:pt idx="4502">
                  <c:v>39752</c:v>
                </c:pt>
                <c:pt idx="4503">
                  <c:v>39751</c:v>
                </c:pt>
                <c:pt idx="4504">
                  <c:v>39750</c:v>
                </c:pt>
                <c:pt idx="4505">
                  <c:v>39749</c:v>
                </c:pt>
                <c:pt idx="4506">
                  <c:v>39748</c:v>
                </c:pt>
                <c:pt idx="4507">
                  <c:v>39745</c:v>
                </c:pt>
                <c:pt idx="4508">
                  <c:v>39744</c:v>
                </c:pt>
                <c:pt idx="4509">
                  <c:v>39743</c:v>
                </c:pt>
                <c:pt idx="4510">
                  <c:v>39742</c:v>
                </c:pt>
                <c:pt idx="4511">
                  <c:v>39741</c:v>
                </c:pt>
                <c:pt idx="4512">
                  <c:v>39738</c:v>
                </c:pt>
                <c:pt idx="4513">
                  <c:v>39737</c:v>
                </c:pt>
                <c:pt idx="4514">
                  <c:v>39736</c:v>
                </c:pt>
                <c:pt idx="4515">
                  <c:v>39735</c:v>
                </c:pt>
                <c:pt idx="4516">
                  <c:v>39734</c:v>
                </c:pt>
                <c:pt idx="4517">
                  <c:v>39731</c:v>
                </c:pt>
                <c:pt idx="4518">
                  <c:v>39730</c:v>
                </c:pt>
                <c:pt idx="4519">
                  <c:v>39729</c:v>
                </c:pt>
                <c:pt idx="4520">
                  <c:v>39728</c:v>
                </c:pt>
                <c:pt idx="4521">
                  <c:v>39727</c:v>
                </c:pt>
                <c:pt idx="4522">
                  <c:v>39724</c:v>
                </c:pt>
                <c:pt idx="4523">
                  <c:v>39723</c:v>
                </c:pt>
                <c:pt idx="4524">
                  <c:v>39722</c:v>
                </c:pt>
                <c:pt idx="4525">
                  <c:v>39721</c:v>
                </c:pt>
                <c:pt idx="4526">
                  <c:v>39720</c:v>
                </c:pt>
                <c:pt idx="4527">
                  <c:v>39717</c:v>
                </c:pt>
                <c:pt idx="4528">
                  <c:v>39716</c:v>
                </c:pt>
                <c:pt idx="4529">
                  <c:v>39715</c:v>
                </c:pt>
                <c:pt idx="4530">
                  <c:v>39714</c:v>
                </c:pt>
                <c:pt idx="4531">
                  <c:v>39713</c:v>
                </c:pt>
                <c:pt idx="4532">
                  <c:v>39710</c:v>
                </c:pt>
                <c:pt idx="4533">
                  <c:v>39709</c:v>
                </c:pt>
                <c:pt idx="4534">
                  <c:v>39708</c:v>
                </c:pt>
                <c:pt idx="4535">
                  <c:v>39707</c:v>
                </c:pt>
                <c:pt idx="4536">
                  <c:v>39706</c:v>
                </c:pt>
                <c:pt idx="4537">
                  <c:v>39703</c:v>
                </c:pt>
                <c:pt idx="4538">
                  <c:v>39702</c:v>
                </c:pt>
                <c:pt idx="4539">
                  <c:v>39701</c:v>
                </c:pt>
                <c:pt idx="4540">
                  <c:v>39700</c:v>
                </c:pt>
                <c:pt idx="4541">
                  <c:v>39699</c:v>
                </c:pt>
                <c:pt idx="4542">
                  <c:v>39696</c:v>
                </c:pt>
                <c:pt idx="4543">
                  <c:v>39695</c:v>
                </c:pt>
                <c:pt idx="4544">
                  <c:v>39694</c:v>
                </c:pt>
                <c:pt idx="4545">
                  <c:v>39693</c:v>
                </c:pt>
                <c:pt idx="4546">
                  <c:v>39689</c:v>
                </c:pt>
                <c:pt idx="4547">
                  <c:v>39688</c:v>
                </c:pt>
                <c:pt idx="4548">
                  <c:v>39687</c:v>
                </c:pt>
                <c:pt idx="4549">
                  <c:v>39686</c:v>
                </c:pt>
                <c:pt idx="4550">
                  <c:v>39685</c:v>
                </c:pt>
                <c:pt idx="4551">
                  <c:v>39682</c:v>
                </c:pt>
                <c:pt idx="4552">
                  <c:v>39681</c:v>
                </c:pt>
                <c:pt idx="4553">
                  <c:v>39680</c:v>
                </c:pt>
                <c:pt idx="4554">
                  <c:v>39679</c:v>
                </c:pt>
                <c:pt idx="4555">
                  <c:v>39678</c:v>
                </c:pt>
                <c:pt idx="4556">
                  <c:v>39675</c:v>
                </c:pt>
                <c:pt idx="4557">
                  <c:v>39674</c:v>
                </c:pt>
                <c:pt idx="4558">
                  <c:v>39673</c:v>
                </c:pt>
                <c:pt idx="4559">
                  <c:v>39672</c:v>
                </c:pt>
                <c:pt idx="4560">
                  <c:v>39671</c:v>
                </c:pt>
                <c:pt idx="4561">
                  <c:v>39668</c:v>
                </c:pt>
                <c:pt idx="4562">
                  <c:v>39667</c:v>
                </c:pt>
                <c:pt idx="4563">
                  <c:v>39666</c:v>
                </c:pt>
                <c:pt idx="4564">
                  <c:v>39665</c:v>
                </c:pt>
                <c:pt idx="4565">
                  <c:v>39664</c:v>
                </c:pt>
                <c:pt idx="4566">
                  <c:v>39661</c:v>
                </c:pt>
                <c:pt idx="4567">
                  <c:v>39660</c:v>
                </c:pt>
                <c:pt idx="4568">
                  <c:v>39659</c:v>
                </c:pt>
                <c:pt idx="4569">
                  <c:v>39658</c:v>
                </c:pt>
                <c:pt idx="4570">
                  <c:v>39657</c:v>
                </c:pt>
                <c:pt idx="4571">
                  <c:v>39654</c:v>
                </c:pt>
                <c:pt idx="4572">
                  <c:v>39653</c:v>
                </c:pt>
                <c:pt idx="4573">
                  <c:v>39652</c:v>
                </c:pt>
                <c:pt idx="4574">
                  <c:v>39651</c:v>
                </c:pt>
                <c:pt idx="4575">
                  <c:v>39650</c:v>
                </c:pt>
                <c:pt idx="4576">
                  <c:v>39647</c:v>
                </c:pt>
                <c:pt idx="4577">
                  <c:v>39646</c:v>
                </c:pt>
                <c:pt idx="4578">
                  <c:v>39645</c:v>
                </c:pt>
                <c:pt idx="4579">
                  <c:v>39644</c:v>
                </c:pt>
                <c:pt idx="4580">
                  <c:v>39643</c:v>
                </c:pt>
                <c:pt idx="4581">
                  <c:v>39640</c:v>
                </c:pt>
                <c:pt idx="4582">
                  <c:v>39639</c:v>
                </c:pt>
                <c:pt idx="4583">
                  <c:v>39638</c:v>
                </c:pt>
                <c:pt idx="4584">
                  <c:v>39637</c:v>
                </c:pt>
                <c:pt idx="4585">
                  <c:v>39636</c:v>
                </c:pt>
                <c:pt idx="4586">
                  <c:v>39632</c:v>
                </c:pt>
                <c:pt idx="4587">
                  <c:v>39631</c:v>
                </c:pt>
                <c:pt idx="4588">
                  <c:v>39630</c:v>
                </c:pt>
                <c:pt idx="4589">
                  <c:v>39629</c:v>
                </c:pt>
                <c:pt idx="4590">
                  <c:v>39626</c:v>
                </c:pt>
                <c:pt idx="4591">
                  <c:v>39625</c:v>
                </c:pt>
                <c:pt idx="4592">
                  <c:v>39624</c:v>
                </c:pt>
                <c:pt idx="4593">
                  <c:v>39623</c:v>
                </c:pt>
                <c:pt idx="4594">
                  <c:v>39622</c:v>
                </c:pt>
                <c:pt idx="4595">
                  <c:v>39619</c:v>
                </c:pt>
                <c:pt idx="4596">
                  <c:v>39618</c:v>
                </c:pt>
                <c:pt idx="4597">
                  <c:v>39617</c:v>
                </c:pt>
                <c:pt idx="4598">
                  <c:v>39616</c:v>
                </c:pt>
                <c:pt idx="4599">
                  <c:v>39615</c:v>
                </c:pt>
                <c:pt idx="4600">
                  <c:v>39612</c:v>
                </c:pt>
                <c:pt idx="4601">
                  <c:v>39611</c:v>
                </c:pt>
                <c:pt idx="4602">
                  <c:v>39610</c:v>
                </c:pt>
                <c:pt idx="4603">
                  <c:v>39609</c:v>
                </c:pt>
                <c:pt idx="4604">
                  <c:v>39608</c:v>
                </c:pt>
                <c:pt idx="4605">
                  <c:v>39605</c:v>
                </c:pt>
                <c:pt idx="4606">
                  <c:v>39604</c:v>
                </c:pt>
                <c:pt idx="4607">
                  <c:v>39603</c:v>
                </c:pt>
                <c:pt idx="4608">
                  <c:v>39602</c:v>
                </c:pt>
                <c:pt idx="4609">
                  <c:v>39601</c:v>
                </c:pt>
                <c:pt idx="4610">
                  <c:v>39598</c:v>
                </c:pt>
                <c:pt idx="4611">
                  <c:v>39597</c:v>
                </c:pt>
                <c:pt idx="4612">
                  <c:v>39596</c:v>
                </c:pt>
                <c:pt idx="4613">
                  <c:v>39595</c:v>
                </c:pt>
                <c:pt idx="4614">
                  <c:v>39591</c:v>
                </c:pt>
                <c:pt idx="4615">
                  <c:v>39590</c:v>
                </c:pt>
                <c:pt idx="4616">
                  <c:v>39589</c:v>
                </c:pt>
                <c:pt idx="4617">
                  <c:v>39588</c:v>
                </c:pt>
                <c:pt idx="4618">
                  <c:v>39587</c:v>
                </c:pt>
                <c:pt idx="4619">
                  <c:v>39584</c:v>
                </c:pt>
                <c:pt idx="4620">
                  <c:v>39583</c:v>
                </c:pt>
                <c:pt idx="4621">
                  <c:v>39582</c:v>
                </c:pt>
                <c:pt idx="4622">
                  <c:v>39581</c:v>
                </c:pt>
                <c:pt idx="4623">
                  <c:v>39580</c:v>
                </c:pt>
                <c:pt idx="4624">
                  <c:v>39577</c:v>
                </c:pt>
                <c:pt idx="4625">
                  <c:v>39576</c:v>
                </c:pt>
                <c:pt idx="4626">
                  <c:v>39575</c:v>
                </c:pt>
                <c:pt idx="4627">
                  <c:v>39574</c:v>
                </c:pt>
                <c:pt idx="4628">
                  <c:v>39573</c:v>
                </c:pt>
                <c:pt idx="4629">
                  <c:v>39570</c:v>
                </c:pt>
                <c:pt idx="4630">
                  <c:v>39569</c:v>
                </c:pt>
                <c:pt idx="4631">
                  <c:v>39568</c:v>
                </c:pt>
                <c:pt idx="4632">
                  <c:v>39567</c:v>
                </c:pt>
                <c:pt idx="4633">
                  <c:v>39566</c:v>
                </c:pt>
                <c:pt idx="4634">
                  <c:v>39563</c:v>
                </c:pt>
                <c:pt idx="4635">
                  <c:v>39562</c:v>
                </c:pt>
                <c:pt idx="4636">
                  <c:v>39561</c:v>
                </c:pt>
                <c:pt idx="4637">
                  <c:v>39560</c:v>
                </c:pt>
                <c:pt idx="4638">
                  <c:v>39559</c:v>
                </c:pt>
                <c:pt idx="4639">
                  <c:v>39556</c:v>
                </c:pt>
                <c:pt idx="4640">
                  <c:v>39555</c:v>
                </c:pt>
                <c:pt idx="4641">
                  <c:v>39554</c:v>
                </c:pt>
                <c:pt idx="4642">
                  <c:v>39553</c:v>
                </c:pt>
                <c:pt idx="4643">
                  <c:v>39552</c:v>
                </c:pt>
                <c:pt idx="4644">
                  <c:v>39549</c:v>
                </c:pt>
                <c:pt idx="4645">
                  <c:v>39548</c:v>
                </c:pt>
                <c:pt idx="4646">
                  <c:v>39547</c:v>
                </c:pt>
                <c:pt idx="4647">
                  <c:v>39546</c:v>
                </c:pt>
                <c:pt idx="4648">
                  <c:v>39545</c:v>
                </c:pt>
                <c:pt idx="4649">
                  <c:v>39542</c:v>
                </c:pt>
                <c:pt idx="4650">
                  <c:v>39541</c:v>
                </c:pt>
                <c:pt idx="4651">
                  <c:v>39540</c:v>
                </c:pt>
                <c:pt idx="4652">
                  <c:v>39539</c:v>
                </c:pt>
                <c:pt idx="4653">
                  <c:v>39538</c:v>
                </c:pt>
                <c:pt idx="4654">
                  <c:v>39535</c:v>
                </c:pt>
                <c:pt idx="4655">
                  <c:v>39534</c:v>
                </c:pt>
                <c:pt idx="4656">
                  <c:v>39533</c:v>
                </c:pt>
                <c:pt idx="4657">
                  <c:v>39532</c:v>
                </c:pt>
                <c:pt idx="4658">
                  <c:v>39531</c:v>
                </c:pt>
                <c:pt idx="4659">
                  <c:v>39527</c:v>
                </c:pt>
                <c:pt idx="4660">
                  <c:v>39526</c:v>
                </c:pt>
                <c:pt idx="4661">
                  <c:v>39525</c:v>
                </c:pt>
                <c:pt idx="4662">
                  <c:v>39524</c:v>
                </c:pt>
                <c:pt idx="4663">
                  <c:v>39521</c:v>
                </c:pt>
                <c:pt idx="4664">
                  <c:v>39520</c:v>
                </c:pt>
                <c:pt idx="4665">
                  <c:v>39519</c:v>
                </c:pt>
                <c:pt idx="4666">
                  <c:v>39518</c:v>
                </c:pt>
                <c:pt idx="4667">
                  <c:v>39517</c:v>
                </c:pt>
                <c:pt idx="4668">
                  <c:v>39514</c:v>
                </c:pt>
                <c:pt idx="4669">
                  <c:v>39513</c:v>
                </c:pt>
                <c:pt idx="4670">
                  <c:v>39512</c:v>
                </c:pt>
                <c:pt idx="4671">
                  <c:v>39511</c:v>
                </c:pt>
                <c:pt idx="4672">
                  <c:v>39510</c:v>
                </c:pt>
                <c:pt idx="4673">
                  <c:v>39507</c:v>
                </c:pt>
                <c:pt idx="4674">
                  <c:v>39506</c:v>
                </c:pt>
                <c:pt idx="4675">
                  <c:v>39505</c:v>
                </c:pt>
                <c:pt idx="4676">
                  <c:v>39504</c:v>
                </c:pt>
                <c:pt idx="4677">
                  <c:v>39503</c:v>
                </c:pt>
                <c:pt idx="4678">
                  <c:v>39500</c:v>
                </c:pt>
                <c:pt idx="4679">
                  <c:v>39499</c:v>
                </c:pt>
                <c:pt idx="4680">
                  <c:v>39498</c:v>
                </c:pt>
                <c:pt idx="4681">
                  <c:v>39497</c:v>
                </c:pt>
                <c:pt idx="4682">
                  <c:v>39493</c:v>
                </c:pt>
                <c:pt idx="4683">
                  <c:v>39492</c:v>
                </c:pt>
                <c:pt idx="4684">
                  <c:v>39491</c:v>
                </c:pt>
                <c:pt idx="4685">
                  <c:v>39490</c:v>
                </c:pt>
                <c:pt idx="4686">
                  <c:v>39489</c:v>
                </c:pt>
                <c:pt idx="4687">
                  <c:v>39486</c:v>
                </c:pt>
                <c:pt idx="4688">
                  <c:v>39485</c:v>
                </c:pt>
                <c:pt idx="4689">
                  <c:v>39484</c:v>
                </c:pt>
                <c:pt idx="4690">
                  <c:v>39483</c:v>
                </c:pt>
                <c:pt idx="4691">
                  <c:v>39482</c:v>
                </c:pt>
                <c:pt idx="4692">
                  <c:v>39479</c:v>
                </c:pt>
                <c:pt idx="4693">
                  <c:v>39478</c:v>
                </c:pt>
                <c:pt idx="4694">
                  <c:v>39477</c:v>
                </c:pt>
                <c:pt idx="4695">
                  <c:v>39476</c:v>
                </c:pt>
                <c:pt idx="4696">
                  <c:v>39475</c:v>
                </c:pt>
                <c:pt idx="4697">
                  <c:v>39472</c:v>
                </c:pt>
                <c:pt idx="4698">
                  <c:v>39471</c:v>
                </c:pt>
                <c:pt idx="4699">
                  <c:v>39470</c:v>
                </c:pt>
                <c:pt idx="4700">
                  <c:v>39469</c:v>
                </c:pt>
                <c:pt idx="4701">
                  <c:v>39465</c:v>
                </c:pt>
                <c:pt idx="4702">
                  <c:v>39464</c:v>
                </c:pt>
                <c:pt idx="4703">
                  <c:v>39463</c:v>
                </c:pt>
                <c:pt idx="4704">
                  <c:v>39462</c:v>
                </c:pt>
                <c:pt idx="4705">
                  <c:v>39461</c:v>
                </c:pt>
                <c:pt idx="4706">
                  <c:v>39458</c:v>
                </c:pt>
                <c:pt idx="4707">
                  <c:v>39457</c:v>
                </c:pt>
                <c:pt idx="4708">
                  <c:v>39456</c:v>
                </c:pt>
                <c:pt idx="4709">
                  <c:v>39455</c:v>
                </c:pt>
                <c:pt idx="4710">
                  <c:v>39454</c:v>
                </c:pt>
                <c:pt idx="4711">
                  <c:v>39451</c:v>
                </c:pt>
                <c:pt idx="4712">
                  <c:v>39450</c:v>
                </c:pt>
                <c:pt idx="4713">
                  <c:v>39449</c:v>
                </c:pt>
                <c:pt idx="4714">
                  <c:v>39447</c:v>
                </c:pt>
                <c:pt idx="4715">
                  <c:v>39444</c:v>
                </c:pt>
                <c:pt idx="4716">
                  <c:v>39443</c:v>
                </c:pt>
                <c:pt idx="4717">
                  <c:v>39442</c:v>
                </c:pt>
                <c:pt idx="4718">
                  <c:v>39440</c:v>
                </c:pt>
                <c:pt idx="4719">
                  <c:v>39437</c:v>
                </c:pt>
                <c:pt idx="4720">
                  <c:v>39436</c:v>
                </c:pt>
                <c:pt idx="4721">
                  <c:v>39435</c:v>
                </c:pt>
                <c:pt idx="4722">
                  <c:v>39434</c:v>
                </c:pt>
                <c:pt idx="4723">
                  <c:v>39433</c:v>
                </c:pt>
                <c:pt idx="4724">
                  <c:v>39430</c:v>
                </c:pt>
                <c:pt idx="4725">
                  <c:v>39429</c:v>
                </c:pt>
                <c:pt idx="4726">
                  <c:v>39428</c:v>
                </c:pt>
                <c:pt idx="4727">
                  <c:v>39427</c:v>
                </c:pt>
                <c:pt idx="4728">
                  <c:v>39426</c:v>
                </c:pt>
                <c:pt idx="4729">
                  <c:v>39423</c:v>
                </c:pt>
                <c:pt idx="4730">
                  <c:v>39422</c:v>
                </c:pt>
                <c:pt idx="4731">
                  <c:v>39421</c:v>
                </c:pt>
                <c:pt idx="4732">
                  <c:v>39420</c:v>
                </c:pt>
                <c:pt idx="4733">
                  <c:v>39419</c:v>
                </c:pt>
                <c:pt idx="4734">
                  <c:v>39416</c:v>
                </c:pt>
                <c:pt idx="4735">
                  <c:v>39415</c:v>
                </c:pt>
                <c:pt idx="4736">
                  <c:v>39414</c:v>
                </c:pt>
                <c:pt idx="4737">
                  <c:v>39413</c:v>
                </c:pt>
                <c:pt idx="4738">
                  <c:v>39412</c:v>
                </c:pt>
                <c:pt idx="4739">
                  <c:v>39409</c:v>
                </c:pt>
                <c:pt idx="4740">
                  <c:v>39407</c:v>
                </c:pt>
                <c:pt idx="4741">
                  <c:v>39406</c:v>
                </c:pt>
                <c:pt idx="4742">
                  <c:v>39405</c:v>
                </c:pt>
                <c:pt idx="4743">
                  <c:v>39402</c:v>
                </c:pt>
                <c:pt idx="4744">
                  <c:v>39401</c:v>
                </c:pt>
                <c:pt idx="4745">
                  <c:v>39400</c:v>
                </c:pt>
                <c:pt idx="4746">
                  <c:v>39399</c:v>
                </c:pt>
                <c:pt idx="4747">
                  <c:v>39398</c:v>
                </c:pt>
                <c:pt idx="4748">
                  <c:v>39395</c:v>
                </c:pt>
                <c:pt idx="4749">
                  <c:v>39394</c:v>
                </c:pt>
                <c:pt idx="4750">
                  <c:v>39393</c:v>
                </c:pt>
                <c:pt idx="4751">
                  <c:v>39392</c:v>
                </c:pt>
                <c:pt idx="4752">
                  <c:v>39391</c:v>
                </c:pt>
                <c:pt idx="4753">
                  <c:v>39388</c:v>
                </c:pt>
                <c:pt idx="4754">
                  <c:v>39387</c:v>
                </c:pt>
                <c:pt idx="4755">
                  <c:v>39386</c:v>
                </c:pt>
                <c:pt idx="4756">
                  <c:v>39385</c:v>
                </c:pt>
                <c:pt idx="4757">
                  <c:v>39384</c:v>
                </c:pt>
                <c:pt idx="4758">
                  <c:v>39381</c:v>
                </c:pt>
                <c:pt idx="4759">
                  <c:v>39380</c:v>
                </c:pt>
                <c:pt idx="4760">
                  <c:v>39379</c:v>
                </c:pt>
                <c:pt idx="4761">
                  <c:v>39378</c:v>
                </c:pt>
                <c:pt idx="4762">
                  <c:v>39377</c:v>
                </c:pt>
                <c:pt idx="4763">
                  <c:v>39374</c:v>
                </c:pt>
                <c:pt idx="4764">
                  <c:v>39373</c:v>
                </c:pt>
                <c:pt idx="4765">
                  <c:v>39372</c:v>
                </c:pt>
                <c:pt idx="4766">
                  <c:v>39371</c:v>
                </c:pt>
                <c:pt idx="4767">
                  <c:v>39370</c:v>
                </c:pt>
                <c:pt idx="4768">
                  <c:v>39367</c:v>
                </c:pt>
                <c:pt idx="4769">
                  <c:v>39366</c:v>
                </c:pt>
                <c:pt idx="4770">
                  <c:v>39365</c:v>
                </c:pt>
                <c:pt idx="4771">
                  <c:v>39364</c:v>
                </c:pt>
                <c:pt idx="4772">
                  <c:v>39363</c:v>
                </c:pt>
                <c:pt idx="4773">
                  <c:v>39360</c:v>
                </c:pt>
                <c:pt idx="4774">
                  <c:v>39359</c:v>
                </c:pt>
                <c:pt idx="4775">
                  <c:v>39358</c:v>
                </c:pt>
                <c:pt idx="4776">
                  <c:v>39357</c:v>
                </c:pt>
                <c:pt idx="4777">
                  <c:v>39356</c:v>
                </c:pt>
                <c:pt idx="4778">
                  <c:v>39353</c:v>
                </c:pt>
                <c:pt idx="4779">
                  <c:v>39352</c:v>
                </c:pt>
                <c:pt idx="4780">
                  <c:v>39351</c:v>
                </c:pt>
                <c:pt idx="4781">
                  <c:v>39350</c:v>
                </c:pt>
                <c:pt idx="4782">
                  <c:v>39349</c:v>
                </c:pt>
                <c:pt idx="4783">
                  <c:v>39346</c:v>
                </c:pt>
                <c:pt idx="4784">
                  <c:v>39345</c:v>
                </c:pt>
                <c:pt idx="4785">
                  <c:v>39344</c:v>
                </c:pt>
                <c:pt idx="4786">
                  <c:v>39343</c:v>
                </c:pt>
                <c:pt idx="4787">
                  <c:v>39342</c:v>
                </c:pt>
                <c:pt idx="4788">
                  <c:v>39339</c:v>
                </c:pt>
                <c:pt idx="4789">
                  <c:v>39338</c:v>
                </c:pt>
                <c:pt idx="4790">
                  <c:v>39337</c:v>
                </c:pt>
                <c:pt idx="4791">
                  <c:v>39336</c:v>
                </c:pt>
                <c:pt idx="4792">
                  <c:v>39335</c:v>
                </c:pt>
                <c:pt idx="4793">
                  <c:v>39332</c:v>
                </c:pt>
                <c:pt idx="4794">
                  <c:v>39331</c:v>
                </c:pt>
                <c:pt idx="4795">
                  <c:v>39330</c:v>
                </c:pt>
                <c:pt idx="4796">
                  <c:v>39329</c:v>
                </c:pt>
                <c:pt idx="4797">
                  <c:v>39325</c:v>
                </c:pt>
                <c:pt idx="4798">
                  <c:v>39324</c:v>
                </c:pt>
                <c:pt idx="4799">
                  <c:v>39323</c:v>
                </c:pt>
                <c:pt idx="4800">
                  <c:v>39322</c:v>
                </c:pt>
                <c:pt idx="4801">
                  <c:v>39321</c:v>
                </c:pt>
                <c:pt idx="4802">
                  <c:v>39318</c:v>
                </c:pt>
                <c:pt idx="4803">
                  <c:v>39317</c:v>
                </c:pt>
                <c:pt idx="4804">
                  <c:v>39316</c:v>
                </c:pt>
                <c:pt idx="4805">
                  <c:v>39315</c:v>
                </c:pt>
                <c:pt idx="4806">
                  <c:v>39314</c:v>
                </c:pt>
                <c:pt idx="4807">
                  <c:v>39311</c:v>
                </c:pt>
                <c:pt idx="4808">
                  <c:v>39310</c:v>
                </c:pt>
                <c:pt idx="4809">
                  <c:v>39309</c:v>
                </c:pt>
                <c:pt idx="4810">
                  <c:v>39308</c:v>
                </c:pt>
                <c:pt idx="4811">
                  <c:v>39307</c:v>
                </c:pt>
                <c:pt idx="4812">
                  <c:v>39304</c:v>
                </c:pt>
                <c:pt idx="4813">
                  <c:v>39303</c:v>
                </c:pt>
                <c:pt idx="4814">
                  <c:v>39302</c:v>
                </c:pt>
                <c:pt idx="4815">
                  <c:v>39301</c:v>
                </c:pt>
                <c:pt idx="4816">
                  <c:v>39300</c:v>
                </c:pt>
                <c:pt idx="4817">
                  <c:v>39297</c:v>
                </c:pt>
                <c:pt idx="4818">
                  <c:v>39296</c:v>
                </c:pt>
                <c:pt idx="4819">
                  <c:v>39295</c:v>
                </c:pt>
                <c:pt idx="4820">
                  <c:v>39294</c:v>
                </c:pt>
                <c:pt idx="4821">
                  <c:v>39293</c:v>
                </c:pt>
                <c:pt idx="4822">
                  <c:v>39290</c:v>
                </c:pt>
                <c:pt idx="4823">
                  <c:v>39289</c:v>
                </c:pt>
                <c:pt idx="4824">
                  <c:v>39288</c:v>
                </c:pt>
                <c:pt idx="4825">
                  <c:v>39287</c:v>
                </c:pt>
                <c:pt idx="4826">
                  <c:v>39286</c:v>
                </c:pt>
                <c:pt idx="4827">
                  <c:v>39283</c:v>
                </c:pt>
                <c:pt idx="4828">
                  <c:v>39282</c:v>
                </c:pt>
                <c:pt idx="4829">
                  <c:v>39281</c:v>
                </c:pt>
                <c:pt idx="4830">
                  <c:v>39280</c:v>
                </c:pt>
                <c:pt idx="4831">
                  <c:v>39279</c:v>
                </c:pt>
                <c:pt idx="4832">
                  <c:v>39276</c:v>
                </c:pt>
                <c:pt idx="4833">
                  <c:v>39275</c:v>
                </c:pt>
                <c:pt idx="4834">
                  <c:v>39274</c:v>
                </c:pt>
                <c:pt idx="4835">
                  <c:v>39273</c:v>
                </c:pt>
                <c:pt idx="4836">
                  <c:v>39272</c:v>
                </c:pt>
                <c:pt idx="4837">
                  <c:v>39269</c:v>
                </c:pt>
                <c:pt idx="4838">
                  <c:v>39268</c:v>
                </c:pt>
                <c:pt idx="4839">
                  <c:v>39266</c:v>
                </c:pt>
                <c:pt idx="4840">
                  <c:v>39265</c:v>
                </c:pt>
                <c:pt idx="4841">
                  <c:v>39262</c:v>
                </c:pt>
                <c:pt idx="4842">
                  <c:v>39261</c:v>
                </c:pt>
                <c:pt idx="4843">
                  <c:v>39260</c:v>
                </c:pt>
                <c:pt idx="4844">
                  <c:v>39259</c:v>
                </c:pt>
                <c:pt idx="4845">
                  <c:v>39258</c:v>
                </c:pt>
                <c:pt idx="4846">
                  <c:v>39255</c:v>
                </c:pt>
                <c:pt idx="4847">
                  <c:v>39254</c:v>
                </c:pt>
                <c:pt idx="4848">
                  <c:v>39253</c:v>
                </c:pt>
                <c:pt idx="4849">
                  <c:v>39252</c:v>
                </c:pt>
                <c:pt idx="4850">
                  <c:v>39251</c:v>
                </c:pt>
                <c:pt idx="4851">
                  <c:v>39248</c:v>
                </c:pt>
                <c:pt idx="4852">
                  <c:v>39247</c:v>
                </c:pt>
                <c:pt idx="4853">
                  <c:v>39246</c:v>
                </c:pt>
                <c:pt idx="4854">
                  <c:v>39245</c:v>
                </c:pt>
                <c:pt idx="4855">
                  <c:v>39244</c:v>
                </c:pt>
                <c:pt idx="4856">
                  <c:v>39241</c:v>
                </c:pt>
                <c:pt idx="4857">
                  <c:v>39240</c:v>
                </c:pt>
                <c:pt idx="4858">
                  <c:v>39239</c:v>
                </c:pt>
                <c:pt idx="4859">
                  <c:v>39238</c:v>
                </c:pt>
                <c:pt idx="4860">
                  <c:v>39237</c:v>
                </c:pt>
                <c:pt idx="4861">
                  <c:v>39234</c:v>
                </c:pt>
                <c:pt idx="4862">
                  <c:v>39233</c:v>
                </c:pt>
                <c:pt idx="4863">
                  <c:v>39232</c:v>
                </c:pt>
                <c:pt idx="4864">
                  <c:v>39231</c:v>
                </c:pt>
                <c:pt idx="4865">
                  <c:v>39227</c:v>
                </c:pt>
                <c:pt idx="4866">
                  <c:v>39226</c:v>
                </c:pt>
                <c:pt idx="4867">
                  <c:v>39225</c:v>
                </c:pt>
                <c:pt idx="4868">
                  <c:v>39224</c:v>
                </c:pt>
                <c:pt idx="4869">
                  <c:v>39223</c:v>
                </c:pt>
                <c:pt idx="4870">
                  <c:v>39220</c:v>
                </c:pt>
                <c:pt idx="4871">
                  <c:v>39219</c:v>
                </c:pt>
                <c:pt idx="4872">
                  <c:v>39218</c:v>
                </c:pt>
                <c:pt idx="4873">
                  <c:v>39217</c:v>
                </c:pt>
                <c:pt idx="4874">
                  <c:v>39216</c:v>
                </c:pt>
                <c:pt idx="4875">
                  <c:v>39213</c:v>
                </c:pt>
                <c:pt idx="4876">
                  <c:v>39212</c:v>
                </c:pt>
                <c:pt idx="4877">
                  <c:v>39211</c:v>
                </c:pt>
                <c:pt idx="4878">
                  <c:v>39210</c:v>
                </c:pt>
                <c:pt idx="4879">
                  <c:v>39209</c:v>
                </c:pt>
                <c:pt idx="4880">
                  <c:v>39206</c:v>
                </c:pt>
                <c:pt idx="4881">
                  <c:v>39205</c:v>
                </c:pt>
                <c:pt idx="4882">
                  <c:v>39204</c:v>
                </c:pt>
                <c:pt idx="4883">
                  <c:v>39203</c:v>
                </c:pt>
                <c:pt idx="4884">
                  <c:v>39202</c:v>
                </c:pt>
                <c:pt idx="4885">
                  <c:v>39199</c:v>
                </c:pt>
                <c:pt idx="4886">
                  <c:v>39198</c:v>
                </c:pt>
                <c:pt idx="4887">
                  <c:v>39197</c:v>
                </c:pt>
                <c:pt idx="4888">
                  <c:v>39196</c:v>
                </c:pt>
                <c:pt idx="4889">
                  <c:v>39195</c:v>
                </c:pt>
                <c:pt idx="4890">
                  <c:v>39192</c:v>
                </c:pt>
                <c:pt idx="4891">
                  <c:v>39191</c:v>
                </c:pt>
                <c:pt idx="4892">
                  <c:v>39190</c:v>
                </c:pt>
                <c:pt idx="4893">
                  <c:v>39189</c:v>
                </c:pt>
                <c:pt idx="4894">
                  <c:v>39188</c:v>
                </c:pt>
                <c:pt idx="4895">
                  <c:v>39185</c:v>
                </c:pt>
                <c:pt idx="4896">
                  <c:v>39184</c:v>
                </c:pt>
                <c:pt idx="4897">
                  <c:v>39183</c:v>
                </c:pt>
                <c:pt idx="4898">
                  <c:v>39182</c:v>
                </c:pt>
                <c:pt idx="4899">
                  <c:v>39181</c:v>
                </c:pt>
                <c:pt idx="4900">
                  <c:v>39177</c:v>
                </c:pt>
                <c:pt idx="4901">
                  <c:v>39176</c:v>
                </c:pt>
                <c:pt idx="4902">
                  <c:v>39175</c:v>
                </c:pt>
                <c:pt idx="4903">
                  <c:v>39174</c:v>
                </c:pt>
                <c:pt idx="4904">
                  <c:v>39171</c:v>
                </c:pt>
                <c:pt idx="4905">
                  <c:v>39170</c:v>
                </c:pt>
                <c:pt idx="4906">
                  <c:v>39169</c:v>
                </c:pt>
                <c:pt idx="4907">
                  <c:v>39168</c:v>
                </c:pt>
                <c:pt idx="4908">
                  <c:v>39167</c:v>
                </c:pt>
                <c:pt idx="4909">
                  <c:v>39164</c:v>
                </c:pt>
                <c:pt idx="4910">
                  <c:v>39163</c:v>
                </c:pt>
                <c:pt idx="4911">
                  <c:v>39162</c:v>
                </c:pt>
                <c:pt idx="4912">
                  <c:v>39161</c:v>
                </c:pt>
                <c:pt idx="4913">
                  <c:v>39160</c:v>
                </c:pt>
                <c:pt idx="4914">
                  <c:v>39157</c:v>
                </c:pt>
                <c:pt idx="4915">
                  <c:v>39156</c:v>
                </c:pt>
                <c:pt idx="4916">
                  <c:v>39155</c:v>
                </c:pt>
                <c:pt idx="4917">
                  <c:v>39154</c:v>
                </c:pt>
                <c:pt idx="4918">
                  <c:v>39153</c:v>
                </c:pt>
                <c:pt idx="4919">
                  <c:v>39150</c:v>
                </c:pt>
                <c:pt idx="4920">
                  <c:v>39149</c:v>
                </c:pt>
                <c:pt idx="4921">
                  <c:v>39148</c:v>
                </c:pt>
                <c:pt idx="4922">
                  <c:v>39147</c:v>
                </c:pt>
                <c:pt idx="4923">
                  <c:v>39146</c:v>
                </c:pt>
                <c:pt idx="4924">
                  <c:v>39143</c:v>
                </c:pt>
                <c:pt idx="4925">
                  <c:v>39142</c:v>
                </c:pt>
                <c:pt idx="4926">
                  <c:v>39141</c:v>
                </c:pt>
                <c:pt idx="4927">
                  <c:v>39140</c:v>
                </c:pt>
                <c:pt idx="4928">
                  <c:v>39139</c:v>
                </c:pt>
                <c:pt idx="4929">
                  <c:v>39136</c:v>
                </c:pt>
                <c:pt idx="4930">
                  <c:v>39135</c:v>
                </c:pt>
                <c:pt idx="4931">
                  <c:v>39134</c:v>
                </c:pt>
                <c:pt idx="4932">
                  <c:v>39133</c:v>
                </c:pt>
                <c:pt idx="4933">
                  <c:v>39129</c:v>
                </c:pt>
                <c:pt idx="4934">
                  <c:v>39128</c:v>
                </c:pt>
                <c:pt idx="4935">
                  <c:v>39127</c:v>
                </c:pt>
                <c:pt idx="4936">
                  <c:v>39126</c:v>
                </c:pt>
                <c:pt idx="4937">
                  <c:v>39125</c:v>
                </c:pt>
                <c:pt idx="4938">
                  <c:v>39122</c:v>
                </c:pt>
                <c:pt idx="4939">
                  <c:v>39121</c:v>
                </c:pt>
                <c:pt idx="4940">
                  <c:v>39120</c:v>
                </c:pt>
                <c:pt idx="4941">
                  <c:v>39119</c:v>
                </c:pt>
                <c:pt idx="4942">
                  <c:v>39118</c:v>
                </c:pt>
                <c:pt idx="4943">
                  <c:v>39115</c:v>
                </c:pt>
                <c:pt idx="4944">
                  <c:v>39114</c:v>
                </c:pt>
                <c:pt idx="4945">
                  <c:v>39113</c:v>
                </c:pt>
                <c:pt idx="4946">
                  <c:v>39112</c:v>
                </c:pt>
                <c:pt idx="4947">
                  <c:v>39111</c:v>
                </c:pt>
                <c:pt idx="4948">
                  <c:v>39108</c:v>
                </c:pt>
                <c:pt idx="4949">
                  <c:v>39107</c:v>
                </c:pt>
                <c:pt idx="4950">
                  <c:v>39106</c:v>
                </c:pt>
                <c:pt idx="4951">
                  <c:v>39105</c:v>
                </c:pt>
                <c:pt idx="4952">
                  <c:v>39104</c:v>
                </c:pt>
                <c:pt idx="4953">
                  <c:v>39101</c:v>
                </c:pt>
                <c:pt idx="4954">
                  <c:v>39100</c:v>
                </c:pt>
                <c:pt idx="4955">
                  <c:v>39099</c:v>
                </c:pt>
                <c:pt idx="4956">
                  <c:v>39098</c:v>
                </c:pt>
                <c:pt idx="4957">
                  <c:v>39094</c:v>
                </c:pt>
                <c:pt idx="4958">
                  <c:v>39093</c:v>
                </c:pt>
                <c:pt idx="4959">
                  <c:v>39092</c:v>
                </c:pt>
                <c:pt idx="4960">
                  <c:v>39091</c:v>
                </c:pt>
                <c:pt idx="4961">
                  <c:v>39090</c:v>
                </c:pt>
                <c:pt idx="4962">
                  <c:v>39087</c:v>
                </c:pt>
                <c:pt idx="4963">
                  <c:v>39086</c:v>
                </c:pt>
                <c:pt idx="4964">
                  <c:v>39085</c:v>
                </c:pt>
                <c:pt idx="4965">
                  <c:v>39080</c:v>
                </c:pt>
                <c:pt idx="4966">
                  <c:v>39079</c:v>
                </c:pt>
                <c:pt idx="4967">
                  <c:v>39078</c:v>
                </c:pt>
                <c:pt idx="4968">
                  <c:v>39077</c:v>
                </c:pt>
                <c:pt idx="4969">
                  <c:v>39073</c:v>
                </c:pt>
                <c:pt idx="4970">
                  <c:v>39072</c:v>
                </c:pt>
                <c:pt idx="4971">
                  <c:v>39071</c:v>
                </c:pt>
                <c:pt idx="4972">
                  <c:v>39070</c:v>
                </c:pt>
                <c:pt idx="4973">
                  <c:v>39069</c:v>
                </c:pt>
                <c:pt idx="4974">
                  <c:v>39066</c:v>
                </c:pt>
                <c:pt idx="4975">
                  <c:v>39065</c:v>
                </c:pt>
                <c:pt idx="4976">
                  <c:v>39064</c:v>
                </c:pt>
                <c:pt idx="4977">
                  <c:v>39063</c:v>
                </c:pt>
                <c:pt idx="4978">
                  <c:v>39062</c:v>
                </c:pt>
                <c:pt idx="4979">
                  <c:v>39059</c:v>
                </c:pt>
                <c:pt idx="4980">
                  <c:v>39058</c:v>
                </c:pt>
                <c:pt idx="4981">
                  <c:v>39057</c:v>
                </c:pt>
                <c:pt idx="4982">
                  <c:v>39056</c:v>
                </c:pt>
                <c:pt idx="4983">
                  <c:v>39055</c:v>
                </c:pt>
                <c:pt idx="4984">
                  <c:v>39052</c:v>
                </c:pt>
                <c:pt idx="4985">
                  <c:v>39051</c:v>
                </c:pt>
                <c:pt idx="4986">
                  <c:v>39050</c:v>
                </c:pt>
                <c:pt idx="4987">
                  <c:v>39049</c:v>
                </c:pt>
                <c:pt idx="4988">
                  <c:v>39048</c:v>
                </c:pt>
                <c:pt idx="4989">
                  <c:v>39045</c:v>
                </c:pt>
                <c:pt idx="4990">
                  <c:v>39043</c:v>
                </c:pt>
                <c:pt idx="4991">
                  <c:v>39042</c:v>
                </c:pt>
                <c:pt idx="4992">
                  <c:v>39041</c:v>
                </c:pt>
                <c:pt idx="4993">
                  <c:v>39038</c:v>
                </c:pt>
                <c:pt idx="4994">
                  <c:v>39037</c:v>
                </c:pt>
                <c:pt idx="4995">
                  <c:v>39036</c:v>
                </c:pt>
                <c:pt idx="4996">
                  <c:v>39035</c:v>
                </c:pt>
                <c:pt idx="4997">
                  <c:v>39034</c:v>
                </c:pt>
                <c:pt idx="4998">
                  <c:v>39031</c:v>
                </c:pt>
                <c:pt idx="4999">
                  <c:v>39030</c:v>
                </c:pt>
                <c:pt idx="5000">
                  <c:v>39029</c:v>
                </c:pt>
                <c:pt idx="5001">
                  <c:v>39028</c:v>
                </c:pt>
                <c:pt idx="5002">
                  <c:v>39027</c:v>
                </c:pt>
                <c:pt idx="5003">
                  <c:v>39024</c:v>
                </c:pt>
                <c:pt idx="5004">
                  <c:v>39023</c:v>
                </c:pt>
                <c:pt idx="5005">
                  <c:v>39022</c:v>
                </c:pt>
                <c:pt idx="5006">
                  <c:v>39021</c:v>
                </c:pt>
                <c:pt idx="5007">
                  <c:v>39020</c:v>
                </c:pt>
                <c:pt idx="5008">
                  <c:v>39017</c:v>
                </c:pt>
                <c:pt idx="5009">
                  <c:v>39016</c:v>
                </c:pt>
                <c:pt idx="5010">
                  <c:v>39015</c:v>
                </c:pt>
                <c:pt idx="5011">
                  <c:v>39014</c:v>
                </c:pt>
                <c:pt idx="5012">
                  <c:v>39013</c:v>
                </c:pt>
                <c:pt idx="5013">
                  <c:v>39010</c:v>
                </c:pt>
                <c:pt idx="5014">
                  <c:v>39009</c:v>
                </c:pt>
                <c:pt idx="5015">
                  <c:v>39008</c:v>
                </c:pt>
                <c:pt idx="5016">
                  <c:v>39007</c:v>
                </c:pt>
                <c:pt idx="5017">
                  <c:v>39006</c:v>
                </c:pt>
                <c:pt idx="5018">
                  <c:v>39003</c:v>
                </c:pt>
                <c:pt idx="5019">
                  <c:v>39002</c:v>
                </c:pt>
                <c:pt idx="5020">
                  <c:v>39001</c:v>
                </c:pt>
                <c:pt idx="5021">
                  <c:v>39000</c:v>
                </c:pt>
                <c:pt idx="5022">
                  <c:v>38999</c:v>
                </c:pt>
                <c:pt idx="5023">
                  <c:v>38996</c:v>
                </c:pt>
                <c:pt idx="5024">
                  <c:v>38995</c:v>
                </c:pt>
                <c:pt idx="5025">
                  <c:v>38994</c:v>
                </c:pt>
                <c:pt idx="5026">
                  <c:v>38993</c:v>
                </c:pt>
                <c:pt idx="5027">
                  <c:v>38992</c:v>
                </c:pt>
                <c:pt idx="5028">
                  <c:v>38989</c:v>
                </c:pt>
                <c:pt idx="5029">
                  <c:v>38988</c:v>
                </c:pt>
                <c:pt idx="5030">
                  <c:v>38987</c:v>
                </c:pt>
                <c:pt idx="5031">
                  <c:v>38986</c:v>
                </c:pt>
                <c:pt idx="5032">
                  <c:v>38985</c:v>
                </c:pt>
                <c:pt idx="5033">
                  <c:v>38982</c:v>
                </c:pt>
                <c:pt idx="5034">
                  <c:v>38981</c:v>
                </c:pt>
                <c:pt idx="5035">
                  <c:v>38980</c:v>
                </c:pt>
                <c:pt idx="5036">
                  <c:v>38979</c:v>
                </c:pt>
                <c:pt idx="5037">
                  <c:v>38978</c:v>
                </c:pt>
                <c:pt idx="5038">
                  <c:v>38975</c:v>
                </c:pt>
                <c:pt idx="5039">
                  <c:v>38974</c:v>
                </c:pt>
                <c:pt idx="5040">
                  <c:v>38973</c:v>
                </c:pt>
                <c:pt idx="5041">
                  <c:v>38972</c:v>
                </c:pt>
                <c:pt idx="5042">
                  <c:v>38971</c:v>
                </c:pt>
                <c:pt idx="5043">
                  <c:v>38968</c:v>
                </c:pt>
                <c:pt idx="5044">
                  <c:v>38967</c:v>
                </c:pt>
                <c:pt idx="5045">
                  <c:v>38966</c:v>
                </c:pt>
                <c:pt idx="5046">
                  <c:v>38965</c:v>
                </c:pt>
                <c:pt idx="5047">
                  <c:v>38961</c:v>
                </c:pt>
                <c:pt idx="5048">
                  <c:v>38960</c:v>
                </c:pt>
                <c:pt idx="5049">
                  <c:v>38959</c:v>
                </c:pt>
                <c:pt idx="5050">
                  <c:v>38958</c:v>
                </c:pt>
                <c:pt idx="5051">
                  <c:v>38957</c:v>
                </c:pt>
                <c:pt idx="5052">
                  <c:v>38954</c:v>
                </c:pt>
                <c:pt idx="5053">
                  <c:v>38953</c:v>
                </c:pt>
                <c:pt idx="5054">
                  <c:v>38952</c:v>
                </c:pt>
                <c:pt idx="5055">
                  <c:v>38951</c:v>
                </c:pt>
                <c:pt idx="5056">
                  <c:v>38950</c:v>
                </c:pt>
                <c:pt idx="5057">
                  <c:v>38947</c:v>
                </c:pt>
                <c:pt idx="5058">
                  <c:v>38946</c:v>
                </c:pt>
                <c:pt idx="5059">
                  <c:v>38945</c:v>
                </c:pt>
                <c:pt idx="5060">
                  <c:v>38944</c:v>
                </c:pt>
                <c:pt idx="5061">
                  <c:v>38943</c:v>
                </c:pt>
                <c:pt idx="5062">
                  <c:v>38940</c:v>
                </c:pt>
                <c:pt idx="5063">
                  <c:v>38939</c:v>
                </c:pt>
                <c:pt idx="5064">
                  <c:v>38938</c:v>
                </c:pt>
                <c:pt idx="5065">
                  <c:v>38937</c:v>
                </c:pt>
                <c:pt idx="5066">
                  <c:v>38936</c:v>
                </c:pt>
                <c:pt idx="5067">
                  <c:v>38933</c:v>
                </c:pt>
                <c:pt idx="5068">
                  <c:v>38932</c:v>
                </c:pt>
                <c:pt idx="5069">
                  <c:v>38931</c:v>
                </c:pt>
                <c:pt idx="5070">
                  <c:v>38930</c:v>
                </c:pt>
                <c:pt idx="5071">
                  <c:v>38929</c:v>
                </c:pt>
                <c:pt idx="5072">
                  <c:v>38926</c:v>
                </c:pt>
                <c:pt idx="5073">
                  <c:v>38925</c:v>
                </c:pt>
                <c:pt idx="5074">
                  <c:v>38924</c:v>
                </c:pt>
                <c:pt idx="5075">
                  <c:v>38923</c:v>
                </c:pt>
                <c:pt idx="5076">
                  <c:v>38922</c:v>
                </c:pt>
                <c:pt idx="5077">
                  <c:v>38919</c:v>
                </c:pt>
                <c:pt idx="5078">
                  <c:v>38918</c:v>
                </c:pt>
                <c:pt idx="5079">
                  <c:v>38917</c:v>
                </c:pt>
                <c:pt idx="5080">
                  <c:v>38916</c:v>
                </c:pt>
                <c:pt idx="5081">
                  <c:v>38915</c:v>
                </c:pt>
                <c:pt idx="5082">
                  <c:v>38912</c:v>
                </c:pt>
                <c:pt idx="5083">
                  <c:v>38911</c:v>
                </c:pt>
                <c:pt idx="5084">
                  <c:v>38910</c:v>
                </c:pt>
                <c:pt idx="5085">
                  <c:v>38909</c:v>
                </c:pt>
                <c:pt idx="5086">
                  <c:v>38908</c:v>
                </c:pt>
                <c:pt idx="5087">
                  <c:v>38905</c:v>
                </c:pt>
                <c:pt idx="5088">
                  <c:v>38904</c:v>
                </c:pt>
                <c:pt idx="5089">
                  <c:v>38903</c:v>
                </c:pt>
                <c:pt idx="5090">
                  <c:v>38901</c:v>
                </c:pt>
                <c:pt idx="5091">
                  <c:v>38898</c:v>
                </c:pt>
                <c:pt idx="5092">
                  <c:v>38897</c:v>
                </c:pt>
                <c:pt idx="5093">
                  <c:v>38896</c:v>
                </c:pt>
                <c:pt idx="5094">
                  <c:v>38895</c:v>
                </c:pt>
                <c:pt idx="5095">
                  <c:v>38894</c:v>
                </c:pt>
                <c:pt idx="5096">
                  <c:v>38891</c:v>
                </c:pt>
                <c:pt idx="5097">
                  <c:v>38890</c:v>
                </c:pt>
                <c:pt idx="5098">
                  <c:v>38889</c:v>
                </c:pt>
                <c:pt idx="5099">
                  <c:v>38888</c:v>
                </c:pt>
                <c:pt idx="5100">
                  <c:v>38887</c:v>
                </c:pt>
                <c:pt idx="5101">
                  <c:v>38884</c:v>
                </c:pt>
                <c:pt idx="5102">
                  <c:v>38883</c:v>
                </c:pt>
                <c:pt idx="5103">
                  <c:v>38882</c:v>
                </c:pt>
                <c:pt idx="5104">
                  <c:v>38881</c:v>
                </c:pt>
                <c:pt idx="5105">
                  <c:v>38880</c:v>
                </c:pt>
                <c:pt idx="5106">
                  <c:v>38877</c:v>
                </c:pt>
                <c:pt idx="5107">
                  <c:v>38876</c:v>
                </c:pt>
                <c:pt idx="5108">
                  <c:v>38875</c:v>
                </c:pt>
                <c:pt idx="5109">
                  <c:v>38874</c:v>
                </c:pt>
                <c:pt idx="5110">
                  <c:v>38873</c:v>
                </c:pt>
                <c:pt idx="5111">
                  <c:v>38870</c:v>
                </c:pt>
                <c:pt idx="5112">
                  <c:v>38869</c:v>
                </c:pt>
                <c:pt idx="5113">
                  <c:v>38868</c:v>
                </c:pt>
                <c:pt idx="5114">
                  <c:v>38867</c:v>
                </c:pt>
                <c:pt idx="5115">
                  <c:v>38863</c:v>
                </c:pt>
                <c:pt idx="5116">
                  <c:v>38862</c:v>
                </c:pt>
                <c:pt idx="5117">
                  <c:v>38861</c:v>
                </c:pt>
                <c:pt idx="5118">
                  <c:v>38860</c:v>
                </c:pt>
                <c:pt idx="5119">
                  <c:v>38859</c:v>
                </c:pt>
                <c:pt idx="5120">
                  <c:v>38856</c:v>
                </c:pt>
                <c:pt idx="5121">
                  <c:v>38855</c:v>
                </c:pt>
                <c:pt idx="5122">
                  <c:v>38854</c:v>
                </c:pt>
                <c:pt idx="5123">
                  <c:v>38853</c:v>
                </c:pt>
                <c:pt idx="5124">
                  <c:v>38852</c:v>
                </c:pt>
                <c:pt idx="5125">
                  <c:v>38849</c:v>
                </c:pt>
                <c:pt idx="5126">
                  <c:v>38848</c:v>
                </c:pt>
                <c:pt idx="5127">
                  <c:v>38847</c:v>
                </c:pt>
                <c:pt idx="5128">
                  <c:v>38846</c:v>
                </c:pt>
                <c:pt idx="5129">
                  <c:v>38845</c:v>
                </c:pt>
                <c:pt idx="5130">
                  <c:v>38842</c:v>
                </c:pt>
                <c:pt idx="5131">
                  <c:v>38841</c:v>
                </c:pt>
                <c:pt idx="5132">
                  <c:v>38840</c:v>
                </c:pt>
                <c:pt idx="5133">
                  <c:v>38839</c:v>
                </c:pt>
                <c:pt idx="5134">
                  <c:v>38838</c:v>
                </c:pt>
                <c:pt idx="5135">
                  <c:v>38835</c:v>
                </c:pt>
                <c:pt idx="5136">
                  <c:v>38834</c:v>
                </c:pt>
                <c:pt idx="5137">
                  <c:v>38833</c:v>
                </c:pt>
                <c:pt idx="5138">
                  <c:v>38832</c:v>
                </c:pt>
                <c:pt idx="5139">
                  <c:v>38831</c:v>
                </c:pt>
                <c:pt idx="5140">
                  <c:v>38828</c:v>
                </c:pt>
                <c:pt idx="5141">
                  <c:v>38827</c:v>
                </c:pt>
                <c:pt idx="5142">
                  <c:v>38826</c:v>
                </c:pt>
                <c:pt idx="5143">
                  <c:v>38825</c:v>
                </c:pt>
                <c:pt idx="5144">
                  <c:v>38824</c:v>
                </c:pt>
                <c:pt idx="5145">
                  <c:v>38820</c:v>
                </c:pt>
                <c:pt idx="5146">
                  <c:v>38819</c:v>
                </c:pt>
                <c:pt idx="5147">
                  <c:v>38818</c:v>
                </c:pt>
                <c:pt idx="5148">
                  <c:v>38817</c:v>
                </c:pt>
                <c:pt idx="5149">
                  <c:v>38814</c:v>
                </c:pt>
                <c:pt idx="5150">
                  <c:v>38813</c:v>
                </c:pt>
                <c:pt idx="5151">
                  <c:v>38812</c:v>
                </c:pt>
                <c:pt idx="5152">
                  <c:v>38811</c:v>
                </c:pt>
                <c:pt idx="5153">
                  <c:v>38810</c:v>
                </c:pt>
                <c:pt idx="5154">
                  <c:v>38807</c:v>
                </c:pt>
                <c:pt idx="5155">
                  <c:v>38806</c:v>
                </c:pt>
                <c:pt idx="5156">
                  <c:v>38805</c:v>
                </c:pt>
                <c:pt idx="5157">
                  <c:v>38804</c:v>
                </c:pt>
                <c:pt idx="5158">
                  <c:v>38803</c:v>
                </c:pt>
                <c:pt idx="5159">
                  <c:v>38800</c:v>
                </c:pt>
                <c:pt idx="5160">
                  <c:v>38799</c:v>
                </c:pt>
                <c:pt idx="5161">
                  <c:v>38798</c:v>
                </c:pt>
                <c:pt idx="5162">
                  <c:v>38797</c:v>
                </c:pt>
                <c:pt idx="5163">
                  <c:v>38796</c:v>
                </c:pt>
                <c:pt idx="5164">
                  <c:v>38793</c:v>
                </c:pt>
                <c:pt idx="5165">
                  <c:v>38792</c:v>
                </c:pt>
                <c:pt idx="5166">
                  <c:v>38791</c:v>
                </c:pt>
                <c:pt idx="5167">
                  <c:v>38790</c:v>
                </c:pt>
                <c:pt idx="5168">
                  <c:v>38789</c:v>
                </c:pt>
                <c:pt idx="5169">
                  <c:v>38786</c:v>
                </c:pt>
                <c:pt idx="5170">
                  <c:v>38785</c:v>
                </c:pt>
                <c:pt idx="5171">
                  <c:v>38784</c:v>
                </c:pt>
                <c:pt idx="5172">
                  <c:v>38783</c:v>
                </c:pt>
                <c:pt idx="5173">
                  <c:v>38782</c:v>
                </c:pt>
                <c:pt idx="5174">
                  <c:v>38779</c:v>
                </c:pt>
                <c:pt idx="5175">
                  <c:v>38778</c:v>
                </c:pt>
                <c:pt idx="5176">
                  <c:v>38777</c:v>
                </c:pt>
                <c:pt idx="5177">
                  <c:v>38776</c:v>
                </c:pt>
                <c:pt idx="5178">
                  <c:v>38775</c:v>
                </c:pt>
                <c:pt idx="5179">
                  <c:v>38772</c:v>
                </c:pt>
                <c:pt idx="5180">
                  <c:v>38771</c:v>
                </c:pt>
                <c:pt idx="5181">
                  <c:v>38770</c:v>
                </c:pt>
                <c:pt idx="5182">
                  <c:v>38769</c:v>
                </c:pt>
                <c:pt idx="5183">
                  <c:v>38765</c:v>
                </c:pt>
                <c:pt idx="5184">
                  <c:v>38764</c:v>
                </c:pt>
                <c:pt idx="5185">
                  <c:v>38763</c:v>
                </c:pt>
                <c:pt idx="5186">
                  <c:v>38762</c:v>
                </c:pt>
                <c:pt idx="5187">
                  <c:v>38761</c:v>
                </c:pt>
                <c:pt idx="5188">
                  <c:v>38758</c:v>
                </c:pt>
                <c:pt idx="5189">
                  <c:v>38757</c:v>
                </c:pt>
                <c:pt idx="5190">
                  <c:v>38756</c:v>
                </c:pt>
                <c:pt idx="5191">
                  <c:v>38755</c:v>
                </c:pt>
                <c:pt idx="5192">
                  <c:v>38754</c:v>
                </c:pt>
                <c:pt idx="5193">
                  <c:v>38751</c:v>
                </c:pt>
                <c:pt idx="5194">
                  <c:v>38750</c:v>
                </c:pt>
                <c:pt idx="5195">
                  <c:v>38749</c:v>
                </c:pt>
                <c:pt idx="5196">
                  <c:v>38748</c:v>
                </c:pt>
                <c:pt idx="5197">
                  <c:v>38747</c:v>
                </c:pt>
                <c:pt idx="5198">
                  <c:v>38744</c:v>
                </c:pt>
                <c:pt idx="5199">
                  <c:v>38743</c:v>
                </c:pt>
                <c:pt idx="5200">
                  <c:v>38742</c:v>
                </c:pt>
                <c:pt idx="5201">
                  <c:v>38741</c:v>
                </c:pt>
                <c:pt idx="5202">
                  <c:v>38740</c:v>
                </c:pt>
                <c:pt idx="5203">
                  <c:v>38737</c:v>
                </c:pt>
                <c:pt idx="5204">
                  <c:v>38736</c:v>
                </c:pt>
                <c:pt idx="5205">
                  <c:v>38735</c:v>
                </c:pt>
                <c:pt idx="5206">
                  <c:v>38734</c:v>
                </c:pt>
                <c:pt idx="5207">
                  <c:v>38730</c:v>
                </c:pt>
                <c:pt idx="5208">
                  <c:v>38729</c:v>
                </c:pt>
                <c:pt idx="5209">
                  <c:v>38728</c:v>
                </c:pt>
                <c:pt idx="5210">
                  <c:v>38727</c:v>
                </c:pt>
                <c:pt idx="5211">
                  <c:v>38726</c:v>
                </c:pt>
                <c:pt idx="5212">
                  <c:v>38723</c:v>
                </c:pt>
                <c:pt idx="5213">
                  <c:v>38722</c:v>
                </c:pt>
                <c:pt idx="5214">
                  <c:v>38721</c:v>
                </c:pt>
                <c:pt idx="5215">
                  <c:v>38720</c:v>
                </c:pt>
                <c:pt idx="5216">
                  <c:v>38716</c:v>
                </c:pt>
                <c:pt idx="5217">
                  <c:v>38715</c:v>
                </c:pt>
                <c:pt idx="5218">
                  <c:v>38714</c:v>
                </c:pt>
                <c:pt idx="5219">
                  <c:v>38713</c:v>
                </c:pt>
                <c:pt idx="5220">
                  <c:v>38709</c:v>
                </c:pt>
                <c:pt idx="5221">
                  <c:v>38708</c:v>
                </c:pt>
                <c:pt idx="5222">
                  <c:v>38707</c:v>
                </c:pt>
                <c:pt idx="5223">
                  <c:v>38706</c:v>
                </c:pt>
                <c:pt idx="5224">
                  <c:v>38705</c:v>
                </c:pt>
                <c:pt idx="5225">
                  <c:v>38702</c:v>
                </c:pt>
                <c:pt idx="5226">
                  <c:v>38701</c:v>
                </c:pt>
                <c:pt idx="5227">
                  <c:v>38700</c:v>
                </c:pt>
                <c:pt idx="5228">
                  <c:v>38699</c:v>
                </c:pt>
                <c:pt idx="5229">
                  <c:v>38698</c:v>
                </c:pt>
                <c:pt idx="5230">
                  <c:v>38695</c:v>
                </c:pt>
                <c:pt idx="5231">
                  <c:v>38694</c:v>
                </c:pt>
                <c:pt idx="5232">
                  <c:v>38693</c:v>
                </c:pt>
                <c:pt idx="5233">
                  <c:v>38692</c:v>
                </c:pt>
                <c:pt idx="5234">
                  <c:v>38691</c:v>
                </c:pt>
                <c:pt idx="5235">
                  <c:v>38688</c:v>
                </c:pt>
                <c:pt idx="5236">
                  <c:v>38687</c:v>
                </c:pt>
                <c:pt idx="5237">
                  <c:v>38686</c:v>
                </c:pt>
                <c:pt idx="5238">
                  <c:v>38685</c:v>
                </c:pt>
                <c:pt idx="5239">
                  <c:v>38684</c:v>
                </c:pt>
                <c:pt idx="5240">
                  <c:v>38681</c:v>
                </c:pt>
                <c:pt idx="5241">
                  <c:v>38679</c:v>
                </c:pt>
                <c:pt idx="5242">
                  <c:v>38678</c:v>
                </c:pt>
                <c:pt idx="5243">
                  <c:v>38677</c:v>
                </c:pt>
                <c:pt idx="5244">
                  <c:v>38674</c:v>
                </c:pt>
                <c:pt idx="5245">
                  <c:v>38673</c:v>
                </c:pt>
                <c:pt idx="5246">
                  <c:v>38672</c:v>
                </c:pt>
                <c:pt idx="5247">
                  <c:v>38671</c:v>
                </c:pt>
                <c:pt idx="5248">
                  <c:v>38670</c:v>
                </c:pt>
                <c:pt idx="5249">
                  <c:v>38667</c:v>
                </c:pt>
                <c:pt idx="5250">
                  <c:v>38666</c:v>
                </c:pt>
                <c:pt idx="5251">
                  <c:v>38665</c:v>
                </c:pt>
                <c:pt idx="5252">
                  <c:v>38664</c:v>
                </c:pt>
                <c:pt idx="5253">
                  <c:v>38663</c:v>
                </c:pt>
                <c:pt idx="5254">
                  <c:v>38660</c:v>
                </c:pt>
                <c:pt idx="5255">
                  <c:v>38659</c:v>
                </c:pt>
                <c:pt idx="5256">
                  <c:v>38658</c:v>
                </c:pt>
                <c:pt idx="5257">
                  <c:v>38657</c:v>
                </c:pt>
                <c:pt idx="5258">
                  <c:v>38656</c:v>
                </c:pt>
                <c:pt idx="5259">
                  <c:v>38653</c:v>
                </c:pt>
                <c:pt idx="5260">
                  <c:v>38652</c:v>
                </c:pt>
                <c:pt idx="5261">
                  <c:v>38651</c:v>
                </c:pt>
                <c:pt idx="5262">
                  <c:v>38650</c:v>
                </c:pt>
                <c:pt idx="5263">
                  <c:v>38649</c:v>
                </c:pt>
                <c:pt idx="5264">
                  <c:v>38646</c:v>
                </c:pt>
                <c:pt idx="5265">
                  <c:v>38645</c:v>
                </c:pt>
                <c:pt idx="5266">
                  <c:v>38644</c:v>
                </c:pt>
                <c:pt idx="5267">
                  <c:v>38643</c:v>
                </c:pt>
                <c:pt idx="5268">
                  <c:v>38642</c:v>
                </c:pt>
                <c:pt idx="5269">
                  <c:v>38639</c:v>
                </c:pt>
                <c:pt idx="5270">
                  <c:v>38638</c:v>
                </c:pt>
                <c:pt idx="5271">
                  <c:v>38637</c:v>
                </c:pt>
                <c:pt idx="5272">
                  <c:v>38636</c:v>
                </c:pt>
                <c:pt idx="5273">
                  <c:v>38635</c:v>
                </c:pt>
                <c:pt idx="5274">
                  <c:v>38632</c:v>
                </c:pt>
                <c:pt idx="5275">
                  <c:v>38631</c:v>
                </c:pt>
                <c:pt idx="5276">
                  <c:v>38630</c:v>
                </c:pt>
                <c:pt idx="5277">
                  <c:v>38629</c:v>
                </c:pt>
                <c:pt idx="5278">
                  <c:v>38628</c:v>
                </c:pt>
                <c:pt idx="5279">
                  <c:v>38625</c:v>
                </c:pt>
                <c:pt idx="5280">
                  <c:v>38624</c:v>
                </c:pt>
                <c:pt idx="5281">
                  <c:v>38623</c:v>
                </c:pt>
                <c:pt idx="5282">
                  <c:v>38622</c:v>
                </c:pt>
                <c:pt idx="5283">
                  <c:v>38621</c:v>
                </c:pt>
                <c:pt idx="5284">
                  <c:v>38618</c:v>
                </c:pt>
                <c:pt idx="5285">
                  <c:v>38617</c:v>
                </c:pt>
                <c:pt idx="5286">
                  <c:v>38616</c:v>
                </c:pt>
                <c:pt idx="5287">
                  <c:v>38615</c:v>
                </c:pt>
                <c:pt idx="5288">
                  <c:v>38614</c:v>
                </c:pt>
                <c:pt idx="5289">
                  <c:v>38611</c:v>
                </c:pt>
                <c:pt idx="5290">
                  <c:v>38610</c:v>
                </c:pt>
                <c:pt idx="5291">
                  <c:v>38609</c:v>
                </c:pt>
                <c:pt idx="5292">
                  <c:v>38608</c:v>
                </c:pt>
                <c:pt idx="5293">
                  <c:v>38607</c:v>
                </c:pt>
                <c:pt idx="5294">
                  <c:v>38604</c:v>
                </c:pt>
                <c:pt idx="5295">
                  <c:v>38603</c:v>
                </c:pt>
                <c:pt idx="5296">
                  <c:v>38602</c:v>
                </c:pt>
                <c:pt idx="5297">
                  <c:v>38601</c:v>
                </c:pt>
                <c:pt idx="5298">
                  <c:v>38597</c:v>
                </c:pt>
                <c:pt idx="5299">
                  <c:v>38596</c:v>
                </c:pt>
                <c:pt idx="5300">
                  <c:v>38595</c:v>
                </c:pt>
                <c:pt idx="5301">
                  <c:v>38594</c:v>
                </c:pt>
                <c:pt idx="5302">
                  <c:v>38593</c:v>
                </c:pt>
                <c:pt idx="5303">
                  <c:v>38590</c:v>
                </c:pt>
                <c:pt idx="5304">
                  <c:v>38589</c:v>
                </c:pt>
                <c:pt idx="5305">
                  <c:v>38588</c:v>
                </c:pt>
                <c:pt idx="5306">
                  <c:v>38587</c:v>
                </c:pt>
                <c:pt idx="5307">
                  <c:v>38586</c:v>
                </c:pt>
                <c:pt idx="5308">
                  <c:v>38583</c:v>
                </c:pt>
                <c:pt idx="5309">
                  <c:v>38582</c:v>
                </c:pt>
                <c:pt idx="5310">
                  <c:v>38581</c:v>
                </c:pt>
                <c:pt idx="5311">
                  <c:v>38580</c:v>
                </c:pt>
                <c:pt idx="5312">
                  <c:v>38579</c:v>
                </c:pt>
                <c:pt idx="5313">
                  <c:v>38576</c:v>
                </c:pt>
                <c:pt idx="5314">
                  <c:v>38575</c:v>
                </c:pt>
                <c:pt idx="5315">
                  <c:v>38574</c:v>
                </c:pt>
                <c:pt idx="5316">
                  <c:v>38573</c:v>
                </c:pt>
                <c:pt idx="5317">
                  <c:v>38572</c:v>
                </c:pt>
                <c:pt idx="5318">
                  <c:v>38569</c:v>
                </c:pt>
                <c:pt idx="5319">
                  <c:v>38568</c:v>
                </c:pt>
                <c:pt idx="5320">
                  <c:v>38567</c:v>
                </c:pt>
                <c:pt idx="5321">
                  <c:v>38566</c:v>
                </c:pt>
                <c:pt idx="5322">
                  <c:v>38565</c:v>
                </c:pt>
                <c:pt idx="5323">
                  <c:v>38562</c:v>
                </c:pt>
                <c:pt idx="5324">
                  <c:v>38561</c:v>
                </c:pt>
                <c:pt idx="5325">
                  <c:v>38560</c:v>
                </c:pt>
                <c:pt idx="5326">
                  <c:v>38559</c:v>
                </c:pt>
                <c:pt idx="5327">
                  <c:v>38558</c:v>
                </c:pt>
                <c:pt idx="5328">
                  <c:v>38555</c:v>
                </c:pt>
                <c:pt idx="5329">
                  <c:v>38554</c:v>
                </c:pt>
                <c:pt idx="5330">
                  <c:v>38553</c:v>
                </c:pt>
                <c:pt idx="5331">
                  <c:v>38552</c:v>
                </c:pt>
                <c:pt idx="5332">
                  <c:v>38551</c:v>
                </c:pt>
                <c:pt idx="5333">
                  <c:v>38548</c:v>
                </c:pt>
                <c:pt idx="5334">
                  <c:v>38547</c:v>
                </c:pt>
                <c:pt idx="5335">
                  <c:v>38546</c:v>
                </c:pt>
                <c:pt idx="5336">
                  <c:v>38545</c:v>
                </c:pt>
                <c:pt idx="5337">
                  <c:v>38544</c:v>
                </c:pt>
                <c:pt idx="5338">
                  <c:v>38541</c:v>
                </c:pt>
                <c:pt idx="5339">
                  <c:v>38540</c:v>
                </c:pt>
                <c:pt idx="5340">
                  <c:v>38539</c:v>
                </c:pt>
                <c:pt idx="5341">
                  <c:v>38538</c:v>
                </c:pt>
                <c:pt idx="5342">
                  <c:v>38534</c:v>
                </c:pt>
                <c:pt idx="5343">
                  <c:v>38533</c:v>
                </c:pt>
                <c:pt idx="5344">
                  <c:v>38532</c:v>
                </c:pt>
                <c:pt idx="5345">
                  <c:v>38531</c:v>
                </c:pt>
                <c:pt idx="5346">
                  <c:v>38530</c:v>
                </c:pt>
                <c:pt idx="5347">
                  <c:v>38527</c:v>
                </c:pt>
                <c:pt idx="5348">
                  <c:v>38526</c:v>
                </c:pt>
                <c:pt idx="5349">
                  <c:v>38525</c:v>
                </c:pt>
                <c:pt idx="5350">
                  <c:v>38524</c:v>
                </c:pt>
                <c:pt idx="5351">
                  <c:v>38523</c:v>
                </c:pt>
                <c:pt idx="5352">
                  <c:v>38520</c:v>
                </c:pt>
                <c:pt idx="5353">
                  <c:v>38519</c:v>
                </c:pt>
                <c:pt idx="5354">
                  <c:v>38518</c:v>
                </c:pt>
                <c:pt idx="5355">
                  <c:v>38517</c:v>
                </c:pt>
                <c:pt idx="5356">
                  <c:v>38516</c:v>
                </c:pt>
                <c:pt idx="5357">
                  <c:v>38513</c:v>
                </c:pt>
                <c:pt idx="5358">
                  <c:v>38512</c:v>
                </c:pt>
                <c:pt idx="5359">
                  <c:v>38511</c:v>
                </c:pt>
                <c:pt idx="5360">
                  <c:v>38510</c:v>
                </c:pt>
                <c:pt idx="5361">
                  <c:v>38509</c:v>
                </c:pt>
                <c:pt idx="5362">
                  <c:v>38506</c:v>
                </c:pt>
                <c:pt idx="5363">
                  <c:v>38505</c:v>
                </c:pt>
                <c:pt idx="5364">
                  <c:v>38504</c:v>
                </c:pt>
                <c:pt idx="5365">
                  <c:v>38503</c:v>
                </c:pt>
                <c:pt idx="5366">
                  <c:v>38499</c:v>
                </c:pt>
                <c:pt idx="5367">
                  <c:v>38498</c:v>
                </c:pt>
                <c:pt idx="5368">
                  <c:v>38497</c:v>
                </c:pt>
                <c:pt idx="5369">
                  <c:v>38496</c:v>
                </c:pt>
                <c:pt idx="5370">
                  <c:v>38495</c:v>
                </c:pt>
                <c:pt idx="5371">
                  <c:v>38492</c:v>
                </c:pt>
                <c:pt idx="5372">
                  <c:v>38491</c:v>
                </c:pt>
                <c:pt idx="5373">
                  <c:v>38490</c:v>
                </c:pt>
                <c:pt idx="5374">
                  <c:v>38489</c:v>
                </c:pt>
                <c:pt idx="5375">
                  <c:v>38488</c:v>
                </c:pt>
                <c:pt idx="5376">
                  <c:v>38485</c:v>
                </c:pt>
                <c:pt idx="5377">
                  <c:v>38484</c:v>
                </c:pt>
                <c:pt idx="5378">
                  <c:v>38483</c:v>
                </c:pt>
                <c:pt idx="5379">
                  <c:v>38482</c:v>
                </c:pt>
                <c:pt idx="5380">
                  <c:v>38481</c:v>
                </c:pt>
                <c:pt idx="5381">
                  <c:v>38478</c:v>
                </c:pt>
                <c:pt idx="5382">
                  <c:v>38477</c:v>
                </c:pt>
                <c:pt idx="5383">
                  <c:v>38476</c:v>
                </c:pt>
                <c:pt idx="5384">
                  <c:v>38475</c:v>
                </c:pt>
                <c:pt idx="5385">
                  <c:v>38474</c:v>
                </c:pt>
                <c:pt idx="5386">
                  <c:v>38471</c:v>
                </c:pt>
                <c:pt idx="5387">
                  <c:v>38470</c:v>
                </c:pt>
                <c:pt idx="5388">
                  <c:v>38469</c:v>
                </c:pt>
                <c:pt idx="5389">
                  <c:v>38468</c:v>
                </c:pt>
                <c:pt idx="5390">
                  <c:v>38467</c:v>
                </c:pt>
                <c:pt idx="5391">
                  <c:v>38464</c:v>
                </c:pt>
                <c:pt idx="5392">
                  <c:v>38463</c:v>
                </c:pt>
                <c:pt idx="5393">
                  <c:v>38462</c:v>
                </c:pt>
                <c:pt idx="5394">
                  <c:v>38461</c:v>
                </c:pt>
                <c:pt idx="5395">
                  <c:v>38460</c:v>
                </c:pt>
                <c:pt idx="5396">
                  <c:v>38457</c:v>
                </c:pt>
                <c:pt idx="5397">
                  <c:v>38456</c:v>
                </c:pt>
                <c:pt idx="5398">
                  <c:v>38455</c:v>
                </c:pt>
                <c:pt idx="5399">
                  <c:v>38454</c:v>
                </c:pt>
                <c:pt idx="5400">
                  <c:v>38453</c:v>
                </c:pt>
                <c:pt idx="5401">
                  <c:v>38450</c:v>
                </c:pt>
                <c:pt idx="5402">
                  <c:v>38449</c:v>
                </c:pt>
                <c:pt idx="5403">
                  <c:v>38448</c:v>
                </c:pt>
                <c:pt idx="5404">
                  <c:v>38447</c:v>
                </c:pt>
                <c:pt idx="5405">
                  <c:v>38446</c:v>
                </c:pt>
                <c:pt idx="5406">
                  <c:v>38443</c:v>
                </c:pt>
                <c:pt idx="5407">
                  <c:v>38442</c:v>
                </c:pt>
                <c:pt idx="5408">
                  <c:v>38441</c:v>
                </c:pt>
                <c:pt idx="5409">
                  <c:v>38440</c:v>
                </c:pt>
                <c:pt idx="5410">
                  <c:v>38439</c:v>
                </c:pt>
                <c:pt idx="5411">
                  <c:v>38435</c:v>
                </c:pt>
                <c:pt idx="5412">
                  <c:v>38434</c:v>
                </c:pt>
                <c:pt idx="5413">
                  <c:v>38433</c:v>
                </c:pt>
                <c:pt idx="5414">
                  <c:v>38432</c:v>
                </c:pt>
                <c:pt idx="5415">
                  <c:v>38429</c:v>
                </c:pt>
                <c:pt idx="5416">
                  <c:v>38428</c:v>
                </c:pt>
                <c:pt idx="5417">
                  <c:v>38427</c:v>
                </c:pt>
                <c:pt idx="5418">
                  <c:v>38426</c:v>
                </c:pt>
                <c:pt idx="5419">
                  <c:v>38425</c:v>
                </c:pt>
                <c:pt idx="5420">
                  <c:v>38422</c:v>
                </c:pt>
                <c:pt idx="5421">
                  <c:v>38421</c:v>
                </c:pt>
                <c:pt idx="5422">
                  <c:v>38420</c:v>
                </c:pt>
                <c:pt idx="5423">
                  <c:v>38419</c:v>
                </c:pt>
                <c:pt idx="5424">
                  <c:v>38418</c:v>
                </c:pt>
                <c:pt idx="5425">
                  <c:v>38415</c:v>
                </c:pt>
                <c:pt idx="5426">
                  <c:v>38414</c:v>
                </c:pt>
                <c:pt idx="5427">
                  <c:v>38413</c:v>
                </c:pt>
                <c:pt idx="5428">
                  <c:v>38412</c:v>
                </c:pt>
                <c:pt idx="5429">
                  <c:v>38411</c:v>
                </c:pt>
                <c:pt idx="5430">
                  <c:v>38408</c:v>
                </c:pt>
                <c:pt idx="5431">
                  <c:v>38407</c:v>
                </c:pt>
                <c:pt idx="5432">
                  <c:v>38406</c:v>
                </c:pt>
                <c:pt idx="5433">
                  <c:v>38405</c:v>
                </c:pt>
                <c:pt idx="5434">
                  <c:v>38401</c:v>
                </c:pt>
                <c:pt idx="5435">
                  <c:v>38400</c:v>
                </c:pt>
                <c:pt idx="5436">
                  <c:v>38399</c:v>
                </c:pt>
                <c:pt idx="5437">
                  <c:v>38398</c:v>
                </c:pt>
                <c:pt idx="5438">
                  <c:v>38397</c:v>
                </c:pt>
                <c:pt idx="5439">
                  <c:v>38394</c:v>
                </c:pt>
                <c:pt idx="5440">
                  <c:v>38393</c:v>
                </c:pt>
                <c:pt idx="5441">
                  <c:v>38392</c:v>
                </c:pt>
                <c:pt idx="5442">
                  <c:v>38391</c:v>
                </c:pt>
                <c:pt idx="5443">
                  <c:v>38390</c:v>
                </c:pt>
                <c:pt idx="5444">
                  <c:v>38387</c:v>
                </c:pt>
                <c:pt idx="5445">
                  <c:v>38386</c:v>
                </c:pt>
                <c:pt idx="5446">
                  <c:v>38385</c:v>
                </c:pt>
                <c:pt idx="5447">
                  <c:v>38384</c:v>
                </c:pt>
                <c:pt idx="5448">
                  <c:v>38383</c:v>
                </c:pt>
                <c:pt idx="5449">
                  <c:v>38380</c:v>
                </c:pt>
                <c:pt idx="5450">
                  <c:v>38379</c:v>
                </c:pt>
                <c:pt idx="5451">
                  <c:v>38378</c:v>
                </c:pt>
                <c:pt idx="5452">
                  <c:v>38377</c:v>
                </c:pt>
                <c:pt idx="5453">
                  <c:v>38376</c:v>
                </c:pt>
                <c:pt idx="5454">
                  <c:v>38373</c:v>
                </c:pt>
                <c:pt idx="5455">
                  <c:v>38372</c:v>
                </c:pt>
                <c:pt idx="5456">
                  <c:v>38371</c:v>
                </c:pt>
                <c:pt idx="5457">
                  <c:v>38370</c:v>
                </c:pt>
                <c:pt idx="5458">
                  <c:v>38366</c:v>
                </c:pt>
                <c:pt idx="5459">
                  <c:v>38365</c:v>
                </c:pt>
                <c:pt idx="5460">
                  <c:v>38364</c:v>
                </c:pt>
                <c:pt idx="5461">
                  <c:v>38363</c:v>
                </c:pt>
                <c:pt idx="5462">
                  <c:v>38362</c:v>
                </c:pt>
                <c:pt idx="5463">
                  <c:v>38359</c:v>
                </c:pt>
                <c:pt idx="5464">
                  <c:v>38358</c:v>
                </c:pt>
                <c:pt idx="5465">
                  <c:v>38357</c:v>
                </c:pt>
                <c:pt idx="5466">
                  <c:v>38356</c:v>
                </c:pt>
                <c:pt idx="5467">
                  <c:v>38355</c:v>
                </c:pt>
                <c:pt idx="5468">
                  <c:v>38352</c:v>
                </c:pt>
                <c:pt idx="5469">
                  <c:v>38351</c:v>
                </c:pt>
                <c:pt idx="5470">
                  <c:v>38350</c:v>
                </c:pt>
                <c:pt idx="5471">
                  <c:v>38349</c:v>
                </c:pt>
                <c:pt idx="5472">
                  <c:v>38348</c:v>
                </c:pt>
                <c:pt idx="5473">
                  <c:v>38344</c:v>
                </c:pt>
                <c:pt idx="5474">
                  <c:v>38343</c:v>
                </c:pt>
                <c:pt idx="5475">
                  <c:v>38342</c:v>
                </c:pt>
                <c:pt idx="5476">
                  <c:v>38341</c:v>
                </c:pt>
                <c:pt idx="5477">
                  <c:v>38338</c:v>
                </c:pt>
                <c:pt idx="5478">
                  <c:v>38337</c:v>
                </c:pt>
                <c:pt idx="5479">
                  <c:v>38336</c:v>
                </c:pt>
                <c:pt idx="5480">
                  <c:v>38335</c:v>
                </c:pt>
                <c:pt idx="5481">
                  <c:v>38334</c:v>
                </c:pt>
                <c:pt idx="5482">
                  <c:v>38331</c:v>
                </c:pt>
                <c:pt idx="5483">
                  <c:v>38330</c:v>
                </c:pt>
                <c:pt idx="5484">
                  <c:v>38329</c:v>
                </c:pt>
                <c:pt idx="5485">
                  <c:v>38328</c:v>
                </c:pt>
                <c:pt idx="5486">
                  <c:v>38327</c:v>
                </c:pt>
                <c:pt idx="5487">
                  <c:v>38324</c:v>
                </c:pt>
                <c:pt idx="5488">
                  <c:v>38323</c:v>
                </c:pt>
                <c:pt idx="5489">
                  <c:v>38322</c:v>
                </c:pt>
                <c:pt idx="5490">
                  <c:v>38321</c:v>
                </c:pt>
                <c:pt idx="5491">
                  <c:v>38320</c:v>
                </c:pt>
                <c:pt idx="5492">
                  <c:v>38317</c:v>
                </c:pt>
                <c:pt idx="5493">
                  <c:v>38315</c:v>
                </c:pt>
                <c:pt idx="5494">
                  <c:v>38314</c:v>
                </c:pt>
                <c:pt idx="5495">
                  <c:v>38313</c:v>
                </c:pt>
                <c:pt idx="5496">
                  <c:v>38310</c:v>
                </c:pt>
                <c:pt idx="5497">
                  <c:v>38309</c:v>
                </c:pt>
                <c:pt idx="5498">
                  <c:v>38308</c:v>
                </c:pt>
                <c:pt idx="5499">
                  <c:v>38307</c:v>
                </c:pt>
                <c:pt idx="5500">
                  <c:v>38306</c:v>
                </c:pt>
                <c:pt idx="5501">
                  <c:v>38303</c:v>
                </c:pt>
                <c:pt idx="5502">
                  <c:v>38302</c:v>
                </c:pt>
                <c:pt idx="5503">
                  <c:v>38301</c:v>
                </c:pt>
                <c:pt idx="5504">
                  <c:v>38300</c:v>
                </c:pt>
                <c:pt idx="5505">
                  <c:v>38299</c:v>
                </c:pt>
                <c:pt idx="5506">
                  <c:v>38296</c:v>
                </c:pt>
                <c:pt idx="5507">
                  <c:v>38295</c:v>
                </c:pt>
                <c:pt idx="5508">
                  <c:v>38294</c:v>
                </c:pt>
                <c:pt idx="5509">
                  <c:v>38293</c:v>
                </c:pt>
                <c:pt idx="5510">
                  <c:v>38292</c:v>
                </c:pt>
                <c:pt idx="5511">
                  <c:v>38289</c:v>
                </c:pt>
                <c:pt idx="5512">
                  <c:v>38288</c:v>
                </c:pt>
                <c:pt idx="5513">
                  <c:v>38287</c:v>
                </c:pt>
                <c:pt idx="5514">
                  <c:v>38286</c:v>
                </c:pt>
                <c:pt idx="5515">
                  <c:v>38285</c:v>
                </c:pt>
                <c:pt idx="5516">
                  <c:v>38282</c:v>
                </c:pt>
                <c:pt idx="5517">
                  <c:v>38281</c:v>
                </c:pt>
                <c:pt idx="5518">
                  <c:v>38280</c:v>
                </c:pt>
                <c:pt idx="5519">
                  <c:v>38279</c:v>
                </c:pt>
                <c:pt idx="5520">
                  <c:v>38278</c:v>
                </c:pt>
                <c:pt idx="5521">
                  <c:v>38275</c:v>
                </c:pt>
                <c:pt idx="5522">
                  <c:v>38274</c:v>
                </c:pt>
                <c:pt idx="5523">
                  <c:v>38273</c:v>
                </c:pt>
                <c:pt idx="5524">
                  <c:v>38272</c:v>
                </c:pt>
                <c:pt idx="5525">
                  <c:v>38271</c:v>
                </c:pt>
                <c:pt idx="5526">
                  <c:v>38268</c:v>
                </c:pt>
                <c:pt idx="5527">
                  <c:v>38267</c:v>
                </c:pt>
                <c:pt idx="5528">
                  <c:v>38266</c:v>
                </c:pt>
                <c:pt idx="5529">
                  <c:v>38265</c:v>
                </c:pt>
                <c:pt idx="5530">
                  <c:v>38264</c:v>
                </c:pt>
                <c:pt idx="5531">
                  <c:v>38261</c:v>
                </c:pt>
                <c:pt idx="5532">
                  <c:v>38260</c:v>
                </c:pt>
                <c:pt idx="5533">
                  <c:v>38259</c:v>
                </c:pt>
                <c:pt idx="5534">
                  <c:v>38258</c:v>
                </c:pt>
                <c:pt idx="5535">
                  <c:v>38257</c:v>
                </c:pt>
                <c:pt idx="5536">
                  <c:v>38254</c:v>
                </c:pt>
                <c:pt idx="5537">
                  <c:v>38253</c:v>
                </c:pt>
                <c:pt idx="5538">
                  <c:v>38252</c:v>
                </c:pt>
                <c:pt idx="5539">
                  <c:v>38251</c:v>
                </c:pt>
                <c:pt idx="5540">
                  <c:v>38250</c:v>
                </c:pt>
                <c:pt idx="5541">
                  <c:v>38247</c:v>
                </c:pt>
                <c:pt idx="5542">
                  <c:v>38246</c:v>
                </c:pt>
                <c:pt idx="5543">
                  <c:v>38245</c:v>
                </c:pt>
                <c:pt idx="5544">
                  <c:v>38244</c:v>
                </c:pt>
                <c:pt idx="5545">
                  <c:v>38243</c:v>
                </c:pt>
                <c:pt idx="5546">
                  <c:v>38240</c:v>
                </c:pt>
                <c:pt idx="5547">
                  <c:v>38239</c:v>
                </c:pt>
                <c:pt idx="5548">
                  <c:v>38238</c:v>
                </c:pt>
                <c:pt idx="5549">
                  <c:v>38237</c:v>
                </c:pt>
                <c:pt idx="5550">
                  <c:v>38233</c:v>
                </c:pt>
                <c:pt idx="5551">
                  <c:v>38232</c:v>
                </c:pt>
                <c:pt idx="5552">
                  <c:v>38231</c:v>
                </c:pt>
                <c:pt idx="5553">
                  <c:v>38230</c:v>
                </c:pt>
                <c:pt idx="5554">
                  <c:v>38229</c:v>
                </c:pt>
                <c:pt idx="5555">
                  <c:v>38226</c:v>
                </c:pt>
                <c:pt idx="5556">
                  <c:v>38225</c:v>
                </c:pt>
                <c:pt idx="5557">
                  <c:v>38224</c:v>
                </c:pt>
                <c:pt idx="5558">
                  <c:v>38223</c:v>
                </c:pt>
                <c:pt idx="5559">
                  <c:v>38222</c:v>
                </c:pt>
                <c:pt idx="5560">
                  <c:v>38219</c:v>
                </c:pt>
                <c:pt idx="5561">
                  <c:v>38218</c:v>
                </c:pt>
                <c:pt idx="5562">
                  <c:v>38217</c:v>
                </c:pt>
                <c:pt idx="5563">
                  <c:v>38216</c:v>
                </c:pt>
                <c:pt idx="5564">
                  <c:v>38215</c:v>
                </c:pt>
                <c:pt idx="5565">
                  <c:v>38212</c:v>
                </c:pt>
                <c:pt idx="5566">
                  <c:v>38211</c:v>
                </c:pt>
                <c:pt idx="5567">
                  <c:v>38210</c:v>
                </c:pt>
                <c:pt idx="5568">
                  <c:v>38209</c:v>
                </c:pt>
                <c:pt idx="5569">
                  <c:v>38208</c:v>
                </c:pt>
                <c:pt idx="5570">
                  <c:v>38205</c:v>
                </c:pt>
                <c:pt idx="5571">
                  <c:v>38204</c:v>
                </c:pt>
                <c:pt idx="5572">
                  <c:v>38203</c:v>
                </c:pt>
                <c:pt idx="5573">
                  <c:v>38202</c:v>
                </c:pt>
                <c:pt idx="5574">
                  <c:v>38201</c:v>
                </c:pt>
                <c:pt idx="5575">
                  <c:v>38198</c:v>
                </c:pt>
                <c:pt idx="5576">
                  <c:v>38197</c:v>
                </c:pt>
                <c:pt idx="5577">
                  <c:v>38196</c:v>
                </c:pt>
                <c:pt idx="5578">
                  <c:v>38195</c:v>
                </c:pt>
                <c:pt idx="5579">
                  <c:v>38194</c:v>
                </c:pt>
                <c:pt idx="5580">
                  <c:v>38191</c:v>
                </c:pt>
                <c:pt idx="5581">
                  <c:v>38190</c:v>
                </c:pt>
                <c:pt idx="5582">
                  <c:v>38189</c:v>
                </c:pt>
                <c:pt idx="5583">
                  <c:v>38188</c:v>
                </c:pt>
                <c:pt idx="5584">
                  <c:v>38187</c:v>
                </c:pt>
                <c:pt idx="5585">
                  <c:v>38184</c:v>
                </c:pt>
                <c:pt idx="5586">
                  <c:v>38183</c:v>
                </c:pt>
                <c:pt idx="5587">
                  <c:v>38182</c:v>
                </c:pt>
                <c:pt idx="5588">
                  <c:v>38181</c:v>
                </c:pt>
                <c:pt idx="5589">
                  <c:v>38180</c:v>
                </c:pt>
                <c:pt idx="5590">
                  <c:v>38177</c:v>
                </c:pt>
                <c:pt idx="5591">
                  <c:v>38176</c:v>
                </c:pt>
                <c:pt idx="5592">
                  <c:v>38175</c:v>
                </c:pt>
                <c:pt idx="5593">
                  <c:v>38174</c:v>
                </c:pt>
                <c:pt idx="5594">
                  <c:v>38170</c:v>
                </c:pt>
                <c:pt idx="5595">
                  <c:v>38169</c:v>
                </c:pt>
                <c:pt idx="5596">
                  <c:v>38168</c:v>
                </c:pt>
                <c:pt idx="5597">
                  <c:v>38167</c:v>
                </c:pt>
                <c:pt idx="5598">
                  <c:v>38166</c:v>
                </c:pt>
                <c:pt idx="5599">
                  <c:v>38163</c:v>
                </c:pt>
                <c:pt idx="5600">
                  <c:v>38162</c:v>
                </c:pt>
                <c:pt idx="5601">
                  <c:v>38161</c:v>
                </c:pt>
                <c:pt idx="5602">
                  <c:v>38160</c:v>
                </c:pt>
                <c:pt idx="5603">
                  <c:v>38159</c:v>
                </c:pt>
                <c:pt idx="5604">
                  <c:v>38156</c:v>
                </c:pt>
                <c:pt idx="5605">
                  <c:v>38155</c:v>
                </c:pt>
                <c:pt idx="5606">
                  <c:v>38154</c:v>
                </c:pt>
                <c:pt idx="5607">
                  <c:v>38153</c:v>
                </c:pt>
                <c:pt idx="5608">
                  <c:v>38152</c:v>
                </c:pt>
                <c:pt idx="5609">
                  <c:v>38148</c:v>
                </c:pt>
                <c:pt idx="5610">
                  <c:v>38147</c:v>
                </c:pt>
                <c:pt idx="5611">
                  <c:v>38146</c:v>
                </c:pt>
                <c:pt idx="5612">
                  <c:v>38145</c:v>
                </c:pt>
                <c:pt idx="5613">
                  <c:v>38142</c:v>
                </c:pt>
                <c:pt idx="5614">
                  <c:v>38141</c:v>
                </c:pt>
                <c:pt idx="5615">
                  <c:v>38140</c:v>
                </c:pt>
                <c:pt idx="5616">
                  <c:v>38139</c:v>
                </c:pt>
                <c:pt idx="5617">
                  <c:v>38135</c:v>
                </c:pt>
                <c:pt idx="5618">
                  <c:v>38134</c:v>
                </c:pt>
                <c:pt idx="5619">
                  <c:v>38133</c:v>
                </c:pt>
                <c:pt idx="5620">
                  <c:v>38132</c:v>
                </c:pt>
                <c:pt idx="5621">
                  <c:v>38131</c:v>
                </c:pt>
                <c:pt idx="5622">
                  <c:v>38128</c:v>
                </c:pt>
                <c:pt idx="5623">
                  <c:v>38127</c:v>
                </c:pt>
                <c:pt idx="5624">
                  <c:v>38126</c:v>
                </c:pt>
                <c:pt idx="5625">
                  <c:v>38125</c:v>
                </c:pt>
                <c:pt idx="5626">
                  <c:v>38124</c:v>
                </c:pt>
                <c:pt idx="5627">
                  <c:v>38121</c:v>
                </c:pt>
                <c:pt idx="5628">
                  <c:v>38120</c:v>
                </c:pt>
                <c:pt idx="5629">
                  <c:v>38119</c:v>
                </c:pt>
                <c:pt idx="5630">
                  <c:v>38118</c:v>
                </c:pt>
                <c:pt idx="5631">
                  <c:v>38117</c:v>
                </c:pt>
                <c:pt idx="5632">
                  <c:v>38114</c:v>
                </c:pt>
                <c:pt idx="5633">
                  <c:v>38113</c:v>
                </c:pt>
                <c:pt idx="5634">
                  <c:v>38112</c:v>
                </c:pt>
                <c:pt idx="5635">
                  <c:v>38111</c:v>
                </c:pt>
                <c:pt idx="5636">
                  <c:v>38110</c:v>
                </c:pt>
                <c:pt idx="5637">
                  <c:v>38107</c:v>
                </c:pt>
                <c:pt idx="5638">
                  <c:v>38106</c:v>
                </c:pt>
                <c:pt idx="5639">
                  <c:v>38105</c:v>
                </c:pt>
                <c:pt idx="5640">
                  <c:v>38104</c:v>
                </c:pt>
                <c:pt idx="5641">
                  <c:v>38103</c:v>
                </c:pt>
                <c:pt idx="5642">
                  <c:v>38100</c:v>
                </c:pt>
                <c:pt idx="5643">
                  <c:v>38099</c:v>
                </c:pt>
                <c:pt idx="5644">
                  <c:v>38098</c:v>
                </c:pt>
                <c:pt idx="5645">
                  <c:v>38097</c:v>
                </c:pt>
                <c:pt idx="5646">
                  <c:v>38096</c:v>
                </c:pt>
                <c:pt idx="5647">
                  <c:v>38093</c:v>
                </c:pt>
                <c:pt idx="5648">
                  <c:v>38092</c:v>
                </c:pt>
                <c:pt idx="5649">
                  <c:v>38091</c:v>
                </c:pt>
                <c:pt idx="5650">
                  <c:v>38090</c:v>
                </c:pt>
                <c:pt idx="5651">
                  <c:v>38089</c:v>
                </c:pt>
                <c:pt idx="5652">
                  <c:v>38085</c:v>
                </c:pt>
                <c:pt idx="5653">
                  <c:v>38084</c:v>
                </c:pt>
                <c:pt idx="5654">
                  <c:v>38083</c:v>
                </c:pt>
                <c:pt idx="5655">
                  <c:v>38082</c:v>
                </c:pt>
                <c:pt idx="5656">
                  <c:v>38079</c:v>
                </c:pt>
                <c:pt idx="5657">
                  <c:v>38078</c:v>
                </c:pt>
                <c:pt idx="5658">
                  <c:v>38077</c:v>
                </c:pt>
                <c:pt idx="5659">
                  <c:v>38076</c:v>
                </c:pt>
                <c:pt idx="5660">
                  <c:v>38075</c:v>
                </c:pt>
                <c:pt idx="5661">
                  <c:v>38072</c:v>
                </c:pt>
                <c:pt idx="5662">
                  <c:v>38071</c:v>
                </c:pt>
                <c:pt idx="5663">
                  <c:v>38070</c:v>
                </c:pt>
                <c:pt idx="5664">
                  <c:v>38069</c:v>
                </c:pt>
                <c:pt idx="5665">
                  <c:v>38068</c:v>
                </c:pt>
                <c:pt idx="5666">
                  <c:v>38065</c:v>
                </c:pt>
                <c:pt idx="5667">
                  <c:v>38064</c:v>
                </c:pt>
                <c:pt idx="5668">
                  <c:v>38063</c:v>
                </c:pt>
                <c:pt idx="5669">
                  <c:v>38062</c:v>
                </c:pt>
                <c:pt idx="5670">
                  <c:v>38061</c:v>
                </c:pt>
                <c:pt idx="5671">
                  <c:v>38058</c:v>
                </c:pt>
                <c:pt idx="5672">
                  <c:v>38057</c:v>
                </c:pt>
                <c:pt idx="5673">
                  <c:v>38056</c:v>
                </c:pt>
                <c:pt idx="5674">
                  <c:v>38055</c:v>
                </c:pt>
                <c:pt idx="5675">
                  <c:v>38054</c:v>
                </c:pt>
                <c:pt idx="5676">
                  <c:v>38051</c:v>
                </c:pt>
                <c:pt idx="5677">
                  <c:v>38050</c:v>
                </c:pt>
                <c:pt idx="5678">
                  <c:v>38049</c:v>
                </c:pt>
                <c:pt idx="5679">
                  <c:v>38048</c:v>
                </c:pt>
                <c:pt idx="5680">
                  <c:v>38047</c:v>
                </c:pt>
                <c:pt idx="5681">
                  <c:v>38044</c:v>
                </c:pt>
                <c:pt idx="5682">
                  <c:v>38043</c:v>
                </c:pt>
                <c:pt idx="5683">
                  <c:v>38042</c:v>
                </c:pt>
                <c:pt idx="5684">
                  <c:v>38041</c:v>
                </c:pt>
                <c:pt idx="5685">
                  <c:v>38040</c:v>
                </c:pt>
                <c:pt idx="5686">
                  <c:v>38037</c:v>
                </c:pt>
                <c:pt idx="5687">
                  <c:v>38036</c:v>
                </c:pt>
                <c:pt idx="5688">
                  <c:v>38035</c:v>
                </c:pt>
                <c:pt idx="5689">
                  <c:v>38034</c:v>
                </c:pt>
                <c:pt idx="5690">
                  <c:v>38030</c:v>
                </c:pt>
                <c:pt idx="5691">
                  <c:v>38029</c:v>
                </c:pt>
                <c:pt idx="5692">
                  <c:v>38028</c:v>
                </c:pt>
                <c:pt idx="5693">
                  <c:v>38027</c:v>
                </c:pt>
                <c:pt idx="5694">
                  <c:v>38026</c:v>
                </c:pt>
                <c:pt idx="5695">
                  <c:v>38023</c:v>
                </c:pt>
                <c:pt idx="5696">
                  <c:v>38022</c:v>
                </c:pt>
                <c:pt idx="5697">
                  <c:v>38021</c:v>
                </c:pt>
                <c:pt idx="5698">
                  <c:v>38020</c:v>
                </c:pt>
                <c:pt idx="5699">
                  <c:v>38019</c:v>
                </c:pt>
                <c:pt idx="5700">
                  <c:v>38016</c:v>
                </c:pt>
                <c:pt idx="5701">
                  <c:v>38015</c:v>
                </c:pt>
                <c:pt idx="5702">
                  <c:v>38014</c:v>
                </c:pt>
                <c:pt idx="5703">
                  <c:v>38013</c:v>
                </c:pt>
                <c:pt idx="5704">
                  <c:v>38012</c:v>
                </c:pt>
                <c:pt idx="5705">
                  <c:v>38009</c:v>
                </c:pt>
                <c:pt idx="5706">
                  <c:v>38008</c:v>
                </c:pt>
                <c:pt idx="5707">
                  <c:v>38007</c:v>
                </c:pt>
                <c:pt idx="5708">
                  <c:v>38006</c:v>
                </c:pt>
                <c:pt idx="5709">
                  <c:v>38002</c:v>
                </c:pt>
                <c:pt idx="5710">
                  <c:v>38001</c:v>
                </c:pt>
                <c:pt idx="5711">
                  <c:v>38000</c:v>
                </c:pt>
                <c:pt idx="5712">
                  <c:v>37999</c:v>
                </c:pt>
                <c:pt idx="5713">
                  <c:v>37998</c:v>
                </c:pt>
                <c:pt idx="5714">
                  <c:v>37995</c:v>
                </c:pt>
                <c:pt idx="5715">
                  <c:v>37994</c:v>
                </c:pt>
                <c:pt idx="5716">
                  <c:v>37993</c:v>
                </c:pt>
                <c:pt idx="5717">
                  <c:v>37992</c:v>
                </c:pt>
                <c:pt idx="5718">
                  <c:v>37991</c:v>
                </c:pt>
                <c:pt idx="5719">
                  <c:v>37988</c:v>
                </c:pt>
                <c:pt idx="5720">
                  <c:v>37986</c:v>
                </c:pt>
                <c:pt idx="5721">
                  <c:v>37985</c:v>
                </c:pt>
                <c:pt idx="5722">
                  <c:v>37984</c:v>
                </c:pt>
                <c:pt idx="5723">
                  <c:v>37981</c:v>
                </c:pt>
                <c:pt idx="5724">
                  <c:v>37979</c:v>
                </c:pt>
                <c:pt idx="5725">
                  <c:v>37978</c:v>
                </c:pt>
                <c:pt idx="5726">
                  <c:v>37977</c:v>
                </c:pt>
                <c:pt idx="5727">
                  <c:v>37974</c:v>
                </c:pt>
                <c:pt idx="5728">
                  <c:v>37973</c:v>
                </c:pt>
                <c:pt idx="5729">
                  <c:v>37972</c:v>
                </c:pt>
                <c:pt idx="5730">
                  <c:v>37971</c:v>
                </c:pt>
                <c:pt idx="5731">
                  <c:v>37970</c:v>
                </c:pt>
                <c:pt idx="5732">
                  <c:v>37967</c:v>
                </c:pt>
                <c:pt idx="5733">
                  <c:v>37966</c:v>
                </c:pt>
                <c:pt idx="5734">
                  <c:v>37965</c:v>
                </c:pt>
                <c:pt idx="5735">
                  <c:v>37964</c:v>
                </c:pt>
                <c:pt idx="5736">
                  <c:v>37963</c:v>
                </c:pt>
                <c:pt idx="5737">
                  <c:v>37960</c:v>
                </c:pt>
                <c:pt idx="5738">
                  <c:v>37959</c:v>
                </c:pt>
                <c:pt idx="5739">
                  <c:v>37958</c:v>
                </c:pt>
                <c:pt idx="5740">
                  <c:v>37957</c:v>
                </c:pt>
                <c:pt idx="5741">
                  <c:v>37956</c:v>
                </c:pt>
                <c:pt idx="5742">
                  <c:v>37953</c:v>
                </c:pt>
                <c:pt idx="5743">
                  <c:v>37951</c:v>
                </c:pt>
                <c:pt idx="5744">
                  <c:v>37950</c:v>
                </c:pt>
                <c:pt idx="5745">
                  <c:v>37949</c:v>
                </c:pt>
                <c:pt idx="5746">
                  <c:v>37946</c:v>
                </c:pt>
                <c:pt idx="5747">
                  <c:v>37945</c:v>
                </c:pt>
                <c:pt idx="5748">
                  <c:v>37944</c:v>
                </c:pt>
                <c:pt idx="5749">
                  <c:v>37943</c:v>
                </c:pt>
                <c:pt idx="5750">
                  <c:v>37942</c:v>
                </c:pt>
                <c:pt idx="5751">
                  <c:v>37939</c:v>
                </c:pt>
                <c:pt idx="5752">
                  <c:v>37938</c:v>
                </c:pt>
                <c:pt idx="5753">
                  <c:v>37937</c:v>
                </c:pt>
                <c:pt idx="5754">
                  <c:v>37936</c:v>
                </c:pt>
                <c:pt idx="5755">
                  <c:v>37935</c:v>
                </c:pt>
                <c:pt idx="5756">
                  <c:v>37932</c:v>
                </c:pt>
                <c:pt idx="5757">
                  <c:v>37931</c:v>
                </c:pt>
                <c:pt idx="5758">
                  <c:v>37930</c:v>
                </c:pt>
                <c:pt idx="5759">
                  <c:v>37929</c:v>
                </c:pt>
                <c:pt idx="5760">
                  <c:v>37928</c:v>
                </c:pt>
                <c:pt idx="5761">
                  <c:v>37925</c:v>
                </c:pt>
                <c:pt idx="5762">
                  <c:v>37924</c:v>
                </c:pt>
                <c:pt idx="5763">
                  <c:v>37923</c:v>
                </c:pt>
                <c:pt idx="5764">
                  <c:v>37922</c:v>
                </c:pt>
                <c:pt idx="5765">
                  <c:v>37921</c:v>
                </c:pt>
                <c:pt idx="5766">
                  <c:v>37918</c:v>
                </c:pt>
                <c:pt idx="5767">
                  <c:v>37917</c:v>
                </c:pt>
                <c:pt idx="5768">
                  <c:v>37916</c:v>
                </c:pt>
                <c:pt idx="5769">
                  <c:v>37915</c:v>
                </c:pt>
                <c:pt idx="5770">
                  <c:v>37914</c:v>
                </c:pt>
                <c:pt idx="5771">
                  <c:v>37911</c:v>
                </c:pt>
                <c:pt idx="5772">
                  <c:v>37910</c:v>
                </c:pt>
                <c:pt idx="5773">
                  <c:v>37909</c:v>
                </c:pt>
                <c:pt idx="5774">
                  <c:v>37908</c:v>
                </c:pt>
                <c:pt idx="5775">
                  <c:v>37907</c:v>
                </c:pt>
                <c:pt idx="5776">
                  <c:v>37904</c:v>
                </c:pt>
                <c:pt idx="5777">
                  <c:v>37903</c:v>
                </c:pt>
                <c:pt idx="5778">
                  <c:v>37902</c:v>
                </c:pt>
                <c:pt idx="5779">
                  <c:v>37901</c:v>
                </c:pt>
                <c:pt idx="5780">
                  <c:v>37900</c:v>
                </c:pt>
                <c:pt idx="5781">
                  <c:v>37897</c:v>
                </c:pt>
                <c:pt idx="5782">
                  <c:v>37896</c:v>
                </c:pt>
                <c:pt idx="5783">
                  <c:v>37895</c:v>
                </c:pt>
                <c:pt idx="5784">
                  <c:v>37894</c:v>
                </c:pt>
                <c:pt idx="5785">
                  <c:v>37893</c:v>
                </c:pt>
                <c:pt idx="5786">
                  <c:v>37890</c:v>
                </c:pt>
                <c:pt idx="5787">
                  <c:v>37889</c:v>
                </c:pt>
                <c:pt idx="5788">
                  <c:v>37888</c:v>
                </c:pt>
                <c:pt idx="5789">
                  <c:v>37887</c:v>
                </c:pt>
                <c:pt idx="5790">
                  <c:v>37886</c:v>
                </c:pt>
                <c:pt idx="5791">
                  <c:v>37883</c:v>
                </c:pt>
                <c:pt idx="5792">
                  <c:v>37882</c:v>
                </c:pt>
                <c:pt idx="5793">
                  <c:v>37881</c:v>
                </c:pt>
                <c:pt idx="5794">
                  <c:v>37880</c:v>
                </c:pt>
                <c:pt idx="5795">
                  <c:v>37879</c:v>
                </c:pt>
                <c:pt idx="5796">
                  <c:v>37876</c:v>
                </c:pt>
                <c:pt idx="5797">
                  <c:v>37875</c:v>
                </c:pt>
                <c:pt idx="5798">
                  <c:v>37874</c:v>
                </c:pt>
                <c:pt idx="5799">
                  <c:v>37873</c:v>
                </c:pt>
                <c:pt idx="5800">
                  <c:v>37872</c:v>
                </c:pt>
                <c:pt idx="5801">
                  <c:v>37869</c:v>
                </c:pt>
                <c:pt idx="5802">
                  <c:v>37868</c:v>
                </c:pt>
                <c:pt idx="5803">
                  <c:v>37867</c:v>
                </c:pt>
                <c:pt idx="5804">
                  <c:v>37866</c:v>
                </c:pt>
                <c:pt idx="5805">
                  <c:v>37862</c:v>
                </c:pt>
                <c:pt idx="5806">
                  <c:v>37861</c:v>
                </c:pt>
                <c:pt idx="5807">
                  <c:v>37860</c:v>
                </c:pt>
                <c:pt idx="5808">
                  <c:v>37859</c:v>
                </c:pt>
                <c:pt idx="5809">
                  <c:v>37858</c:v>
                </c:pt>
                <c:pt idx="5810">
                  <c:v>37855</c:v>
                </c:pt>
                <c:pt idx="5811">
                  <c:v>37854</c:v>
                </c:pt>
                <c:pt idx="5812">
                  <c:v>37853</c:v>
                </c:pt>
                <c:pt idx="5813">
                  <c:v>37852</c:v>
                </c:pt>
                <c:pt idx="5814">
                  <c:v>37851</c:v>
                </c:pt>
                <c:pt idx="5815">
                  <c:v>37848</c:v>
                </c:pt>
                <c:pt idx="5816">
                  <c:v>37847</c:v>
                </c:pt>
                <c:pt idx="5817">
                  <c:v>37846</c:v>
                </c:pt>
                <c:pt idx="5818">
                  <c:v>37845</c:v>
                </c:pt>
                <c:pt idx="5819">
                  <c:v>37844</c:v>
                </c:pt>
                <c:pt idx="5820">
                  <c:v>37841</c:v>
                </c:pt>
                <c:pt idx="5821">
                  <c:v>37840</c:v>
                </c:pt>
                <c:pt idx="5822">
                  <c:v>37839</c:v>
                </c:pt>
                <c:pt idx="5823">
                  <c:v>37838</c:v>
                </c:pt>
                <c:pt idx="5824">
                  <c:v>37837</c:v>
                </c:pt>
                <c:pt idx="5825">
                  <c:v>37834</c:v>
                </c:pt>
                <c:pt idx="5826">
                  <c:v>37833</c:v>
                </c:pt>
                <c:pt idx="5827">
                  <c:v>37832</c:v>
                </c:pt>
                <c:pt idx="5828">
                  <c:v>37831</c:v>
                </c:pt>
                <c:pt idx="5829">
                  <c:v>37830</c:v>
                </c:pt>
                <c:pt idx="5830">
                  <c:v>37827</c:v>
                </c:pt>
                <c:pt idx="5831">
                  <c:v>37826</c:v>
                </c:pt>
                <c:pt idx="5832">
                  <c:v>37825</c:v>
                </c:pt>
                <c:pt idx="5833">
                  <c:v>37824</c:v>
                </c:pt>
                <c:pt idx="5834">
                  <c:v>37823</c:v>
                </c:pt>
                <c:pt idx="5835">
                  <c:v>37820</c:v>
                </c:pt>
                <c:pt idx="5836">
                  <c:v>37819</c:v>
                </c:pt>
                <c:pt idx="5837">
                  <c:v>37818</c:v>
                </c:pt>
                <c:pt idx="5838">
                  <c:v>37817</c:v>
                </c:pt>
                <c:pt idx="5839">
                  <c:v>37816</c:v>
                </c:pt>
                <c:pt idx="5840">
                  <c:v>37813</c:v>
                </c:pt>
                <c:pt idx="5841">
                  <c:v>37812</c:v>
                </c:pt>
                <c:pt idx="5842">
                  <c:v>37811</c:v>
                </c:pt>
                <c:pt idx="5843">
                  <c:v>37810</c:v>
                </c:pt>
                <c:pt idx="5844">
                  <c:v>37809</c:v>
                </c:pt>
                <c:pt idx="5845">
                  <c:v>37805</c:v>
                </c:pt>
                <c:pt idx="5846">
                  <c:v>37804</c:v>
                </c:pt>
                <c:pt idx="5847">
                  <c:v>37803</c:v>
                </c:pt>
                <c:pt idx="5848">
                  <c:v>37802</c:v>
                </c:pt>
                <c:pt idx="5849">
                  <c:v>37799</c:v>
                </c:pt>
                <c:pt idx="5850">
                  <c:v>37798</c:v>
                </c:pt>
                <c:pt idx="5851">
                  <c:v>37797</c:v>
                </c:pt>
                <c:pt idx="5852">
                  <c:v>37796</c:v>
                </c:pt>
                <c:pt idx="5853">
                  <c:v>37795</c:v>
                </c:pt>
                <c:pt idx="5854">
                  <c:v>37792</c:v>
                </c:pt>
                <c:pt idx="5855">
                  <c:v>37791</c:v>
                </c:pt>
                <c:pt idx="5856">
                  <c:v>37790</c:v>
                </c:pt>
                <c:pt idx="5857">
                  <c:v>37789</c:v>
                </c:pt>
                <c:pt idx="5858">
                  <c:v>37788</c:v>
                </c:pt>
                <c:pt idx="5859">
                  <c:v>37785</c:v>
                </c:pt>
                <c:pt idx="5860">
                  <c:v>37784</c:v>
                </c:pt>
                <c:pt idx="5861">
                  <c:v>37783</c:v>
                </c:pt>
                <c:pt idx="5862">
                  <c:v>37782</c:v>
                </c:pt>
                <c:pt idx="5863">
                  <c:v>37781</c:v>
                </c:pt>
                <c:pt idx="5864">
                  <c:v>37778</c:v>
                </c:pt>
                <c:pt idx="5865">
                  <c:v>37777</c:v>
                </c:pt>
                <c:pt idx="5866">
                  <c:v>37776</c:v>
                </c:pt>
                <c:pt idx="5867">
                  <c:v>37775</c:v>
                </c:pt>
                <c:pt idx="5868">
                  <c:v>37774</c:v>
                </c:pt>
                <c:pt idx="5869">
                  <c:v>37771</c:v>
                </c:pt>
                <c:pt idx="5870">
                  <c:v>37770</c:v>
                </c:pt>
                <c:pt idx="5871">
                  <c:v>37769</c:v>
                </c:pt>
                <c:pt idx="5872">
                  <c:v>37768</c:v>
                </c:pt>
                <c:pt idx="5873">
                  <c:v>37764</c:v>
                </c:pt>
                <c:pt idx="5874">
                  <c:v>37763</c:v>
                </c:pt>
                <c:pt idx="5875">
                  <c:v>37762</c:v>
                </c:pt>
                <c:pt idx="5876">
                  <c:v>37761</c:v>
                </c:pt>
                <c:pt idx="5877">
                  <c:v>37760</c:v>
                </c:pt>
                <c:pt idx="5878">
                  <c:v>37757</c:v>
                </c:pt>
                <c:pt idx="5879">
                  <c:v>37756</c:v>
                </c:pt>
                <c:pt idx="5880">
                  <c:v>37755</c:v>
                </c:pt>
                <c:pt idx="5881">
                  <c:v>37754</c:v>
                </c:pt>
                <c:pt idx="5882">
                  <c:v>37753</c:v>
                </c:pt>
                <c:pt idx="5883">
                  <c:v>37750</c:v>
                </c:pt>
                <c:pt idx="5884">
                  <c:v>37749</c:v>
                </c:pt>
                <c:pt idx="5885">
                  <c:v>37748</c:v>
                </c:pt>
                <c:pt idx="5886">
                  <c:v>37747</c:v>
                </c:pt>
                <c:pt idx="5887">
                  <c:v>37746</c:v>
                </c:pt>
                <c:pt idx="5888">
                  <c:v>37743</c:v>
                </c:pt>
                <c:pt idx="5889">
                  <c:v>37742</c:v>
                </c:pt>
                <c:pt idx="5890">
                  <c:v>37741</c:v>
                </c:pt>
                <c:pt idx="5891">
                  <c:v>37740</c:v>
                </c:pt>
                <c:pt idx="5892">
                  <c:v>37739</c:v>
                </c:pt>
                <c:pt idx="5893">
                  <c:v>37736</c:v>
                </c:pt>
                <c:pt idx="5894">
                  <c:v>37735</c:v>
                </c:pt>
                <c:pt idx="5895">
                  <c:v>37734</c:v>
                </c:pt>
                <c:pt idx="5896">
                  <c:v>37733</c:v>
                </c:pt>
                <c:pt idx="5897">
                  <c:v>37732</c:v>
                </c:pt>
                <c:pt idx="5898">
                  <c:v>37728</c:v>
                </c:pt>
                <c:pt idx="5899">
                  <c:v>37727</c:v>
                </c:pt>
                <c:pt idx="5900">
                  <c:v>37726</c:v>
                </c:pt>
                <c:pt idx="5901">
                  <c:v>37725</c:v>
                </c:pt>
                <c:pt idx="5902">
                  <c:v>37722</c:v>
                </c:pt>
                <c:pt idx="5903">
                  <c:v>37721</c:v>
                </c:pt>
                <c:pt idx="5904">
                  <c:v>37720</c:v>
                </c:pt>
                <c:pt idx="5905">
                  <c:v>37719</c:v>
                </c:pt>
                <c:pt idx="5906">
                  <c:v>37718</c:v>
                </c:pt>
                <c:pt idx="5907">
                  <c:v>37715</c:v>
                </c:pt>
                <c:pt idx="5908">
                  <c:v>37714</c:v>
                </c:pt>
                <c:pt idx="5909">
                  <c:v>37713</c:v>
                </c:pt>
                <c:pt idx="5910">
                  <c:v>37712</c:v>
                </c:pt>
                <c:pt idx="5911">
                  <c:v>37711</c:v>
                </c:pt>
                <c:pt idx="5912">
                  <c:v>37708</c:v>
                </c:pt>
                <c:pt idx="5913">
                  <c:v>37707</c:v>
                </c:pt>
                <c:pt idx="5914">
                  <c:v>37706</c:v>
                </c:pt>
                <c:pt idx="5915">
                  <c:v>37705</c:v>
                </c:pt>
                <c:pt idx="5916">
                  <c:v>37704</c:v>
                </c:pt>
                <c:pt idx="5917">
                  <c:v>37701</c:v>
                </c:pt>
                <c:pt idx="5918">
                  <c:v>37700</c:v>
                </c:pt>
                <c:pt idx="5919">
                  <c:v>37699</c:v>
                </c:pt>
                <c:pt idx="5920">
                  <c:v>37698</c:v>
                </c:pt>
                <c:pt idx="5921">
                  <c:v>37697</c:v>
                </c:pt>
                <c:pt idx="5922">
                  <c:v>37694</c:v>
                </c:pt>
                <c:pt idx="5923">
                  <c:v>37693</c:v>
                </c:pt>
                <c:pt idx="5924">
                  <c:v>37692</c:v>
                </c:pt>
                <c:pt idx="5925">
                  <c:v>37691</c:v>
                </c:pt>
                <c:pt idx="5926">
                  <c:v>37690</c:v>
                </c:pt>
                <c:pt idx="5927">
                  <c:v>37687</c:v>
                </c:pt>
                <c:pt idx="5928">
                  <c:v>37686</c:v>
                </c:pt>
                <c:pt idx="5929">
                  <c:v>37685</c:v>
                </c:pt>
                <c:pt idx="5930">
                  <c:v>37684</c:v>
                </c:pt>
                <c:pt idx="5931">
                  <c:v>37683</c:v>
                </c:pt>
                <c:pt idx="5932">
                  <c:v>37680</c:v>
                </c:pt>
                <c:pt idx="5933">
                  <c:v>37679</c:v>
                </c:pt>
                <c:pt idx="5934">
                  <c:v>37678</c:v>
                </c:pt>
                <c:pt idx="5935">
                  <c:v>37677</c:v>
                </c:pt>
                <c:pt idx="5936">
                  <c:v>37676</c:v>
                </c:pt>
                <c:pt idx="5937">
                  <c:v>37673</c:v>
                </c:pt>
                <c:pt idx="5938">
                  <c:v>37672</c:v>
                </c:pt>
                <c:pt idx="5939">
                  <c:v>37671</c:v>
                </c:pt>
                <c:pt idx="5940">
                  <c:v>37670</c:v>
                </c:pt>
                <c:pt idx="5941">
                  <c:v>37666</c:v>
                </c:pt>
                <c:pt idx="5942">
                  <c:v>37665</c:v>
                </c:pt>
                <c:pt idx="5943">
                  <c:v>37664</c:v>
                </c:pt>
                <c:pt idx="5944">
                  <c:v>37663</c:v>
                </c:pt>
                <c:pt idx="5945">
                  <c:v>37662</c:v>
                </c:pt>
                <c:pt idx="5946">
                  <c:v>37659</c:v>
                </c:pt>
                <c:pt idx="5947">
                  <c:v>37658</c:v>
                </c:pt>
                <c:pt idx="5948">
                  <c:v>37657</c:v>
                </c:pt>
                <c:pt idx="5949">
                  <c:v>37656</c:v>
                </c:pt>
                <c:pt idx="5950">
                  <c:v>37655</c:v>
                </c:pt>
                <c:pt idx="5951">
                  <c:v>37652</c:v>
                </c:pt>
                <c:pt idx="5952">
                  <c:v>37651</c:v>
                </c:pt>
                <c:pt idx="5953">
                  <c:v>37650</c:v>
                </c:pt>
                <c:pt idx="5954">
                  <c:v>37649</c:v>
                </c:pt>
                <c:pt idx="5955">
                  <c:v>37648</c:v>
                </c:pt>
                <c:pt idx="5956">
                  <c:v>37645</c:v>
                </c:pt>
                <c:pt idx="5957">
                  <c:v>37644</c:v>
                </c:pt>
                <c:pt idx="5958">
                  <c:v>37643</c:v>
                </c:pt>
                <c:pt idx="5959">
                  <c:v>37642</c:v>
                </c:pt>
                <c:pt idx="5960">
                  <c:v>37638</c:v>
                </c:pt>
                <c:pt idx="5961">
                  <c:v>37637</c:v>
                </c:pt>
                <c:pt idx="5962">
                  <c:v>37636</c:v>
                </c:pt>
                <c:pt idx="5963">
                  <c:v>37635</c:v>
                </c:pt>
                <c:pt idx="5964">
                  <c:v>37634</c:v>
                </c:pt>
                <c:pt idx="5965">
                  <c:v>37631</c:v>
                </c:pt>
                <c:pt idx="5966">
                  <c:v>37630</c:v>
                </c:pt>
                <c:pt idx="5967">
                  <c:v>37629</c:v>
                </c:pt>
                <c:pt idx="5968">
                  <c:v>37628</c:v>
                </c:pt>
                <c:pt idx="5969">
                  <c:v>37627</c:v>
                </c:pt>
                <c:pt idx="5970">
                  <c:v>37624</c:v>
                </c:pt>
                <c:pt idx="5971">
                  <c:v>37623</c:v>
                </c:pt>
                <c:pt idx="5972">
                  <c:v>37621</c:v>
                </c:pt>
                <c:pt idx="5973">
                  <c:v>37620</c:v>
                </c:pt>
                <c:pt idx="5974">
                  <c:v>37617</c:v>
                </c:pt>
                <c:pt idx="5975">
                  <c:v>37616</c:v>
                </c:pt>
                <c:pt idx="5976">
                  <c:v>37614</c:v>
                </c:pt>
                <c:pt idx="5977">
                  <c:v>37613</c:v>
                </c:pt>
                <c:pt idx="5978">
                  <c:v>37610</c:v>
                </c:pt>
                <c:pt idx="5979">
                  <c:v>37609</c:v>
                </c:pt>
                <c:pt idx="5980">
                  <c:v>37608</c:v>
                </c:pt>
                <c:pt idx="5981">
                  <c:v>37607</c:v>
                </c:pt>
                <c:pt idx="5982">
                  <c:v>37606</c:v>
                </c:pt>
                <c:pt idx="5983">
                  <c:v>37603</c:v>
                </c:pt>
                <c:pt idx="5984">
                  <c:v>37602</c:v>
                </c:pt>
                <c:pt idx="5985">
                  <c:v>37601</c:v>
                </c:pt>
                <c:pt idx="5986">
                  <c:v>37600</c:v>
                </c:pt>
                <c:pt idx="5987">
                  <c:v>37599</c:v>
                </c:pt>
                <c:pt idx="5988">
                  <c:v>37596</c:v>
                </c:pt>
                <c:pt idx="5989">
                  <c:v>37595</c:v>
                </c:pt>
                <c:pt idx="5990">
                  <c:v>37594</c:v>
                </c:pt>
                <c:pt idx="5991">
                  <c:v>37593</c:v>
                </c:pt>
                <c:pt idx="5992">
                  <c:v>37592</c:v>
                </c:pt>
                <c:pt idx="5993">
                  <c:v>37589</c:v>
                </c:pt>
                <c:pt idx="5994">
                  <c:v>37587</c:v>
                </c:pt>
                <c:pt idx="5995">
                  <c:v>37586</c:v>
                </c:pt>
                <c:pt idx="5996">
                  <c:v>37585</c:v>
                </c:pt>
                <c:pt idx="5997">
                  <c:v>37582</c:v>
                </c:pt>
                <c:pt idx="5998">
                  <c:v>37581</c:v>
                </c:pt>
                <c:pt idx="5999">
                  <c:v>37580</c:v>
                </c:pt>
                <c:pt idx="6000">
                  <c:v>37579</c:v>
                </c:pt>
                <c:pt idx="6001">
                  <c:v>37578</c:v>
                </c:pt>
                <c:pt idx="6002">
                  <c:v>37575</c:v>
                </c:pt>
                <c:pt idx="6003">
                  <c:v>37574</c:v>
                </c:pt>
                <c:pt idx="6004">
                  <c:v>37573</c:v>
                </c:pt>
                <c:pt idx="6005">
                  <c:v>37572</c:v>
                </c:pt>
                <c:pt idx="6006">
                  <c:v>37571</c:v>
                </c:pt>
                <c:pt idx="6007">
                  <c:v>37568</c:v>
                </c:pt>
                <c:pt idx="6008">
                  <c:v>37567</c:v>
                </c:pt>
                <c:pt idx="6009">
                  <c:v>37566</c:v>
                </c:pt>
                <c:pt idx="6010">
                  <c:v>37565</c:v>
                </c:pt>
                <c:pt idx="6011">
                  <c:v>37564</c:v>
                </c:pt>
                <c:pt idx="6012">
                  <c:v>37561</c:v>
                </c:pt>
                <c:pt idx="6013">
                  <c:v>37560</c:v>
                </c:pt>
                <c:pt idx="6014">
                  <c:v>37559</c:v>
                </c:pt>
                <c:pt idx="6015">
                  <c:v>37558</c:v>
                </c:pt>
                <c:pt idx="6016">
                  <c:v>37557</c:v>
                </c:pt>
                <c:pt idx="6017">
                  <c:v>37554</c:v>
                </c:pt>
                <c:pt idx="6018">
                  <c:v>37553</c:v>
                </c:pt>
                <c:pt idx="6019">
                  <c:v>37552</c:v>
                </c:pt>
                <c:pt idx="6020">
                  <c:v>37551</c:v>
                </c:pt>
                <c:pt idx="6021">
                  <c:v>37550</c:v>
                </c:pt>
                <c:pt idx="6022">
                  <c:v>37547</c:v>
                </c:pt>
                <c:pt idx="6023">
                  <c:v>37546</c:v>
                </c:pt>
                <c:pt idx="6024">
                  <c:v>37545</c:v>
                </c:pt>
                <c:pt idx="6025">
                  <c:v>37544</c:v>
                </c:pt>
                <c:pt idx="6026">
                  <c:v>37543</c:v>
                </c:pt>
                <c:pt idx="6027">
                  <c:v>37540</c:v>
                </c:pt>
                <c:pt idx="6028">
                  <c:v>37539</c:v>
                </c:pt>
                <c:pt idx="6029">
                  <c:v>37538</c:v>
                </c:pt>
                <c:pt idx="6030">
                  <c:v>37537</c:v>
                </c:pt>
                <c:pt idx="6031">
                  <c:v>37536</c:v>
                </c:pt>
                <c:pt idx="6032">
                  <c:v>37533</c:v>
                </c:pt>
                <c:pt idx="6033">
                  <c:v>37532</c:v>
                </c:pt>
                <c:pt idx="6034">
                  <c:v>37531</c:v>
                </c:pt>
                <c:pt idx="6035">
                  <c:v>37530</c:v>
                </c:pt>
                <c:pt idx="6036">
                  <c:v>37529</c:v>
                </c:pt>
                <c:pt idx="6037">
                  <c:v>37526</c:v>
                </c:pt>
                <c:pt idx="6038">
                  <c:v>37525</c:v>
                </c:pt>
                <c:pt idx="6039">
                  <c:v>37524</c:v>
                </c:pt>
                <c:pt idx="6040">
                  <c:v>37523</c:v>
                </c:pt>
                <c:pt idx="6041">
                  <c:v>37522</c:v>
                </c:pt>
                <c:pt idx="6042">
                  <c:v>37519</c:v>
                </c:pt>
                <c:pt idx="6043">
                  <c:v>37518</c:v>
                </c:pt>
                <c:pt idx="6044">
                  <c:v>37517</c:v>
                </c:pt>
                <c:pt idx="6045">
                  <c:v>37516</c:v>
                </c:pt>
                <c:pt idx="6046">
                  <c:v>37515</c:v>
                </c:pt>
                <c:pt idx="6047">
                  <c:v>37512</c:v>
                </c:pt>
                <c:pt idx="6048">
                  <c:v>37511</c:v>
                </c:pt>
                <c:pt idx="6049">
                  <c:v>37510</c:v>
                </c:pt>
                <c:pt idx="6050">
                  <c:v>37509</c:v>
                </c:pt>
                <c:pt idx="6051">
                  <c:v>37508</c:v>
                </c:pt>
                <c:pt idx="6052">
                  <c:v>37505</c:v>
                </c:pt>
                <c:pt idx="6053">
                  <c:v>37504</c:v>
                </c:pt>
                <c:pt idx="6054">
                  <c:v>37503</c:v>
                </c:pt>
                <c:pt idx="6055">
                  <c:v>37502</c:v>
                </c:pt>
                <c:pt idx="6056">
                  <c:v>37498</c:v>
                </c:pt>
                <c:pt idx="6057">
                  <c:v>37497</c:v>
                </c:pt>
                <c:pt idx="6058">
                  <c:v>37496</c:v>
                </c:pt>
                <c:pt idx="6059">
                  <c:v>37495</c:v>
                </c:pt>
                <c:pt idx="6060">
                  <c:v>37494</c:v>
                </c:pt>
                <c:pt idx="6061">
                  <c:v>37491</c:v>
                </c:pt>
                <c:pt idx="6062">
                  <c:v>37490</c:v>
                </c:pt>
                <c:pt idx="6063">
                  <c:v>37489</c:v>
                </c:pt>
                <c:pt idx="6064">
                  <c:v>37488</c:v>
                </c:pt>
                <c:pt idx="6065">
                  <c:v>37487</c:v>
                </c:pt>
                <c:pt idx="6066">
                  <c:v>37484</c:v>
                </c:pt>
                <c:pt idx="6067">
                  <c:v>37483</c:v>
                </c:pt>
                <c:pt idx="6068">
                  <c:v>37482</c:v>
                </c:pt>
                <c:pt idx="6069">
                  <c:v>37481</c:v>
                </c:pt>
                <c:pt idx="6070">
                  <c:v>37480</c:v>
                </c:pt>
                <c:pt idx="6071">
                  <c:v>37477</c:v>
                </c:pt>
                <c:pt idx="6072">
                  <c:v>37476</c:v>
                </c:pt>
                <c:pt idx="6073">
                  <c:v>37475</c:v>
                </c:pt>
                <c:pt idx="6074">
                  <c:v>37474</c:v>
                </c:pt>
                <c:pt idx="6075">
                  <c:v>37473</c:v>
                </c:pt>
                <c:pt idx="6076">
                  <c:v>37470</c:v>
                </c:pt>
                <c:pt idx="6077">
                  <c:v>37469</c:v>
                </c:pt>
                <c:pt idx="6078">
                  <c:v>37468</c:v>
                </c:pt>
                <c:pt idx="6079">
                  <c:v>37467</c:v>
                </c:pt>
                <c:pt idx="6080">
                  <c:v>37466</c:v>
                </c:pt>
                <c:pt idx="6081">
                  <c:v>37463</c:v>
                </c:pt>
                <c:pt idx="6082">
                  <c:v>37462</c:v>
                </c:pt>
                <c:pt idx="6083">
                  <c:v>37461</c:v>
                </c:pt>
                <c:pt idx="6084">
                  <c:v>37460</c:v>
                </c:pt>
                <c:pt idx="6085">
                  <c:v>37459</c:v>
                </c:pt>
                <c:pt idx="6086">
                  <c:v>37456</c:v>
                </c:pt>
                <c:pt idx="6087">
                  <c:v>37455</c:v>
                </c:pt>
                <c:pt idx="6088">
                  <c:v>37454</c:v>
                </c:pt>
                <c:pt idx="6089">
                  <c:v>37453</c:v>
                </c:pt>
                <c:pt idx="6090">
                  <c:v>37452</c:v>
                </c:pt>
                <c:pt idx="6091">
                  <c:v>37449</c:v>
                </c:pt>
                <c:pt idx="6092">
                  <c:v>37448</c:v>
                </c:pt>
                <c:pt idx="6093">
                  <c:v>37447</c:v>
                </c:pt>
                <c:pt idx="6094">
                  <c:v>37446</c:v>
                </c:pt>
                <c:pt idx="6095">
                  <c:v>37445</c:v>
                </c:pt>
                <c:pt idx="6096">
                  <c:v>37442</c:v>
                </c:pt>
                <c:pt idx="6097">
                  <c:v>37440</c:v>
                </c:pt>
                <c:pt idx="6098">
                  <c:v>37439</c:v>
                </c:pt>
                <c:pt idx="6099">
                  <c:v>37438</c:v>
                </c:pt>
                <c:pt idx="6100">
                  <c:v>37435</c:v>
                </c:pt>
                <c:pt idx="6101">
                  <c:v>37434</c:v>
                </c:pt>
                <c:pt idx="6102">
                  <c:v>37433</c:v>
                </c:pt>
                <c:pt idx="6103">
                  <c:v>37432</c:v>
                </c:pt>
                <c:pt idx="6104">
                  <c:v>37431</c:v>
                </c:pt>
                <c:pt idx="6105">
                  <c:v>37428</c:v>
                </c:pt>
                <c:pt idx="6106">
                  <c:v>37427</c:v>
                </c:pt>
                <c:pt idx="6107">
                  <c:v>37426</c:v>
                </c:pt>
                <c:pt idx="6108">
                  <c:v>37425</c:v>
                </c:pt>
                <c:pt idx="6109">
                  <c:v>37424</c:v>
                </c:pt>
                <c:pt idx="6110">
                  <c:v>37421</c:v>
                </c:pt>
                <c:pt idx="6111">
                  <c:v>37420</c:v>
                </c:pt>
                <c:pt idx="6112">
                  <c:v>37419</c:v>
                </c:pt>
                <c:pt idx="6113">
                  <c:v>37418</c:v>
                </c:pt>
                <c:pt idx="6114">
                  <c:v>37417</c:v>
                </c:pt>
                <c:pt idx="6115">
                  <c:v>37414</c:v>
                </c:pt>
                <c:pt idx="6116">
                  <c:v>37413</c:v>
                </c:pt>
                <c:pt idx="6117">
                  <c:v>37412</c:v>
                </c:pt>
                <c:pt idx="6118">
                  <c:v>37411</c:v>
                </c:pt>
                <c:pt idx="6119">
                  <c:v>37410</c:v>
                </c:pt>
                <c:pt idx="6120">
                  <c:v>37407</c:v>
                </c:pt>
                <c:pt idx="6121">
                  <c:v>37406</c:v>
                </c:pt>
                <c:pt idx="6122">
                  <c:v>37405</c:v>
                </c:pt>
                <c:pt idx="6123">
                  <c:v>37404</c:v>
                </c:pt>
                <c:pt idx="6124">
                  <c:v>37400</c:v>
                </c:pt>
                <c:pt idx="6125">
                  <c:v>37399</c:v>
                </c:pt>
                <c:pt idx="6126">
                  <c:v>37398</c:v>
                </c:pt>
                <c:pt idx="6127">
                  <c:v>37397</c:v>
                </c:pt>
                <c:pt idx="6128">
                  <c:v>37396</c:v>
                </c:pt>
                <c:pt idx="6129">
                  <c:v>37393</c:v>
                </c:pt>
                <c:pt idx="6130">
                  <c:v>37392</c:v>
                </c:pt>
                <c:pt idx="6131">
                  <c:v>37391</c:v>
                </c:pt>
                <c:pt idx="6132">
                  <c:v>37390</c:v>
                </c:pt>
                <c:pt idx="6133">
                  <c:v>37389</c:v>
                </c:pt>
                <c:pt idx="6134">
                  <c:v>37386</c:v>
                </c:pt>
                <c:pt idx="6135">
                  <c:v>37385</c:v>
                </c:pt>
                <c:pt idx="6136">
                  <c:v>37384</c:v>
                </c:pt>
                <c:pt idx="6137">
                  <c:v>37383</c:v>
                </c:pt>
                <c:pt idx="6138">
                  <c:v>37382</c:v>
                </c:pt>
                <c:pt idx="6139">
                  <c:v>37379</c:v>
                </c:pt>
                <c:pt idx="6140">
                  <c:v>37378</c:v>
                </c:pt>
                <c:pt idx="6141">
                  <c:v>37377</c:v>
                </c:pt>
                <c:pt idx="6142">
                  <c:v>37376</c:v>
                </c:pt>
                <c:pt idx="6143">
                  <c:v>37375</c:v>
                </c:pt>
                <c:pt idx="6144">
                  <c:v>37372</c:v>
                </c:pt>
                <c:pt idx="6145">
                  <c:v>37371</c:v>
                </c:pt>
                <c:pt idx="6146">
                  <c:v>37370</c:v>
                </c:pt>
                <c:pt idx="6147">
                  <c:v>37369</c:v>
                </c:pt>
                <c:pt idx="6148">
                  <c:v>37368</c:v>
                </c:pt>
                <c:pt idx="6149">
                  <c:v>37365</c:v>
                </c:pt>
                <c:pt idx="6150">
                  <c:v>37364</c:v>
                </c:pt>
                <c:pt idx="6151">
                  <c:v>37363</c:v>
                </c:pt>
                <c:pt idx="6152">
                  <c:v>37362</c:v>
                </c:pt>
                <c:pt idx="6153">
                  <c:v>37361</c:v>
                </c:pt>
                <c:pt idx="6154">
                  <c:v>37358</c:v>
                </c:pt>
                <c:pt idx="6155">
                  <c:v>37357</c:v>
                </c:pt>
                <c:pt idx="6156">
                  <c:v>37356</c:v>
                </c:pt>
                <c:pt idx="6157">
                  <c:v>37355</c:v>
                </c:pt>
                <c:pt idx="6158">
                  <c:v>37354</c:v>
                </c:pt>
                <c:pt idx="6159">
                  <c:v>37351</c:v>
                </c:pt>
                <c:pt idx="6160">
                  <c:v>37350</c:v>
                </c:pt>
                <c:pt idx="6161">
                  <c:v>37349</c:v>
                </c:pt>
                <c:pt idx="6162">
                  <c:v>37348</c:v>
                </c:pt>
                <c:pt idx="6163">
                  <c:v>37347</c:v>
                </c:pt>
                <c:pt idx="6164">
                  <c:v>37343</c:v>
                </c:pt>
                <c:pt idx="6165">
                  <c:v>37342</c:v>
                </c:pt>
                <c:pt idx="6166">
                  <c:v>37341</c:v>
                </c:pt>
                <c:pt idx="6167">
                  <c:v>37340</c:v>
                </c:pt>
                <c:pt idx="6168">
                  <c:v>37337</c:v>
                </c:pt>
                <c:pt idx="6169">
                  <c:v>37336</c:v>
                </c:pt>
                <c:pt idx="6170">
                  <c:v>37335</c:v>
                </c:pt>
                <c:pt idx="6171">
                  <c:v>37334</c:v>
                </c:pt>
                <c:pt idx="6172">
                  <c:v>37333</c:v>
                </c:pt>
                <c:pt idx="6173">
                  <c:v>37330</c:v>
                </c:pt>
                <c:pt idx="6174">
                  <c:v>37329</c:v>
                </c:pt>
                <c:pt idx="6175">
                  <c:v>37328</c:v>
                </c:pt>
                <c:pt idx="6176">
                  <c:v>37327</c:v>
                </c:pt>
                <c:pt idx="6177">
                  <c:v>37326</c:v>
                </c:pt>
                <c:pt idx="6178">
                  <c:v>37323</c:v>
                </c:pt>
                <c:pt idx="6179">
                  <c:v>37322</c:v>
                </c:pt>
                <c:pt idx="6180">
                  <c:v>37321</c:v>
                </c:pt>
                <c:pt idx="6181">
                  <c:v>37320</c:v>
                </c:pt>
                <c:pt idx="6182">
                  <c:v>37319</c:v>
                </c:pt>
                <c:pt idx="6183">
                  <c:v>37316</c:v>
                </c:pt>
                <c:pt idx="6184">
                  <c:v>37315</c:v>
                </c:pt>
                <c:pt idx="6185">
                  <c:v>37314</c:v>
                </c:pt>
                <c:pt idx="6186">
                  <c:v>37313</c:v>
                </c:pt>
                <c:pt idx="6187">
                  <c:v>37312</c:v>
                </c:pt>
                <c:pt idx="6188">
                  <c:v>37309</c:v>
                </c:pt>
                <c:pt idx="6189">
                  <c:v>37308</c:v>
                </c:pt>
                <c:pt idx="6190">
                  <c:v>37307</c:v>
                </c:pt>
                <c:pt idx="6191">
                  <c:v>37306</c:v>
                </c:pt>
                <c:pt idx="6192">
                  <c:v>37302</c:v>
                </c:pt>
                <c:pt idx="6193">
                  <c:v>37301</c:v>
                </c:pt>
                <c:pt idx="6194">
                  <c:v>37300</c:v>
                </c:pt>
                <c:pt idx="6195">
                  <c:v>37299</c:v>
                </c:pt>
                <c:pt idx="6196">
                  <c:v>37298</c:v>
                </c:pt>
                <c:pt idx="6197">
                  <c:v>37295</c:v>
                </c:pt>
                <c:pt idx="6198">
                  <c:v>37294</c:v>
                </c:pt>
                <c:pt idx="6199">
                  <c:v>37293</c:v>
                </c:pt>
                <c:pt idx="6200">
                  <c:v>37292</c:v>
                </c:pt>
                <c:pt idx="6201">
                  <c:v>37291</c:v>
                </c:pt>
                <c:pt idx="6202">
                  <c:v>37288</c:v>
                </c:pt>
                <c:pt idx="6203">
                  <c:v>37287</c:v>
                </c:pt>
                <c:pt idx="6204">
                  <c:v>37286</c:v>
                </c:pt>
                <c:pt idx="6205">
                  <c:v>37285</c:v>
                </c:pt>
                <c:pt idx="6206">
                  <c:v>37284</c:v>
                </c:pt>
                <c:pt idx="6207">
                  <c:v>37281</c:v>
                </c:pt>
                <c:pt idx="6208">
                  <c:v>37280</c:v>
                </c:pt>
                <c:pt idx="6209">
                  <c:v>37279</c:v>
                </c:pt>
                <c:pt idx="6210">
                  <c:v>37278</c:v>
                </c:pt>
                <c:pt idx="6211">
                  <c:v>37274</c:v>
                </c:pt>
                <c:pt idx="6212">
                  <c:v>37273</c:v>
                </c:pt>
                <c:pt idx="6213">
                  <c:v>37272</c:v>
                </c:pt>
                <c:pt idx="6214">
                  <c:v>37271</c:v>
                </c:pt>
                <c:pt idx="6215">
                  <c:v>37270</c:v>
                </c:pt>
                <c:pt idx="6216">
                  <c:v>37267</c:v>
                </c:pt>
                <c:pt idx="6217">
                  <c:v>37266</c:v>
                </c:pt>
                <c:pt idx="6218">
                  <c:v>37265</c:v>
                </c:pt>
                <c:pt idx="6219">
                  <c:v>37264</c:v>
                </c:pt>
                <c:pt idx="6220">
                  <c:v>37263</c:v>
                </c:pt>
                <c:pt idx="6221">
                  <c:v>37260</c:v>
                </c:pt>
                <c:pt idx="6222">
                  <c:v>37259</c:v>
                </c:pt>
                <c:pt idx="6223">
                  <c:v>37258</c:v>
                </c:pt>
                <c:pt idx="6224">
                  <c:v>37256</c:v>
                </c:pt>
                <c:pt idx="6225">
                  <c:v>37253</c:v>
                </c:pt>
                <c:pt idx="6226">
                  <c:v>37252</c:v>
                </c:pt>
                <c:pt idx="6227">
                  <c:v>37251</c:v>
                </c:pt>
                <c:pt idx="6228">
                  <c:v>37249</c:v>
                </c:pt>
                <c:pt idx="6229">
                  <c:v>37246</c:v>
                </c:pt>
                <c:pt idx="6230">
                  <c:v>37245</c:v>
                </c:pt>
                <c:pt idx="6231">
                  <c:v>37244</c:v>
                </c:pt>
                <c:pt idx="6232">
                  <c:v>37243</c:v>
                </c:pt>
                <c:pt idx="6233">
                  <c:v>37242</c:v>
                </c:pt>
                <c:pt idx="6234">
                  <c:v>37239</c:v>
                </c:pt>
                <c:pt idx="6235">
                  <c:v>37238</c:v>
                </c:pt>
                <c:pt idx="6236">
                  <c:v>37237</c:v>
                </c:pt>
                <c:pt idx="6237">
                  <c:v>37236</c:v>
                </c:pt>
                <c:pt idx="6238">
                  <c:v>37235</c:v>
                </c:pt>
                <c:pt idx="6239">
                  <c:v>37232</c:v>
                </c:pt>
                <c:pt idx="6240">
                  <c:v>37231</c:v>
                </c:pt>
                <c:pt idx="6241">
                  <c:v>37230</c:v>
                </c:pt>
                <c:pt idx="6242">
                  <c:v>37229</c:v>
                </c:pt>
                <c:pt idx="6243">
                  <c:v>37228</c:v>
                </c:pt>
                <c:pt idx="6244">
                  <c:v>37225</c:v>
                </c:pt>
                <c:pt idx="6245">
                  <c:v>37224</c:v>
                </c:pt>
                <c:pt idx="6246">
                  <c:v>37223</c:v>
                </c:pt>
                <c:pt idx="6247">
                  <c:v>37222</c:v>
                </c:pt>
                <c:pt idx="6248">
                  <c:v>37221</c:v>
                </c:pt>
                <c:pt idx="6249">
                  <c:v>37218</c:v>
                </c:pt>
                <c:pt idx="6250">
                  <c:v>37216</c:v>
                </c:pt>
                <c:pt idx="6251">
                  <c:v>37215</c:v>
                </c:pt>
                <c:pt idx="6252">
                  <c:v>37214</c:v>
                </c:pt>
                <c:pt idx="6253">
                  <c:v>37211</c:v>
                </c:pt>
                <c:pt idx="6254">
                  <c:v>37210</c:v>
                </c:pt>
                <c:pt idx="6255">
                  <c:v>37209</c:v>
                </c:pt>
                <c:pt idx="6256">
                  <c:v>37208</c:v>
                </c:pt>
                <c:pt idx="6257">
                  <c:v>37207</c:v>
                </c:pt>
                <c:pt idx="6258">
                  <c:v>37204</c:v>
                </c:pt>
                <c:pt idx="6259">
                  <c:v>37203</c:v>
                </c:pt>
                <c:pt idx="6260">
                  <c:v>37202</c:v>
                </c:pt>
                <c:pt idx="6261">
                  <c:v>37201</c:v>
                </c:pt>
                <c:pt idx="6262">
                  <c:v>37200</c:v>
                </c:pt>
                <c:pt idx="6263">
                  <c:v>37197</c:v>
                </c:pt>
                <c:pt idx="6264">
                  <c:v>37196</c:v>
                </c:pt>
                <c:pt idx="6265">
                  <c:v>37195</c:v>
                </c:pt>
                <c:pt idx="6266">
                  <c:v>37194</c:v>
                </c:pt>
                <c:pt idx="6267">
                  <c:v>37193</c:v>
                </c:pt>
                <c:pt idx="6268">
                  <c:v>37190</c:v>
                </c:pt>
                <c:pt idx="6269">
                  <c:v>37189</c:v>
                </c:pt>
                <c:pt idx="6270">
                  <c:v>37188</c:v>
                </c:pt>
                <c:pt idx="6271">
                  <c:v>37187</c:v>
                </c:pt>
                <c:pt idx="6272">
                  <c:v>37186</c:v>
                </c:pt>
                <c:pt idx="6273">
                  <c:v>37183</c:v>
                </c:pt>
                <c:pt idx="6274">
                  <c:v>37182</c:v>
                </c:pt>
                <c:pt idx="6275">
                  <c:v>37181</c:v>
                </c:pt>
                <c:pt idx="6276">
                  <c:v>37180</c:v>
                </c:pt>
                <c:pt idx="6277">
                  <c:v>37179</c:v>
                </c:pt>
                <c:pt idx="6278">
                  <c:v>37176</c:v>
                </c:pt>
                <c:pt idx="6279">
                  <c:v>37175</c:v>
                </c:pt>
                <c:pt idx="6280">
                  <c:v>37174</c:v>
                </c:pt>
                <c:pt idx="6281">
                  <c:v>37173</c:v>
                </c:pt>
                <c:pt idx="6282">
                  <c:v>37172</c:v>
                </c:pt>
                <c:pt idx="6283">
                  <c:v>37169</c:v>
                </c:pt>
                <c:pt idx="6284">
                  <c:v>37168</c:v>
                </c:pt>
                <c:pt idx="6285">
                  <c:v>37167</c:v>
                </c:pt>
                <c:pt idx="6286">
                  <c:v>37166</c:v>
                </c:pt>
                <c:pt idx="6287">
                  <c:v>37165</c:v>
                </c:pt>
                <c:pt idx="6288">
                  <c:v>37162</c:v>
                </c:pt>
                <c:pt idx="6289">
                  <c:v>37161</c:v>
                </c:pt>
                <c:pt idx="6290">
                  <c:v>37160</c:v>
                </c:pt>
                <c:pt idx="6291">
                  <c:v>37159</c:v>
                </c:pt>
                <c:pt idx="6292">
                  <c:v>37158</c:v>
                </c:pt>
                <c:pt idx="6293">
                  <c:v>37155</c:v>
                </c:pt>
                <c:pt idx="6294">
                  <c:v>37154</c:v>
                </c:pt>
                <c:pt idx="6295">
                  <c:v>37153</c:v>
                </c:pt>
                <c:pt idx="6296">
                  <c:v>37152</c:v>
                </c:pt>
                <c:pt idx="6297">
                  <c:v>37151</c:v>
                </c:pt>
                <c:pt idx="6298">
                  <c:v>37144</c:v>
                </c:pt>
                <c:pt idx="6299">
                  <c:v>37141</c:v>
                </c:pt>
                <c:pt idx="6300">
                  <c:v>37140</c:v>
                </c:pt>
                <c:pt idx="6301">
                  <c:v>37139</c:v>
                </c:pt>
                <c:pt idx="6302">
                  <c:v>37138</c:v>
                </c:pt>
                <c:pt idx="6303">
                  <c:v>37134</c:v>
                </c:pt>
                <c:pt idx="6304">
                  <c:v>37133</c:v>
                </c:pt>
                <c:pt idx="6305">
                  <c:v>37132</c:v>
                </c:pt>
                <c:pt idx="6306">
                  <c:v>37131</c:v>
                </c:pt>
                <c:pt idx="6307">
                  <c:v>37130</c:v>
                </c:pt>
                <c:pt idx="6308">
                  <c:v>37127</c:v>
                </c:pt>
                <c:pt idx="6309">
                  <c:v>37126</c:v>
                </c:pt>
                <c:pt idx="6310">
                  <c:v>37125</c:v>
                </c:pt>
                <c:pt idx="6311">
                  <c:v>37124</c:v>
                </c:pt>
                <c:pt idx="6312">
                  <c:v>37123</c:v>
                </c:pt>
                <c:pt idx="6313">
                  <c:v>37120</c:v>
                </c:pt>
                <c:pt idx="6314">
                  <c:v>37119</c:v>
                </c:pt>
                <c:pt idx="6315">
                  <c:v>37118</c:v>
                </c:pt>
                <c:pt idx="6316">
                  <c:v>37117</c:v>
                </c:pt>
                <c:pt idx="6317">
                  <c:v>37116</c:v>
                </c:pt>
                <c:pt idx="6318">
                  <c:v>37113</c:v>
                </c:pt>
                <c:pt idx="6319">
                  <c:v>37112</c:v>
                </c:pt>
                <c:pt idx="6320">
                  <c:v>37111</c:v>
                </c:pt>
                <c:pt idx="6321">
                  <c:v>37110</c:v>
                </c:pt>
                <c:pt idx="6322">
                  <c:v>37109</c:v>
                </c:pt>
                <c:pt idx="6323">
                  <c:v>37106</c:v>
                </c:pt>
                <c:pt idx="6324">
                  <c:v>37105</c:v>
                </c:pt>
                <c:pt idx="6325">
                  <c:v>37104</c:v>
                </c:pt>
                <c:pt idx="6326">
                  <c:v>37103</c:v>
                </c:pt>
                <c:pt idx="6327">
                  <c:v>37102</c:v>
                </c:pt>
                <c:pt idx="6328">
                  <c:v>37099</c:v>
                </c:pt>
                <c:pt idx="6329">
                  <c:v>37098</c:v>
                </c:pt>
                <c:pt idx="6330">
                  <c:v>37097</c:v>
                </c:pt>
                <c:pt idx="6331">
                  <c:v>37096</c:v>
                </c:pt>
                <c:pt idx="6332">
                  <c:v>37095</c:v>
                </c:pt>
                <c:pt idx="6333">
                  <c:v>37092</c:v>
                </c:pt>
                <c:pt idx="6334">
                  <c:v>37091</c:v>
                </c:pt>
                <c:pt idx="6335">
                  <c:v>37090</c:v>
                </c:pt>
                <c:pt idx="6336">
                  <c:v>37089</c:v>
                </c:pt>
                <c:pt idx="6337">
                  <c:v>37088</c:v>
                </c:pt>
                <c:pt idx="6338">
                  <c:v>37085</c:v>
                </c:pt>
                <c:pt idx="6339">
                  <c:v>37084</c:v>
                </c:pt>
                <c:pt idx="6340">
                  <c:v>37083</c:v>
                </c:pt>
                <c:pt idx="6341">
                  <c:v>37082</c:v>
                </c:pt>
                <c:pt idx="6342">
                  <c:v>37081</c:v>
                </c:pt>
                <c:pt idx="6343">
                  <c:v>37078</c:v>
                </c:pt>
                <c:pt idx="6344">
                  <c:v>37077</c:v>
                </c:pt>
                <c:pt idx="6345">
                  <c:v>37075</c:v>
                </c:pt>
                <c:pt idx="6346">
                  <c:v>37074</c:v>
                </c:pt>
                <c:pt idx="6347">
                  <c:v>37071</c:v>
                </c:pt>
                <c:pt idx="6348">
                  <c:v>37070</c:v>
                </c:pt>
                <c:pt idx="6349">
                  <c:v>37069</c:v>
                </c:pt>
                <c:pt idx="6350">
                  <c:v>37068</c:v>
                </c:pt>
                <c:pt idx="6351">
                  <c:v>37067</c:v>
                </c:pt>
                <c:pt idx="6352">
                  <c:v>37064</c:v>
                </c:pt>
                <c:pt idx="6353">
                  <c:v>37063</c:v>
                </c:pt>
                <c:pt idx="6354">
                  <c:v>37062</c:v>
                </c:pt>
                <c:pt idx="6355">
                  <c:v>37061</c:v>
                </c:pt>
                <c:pt idx="6356">
                  <c:v>37060</c:v>
                </c:pt>
                <c:pt idx="6357">
                  <c:v>37057</c:v>
                </c:pt>
                <c:pt idx="6358">
                  <c:v>37056</c:v>
                </c:pt>
                <c:pt idx="6359">
                  <c:v>37055</c:v>
                </c:pt>
                <c:pt idx="6360">
                  <c:v>37054</c:v>
                </c:pt>
                <c:pt idx="6361">
                  <c:v>37053</c:v>
                </c:pt>
                <c:pt idx="6362">
                  <c:v>37050</c:v>
                </c:pt>
                <c:pt idx="6363">
                  <c:v>37049</c:v>
                </c:pt>
                <c:pt idx="6364">
                  <c:v>37048</c:v>
                </c:pt>
                <c:pt idx="6365">
                  <c:v>37047</c:v>
                </c:pt>
                <c:pt idx="6366">
                  <c:v>37046</c:v>
                </c:pt>
                <c:pt idx="6367">
                  <c:v>37043</c:v>
                </c:pt>
                <c:pt idx="6368">
                  <c:v>37042</c:v>
                </c:pt>
                <c:pt idx="6369">
                  <c:v>37041</c:v>
                </c:pt>
                <c:pt idx="6370">
                  <c:v>37040</c:v>
                </c:pt>
                <c:pt idx="6371">
                  <c:v>37036</c:v>
                </c:pt>
                <c:pt idx="6372">
                  <c:v>37035</c:v>
                </c:pt>
                <c:pt idx="6373">
                  <c:v>37034</c:v>
                </c:pt>
                <c:pt idx="6374">
                  <c:v>37033</c:v>
                </c:pt>
                <c:pt idx="6375">
                  <c:v>37032</c:v>
                </c:pt>
                <c:pt idx="6376">
                  <c:v>37029</c:v>
                </c:pt>
                <c:pt idx="6377">
                  <c:v>37028</c:v>
                </c:pt>
                <c:pt idx="6378">
                  <c:v>37027</c:v>
                </c:pt>
                <c:pt idx="6379">
                  <c:v>37026</c:v>
                </c:pt>
                <c:pt idx="6380">
                  <c:v>37025</c:v>
                </c:pt>
                <c:pt idx="6381">
                  <c:v>37022</c:v>
                </c:pt>
                <c:pt idx="6382">
                  <c:v>37021</c:v>
                </c:pt>
                <c:pt idx="6383">
                  <c:v>37020</c:v>
                </c:pt>
                <c:pt idx="6384">
                  <c:v>37019</c:v>
                </c:pt>
                <c:pt idx="6385">
                  <c:v>37018</c:v>
                </c:pt>
                <c:pt idx="6386">
                  <c:v>37015</c:v>
                </c:pt>
                <c:pt idx="6387">
                  <c:v>37014</c:v>
                </c:pt>
                <c:pt idx="6388">
                  <c:v>37013</c:v>
                </c:pt>
                <c:pt idx="6389">
                  <c:v>37012</c:v>
                </c:pt>
                <c:pt idx="6390">
                  <c:v>37011</c:v>
                </c:pt>
                <c:pt idx="6391">
                  <c:v>37008</c:v>
                </c:pt>
                <c:pt idx="6392">
                  <c:v>37007</c:v>
                </c:pt>
                <c:pt idx="6393">
                  <c:v>37006</c:v>
                </c:pt>
                <c:pt idx="6394">
                  <c:v>37005</c:v>
                </c:pt>
                <c:pt idx="6395">
                  <c:v>37004</c:v>
                </c:pt>
                <c:pt idx="6396">
                  <c:v>37001</c:v>
                </c:pt>
                <c:pt idx="6397">
                  <c:v>37000</c:v>
                </c:pt>
                <c:pt idx="6398">
                  <c:v>36999</c:v>
                </c:pt>
                <c:pt idx="6399">
                  <c:v>36998</c:v>
                </c:pt>
                <c:pt idx="6400">
                  <c:v>36997</c:v>
                </c:pt>
                <c:pt idx="6401">
                  <c:v>36993</c:v>
                </c:pt>
                <c:pt idx="6402">
                  <c:v>36992</c:v>
                </c:pt>
                <c:pt idx="6403">
                  <c:v>36991</c:v>
                </c:pt>
                <c:pt idx="6404">
                  <c:v>36990</c:v>
                </c:pt>
                <c:pt idx="6405">
                  <c:v>36987</c:v>
                </c:pt>
                <c:pt idx="6406">
                  <c:v>36986</c:v>
                </c:pt>
                <c:pt idx="6407">
                  <c:v>36985</c:v>
                </c:pt>
                <c:pt idx="6408">
                  <c:v>36984</c:v>
                </c:pt>
                <c:pt idx="6409">
                  <c:v>36983</c:v>
                </c:pt>
                <c:pt idx="6410">
                  <c:v>36980</c:v>
                </c:pt>
                <c:pt idx="6411">
                  <c:v>36979</c:v>
                </c:pt>
                <c:pt idx="6412">
                  <c:v>36978</c:v>
                </c:pt>
                <c:pt idx="6413">
                  <c:v>36977</c:v>
                </c:pt>
                <c:pt idx="6414">
                  <c:v>36976</c:v>
                </c:pt>
                <c:pt idx="6415">
                  <c:v>36973</c:v>
                </c:pt>
                <c:pt idx="6416">
                  <c:v>36972</c:v>
                </c:pt>
                <c:pt idx="6417">
                  <c:v>36971</c:v>
                </c:pt>
                <c:pt idx="6418">
                  <c:v>36970</c:v>
                </c:pt>
                <c:pt idx="6419">
                  <c:v>36969</c:v>
                </c:pt>
                <c:pt idx="6420">
                  <c:v>36966</c:v>
                </c:pt>
                <c:pt idx="6421">
                  <c:v>36965</c:v>
                </c:pt>
                <c:pt idx="6422">
                  <c:v>36964</c:v>
                </c:pt>
                <c:pt idx="6423">
                  <c:v>36963</c:v>
                </c:pt>
                <c:pt idx="6424">
                  <c:v>36962</c:v>
                </c:pt>
                <c:pt idx="6425">
                  <c:v>36959</c:v>
                </c:pt>
                <c:pt idx="6426">
                  <c:v>36958</c:v>
                </c:pt>
                <c:pt idx="6427">
                  <c:v>36957</c:v>
                </c:pt>
                <c:pt idx="6428">
                  <c:v>36956</c:v>
                </c:pt>
                <c:pt idx="6429">
                  <c:v>36955</c:v>
                </c:pt>
                <c:pt idx="6430">
                  <c:v>36952</c:v>
                </c:pt>
                <c:pt idx="6431">
                  <c:v>36951</c:v>
                </c:pt>
                <c:pt idx="6432">
                  <c:v>36950</c:v>
                </c:pt>
                <c:pt idx="6433">
                  <c:v>36949</c:v>
                </c:pt>
                <c:pt idx="6434">
                  <c:v>36948</c:v>
                </c:pt>
                <c:pt idx="6435">
                  <c:v>36945</c:v>
                </c:pt>
                <c:pt idx="6436">
                  <c:v>36944</c:v>
                </c:pt>
                <c:pt idx="6437">
                  <c:v>36943</c:v>
                </c:pt>
                <c:pt idx="6438">
                  <c:v>36942</c:v>
                </c:pt>
                <c:pt idx="6439">
                  <c:v>36938</c:v>
                </c:pt>
                <c:pt idx="6440">
                  <c:v>36937</c:v>
                </c:pt>
                <c:pt idx="6441">
                  <c:v>36936</c:v>
                </c:pt>
                <c:pt idx="6442">
                  <c:v>36935</c:v>
                </c:pt>
                <c:pt idx="6443">
                  <c:v>36934</c:v>
                </c:pt>
                <c:pt idx="6444">
                  <c:v>36931</c:v>
                </c:pt>
                <c:pt idx="6445">
                  <c:v>36930</c:v>
                </c:pt>
                <c:pt idx="6446">
                  <c:v>36929</c:v>
                </c:pt>
                <c:pt idx="6447">
                  <c:v>36928</c:v>
                </c:pt>
                <c:pt idx="6448">
                  <c:v>36927</c:v>
                </c:pt>
                <c:pt idx="6449">
                  <c:v>36924</c:v>
                </c:pt>
                <c:pt idx="6450">
                  <c:v>36923</c:v>
                </c:pt>
                <c:pt idx="6451">
                  <c:v>36922</c:v>
                </c:pt>
                <c:pt idx="6452">
                  <c:v>36921</c:v>
                </c:pt>
                <c:pt idx="6453">
                  <c:v>36920</c:v>
                </c:pt>
                <c:pt idx="6454">
                  <c:v>36917</c:v>
                </c:pt>
                <c:pt idx="6455">
                  <c:v>36916</c:v>
                </c:pt>
                <c:pt idx="6456">
                  <c:v>36915</c:v>
                </c:pt>
                <c:pt idx="6457">
                  <c:v>36914</c:v>
                </c:pt>
                <c:pt idx="6458">
                  <c:v>36913</c:v>
                </c:pt>
                <c:pt idx="6459">
                  <c:v>36910</c:v>
                </c:pt>
                <c:pt idx="6460">
                  <c:v>36909</c:v>
                </c:pt>
                <c:pt idx="6461">
                  <c:v>36908</c:v>
                </c:pt>
                <c:pt idx="6462">
                  <c:v>36907</c:v>
                </c:pt>
                <c:pt idx="6463">
                  <c:v>36903</c:v>
                </c:pt>
                <c:pt idx="6464">
                  <c:v>36902</c:v>
                </c:pt>
                <c:pt idx="6465">
                  <c:v>36901</c:v>
                </c:pt>
                <c:pt idx="6466">
                  <c:v>36900</c:v>
                </c:pt>
                <c:pt idx="6467">
                  <c:v>36899</c:v>
                </c:pt>
                <c:pt idx="6468">
                  <c:v>36896</c:v>
                </c:pt>
                <c:pt idx="6469">
                  <c:v>36895</c:v>
                </c:pt>
                <c:pt idx="6470">
                  <c:v>36894</c:v>
                </c:pt>
                <c:pt idx="6471">
                  <c:v>36893</c:v>
                </c:pt>
                <c:pt idx="6472">
                  <c:v>36889</c:v>
                </c:pt>
                <c:pt idx="6473">
                  <c:v>36888</c:v>
                </c:pt>
                <c:pt idx="6474">
                  <c:v>36887</c:v>
                </c:pt>
                <c:pt idx="6475">
                  <c:v>36886</c:v>
                </c:pt>
                <c:pt idx="6476">
                  <c:v>36882</c:v>
                </c:pt>
                <c:pt idx="6477">
                  <c:v>36881</c:v>
                </c:pt>
                <c:pt idx="6478">
                  <c:v>36880</c:v>
                </c:pt>
                <c:pt idx="6479">
                  <c:v>36879</c:v>
                </c:pt>
                <c:pt idx="6480">
                  <c:v>36878</c:v>
                </c:pt>
                <c:pt idx="6481">
                  <c:v>36875</c:v>
                </c:pt>
                <c:pt idx="6482">
                  <c:v>36874</c:v>
                </c:pt>
                <c:pt idx="6483">
                  <c:v>36873</c:v>
                </c:pt>
                <c:pt idx="6484">
                  <c:v>36872</c:v>
                </c:pt>
                <c:pt idx="6485">
                  <c:v>36871</c:v>
                </c:pt>
                <c:pt idx="6486">
                  <c:v>36868</c:v>
                </c:pt>
                <c:pt idx="6487">
                  <c:v>36867</c:v>
                </c:pt>
                <c:pt idx="6488">
                  <c:v>36866</c:v>
                </c:pt>
                <c:pt idx="6489">
                  <c:v>36865</c:v>
                </c:pt>
                <c:pt idx="6490">
                  <c:v>36864</c:v>
                </c:pt>
                <c:pt idx="6491">
                  <c:v>36861</c:v>
                </c:pt>
                <c:pt idx="6492">
                  <c:v>36860</c:v>
                </c:pt>
                <c:pt idx="6493">
                  <c:v>36859</c:v>
                </c:pt>
                <c:pt idx="6494">
                  <c:v>36858</c:v>
                </c:pt>
                <c:pt idx="6495">
                  <c:v>36857</c:v>
                </c:pt>
                <c:pt idx="6496">
                  <c:v>36854</c:v>
                </c:pt>
                <c:pt idx="6497">
                  <c:v>36852</c:v>
                </c:pt>
                <c:pt idx="6498">
                  <c:v>36851</c:v>
                </c:pt>
                <c:pt idx="6499">
                  <c:v>36850</c:v>
                </c:pt>
                <c:pt idx="6500">
                  <c:v>36847</c:v>
                </c:pt>
                <c:pt idx="6501">
                  <c:v>36846</c:v>
                </c:pt>
                <c:pt idx="6502">
                  <c:v>36845</c:v>
                </c:pt>
                <c:pt idx="6503">
                  <c:v>36844</c:v>
                </c:pt>
                <c:pt idx="6504">
                  <c:v>36843</c:v>
                </c:pt>
                <c:pt idx="6505">
                  <c:v>36840</c:v>
                </c:pt>
                <c:pt idx="6506">
                  <c:v>36839</c:v>
                </c:pt>
                <c:pt idx="6507">
                  <c:v>36838</c:v>
                </c:pt>
                <c:pt idx="6508">
                  <c:v>36837</c:v>
                </c:pt>
                <c:pt idx="6509">
                  <c:v>36836</c:v>
                </c:pt>
                <c:pt idx="6510">
                  <c:v>36833</c:v>
                </c:pt>
                <c:pt idx="6511">
                  <c:v>36832</c:v>
                </c:pt>
                <c:pt idx="6512">
                  <c:v>36831</c:v>
                </c:pt>
                <c:pt idx="6513">
                  <c:v>36830</c:v>
                </c:pt>
                <c:pt idx="6514">
                  <c:v>36829</c:v>
                </c:pt>
                <c:pt idx="6515">
                  <c:v>36826</c:v>
                </c:pt>
                <c:pt idx="6516">
                  <c:v>36825</c:v>
                </c:pt>
                <c:pt idx="6517">
                  <c:v>36824</c:v>
                </c:pt>
                <c:pt idx="6518">
                  <c:v>36823</c:v>
                </c:pt>
                <c:pt idx="6519">
                  <c:v>36822</c:v>
                </c:pt>
                <c:pt idx="6520">
                  <c:v>36819</c:v>
                </c:pt>
                <c:pt idx="6521">
                  <c:v>36818</c:v>
                </c:pt>
                <c:pt idx="6522">
                  <c:v>36817</c:v>
                </c:pt>
                <c:pt idx="6523">
                  <c:v>36816</c:v>
                </c:pt>
                <c:pt idx="6524">
                  <c:v>36815</c:v>
                </c:pt>
                <c:pt idx="6525">
                  <c:v>36812</c:v>
                </c:pt>
                <c:pt idx="6526">
                  <c:v>36811</c:v>
                </c:pt>
                <c:pt idx="6527">
                  <c:v>36810</c:v>
                </c:pt>
                <c:pt idx="6528">
                  <c:v>36809</c:v>
                </c:pt>
                <c:pt idx="6529">
                  <c:v>36808</c:v>
                </c:pt>
                <c:pt idx="6530">
                  <c:v>36805</c:v>
                </c:pt>
                <c:pt idx="6531">
                  <c:v>36804</c:v>
                </c:pt>
                <c:pt idx="6532">
                  <c:v>36803</c:v>
                </c:pt>
                <c:pt idx="6533">
                  <c:v>36802</c:v>
                </c:pt>
                <c:pt idx="6534">
                  <c:v>36801</c:v>
                </c:pt>
                <c:pt idx="6535">
                  <c:v>36798</c:v>
                </c:pt>
                <c:pt idx="6536">
                  <c:v>36797</c:v>
                </c:pt>
                <c:pt idx="6537">
                  <c:v>36796</c:v>
                </c:pt>
                <c:pt idx="6538">
                  <c:v>36795</c:v>
                </c:pt>
                <c:pt idx="6539">
                  <c:v>36794</c:v>
                </c:pt>
                <c:pt idx="6540">
                  <c:v>36791</c:v>
                </c:pt>
                <c:pt idx="6541">
                  <c:v>36790</c:v>
                </c:pt>
                <c:pt idx="6542">
                  <c:v>36789</c:v>
                </c:pt>
                <c:pt idx="6543">
                  <c:v>36788</c:v>
                </c:pt>
                <c:pt idx="6544">
                  <c:v>36787</c:v>
                </c:pt>
                <c:pt idx="6545">
                  <c:v>36784</c:v>
                </c:pt>
                <c:pt idx="6546">
                  <c:v>36783</c:v>
                </c:pt>
                <c:pt idx="6547">
                  <c:v>36782</c:v>
                </c:pt>
                <c:pt idx="6548">
                  <c:v>36781</c:v>
                </c:pt>
                <c:pt idx="6549">
                  <c:v>36780</c:v>
                </c:pt>
                <c:pt idx="6550">
                  <c:v>36777</c:v>
                </c:pt>
                <c:pt idx="6551">
                  <c:v>36776</c:v>
                </c:pt>
                <c:pt idx="6552">
                  <c:v>36775</c:v>
                </c:pt>
                <c:pt idx="6553">
                  <c:v>36774</c:v>
                </c:pt>
                <c:pt idx="6554">
                  <c:v>36770</c:v>
                </c:pt>
                <c:pt idx="6555">
                  <c:v>36769</c:v>
                </c:pt>
                <c:pt idx="6556">
                  <c:v>36768</c:v>
                </c:pt>
                <c:pt idx="6557">
                  <c:v>36767</c:v>
                </c:pt>
                <c:pt idx="6558">
                  <c:v>36766</c:v>
                </c:pt>
                <c:pt idx="6559">
                  <c:v>36763</c:v>
                </c:pt>
                <c:pt idx="6560">
                  <c:v>36762</c:v>
                </c:pt>
                <c:pt idx="6561">
                  <c:v>36761</c:v>
                </c:pt>
                <c:pt idx="6562">
                  <c:v>36760</c:v>
                </c:pt>
                <c:pt idx="6563">
                  <c:v>36759</c:v>
                </c:pt>
                <c:pt idx="6564">
                  <c:v>36756</c:v>
                </c:pt>
                <c:pt idx="6565">
                  <c:v>36755</c:v>
                </c:pt>
                <c:pt idx="6566">
                  <c:v>36754</c:v>
                </c:pt>
                <c:pt idx="6567">
                  <c:v>36753</c:v>
                </c:pt>
                <c:pt idx="6568">
                  <c:v>36752</c:v>
                </c:pt>
                <c:pt idx="6569">
                  <c:v>36749</c:v>
                </c:pt>
                <c:pt idx="6570">
                  <c:v>36748</c:v>
                </c:pt>
                <c:pt idx="6571">
                  <c:v>36747</c:v>
                </c:pt>
                <c:pt idx="6572">
                  <c:v>36746</c:v>
                </c:pt>
                <c:pt idx="6573">
                  <c:v>36745</c:v>
                </c:pt>
                <c:pt idx="6574">
                  <c:v>36742</c:v>
                </c:pt>
                <c:pt idx="6575">
                  <c:v>36741</c:v>
                </c:pt>
                <c:pt idx="6576">
                  <c:v>36740</c:v>
                </c:pt>
                <c:pt idx="6577">
                  <c:v>36739</c:v>
                </c:pt>
                <c:pt idx="6578">
                  <c:v>36738</c:v>
                </c:pt>
                <c:pt idx="6579">
                  <c:v>36735</c:v>
                </c:pt>
                <c:pt idx="6580">
                  <c:v>36734</c:v>
                </c:pt>
                <c:pt idx="6581">
                  <c:v>36733</c:v>
                </c:pt>
                <c:pt idx="6582">
                  <c:v>36732</c:v>
                </c:pt>
                <c:pt idx="6583">
                  <c:v>36731</c:v>
                </c:pt>
                <c:pt idx="6584">
                  <c:v>36728</c:v>
                </c:pt>
                <c:pt idx="6585">
                  <c:v>36727</c:v>
                </c:pt>
                <c:pt idx="6586">
                  <c:v>36726</c:v>
                </c:pt>
                <c:pt idx="6587">
                  <c:v>36725</c:v>
                </c:pt>
                <c:pt idx="6588">
                  <c:v>36724</c:v>
                </c:pt>
                <c:pt idx="6589">
                  <c:v>36721</c:v>
                </c:pt>
                <c:pt idx="6590">
                  <c:v>36720</c:v>
                </c:pt>
                <c:pt idx="6591">
                  <c:v>36719</c:v>
                </c:pt>
                <c:pt idx="6592">
                  <c:v>36718</c:v>
                </c:pt>
                <c:pt idx="6593">
                  <c:v>36717</c:v>
                </c:pt>
                <c:pt idx="6594">
                  <c:v>36714</c:v>
                </c:pt>
                <c:pt idx="6595">
                  <c:v>36713</c:v>
                </c:pt>
                <c:pt idx="6596">
                  <c:v>36712</c:v>
                </c:pt>
                <c:pt idx="6597">
                  <c:v>36710</c:v>
                </c:pt>
                <c:pt idx="6598">
                  <c:v>36707</c:v>
                </c:pt>
                <c:pt idx="6599">
                  <c:v>36706</c:v>
                </c:pt>
                <c:pt idx="6600">
                  <c:v>36705</c:v>
                </c:pt>
                <c:pt idx="6601">
                  <c:v>36704</c:v>
                </c:pt>
                <c:pt idx="6602">
                  <c:v>36703</c:v>
                </c:pt>
                <c:pt idx="6603">
                  <c:v>36700</c:v>
                </c:pt>
                <c:pt idx="6604">
                  <c:v>36699</c:v>
                </c:pt>
                <c:pt idx="6605">
                  <c:v>36698</c:v>
                </c:pt>
                <c:pt idx="6606">
                  <c:v>36697</c:v>
                </c:pt>
                <c:pt idx="6607">
                  <c:v>36696</c:v>
                </c:pt>
                <c:pt idx="6608">
                  <c:v>36693</c:v>
                </c:pt>
                <c:pt idx="6609">
                  <c:v>36692</c:v>
                </c:pt>
                <c:pt idx="6610">
                  <c:v>36691</c:v>
                </c:pt>
                <c:pt idx="6611">
                  <c:v>36690</c:v>
                </c:pt>
                <c:pt idx="6612">
                  <c:v>36689</c:v>
                </c:pt>
                <c:pt idx="6613">
                  <c:v>36686</c:v>
                </c:pt>
                <c:pt idx="6614">
                  <c:v>36685</c:v>
                </c:pt>
                <c:pt idx="6615">
                  <c:v>36684</c:v>
                </c:pt>
                <c:pt idx="6616">
                  <c:v>36683</c:v>
                </c:pt>
                <c:pt idx="6617">
                  <c:v>36682</c:v>
                </c:pt>
                <c:pt idx="6618">
                  <c:v>36679</c:v>
                </c:pt>
                <c:pt idx="6619">
                  <c:v>36678</c:v>
                </c:pt>
                <c:pt idx="6620">
                  <c:v>36677</c:v>
                </c:pt>
                <c:pt idx="6621">
                  <c:v>36676</c:v>
                </c:pt>
                <c:pt idx="6622">
                  <c:v>36672</c:v>
                </c:pt>
                <c:pt idx="6623">
                  <c:v>36671</c:v>
                </c:pt>
                <c:pt idx="6624">
                  <c:v>36670</c:v>
                </c:pt>
                <c:pt idx="6625">
                  <c:v>36669</c:v>
                </c:pt>
                <c:pt idx="6626">
                  <c:v>36668</c:v>
                </c:pt>
                <c:pt idx="6627">
                  <c:v>36665</c:v>
                </c:pt>
                <c:pt idx="6628">
                  <c:v>36664</c:v>
                </c:pt>
                <c:pt idx="6629">
                  <c:v>36663</c:v>
                </c:pt>
                <c:pt idx="6630">
                  <c:v>36662</c:v>
                </c:pt>
                <c:pt idx="6631">
                  <c:v>36661</c:v>
                </c:pt>
                <c:pt idx="6632">
                  <c:v>36658</c:v>
                </c:pt>
                <c:pt idx="6633">
                  <c:v>36657</c:v>
                </c:pt>
                <c:pt idx="6634">
                  <c:v>36656</c:v>
                </c:pt>
                <c:pt idx="6635">
                  <c:v>36655</c:v>
                </c:pt>
                <c:pt idx="6636">
                  <c:v>36654</c:v>
                </c:pt>
                <c:pt idx="6637">
                  <c:v>36651</c:v>
                </c:pt>
                <c:pt idx="6638">
                  <c:v>36650</c:v>
                </c:pt>
                <c:pt idx="6639">
                  <c:v>36649</c:v>
                </c:pt>
                <c:pt idx="6640">
                  <c:v>36648</c:v>
                </c:pt>
                <c:pt idx="6641">
                  <c:v>36647</c:v>
                </c:pt>
                <c:pt idx="6642">
                  <c:v>36644</c:v>
                </c:pt>
                <c:pt idx="6643">
                  <c:v>36643</c:v>
                </c:pt>
                <c:pt idx="6644">
                  <c:v>36642</c:v>
                </c:pt>
                <c:pt idx="6645">
                  <c:v>36641</c:v>
                </c:pt>
                <c:pt idx="6646">
                  <c:v>36640</c:v>
                </c:pt>
                <c:pt idx="6647">
                  <c:v>36636</c:v>
                </c:pt>
                <c:pt idx="6648">
                  <c:v>36635</c:v>
                </c:pt>
                <c:pt idx="6649">
                  <c:v>36634</c:v>
                </c:pt>
                <c:pt idx="6650">
                  <c:v>36633</c:v>
                </c:pt>
                <c:pt idx="6651">
                  <c:v>36630</c:v>
                </c:pt>
                <c:pt idx="6652">
                  <c:v>36629</c:v>
                </c:pt>
                <c:pt idx="6653">
                  <c:v>36628</c:v>
                </c:pt>
                <c:pt idx="6654">
                  <c:v>36627</c:v>
                </c:pt>
                <c:pt idx="6655">
                  <c:v>36626</c:v>
                </c:pt>
                <c:pt idx="6656">
                  <c:v>36623</c:v>
                </c:pt>
                <c:pt idx="6657">
                  <c:v>36622</c:v>
                </c:pt>
                <c:pt idx="6658">
                  <c:v>36621</c:v>
                </c:pt>
                <c:pt idx="6659">
                  <c:v>36620</c:v>
                </c:pt>
                <c:pt idx="6660">
                  <c:v>36619</c:v>
                </c:pt>
                <c:pt idx="6661">
                  <c:v>36616</c:v>
                </c:pt>
                <c:pt idx="6662">
                  <c:v>36615</c:v>
                </c:pt>
                <c:pt idx="6663">
                  <c:v>36614</c:v>
                </c:pt>
                <c:pt idx="6664">
                  <c:v>36613</c:v>
                </c:pt>
                <c:pt idx="6665">
                  <c:v>36612</c:v>
                </c:pt>
                <c:pt idx="6666">
                  <c:v>36609</c:v>
                </c:pt>
                <c:pt idx="6667">
                  <c:v>36608</c:v>
                </c:pt>
                <c:pt idx="6668">
                  <c:v>36607</c:v>
                </c:pt>
                <c:pt idx="6669">
                  <c:v>36606</c:v>
                </c:pt>
                <c:pt idx="6670">
                  <c:v>36605</c:v>
                </c:pt>
                <c:pt idx="6671">
                  <c:v>36602</c:v>
                </c:pt>
                <c:pt idx="6672">
                  <c:v>36601</c:v>
                </c:pt>
                <c:pt idx="6673">
                  <c:v>36600</c:v>
                </c:pt>
                <c:pt idx="6674">
                  <c:v>36599</c:v>
                </c:pt>
                <c:pt idx="6675">
                  <c:v>36598</c:v>
                </c:pt>
                <c:pt idx="6676">
                  <c:v>36595</c:v>
                </c:pt>
                <c:pt idx="6677">
                  <c:v>36594</c:v>
                </c:pt>
                <c:pt idx="6678">
                  <c:v>36593</c:v>
                </c:pt>
                <c:pt idx="6679">
                  <c:v>36592</c:v>
                </c:pt>
                <c:pt idx="6680">
                  <c:v>36591</c:v>
                </c:pt>
                <c:pt idx="6681">
                  <c:v>36588</c:v>
                </c:pt>
                <c:pt idx="6682">
                  <c:v>36587</c:v>
                </c:pt>
                <c:pt idx="6683">
                  <c:v>36586</c:v>
                </c:pt>
                <c:pt idx="6684">
                  <c:v>36585</c:v>
                </c:pt>
                <c:pt idx="6685">
                  <c:v>36584</c:v>
                </c:pt>
                <c:pt idx="6686">
                  <c:v>36581</c:v>
                </c:pt>
                <c:pt idx="6687">
                  <c:v>36580</c:v>
                </c:pt>
                <c:pt idx="6688">
                  <c:v>36579</c:v>
                </c:pt>
                <c:pt idx="6689">
                  <c:v>36578</c:v>
                </c:pt>
                <c:pt idx="6690">
                  <c:v>36574</c:v>
                </c:pt>
                <c:pt idx="6691">
                  <c:v>36573</c:v>
                </c:pt>
                <c:pt idx="6692">
                  <c:v>36572</c:v>
                </c:pt>
                <c:pt idx="6693">
                  <c:v>36571</c:v>
                </c:pt>
                <c:pt idx="6694">
                  <c:v>36570</c:v>
                </c:pt>
                <c:pt idx="6695">
                  <c:v>36567</c:v>
                </c:pt>
                <c:pt idx="6696">
                  <c:v>36566</c:v>
                </c:pt>
                <c:pt idx="6697">
                  <c:v>36565</c:v>
                </c:pt>
                <c:pt idx="6698">
                  <c:v>36564</c:v>
                </c:pt>
                <c:pt idx="6699">
                  <c:v>36563</c:v>
                </c:pt>
                <c:pt idx="6700">
                  <c:v>36560</c:v>
                </c:pt>
                <c:pt idx="6701">
                  <c:v>36559</c:v>
                </c:pt>
                <c:pt idx="6702">
                  <c:v>36558</c:v>
                </c:pt>
                <c:pt idx="6703">
                  <c:v>36557</c:v>
                </c:pt>
                <c:pt idx="6704">
                  <c:v>36556</c:v>
                </c:pt>
                <c:pt idx="6705">
                  <c:v>36553</c:v>
                </c:pt>
                <c:pt idx="6706">
                  <c:v>36552</c:v>
                </c:pt>
                <c:pt idx="6707">
                  <c:v>36551</c:v>
                </c:pt>
                <c:pt idx="6708">
                  <c:v>36550</c:v>
                </c:pt>
                <c:pt idx="6709">
                  <c:v>36549</c:v>
                </c:pt>
                <c:pt idx="6710">
                  <c:v>36546</c:v>
                </c:pt>
                <c:pt idx="6711">
                  <c:v>36545</c:v>
                </c:pt>
                <c:pt idx="6712">
                  <c:v>36544</c:v>
                </c:pt>
                <c:pt idx="6713">
                  <c:v>36543</c:v>
                </c:pt>
                <c:pt idx="6714">
                  <c:v>36539</c:v>
                </c:pt>
                <c:pt idx="6715">
                  <c:v>36538</c:v>
                </c:pt>
                <c:pt idx="6716">
                  <c:v>36537</c:v>
                </c:pt>
                <c:pt idx="6717">
                  <c:v>36536</c:v>
                </c:pt>
                <c:pt idx="6718">
                  <c:v>36535</c:v>
                </c:pt>
                <c:pt idx="6719">
                  <c:v>36532</c:v>
                </c:pt>
                <c:pt idx="6720">
                  <c:v>36531</c:v>
                </c:pt>
                <c:pt idx="6721">
                  <c:v>36530</c:v>
                </c:pt>
                <c:pt idx="6722">
                  <c:v>36529</c:v>
                </c:pt>
                <c:pt idx="6723">
                  <c:v>36528</c:v>
                </c:pt>
              </c:numCache>
            </c:numRef>
          </c:cat>
          <c:val>
            <c:numRef>
              <c:f>'Shell chart'!$S$9:$S$6732</c:f>
              <c:numCache>
                <c:formatCode>0.00</c:formatCode>
                <c:ptCount val="6724"/>
                <c:pt idx="0">
                  <c:v>39.42</c:v>
                </c:pt>
                <c:pt idx="1">
                  <c:v>39.6</c:v>
                </c:pt>
                <c:pt idx="2">
                  <c:v>39.774999999999999</c:v>
                </c:pt>
                <c:pt idx="3">
                  <c:v>39.909999999999997</c:v>
                </c:pt>
                <c:pt idx="4">
                  <c:v>40.28</c:v>
                </c:pt>
                <c:pt idx="5">
                  <c:v>39.94</c:v>
                </c:pt>
                <c:pt idx="6">
                  <c:v>39.784999999999997</c:v>
                </c:pt>
                <c:pt idx="7">
                  <c:v>39.15</c:v>
                </c:pt>
                <c:pt idx="8">
                  <c:v>38.97</c:v>
                </c:pt>
                <c:pt idx="9">
                  <c:v>38.604999999999997</c:v>
                </c:pt>
                <c:pt idx="10">
                  <c:v>39.04</c:v>
                </c:pt>
                <c:pt idx="11">
                  <c:v>39.36</c:v>
                </c:pt>
                <c:pt idx="12">
                  <c:v>38.79</c:v>
                </c:pt>
                <c:pt idx="13">
                  <c:v>38.39</c:v>
                </c:pt>
                <c:pt idx="14">
                  <c:v>38.78</c:v>
                </c:pt>
                <c:pt idx="15">
                  <c:v>38.414999999999999</c:v>
                </c:pt>
                <c:pt idx="16">
                  <c:v>38.875</c:v>
                </c:pt>
                <c:pt idx="17">
                  <c:v>39.805</c:v>
                </c:pt>
                <c:pt idx="18">
                  <c:v>39.72</c:v>
                </c:pt>
                <c:pt idx="19">
                  <c:v>38.9</c:v>
                </c:pt>
                <c:pt idx="20">
                  <c:v>38.83</c:v>
                </c:pt>
                <c:pt idx="21">
                  <c:v>37.85</c:v>
                </c:pt>
                <c:pt idx="22">
                  <c:v>38.335000000000001</c:v>
                </c:pt>
                <c:pt idx="23">
                  <c:v>38.774999999999999</c:v>
                </c:pt>
                <c:pt idx="24">
                  <c:v>39.195</c:v>
                </c:pt>
                <c:pt idx="25">
                  <c:v>38.655000000000001</c:v>
                </c:pt>
                <c:pt idx="26">
                  <c:v>38.21</c:v>
                </c:pt>
                <c:pt idx="27">
                  <c:v>37.909999999999997</c:v>
                </c:pt>
                <c:pt idx="28">
                  <c:v>38.04</c:v>
                </c:pt>
                <c:pt idx="29">
                  <c:v>37.25</c:v>
                </c:pt>
                <c:pt idx="30">
                  <c:v>36.92</c:v>
                </c:pt>
                <c:pt idx="31">
                  <c:v>36.865000000000002</c:v>
                </c:pt>
                <c:pt idx="32">
                  <c:v>36.505000000000003</c:v>
                </c:pt>
                <c:pt idx="33">
                  <c:v>35.725000000000001</c:v>
                </c:pt>
                <c:pt idx="34">
                  <c:v>35.74</c:v>
                </c:pt>
                <c:pt idx="35">
                  <c:v>36.15</c:v>
                </c:pt>
                <c:pt idx="36">
                  <c:v>35.274999999999999</c:v>
                </c:pt>
                <c:pt idx="37">
                  <c:v>34.159999999999997</c:v>
                </c:pt>
                <c:pt idx="38">
                  <c:v>33.884999999999998</c:v>
                </c:pt>
                <c:pt idx="39">
                  <c:v>33.965000000000003</c:v>
                </c:pt>
                <c:pt idx="40">
                  <c:v>33.594999999999999</c:v>
                </c:pt>
                <c:pt idx="41">
                  <c:v>34.064999999999998</c:v>
                </c:pt>
                <c:pt idx="42">
                  <c:v>33.72</c:v>
                </c:pt>
                <c:pt idx="43">
                  <c:v>33.700000000000003</c:v>
                </c:pt>
                <c:pt idx="44">
                  <c:v>34.04</c:v>
                </c:pt>
                <c:pt idx="45">
                  <c:v>34.255000000000003</c:v>
                </c:pt>
                <c:pt idx="46">
                  <c:v>34.865000000000002</c:v>
                </c:pt>
                <c:pt idx="47">
                  <c:v>34.935000000000002</c:v>
                </c:pt>
                <c:pt idx="48">
                  <c:v>34.534999999999997</c:v>
                </c:pt>
                <c:pt idx="49">
                  <c:v>34.21</c:v>
                </c:pt>
                <c:pt idx="50">
                  <c:v>35.11</c:v>
                </c:pt>
                <c:pt idx="51">
                  <c:v>35.5</c:v>
                </c:pt>
                <c:pt idx="52">
                  <c:v>35.68</c:v>
                </c:pt>
                <c:pt idx="53">
                  <c:v>37.31</c:v>
                </c:pt>
                <c:pt idx="54">
                  <c:v>37.92</c:v>
                </c:pt>
                <c:pt idx="55">
                  <c:v>37.54</c:v>
                </c:pt>
                <c:pt idx="56">
                  <c:v>36.840000000000003</c:v>
                </c:pt>
                <c:pt idx="57">
                  <c:v>37.450000000000003</c:v>
                </c:pt>
                <c:pt idx="58">
                  <c:v>37.395000000000003</c:v>
                </c:pt>
                <c:pt idx="59">
                  <c:v>37.314999999999998</c:v>
                </c:pt>
                <c:pt idx="60">
                  <c:v>37.825000000000003</c:v>
                </c:pt>
                <c:pt idx="61">
                  <c:v>37.215000000000003</c:v>
                </c:pt>
                <c:pt idx="62">
                  <c:v>36.954999999999998</c:v>
                </c:pt>
                <c:pt idx="63">
                  <c:v>35.975000000000001</c:v>
                </c:pt>
                <c:pt idx="64">
                  <c:v>36.215000000000003</c:v>
                </c:pt>
                <c:pt idx="65">
                  <c:v>36.034999999999997</c:v>
                </c:pt>
                <c:pt idx="66">
                  <c:v>36.94</c:v>
                </c:pt>
                <c:pt idx="67">
                  <c:v>36.69</c:v>
                </c:pt>
                <c:pt idx="68">
                  <c:v>37.11</c:v>
                </c:pt>
                <c:pt idx="69">
                  <c:v>37.454999999999998</c:v>
                </c:pt>
                <c:pt idx="70">
                  <c:v>37.604999999999997</c:v>
                </c:pt>
                <c:pt idx="71">
                  <c:v>37.93</c:v>
                </c:pt>
                <c:pt idx="72">
                  <c:v>37.844999999999999</c:v>
                </c:pt>
                <c:pt idx="73">
                  <c:v>36.604999999999997</c:v>
                </c:pt>
                <c:pt idx="74">
                  <c:v>36.340000000000003</c:v>
                </c:pt>
                <c:pt idx="75">
                  <c:v>36.314999999999998</c:v>
                </c:pt>
                <c:pt idx="76">
                  <c:v>36.409999999999997</c:v>
                </c:pt>
                <c:pt idx="77">
                  <c:v>36.229999999999997</c:v>
                </c:pt>
                <c:pt idx="78">
                  <c:v>35.89</c:v>
                </c:pt>
                <c:pt idx="79">
                  <c:v>36.090000000000003</c:v>
                </c:pt>
                <c:pt idx="80">
                  <c:v>37.15</c:v>
                </c:pt>
                <c:pt idx="81">
                  <c:v>38.384999999999998</c:v>
                </c:pt>
                <c:pt idx="82">
                  <c:v>38.475000000000001</c:v>
                </c:pt>
                <c:pt idx="83">
                  <c:v>38.51</c:v>
                </c:pt>
                <c:pt idx="84">
                  <c:v>38.51</c:v>
                </c:pt>
                <c:pt idx="85">
                  <c:v>37.83</c:v>
                </c:pt>
                <c:pt idx="86">
                  <c:v>37.954999999999998</c:v>
                </c:pt>
                <c:pt idx="87">
                  <c:v>37.585000000000001</c:v>
                </c:pt>
                <c:pt idx="88">
                  <c:v>38.130000000000003</c:v>
                </c:pt>
                <c:pt idx="89">
                  <c:v>38</c:v>
                </c:pt>
                <c:pt idx="90">
                  <c:v>38.01</c:v>
                </c:pt>
                <c:pt idx="91">
                  <c:v>37.695</c:v>
                </c:pt>
                <c:pt idx="92">
                  <c:v>37.604999999999997</c:v>
                </c:pt>
                <c:pt idx="93">
                  <c:v>36.72</c:v>
                </c:pt>
                <c:pt idx="94">
                  <c:v>38.880000000000003</c:v>
                </c:pt>
                <c:pt idx="95">
                  <c:v>38.47</c:v>
                </c:pt>
                <c:pt idx="96">
                  <c:v>38.814999999999998</c:v>
                </c:pt>
                <c:pt idx="97">
                  <c:v>39.884999999999998</c:v>
                </c:pt>
                <c:pt idx="98">
                  <c:v>39.265000000000001</c:v>
                </c:pt>
                <c:pt idx="99">
                  <c:v>39.58</c:v>
                </c:pt>
                <c:pt idx="100">
                  <c:v>39.1</c:v>
                </c:pt>
                <c:pt idx="101">
                  <c:v>40.82</c:v>
                </c:pt>
                <c:pt idx="102">
                  <c:v>40.604999999999997</c:v>
                </c:pt>
                <c:pt idx="103">
                  <c:v>39.524999999999999</c:v>
                </c:pt>
                <c:pt idx="104">
                  <c:v>41.055</c:v>
                </c:pt>
                <c:pt idx="105">
                  <c:v>40.914999999999999</c:v>
                </c:pt>
                <c:pt idx="106">
                  <c:v>40.15</c:v>
                </c:pt>
                <c:pt idx="107">
                  <c:v>40.159999999999997</c:v>
                </c:pt>
                <c:pt idx="108">
                  <c:v>39.69</c:v>
                </c:pt>
                <c:pt idx="109">
                  <c:v>39.924999999999997</c:v>
                </c:pt>
                <c:pt idx="110">
                  <c:v>38.799999999999997</c:v>
                </c:pt>
                <c:pt idx="111">
                  <c:v>39.57</c:v>
                </c:pt>
                <c:pt idx="112">
                  <c:v>40.094999999999999</c:v>
                </c:pt>
                <c:pt idx="113">
                  <c:v>40.06</c:v>
                </c:pt>
                <c:pt idx="114">
                  <c:v>40.195</c:v>
                </c:pt>
                <c:pt idx="115">
                  <c:v>39.505000000000003</c:v>
                </c:pt>
                <c:pt idx="116">
                  <c:v>38.945</c:v>
                </c:pt>
                <c:pt idx="117">
                  <c:v>38.534999999999997</c:v>
                </c:pt>
                <c:pt idx="118">
                  <c:v>37.56</c:v>
                </c:pt>
                <c:pt idx="119">
                  <c:v>36.725000000000001</c:v>
                </c:pt>
                <c:pt idx="120">
                  <c:v>37.064999999999998</c:v>
                </c:pt>
                <c:pt idx="121">
                  <c:v>36.17</c:v>
                </c:pt>
                <c:pt idx="122">
                  <c:v>35.76</c:v>
                </c:pt>
                <c:pt idx="123">
                  <c:v>35.215000000000003</c:v>
                </c:pt>
                <c:pt idx="124">
                  <c:v>35.755000000000003</c:v>
                </c:pt>
                <c:pt idx="125">
                  <c:v>35.93</c:v>
                </c:pt>
                <c:pt idx="126">
                  <c:v>35</c:v>
                </c:pt>
                <c:pt idx="127">
                  <c:v>34.68</c:v>
                </c:pt>
                <c:pt idx="128">
                  <c:v>34.57</c:v>
                </c:pt>
                <c:pt idx="129">
                  <c:v>34.174999999999997</c:v>
                </c:pt>
                <c:pt idx="130">
                  <c:v>33.965000000000003</c:v>
                </c:pt>
                <c:pt idx="131">
                  <c:v>33.67</c:v>
                </c:pt>
                <c:pt idx="132">
                  <c:v>33.725000000000001</c:v>
                </c:pt>
                <c:pt idx="133">
                  <c:v>33.64</c:v>
                </c:pt>
                <c:pt idx="134">
                  <c:v>32.844999999999999</c:v>
                </c:pt>
                <c:pt idx="135">
                  <c:v>33.08</c:v>
                </c:pt>
                <c:pt idx="136">
                  <c:v>33.085000000000001</c:v>
                </c:pt>
                <c:pt idx="137">
                  <c:v>33.200000000000003</c:v>
                </c:pt>
                <c:pt idx="138">
                  <c:v>33.555</c:v>
                </c:pt>
                <c:pt idx="139">
                  <c:v>32.58</c:v>
                </c:pt>
                <c:pt idx="140">
                  <c:v>32.515000000000001</c:v>
                </c:pt>
                <c:pt idx="141">
                  <c:v>32.090000000000003</c:v>
                </c:pt>
                <c:pt idx="142">
                  <c:v>31.984999999999999</c:v>
                </c:pt>
                <c:pt idx="143">
                  <c:v>33.244999999999997</c:v>
                </c:pt>
                <c:pt idx="144">
                  <c:v>32.435000000000002</c:v>
                </c:pt>
                <c:pt idx="145">
                  <c:v>32.225000000000001</c:v>
                </c:pt>
                <c:pt idx="146">
                  <c:v>32.325000000000003</c:v>
                </c:pt>
                <c:pt idx="147">
                  <c:v>32.414999999999999</c:v>
                </c:pt>
                <c:pt idx="148">
                  <c:v>31.635000000000002</c:v>
                </c:pt>
                <c:pt idx="149">
                  <c:v>31.155000000000001</c:v>
                </c:pt>
                <c:pt idx="150">
                  <c:v>31.004999999999999</c:v>
                </c:pt>
                <c:pt idx="151">
                  <c:v>31.18</c:v>
                </c:pt>
                <c:pt idx="152">
                  <c:v>30.91</c:v>
                </c:pt>
                <c:pt idx="153">
                  <c:v>31.56</c:v>
                </c:pt>
                <c:pt idx="154">
                  <c:v>31.41</c:v>
                </c:pt>
                <c:pt idx="155">
                  <c:v>31.63</c:v>
                </c:pt>
                <c:pt idx="156">
                  <c:v>31.87</c:v>
                </c:pt>
                <c:pt idx="157">
                  <c:v>31.78</c:v>
                </c:pt>
                <c:pt idx="158">
                  <c:v>31.7</c:v>
                </c:pt>
                <c:pt idx="159">
                  <c:v>31.454999999999998</c:v>
                </c:pt>
                <c:pt idx="160">
                  <c:v>30.75</c:v>
                </c:pt>
                <c:pt idx="161">
                  <c:v>30.54</c:v>
                </c:pt>
                <c:pt idx="162">
                  <c:v>29.66</c:v>
                </c:pt>
                <c:pt idx="163">
                  <c:v>30.72</c:v>
                </c:pt>
                <c:pt idx="164">
                  <c:v>31.8</c:v>
                </c:pt>
                <c:pt idx="165">
                  <c:v>31.7</c:v>
                </c:pt>
                <c:pt idx="166">
                  <c:v>31.734999999999999</c:v>
                </c:pt>
                <c:pt idx="167">
                  <c:v>31.475000000000001</c:v>
                </c:pt>
                <c:pt idx="168">
                  <c:v>31.364999999999998</c:v>
                </c:pt>
                <c:pt idx="169">
                  <c:v>31.125</c:v>
                </c:pt>
                <c:pt idx="170">
                  <c:v>31.015000000000001</c:v>
                </c:pt>
                <c:pt idx="171">
                  <c:v>30.984999999999999</c:v>
                </c:pt>
                <c:pt idx="172">
                  <c:v>31.01</c:v>
                </c:pt>
                <c:pt idx="173">
                  <c:v>30.89</c:v>
                </c:pt>
                <c:pt idx="174">
                  <c:v>30.44</c:v>
                </c:pt>
                <c:pt idx="175">
                  <c:v>30.355</c:v>
                </c:pt>
                <c:pt idx="176">
                  <c:v>30.1</c:v>
                </c:pt>
                <c:pt idx="177">
                  <c:v>30.81</c:v>
                </c:pt>
                <c:pt idx="178">
                  <c:v>30.695</c:v>
                </c:pt>
                <c:pt idx="179">
                  <c:v>31.01</c:v>
                </c:pt>
                <c:pt idx="180">
                  <c:v>31.125</c:v>
                </c:pt>
                <c:pt idx="181">
                  <c:v>31.385000000000002</c:v>
                </c:pt>
                <c:pt idx="182">
                  <c:v>31.565000000000001</c:v>
                </c:pt>
                <c:pt idx="183">
                  <c:v>31.695</c:v>
                </c:pt>
                <c:pt idx="184">
                  <c:v>32.115000000000002</c:v>
                </c:pt>
                <c:pt idx="185">
                  <c:v>32.11</c:v>
                </c:pt>
                <c:pt idx="186">
                  <c:v>31.824999999999999</c:v>
                </c:pt>
                <c:pt idx="187">
                  <c:v>32</c:v>
                </c:pt>
                <c:pt idx="188">
                  <c:v>31.86</c:v>
                </c:pt>
                <c:pt idx="189">
                  <c:v>31.55</c:v>
                </c:pt>
                <c:pt idx="190">
                  <c:v>31.655000000000001</c:v>
                </c:pt>
                <c:pt idx="191">
                  <c:v>31.62</c:v>
                </c:pt>
                <c:pt idx="192">
                  <c:v>31.594999999999999</c:v>
                </c:pt>
                <c:pt idx="193">
                  <c:v>31.774999999999999</c:v>
                </c:pt>
                <c:pt idx="194">
                  <c:v>32.085000000000001</c:v>
                </c:pt>
                <c:pt idx="195">
                  <c:v>31.79</c:v>
                </c:pt>
                <c:pt idx="196">
                  <c:v>32.119999999999997</c:v>
                </c:pt>
                <c:pt idx="197">
                  <c:v>32.575000000000003</c:v>
                </c:pt>
                <c:pt idx="198">
                  <c:v>32.505000000000003</c:v>
                </c:pt>
                <c:pt idx="199">
                  <c:v>32.515000000000001</c:v>
                </c:pt>
                <c:pt idx="200">
                  <c:v>33</c:v>
                </c:pt>
                <c:pt idx="201">
                  <c:v>33.36</c:v>
                </c:pt>
                <c:pt idx="202">
                  <c:v>32.774999999999999</c:v>
                </c:pt>
                <c:pt idx="203">
                  <c:v>32.47</c:v>
                </c:pt>
                <c:pt idx="204">
                  <c:v>32.409999999999997</c:v>
                </c:pt>
                <c:pt idx="205">
                  <c:v>32.575000000000003</c:v>
                </c:pt>
                <c:pt idx="206">
                  <c:v>32.26</c:v>
                </c:pt>
                <c:pt idx="207">
                  <c:v>32.465000000000003</c:v>
                </c:pt>
                <c:pt idx="208">
                  <c:v>32.46</c:v>
                </c:pt>
                <c:pt idx="209">
                  <c:v>32.814999999999998</c:v>
                </c:pt>
                <c:pt idx="210">
                  <c:v>32.734999999999999</c:v>
                </c:pt>
                <c:pt idx="211">
                  <c:v>32.340000000000003</c:v>
                </c:pt>
                <c:pt idx="212">
                  <c:v>32.51</c:v>
                </c:pt>
                <c:pt idx="213">
                  <c:v>32.68</c:v>
                </c:pt>
                <c:pt idx="214">
                  <c:v>32.704999999999998</c:v>
                </c:pt>
                <c:pt idx="215">
                  <c:v>31.87</c:v>
                </c:pt>
                <c:pt idx="216">
                  <c:v>31.414999999999999</c:v>
                </c:pt>
                <c:pt idx="217">
                  <c:v>31.274999999999999</c:v>
                </c:pt>
                <c:pt idx="218">
                  <c:v>30.99</c:v>
                </c:pt>
                <c:pt idx="219">
                  <c:v>30.945</c:v>
                </c:pt>
                <c:pt idx="220">
                  <c:v>31.07</c:v>
                </c:pt>
                <c:pt idx="221">
                  <c:v>30.95</c:v>
                </c:pt>
                <c:pt idx="222">
                  <c:v>31.145</c:v>
                </c:pt>
                <c:pt idx="223">
                  <c:v>31.035</c:v>
                </c:pt>
                <c:pt idx="224">
                  <c:v>32.085000000000001</c:v>
                </c:pt>
                <c:pt idx="225">
                  <c:v>31.99</c:v>
                </c:pt>
                <c:pt idx="226">
                  <c:v>32.08</c:v>
                </c:pt>
                <c:pt idx="227">
                  <c:v>31.58</c:v>
                </c:pt>
                <c:pt idx="228">
                  <c:v>31.1</c:v>
                </c:pt>
                <c:pt idx="229">
                  <c:v>30.73</c:v>
                </c:pt>
                <c:pt idx="230">
                  <c:v>30.95</c:v>
                </c:pt>
                <c:pt idx="231">
                  <c:v>30.465</c:v>
                </c:pt>
                <c:pt idx="232">
                  <c:v>31.015000000000001</c:v>
                </c:pt>
                <c:pt idx="233">
                  <c:v>31.49</c:v>
                </c:pt>
                <c:pt idx="234">
                  <c:v>30.984999999999999</c:v>
                </c:pt>
                <c:pt idx="235">
                  <c:v>30.75</c:v>
                </c:pt>
                <c:pt idx="236">
                  <c:v>30.515000000000001</c:v>
                </c:pt>
                <c:pt idx="237">
                  <c:v>30.14</c:v>
                </c:pt>
                <c:pt idx="238">
                  <c:v>30.11</c:v>
                </c:pt>
                <c:pt idx="239">
                  <c:v>30.31</c:v>
                </c:pt>
                <c:pt idx="240">
                  <c:v>30.204999999999998</c:v>
                </c:pt>
                <c:pt idx="241">
                  <c:v>30.56</c:v>
                </c:pt>
                <c:pt idx="242">
                  <c:v>30.515000000000001</c:v>
                </c:pt>
                <c:pt idx="243">
                  <c:v>30.66</c:v>
                </c:pt>
                <c:pt idx="244">
                  <c:v>30.74</c:v>
                </c:pt>
                <c:pt idx="245">
                  <c:v>30.87</c:v>
                </c:pt>
                <c:pt idx="246">
                  <c:v>30.925000000000001</c:v>
                </c:pt>
                <c:pt idx="247">
                  <c:v>30.645</c:v>
                </c:pt>
                <c:pt idx="248">
                  <c:v>30.46</c:v>
                </c:pt>
                <c:pt idx="249">
                  <c:v>31.19</c:v>
                </c:pt>
                <c:pt idx="250">
                  <c:v>31.195</c:v>
                </c:pt>
                <c:pt idx="251">
                  <c:v>31.53</c:v>
                </c:pt>
                <c:pt idx="252">
                  <c:v>31.56</c:v>
                </c:pt>
                <c:pt idx="253">
                  <c:v>31.59</c:v>
                </c:pt>
                <c:pt idx="254">
                  <c:v>31.57</c:v>
                </c:pt>
                <c:pt idx="255">
                  <c:v>31.655000000000001</c:v>
                </c:pt>
                <c:pt idx="256">
                  <c:v>31.4</c:v>
                </c:pt>
                <c:pt idx="257">
                  <c:v>31.545000000000002</c:v>
                </c:pt>
                <c:pt idx="258">
                  <c:v>31.225000000000001</c:v>
                </c:pt>
                <c:pt idx="259">
                  <c:v>31.074999999999999</c:v>
                </c:pt>
                <c:pt idx="260">
                  <c:v>30.885000000000002</c:v>
                </c:pt>
                <c:pt idx="261">
                  <c:v>30.79</c:v>
                </c:pt>
                <c:pt idx="262">
                  <c:v>30.64</c:v>
                </c:pt>
                <c:pt idx="263">
                  <c:v>30.675000000000001</c:v>
                </c:pt>
                <c:pt idx="264">
                  <c:v>30.7</c:v>
                </c:pt>
                <c:pt idx="265">
                  <c:v>31.04</c:v>
                </c:pt>
                <c:pt idx="266">
                  <c:v>31.135000000000002</c:v>
                </c:pt>
                <c:pt idx="267">
                  <c:v>30.765000000000001</c:v>
                </c:pt>
                <c:pt idx="268">
                  <c:v>30.844999999999999</c:v>
                </c:pt>
                <c:pt idx="269">
                  <c:v>30.78</c:v>
                </c:pt>
                <c:pt idx="270">
                  <c:v>31.48</c:v>
                </c:pt>
                <c:pt idx="271">
                  <c:v>31.11</c:v>
                </c:pt>
                <c:pt idx="272">
                  <c:v>30.975000000000001</c:v>
                </c:pt>
                <c:pt idx="273">
                  <c:v>31.2</c:v>
                </c:pt>
                <c:pt idx="274">
                  <c:v>31.495000000000001</c:v>
                </c:pt>
                <c:pt idx="275">
                  <c:v>31.19</c:v>
                </c:pt>
                <c:pt idx="276">
                  <c:v>31.335000000000001</c:v>
                </c:pt>
                <c:pt idx="277">
                  <c:v>31.11</c:v>
                </c:pt>
                <c:pt idx="278">
                  <c:v>30.734999999999999</c:v>
                </c:pt>
                <c:pt idx="279">
                  <c:v>30.754999999999999</c:v>
                </c:pt>
                <c:pt idx="280">
                  <c:v>30.83</c:v>
                </c:pt>
                <c:pt idx="281">
                  <c:v>30.29</c:v>
                </c:pt>
                <c:pt idx="282">
                  <c:v>30.27</c:v>
                </c:pt>
                <c:pt idx="283">
                  <c:v>30.4</c:v>
                </c:pt>
                <c:pt idx="284">
                  <c:v>30.344999999999999</c:v>
                </c:pt>
                <c:pt idx="285">
                  <c:v>30.19</c:v>
                </c:pt>
                <c:pt idx="286">
                  <c:v>30.395</c:v>
                </c:pt>
                <c:pt idx="287">
                  <c:v>30.475000000000001</c:v>
                </c:pt>
                <c:pt idx="288">
                  <c:v>30.92</c:v>
                </c:pt>
                <c:pt idx="289">
                  <c:v>30.96</c:v>
                </c:pt>
                <c:pt idx="290">
                  <c:v>30.58</c:v>
                </c:pt>
                <c:pt idx="291">
                  <c:v>30.33</c:v>
                </c:pt>
                <c:pt idx="292">
                  <c:v>29.805</c:v>
                </c:pt>
                <c:pt idx="293">
                  <c:v>30.574999999999999</c:v>
                </c:pt>
                <c:pt idx="294">
                  <c:v>30.605</c:v>
                </c:pt>
                <c:pt idx="295">
                  <c:v>30.395</c:v>
                </c:pt>
                <c:pt idx="296">
                  <c:v>30.14</c:v>
                </c:pt>
                <c:pt idx="297">
                  <c:v>29.99</c:v>
                </c:pt>
                <c:pt idx="298">
                  <c:v>30.44</c:v>
                </c:pt>
                <c:pt idx="299">
                  <c:v>30.344999999999999</c:v>
                </c:pt>
                <c:pt idx="300">
                  <c:v>30.15</c:v>
                </c:pt>
                <c:pt idx="301">
                  <c:v>30.42</c:v>
                </c:pt>
                <c:pt idx="302">
                  <c:v>31.53</c:v>
                </c:pt>
                <c:pt idx="303">
                  <c:v>31.524999999999999</c:v>
                </c:pt>
                <c:pt idx="304">
                  <c:v>31.76</c:v>
                </c:pt>
                <c:pt idx="305">
                  <c:v>31.34</c:v>
                </c:pt>
                <c:pt idx="306">
                  <c:v>31.375</c:v>
                </c:pt>
                <c:pt idx="307">
                  <c:v>30.98</c:v>
                </c:pt>
                <c:pt idx="308">
                  <c:v>31.11</c:v>
                </c:pt>
                <c:pt idx="309">
                  <c:v>30.87</c:v>
                </c:pt>
                <c:pt idx="310">
                  <c:v>30.585000000000001</c:v>
                </c:pt>
                <c:pt idx="311">
                  <c:v>30.82</c:v>
                </c:pt>
                <c:pt idx="312">
                  <c:v>29.885000000000002</c:v>
                </c:pt>
                <c:pt idx="313">
                  <c:v>29.89</c:v>
                </c:pt>
                <c:pt idx="314">
                  <c:v>29.574999999999999</c:v>
                </c:pt>
                <c:pt idx="315">
                  <c:v>29.6</c:v>
                </c:pt>
                <c:pt idx="316">
                  <c:v>29.96</c:v>
                </c:pt>
                <c:pt idx="317">
                  <c:v>29.43</c:v>
                </c:pt>
                <c:pt idx="318">
                  <c:v>29.23</c:v>
                </c:pt>
                <c:pt idx="319">
                  <c:v>29.175000000000001</c:v>
                </c:pt>
                <c:pt idx="320">
                  <c:v>29.305</c:v>
                </c:pt>
                <c:pt idx="321">
                  <c:v>29.344999999999999</c:v>
                </c:pt>
                <c:pt idx="322">
                  <c:v>29.274999999999999</c:v>
                </c:pt>
                <c:pt idx="323">
                  <c:v>28.995000000000001</c:v>
                </c:pt>
                <c:pt idx="324">
                  <c:v>29.155000000000001</c:v>
                </c:pt>
                <c:pt idx="325">
                  <c:v>29.535</c:v>
                </c:pt>
                <c:pt idx="326">
                  <c:v>29.704999999999998</c:v>
                </c:pt>
                <c:pt idx="327">
                  <c:v>29.59</c:v>
                </c:pt>
                <c:pt idx="328">
                  <c:v>29.84</c:v>
                </c:pt>
                <c:pt idx="329">
                  <c:v>29.585000000000001</c:v>
                </c:pt>
                <c:pt idx="330">
                  <c:v>30.024999999999999</c:v>
                </c:pt>
                <c:pt idx="331">
                  <c:v>30.184999999999999</c:v>
                </c:pt>
                <c:pt idx="332">
                  <c:v>29.815000000000001</c:v>
                </c:pt>
                <c:pt idx="333">
                  <c:v>29.2</c:v>
                </c:pt>
                <c:pt idx="334">
                  <c:v>28.934999999999999</c:v>
                </c:pt>
                <c:pt idx="335">
                  <c:v>28.75</c:v>
                </c:pt>
                <c:pt idx="336">
                  <c:v>28.885000000000002</c:v>
                </c:pt>
                <c:pt idx="337">
                  <c:v>28.765000000000001</c:v>
                </c:pt>
                <c:pt idx="338">
                  <c:v>29.335000000000001</c:v>
                </c:pt>
                <c:pt idx="339">
                  <c:v>28.81</c:v>
                </c:pt>
                <c:pt idx="340">
                  <c:v>28.81</c:v>
                </c:pt>
                <c:pt idx="341">
                  <c:v>28.9</c:v>
                </c:pt>
                <c:pt idx="342">
                  <c:v>29.015000000000001</c:v>
                </c:pt>
                <c:pt idx="343">
                  <c:v>28.965</c:v>
                </c:pt>
                <c:pt idx="344">
                  <c:v>28.655000000000001</c:v>
                </c:pt>
                <c:pt idx="345">
                  <c:v>28.55</c:v>
                </c:pt>
                <c:pt idx="346">
                  <c:v>28.54</c:v>
                </c:pt>
                <c:pt idx="347">
                  <c:v>28.614999999999998</c:v>
                </c:pt>
                <c:pt idx="348">
                  <c:v>28.47</c:v>
                </c:pt>
                <c:pt idx="349">
                  <c:v>27.97</c:v>
                </c:pt>
                <c:pt idx="350">
                  <c:v>27.51</c:v>
                </c:pt>
                <c:pt idx="351">
                  <c:v>26.785</c:v>
                </c:pt>
                <c:pt idx="352">
                  <c:v>27.19</c:v>
                </c:pt>
                <c:pt idx="353">
                  <c:v>26.765000000000001</c:v>
                </c:pt>
                <c:pt idx="354">
                  <c:v>28.324999999999999</c:v>
                </c:pt>
                <c:pt idx="355">
                  <c:v>27.95</c:v>
                </c:pt>
                <c:pt idx="356">
                  <c:v>29.5</c:v>
                </c:pt>
                <c:pt idx="357">
                  <c:v>31.88</c:v>
                </c:pt>
                <c:pt idx="358">
                  <c:v>33.405000000000001</c:v>
                </c:pt>
                <c:pt idx="359">
                  <c:v>33.784999999999997</c:v>
                </c:pt>
                <c:pt idx="360">
                  <c:v>33.93</c:v>
                </c:pt>
                <c:pt idx="361">
                  <c:v>33.58</c:v>
                </c:pt>
                <c:pt idx="362">
                  <c:v>34.085000000000001</c:v>
                </c:pt>
                <c:pt idx="363">
                  <c:v>34.005000000000003</c:v>
                </c:pt>
                <c:pt idx="364">
                  <c:v>33.369999999999997</c:v>
                </c:pt>
                <c:pt idx="365">
                  <c:v>32.869999999999997</c:v>
                </c:pt>
                <c:pt idx="366">
                  <c:v>32.814999999999998</c:v>
                </c:pt>
                <c:pt idx="367">
                  <c:v>33.03</c:v>
                </c:pt>
                <c:pt idx="368">
                  <c:v>32.880000000000003</c:v>
                </c:pt>
                <c:pt idx="369">
                  <c:v>32.244999999999997</c:v>
                </c:pt>
                <c:pt idx="370">
                  <c:v>31.995000000000001</c:v>
                </c:pt>
                <c:pt idx="371">
                  <c:v>31.49</c:v>
                </c:pt>
                <c:pt idx="372">
                  <c:v>31.28</c:v>
                </c:pt>
                <c:pt idx="373">
                  <c:v>30.81</c:v>
                </c:pt>
                <c:pt idx="374">
                  <c:v>30.504999999999999</c:v>
                </c:pt>
                <c:pt idx="375">
                  <c:v>30.8</c:v>
                </c:pt>
                <c:pt idx="376">
                  <c:v>30.635000000000002</c:v>
                </c:pt>
                <c:pt idx="377">
                  <c:v>30.46</c:v>
                </c:pt>
                <c:pt idx="378">
                  <c:v>30.445</c:v>
                </c:pt>
                <c:pt idx="379">
                  <c:v>31.175000000000001</c:v>
                </c:pt>
                <c:pt idx="380">
                  <c:v>32.405000000000001</c:v>
                </c:pt>
                <c:pt idx="381">
                  <c:v>32.155000000000001</c:v>
                </c:pt>
                <c:pt idx="382">
                  <c:v>32.409999999999997</c:v>
                </c:pt>
                <c:pt idx="383">
                  <c:v>32.155000000000001</c:v>
                </c:pt>
                <c:pt idx="384">
                  <c:v>31.855</c:v>
                </c:pt>
                <c:pt idx="385">
                  <c:v>32.024999999999999</c:v>
                </c:pt>
                <c:pt idx="386">
                  <c:v>32.155000000000001</c:v>
                </c:pt>
                <c:pt idx="387">
                  <c:v>32.590000000000003</c:v>
                </c:pt>
                <c:pt idx="388">
                  <c:v>32.585000000000001</c:v>
                </c:pt>
                <c:pt idx="389">
                  <c:v>32.47</c:v>
                </c:pt>
                <c:pt idx="390">
                  <c:v>32.450000000000003</c:v>
                </c:pt>
                <c:pt idx="391">
                  <c:v>32.22</c:v>
                </c:pt>
                <c:pt idx="392">
                  <c:v>31.96</c:v>
                </c:pt>
                <c:pt idx="393">
                  <c:v>32.555</c:v>
                </c:pt>
                <c:pt idx="394">
                  <c:v>32.615000000000002</c:v>
                </c:pt>
                <c:pt idx="395">
                  <c:v>31.984999999999999</c:v>
                </c:pt>
                <c:pt idx="396">
                  <c:v>31.98</c:v>
                </c:pt>
                <c:pt idx="397">
                  <c:v>31.914999999999999</c:v>
                </c:pt>
                <c:pt idx="398">
                  <c:v>31.975000000000001</c:v>
                </c:pt>
                <c:pt idx="399">
                  <c:v>32.07</c:v>
                </c:pt>
                <c:pt idx="400">
                  <c:v>31.85</c:v>
                </c:pt>
                <c:pt idx="401">
                  <c:v>32.155000000000001</c:v>
                </c:pt>
                <c:pt idx="402">
                  <c:v>32.005000000000003</c:v>
                </c:pt>
                <c:pt idx="403">
                  <c:v>31.1</c:v>
                </c:pt>
                <c:pt idx="404">
                  <c:v>30.97</c:v>
                </c:pt>
                <c:pt idx="405">
                  <c:v>30.934999999999999</c:v>
                </c:pt>
                <c:pt idx="406">
                  <c:v>31.285</c:v>
                </c:pt>
                <c:pt idx="407">
                  <c:v>31.975000000000001</c:v>
                </c:pt>
                <c:pt idx="408">
                  <c:v>32.04</c:v>
                </c:pt>
                <c:pt idx="409">
                  <c:v>32.119999999999997</c:v>
                </c:pt>
                <c:pt idx="410">
                  <c:v>32.369999999999997</c:v>
                </c:pt>
                <c:pt idx="411">
                  <c:v>32.454999999999998</c:v>
                </c:pt>
                <c:pt idx="412">
                  <c:v>32.164999999999999</c:v>
                </c:pt>
                <c:pt idx="413">
                  <c:v>32.130000000000003</c:v>
                </c:pt>
                <c:pt idx="414">
                  <c:v>31.89</c:v>
                </c:pt>
                <c:pt idx="415">
                  <c:v>32.015000000000001</c:v>
                </c:pt>
                <c:pt idx="416">
                  <c:v>31.62</c:v>
                </c:pt>
                <c:pt idx="417">
                  <c:v>31.55</c:v>
                </c:pt>
                <c:pt idx="418">
                  <c:v>31.24</c:v>
                </c:pt>
                <c:pt idx="419">
                  <c:v>31.774999999999999</c:v>
                </c:pt>
                <c:pt idx="420">
                  <c:v>31.395</c:v>
                </c:pt>
                <c:pt idx="421">
                  <c:v>31.285</c:v>
                </c:pt>
                <c:pt idx="422">
                  <c:v>30.81</c:v>
                </c:pt>
                <c:pt idx="423">
                  <c:v>30.114999999999998</c:v>
                </c:pt>
                <c:pt idx="424">
                  <c:v>29.75</c:v>
                </c:pt>
                <c:pt idx="425">
                  <c:v>29.75</c:v>
                </c:pt>
                <c:pt idx="426">
                  <c:v>29.545000000000002</c:v>
                </c:pt>
                <c:pt idx="427">
                  <c:v>29.545000000000002</c:v>
                </c:pt>
                <c:pt idx="428">
                  <c:v>29.27</c:v>
                </c:pt>
                <c:pt idx="429">
                  <c:v>29.195</c:v>
                </c:pt>
                <c:pt idx="430">
                  <c:v>29.344999999999999</c:v>
                </c:pt>
                <c:pt idx="431">
                  <c:v>29.574999999999999</c:v>
                </c:pt>
                <c:pt idx="432">
                  <c:v>29.43</c:v>
                </c:pt>
                <c:pt idx="433">
                  <c:v>29.975000000000001</c:v>
                </c:pt>
                <c:pt idx="434">
                  <c:v>30.35</c:v>
                </c:pt>
                <c:pt idx="435">
                  <c:v>30.58</c:v>
                </c:pt>
                <c:pt idx="436">
                  <c:v>30.53</c:v>
                </c:pt>
                <c:pt idx="437">
                  <c:v>30.79</c:v>
                </c:pt>
                <c:pt idx="438">
                  <c:v>30.84</c:v>
                </c:pt>
                <c:pt idx="439">
                  <c:v>30.085000000000001</c:v>
                </c:pt>
                <c:pt idx="440">
                  <c:v>30.3</c:v>
                </c:pt>
                <c:pt idx="441">
                  <c:v>30.774999999999999</c:v>
                </c:pt>
                <c:pt idx="442">
                  <c:v>31.035</c:v>
                </c:pt>
                <c:pt idx="443">
                  <c:v>30.535</c:v>
                </c:pt>
                <c:pt idx="444">
                  <c:v>30.72</c:v>
                </c:pt>
                <c:pt idx="445">
                  <c:v>30.67</c:v>
                </c:pt>
                <c:pt idx="446">
                  <c:v>30.715</c:v>
                </c:pt>
                <c:pt idx="447">
                  <c:v>30.875</c:v>
                </c:pt>
                <c:pt idx="448">
                  <c:v>31.114999999999998</c:v>
                </c:pt>
                <c:pt idx="449">
                  <c:v>31.61</c:v>
                </c:pt>
                <c:pt idx="450">
                  <c:v>31.524999999999999</c:v>
                </c:pt>
                <c:pt idx="451">
                  <c:v>31.02</c:v>
                </c:pt>
                <c:pt idx="452">
                  <c:v>31.145</c:v>
                </c:pt>
                <c:pt idx="453">
                  <c:v>31.31</c:v>
                </c:pt>
                <c:pt idx="454">
                  <c:v>31.055</c:v>
                </c:pt>
                <c:pt idx="455">
                  <c:v>30.815000000000001</c:v>
                </c:pt>
                <c:pt idx="456">
                  <c:v>30.715</c:v>
                </c:pt>
                <c:pt idx="457">
                  <c:v>30.63</c:v>
                </c:pt>
                <c:pt idx="458">
                  <c:v>31.2</c:v>
                </c:pt>
                <c:pt idx="459">
                  <c:v>31.25</c:v>
                </c:pt>
                <c:pt idx="460">
                  <c:v>31.614999999999998</c:v>
                </c:pt>
                <c:pt idx="461">
                  <c:v>31.43</c:v>
                </c:pt>
                <c:pt idx="462">
                  <c:v>31.405000000000001</c:v>
                </c:pt>
                <c:pt idx="463">
                  <c:v>31.204999999999998</c:v>
                </c:pt>
                <c:pt idx="464">
                  <c:v>31.14</c:v>
                </c:pt>
                <c:pt idx="465">
                  <c:v>30.815000000000001</c:v>
                </c:pt>
                <c:pt idx="466">
                  <c:v>30.125</c:v>
                </c:pt>
                <c:pt idx="467">
                  <c:v>30.2</c:v>
                </c:pt>
                <c:pt idx="468">
                  <c:v>30.495000000000001</c:v>
                </c:pt>
                <c:pt idx="469">
                  <c:v>30.914999999999999</c:v>
                </c:pt>
                <c:pt idx="470">
                  <c:v>30.79</c:v>
                </c:pt>
                <c:pt idx="471">
                  <c:v>30.795000000000002</c:v>
                </c:pt>
                <c:pt idx="472">
                  <c:v>31.094999999999999</c:v>
                </c:pt>
                <c:pt idx="473">
                  <c:v>30.89</c:v>
                </c:pt>
                <c:pt idx="474">
                  <c:v>30.73</c:v>
                </c:pt>
                <c:pt idx="475">
                  <c:v>30.96</c:v>
                </c:pt>
                <c:pt idx="476">
                  <c:v>30.585000000000001</c:v>
                </c:pt>
                <c:pt idx="477">
                  <c:v>30.34</c:v>
                </c:pt>
                <c:pt idx="478">
                  <c:v>31.28</c:v>
                </c:pt>
                <c:pt idx="479">
                  <c:v>31.265000000000001</c:v>
                </c:pt>
                <c:pt idx="480">
                  <c:v>31.265000000000001</c:v>
                </c:pt>
                <c:pt idx="481">
                  <c:v>31.15</c:v>
                </c:pt>
                <c:pt idx="482">
                  <c:v>31.035</c:v>
                </c:pt>
                <c:pt idx="483">
                  <c:v>31.71</c:v>
                </c:pt>
                <c:pt idx="484">
                  <c:v>31.14</c:v>
                </c:pt>
                <c:pt idx="485">
                  <c:v>30.844999999999999</c:v>
                </c:pt>
                <c:pt idx="486">
                  <c:v>30.66</c:v>
                </c:pt>
                <c:pt idx="487">
                  <c:v>30.12</c:v>
                </c:pt>
                <c:pt idx="488">
                  <c:v>29.565000000000001</c:v>
                </c:pt>
                <c:pt idx="489">
                  <c:v>29.465</c:v>
                </c:pt>
                <c:pt idx="490">
                  <c:v>29.315000000000001</c:v>
                </c:pt>
                <c:pt idx="491">
                  <c:v>30.625</c:v>
                </c:pt>
                <c:pt idx="492">
                  <c:v>31.15</c:v>
                </c:pt>
                <c:pt idx="493">
                  <c:v>31.155000000000001</c:v>
                </c:pt>
                <c:pt idx="494">
                  <c:v>30.8</c:v>
                </c:pt>
                <c:pt idx="495">
                  <c:v>31.18</c:v>
                </c:pt>
                <c:pt idx="496">
                  <c:v>30.65</c:v>
                </c:pt>
                <c:pt idx="497">
                  <c:v>30.63</c:v>
                </c:pt>
                <c:pt idx="498">
                  <c:v>30.395</c:v>
                </c:pt>
                <c:pt idx="499">
                  <c:v>30.51</c:v>
                </c:pt>
                <c:pt idx="500">
                  <c:v>30.305</c:v>
                </c:pt>
                <c:pt idx="501">
                  <c:v>29.99</c:v>
                </c:pt>
                <c:pt idx="502">
                  <c:v>30.074999999999999</c:v>
                </c:pt>
                <c:pt idx="503">
                  <c:v>30.53</c:v>
                </c:pt>
                <c:pt idx="504">
                  <c:v>30.204999999999998</c:v>
                </c:pt>
                <c:pt idx="505">
                  <c:v>30.9</c:v>
                </c:pt>
                <c:pt idx="506">
                  <c:v>31.004999999999999</c:v>
                </c:pt>
                <c:pt idx="507">
                  <c:v>31.35</c:v>
                </c:pt>
                <c:pt idx="508">
                  <c:v>32.195</c:v>
                </c:pt>
                <c:pt idx="509">
                  <c:v>32.104999999999997</c:v>
                </c:pt>
                <c:pt idx="510">
                  <c:v>32.524999999999999</c:v>
                </c:pt>
                <c:pt idx="511">
                  <c:v>32.31</c:v>
                </c:pt>
                <c:pt idx="512">
                  <c:v>32.549999999999997</c:v>
                </c:pt>
                <c:pt idx="513">
                  <c:v>32.664999999999999</c:v>
                </c:pt>
                <c:pt idx="514">
                  <c:v>32.305</c:v>
                </c:pt>
                <c:pt idx="515">
                  <c:v>32.115000000000002</c:v>
                </c:pt>
                <c:pt idx="516">
                  <c:v>32.185000000000002</c:v>
                </c:pt>
                <c:pt idx="517">
                  <c:v>32.299999999999997</c:v>
                </c:pt>
                <c:pt idx="518">
                  <c:v>33.200000000000003</c:v>
                </c:pt>
                <c:pt idx="519">
                  <c:v>32.945</c:v>
                </c:pt>
                <c:pt idx="520">
                  <c:v>33.06</c:v>
                </c:pt>
                <c:pt idx="521">
                  <c:v>32.975000000000001</c:v>
                </c:pt>
                <c:pt idx="522">
                  <c:v>32.9</c:v>
                </c:pt>
                <c:pt idx="523">
                  <c:v>33.024999999999999</c:v>
                </c:pt>
                <c:pt idx="524">
                  <c:v>32.725000000000001</c:v>
                </c:pt>
                <c:pt idx="525">
                  <c:v>32.64</c:v>
                </c:pt>
                <c:pt idx="526">
                  <c:v>32.51</c:v>
                </c:pt>
                <c:pt idx="527">
                  <c:v>31.78</c:v>
                </c:pt>
                <c:pt idx="528">
                  <c:v>31.64</c:v>
                </c:pt>
                <c:pt idx="529">
                  <c:v>32.81</c:v>
                </c:pt>
                <c:pt idx="530">
                  <c:v>33.6</c:v>
                </c:pt>
                <c:pt idx="531">
                  <c:v>33.795000000000002</c:v>
                </c:pt>
                <c:pt idx="532">
                  <c:v>33.020000000000003</c:v>
                </c:pt>
                <c:pt idx="533">
                  <c:v>33.055</c:v>
                </c:pt>
                <c:pt idx="534">
                  <c:v>33.064999999999998</c:v>
                </c:pt>
                <c:pt idx="535">
                  <c:v>32.924999999999997</c:v>
                </c:pt>
                <c:pt idx="536">
                  <c:v>33.020000000000003</c:v>
                </c:pt>
                <c:pt idx="537">
                  <c:v>32.9</c:v>
                </c:pt>
                <c:pt idx="538">
                  <c:v>33.295000000000002</c:v>
                </c:pt>
                <c:pt idx="539">
                  <c:v>33.335000000000001</c:v>
                </c:pt>
                <c:pt idx="540">
                  <c:v>33.880000000000003</c:v>
                </c:pt>
                <c:pt idx="541">
                  <c:v>33.454999999999998</c:v>
                </c:pt>
                <c:pt idx="542">
                  <c:v>33.25</c:v>
                </c:pt>
                <c:pt idx="543">
                  <c:v>33.484999999999999</c:v>
                </c:pt>
                <c:pt idx="544">
                  <c:v>33.549999999999997</c:v>
                </c:pt>
                <c:pt idx="545">
                  <c:v>33.53</c:v>
                </c:pt>
                <c:pt idx="546">
                  <c:v>33.630000000000003</c:v>
                </c:pt>
                <c:pt idx="547">
                  <c:v>33.56</c:v>
                </c:pt>
                <c:pt idx="548">
                  <c:v>33.65</c:v>
                </c:pt>
                <c:pt idx="549">
                  <c:v>33.935000000000002</c:v>
                </c:pt>
                <c:pt idx="550">
                  <c:v>34.299999999999997</c:v>
                </c:pt>
                <c:pt idx="551">
                  <c:v>33.880000000000003</c:v>
                </c:pt>
                <c:pt idx="552">
                  <c:v>34.055</c:v>
                </c:pt>
                <c:pt idx="553">
                  <c:v>33.880000000000003</c:v>
                </c:pt>
                <c:pt idx="554">
                  <c:v>33.594999999999999</c:v>
                </c:pt>
                <c:pt idx="555">
                  <c:v>33.369999999999997</c:v>
                </c:pt>
                <c:pt idx="556">
                  <c:v>33.094999999999999</c:v>
                </c:pt>
                <c:pt idx="557">
                  <c:v>33.36</c:v>
                </c:pt>
                <c:pt idx="558">
                  <c:v>33.159999999999997</c:v>
                </c:pt>
                <c:pt idx="559">
                  <c:v>32.869999999999997</c:v>
                </c:pt>
                <c:pt idx="560">
                  <c:v>32.86</c:v>
                </c:pt>
                <c:pt idx="561">
                  <c:v>32.61</c:v>
                </c:pt>
                <c:pt idx="562">
                  <c:v>32.47</c:v>
                </c:pt>
                <c:pt idx="563">
                  <c:v>32.36</c:v>
                </c:pt>
                <c:pt idx="564">
                  <c:v>32.25</c:v>
                </c:pt>
                <c:pt idx="565">
                  <c:v>32.4</c:v>
                </c:pt>
                <c:pt idx="566">
                  <c:v>32.6</c:v>
                </c:pt>
                <c:pt idx="567">
                  <c:v>32.685000000000002</c:v>
                </c:pt>
                <c:pt idx="568">
                  <c:v>32.704999999999998</c:v>
                </c:pt>
                <c:pt idx="569">
                  <c:v>32.335000000000001</c:v>
                </c:pt>
                <c:pt idx="570">
                  <c:v>32.32</c:v>
                </c:pt>
                <c:pt idx="571">
                  <c:v>32.1</c:v>
                </c:pt>
                <c:pt idx="572">
                  <c:v>32.134999999999998</c:v>
                </c:pt>
                <c:pt idx="573">
                  <c:v>32.880000000000003</c:v>
                </c:pt>
                <c:pt idx="574">
                  <c:v>33.204999999999998</c:v>
                </c:pt>
                <c:pt idx="575">
                  <c:v>32.975000000000001</c:v>
                </c:pt>
                <c:pt idx="576">
                  <c:v>33.07</c:v>
                </c:pt>
                <c:pt idx="577">
                  <c:v>32.799999999999997</c:v>
                </c:pt>
                <c:pt idx="578">
                  <c:v>32.85</c:v>
                </c:pt>
                <c:pt idx="579">
                  <c:v>32.695</c:v>
                </c:pt>
                <c:pt idx="580">
                  <c:v>32.734999999999999</c:v>
                </c:pt>
                <c:pt idx="581">
                  <c:v>32.604999999999997</c:v>
                </c:pt>
                <c:pt idx="582">
                  <c:v>32.96</c:v>
                </c:pt>
                <c:pt idx="583">
                  <c:v>32.92</c:v>
                </c:pt>
                <c:pt idx="584">
                  <c:v>32.9</c:v>
                </c:pt>
                <c:pt idx="585">
                  <c:v>33.119999999999997</c:v>
                </c:pt>
                <c:pt idx="586">
                  <c:v>33.619999999999997</c:v>
                </c:pt>
                <c:pt idx="587">
                  <c:v>33.94</c:v>
                </c:pt>
                <c:pt idx="588">
                  <c:v>34.335000000000001</c:v>
                </c:pt>
                <c:pt idx="589">
                  <c:v>34.405000000000001</c:v>
                </c:pt>
                <c:pt idx="590">
                  <c:v>33.96</c:v>
                </c:pt>
                <c:pt idx="591">
                  <c:v>33.770000000000003</c:v>
                </c:pt>
                <c:pt idx="592">
                  <c:v>33.884999999999998</c:v>
                </c:pt>
                <c:pt idx="593">
                  <c:v>33.770000000000003</c:v>
                </c:pt>
                <c:pt idx="594">
                  <c:v>33.475000000000001</c:v>
                </c:pt>
                <c:pt idx="595">
                  <c:v>33.75</c:v>
                </c:pt>
                <c:pt idx="596">
                  <c:v>33.734999999999999</c:v>
                </c:pt>
                <c:pt idx="597">
                  <c:v>33.734999999999999</c:v>
                </c:pt>
                <c:pt idx="598">
                  <c:v>34.015000000000001</c:v>
                </c:pt>
                <c:pt idx="599">
                  <c:v>34.045000000000002</c:v>
                </c:pt>
                <c:pt idx="600">
                  <c:v>34.04</c:v>
                </c:pt>
                <c:pt idx="601">
                  <c:v>34.015000000000001</c:v>
                </c:pt>
                <c:pt idx="602">
                  <c:v>33.880000000000003</c:v>
                </c:pt>
                <c:pt idx="603">
                  <c:v>33.914999999999999</c:v>
                </c:pt>
                <c:pt idx="604">
                  <c:v>33.465000000000003</c:v>
                </c:pt>
                <c:pt idx="605">
                  <c:v>33.47</c:v>
                </c:pt>
                <c:pt idx="606">
                  <c:v>33.53</c:v>
                </c:pt>
                <c:pt idx="607">
                  <c:v>33.479999999999997</c:v>
                </c:pt>
                <c:pt idx="608">
                  <c:v>34.06</c:v>
                </c:pt>
                <c:pt idx="609">
                  <c:v>34.57</c:v>
                </c:pt>
                <c:pt idx="610">
                  <c:v>33.56</c:v>
                </c:pt>
                <c:pt idx="611">
                  <c:v>33.645000000000003</c:v>
                </c:pt>
                <c:pt idx="612">
                  <c:v>33.159999999999997</c:v>
                </c:pt>
                <c:pt idx="613">
                  <c:v>32.975000000000001</c:v>
                </c:pt>
                <c:pt idx="614">
                  <c:v>32.564999999999998</c:v>
                </c:pt>
                <c:pt idx="615">
                  <c:v>32.405000000000001</c:v>
                </c:pt>
                <c:pt idx="616">
                  <c:v>32.255000000000003</c:v>
                </c:pt>
                <c:pt idx="617">
                  <c:v>31.95</c:v>
                </c:pt>
                <c:pt idx="618">
                  <c:v>30.954999999999998</c:v>
                </c:pt>
                <c:pt idx="619">
                  <c:v>30.695</c:v>
                </c:pt>
                <c:pt idx="620">
                  <c:v>31.11</c:v>
                </c:pt>
                <c:pt idx="621">
                  <c:v>31.184999999999999</c:v>
                </c:pt>
                <c:pt idx="622">
                  <c:v>30.92</c:v>
                </c:pt>
                <c:pt idx="623">
                  <c:v>30.82</c:v>
                </c:pt>
                <c:pt idx="624">
                  <c:v>30.625</c:v>
                </c:pt>
                <c:pt idx="625">
                  <c:v>30.684999999999999</c:v>
                </c:pt>
                <c:pt idx="626">
                  <c:v>30.27</c:v>
                </c:pt>
                <c:pt idx="627">
                  <c:v>30.11</c:v>
                </c:pt>
                <c:pt idx="628">
                  <c:v>30.015000000000001</c:v>
                </c:pt>
                <c:pt idx="629">
                  <c:v>29.864999999999998</c:v>
                </c:pt>
                <c:pt idx="630">
                  <c:v>29.54</c:v>
                </c:pt>
                <c:pt idx="631">
                  <c:v>29.295000000000002</c:v>
                </c:pt>
                <c:pt idx="632">
                  <c:v>29.34</c:v>
                </c:pt>
                <c:pt idx="633">
                  <c:v>29.36</c:v>
                </c:pt>
                <c:pt idx="634">
                  <c:v>29.41</c:v>
                </c:pt>
                <c:pt idx="635">
                  <c:v>29.065000000000001</c:v>
                </c:pt>
                <c:pt idx="636">
                  <c:v>29.1</c:v>
                </c:pt>
                <c:pt idx="637">
                  <c:v>29.445</c:v>
                </c:pt>
                <c:pt idx="638">
                  <c:v>29.08</c:v>
                </c:pt>
                <c:pt idx="639">
                  <c:v>29.07</c:v>
                </c:pt>
                <c:pt idx="640">
                  <c:v>29.25</c:v>
                </c:pt>
                <c:pt idx="641">
                  <c:v>29.204999999999998</c:v>
                </c:pt>
                <c:pt idx="642">
                  <c:v>29.54</c:v>
                </c:pt>
                <c:pt idx="643">
                  <c:v>29.625</c:v>
                </c:pt>
                <c:pt idx="644">
                  <c:v>29.59</c:v>
                </c:pt>
                <c:pt idx="645">
                  <c:v>29.414999999999999</c:v>
                </c:pt>
                <c:pt idx="646">
                  <c:v>29.66</c:v>
                </c:pt>
                <c:pt idx="647">
                  <c:v>29.535</c:v>
                </c:pt>
                <c:pt idx="648">
                  <c:v>29.195</c:v>
                </c:pt>
                <c:pt idx="649">
                  <c:v>29.605</c:v>
                </c:pt>
                <c:pt idx="650">
                  <c:v>29.635000000000002</c:v>
                </c:pt>
                <c:pt idx="651">
                  <c:v>29.594999999999999</c:v>
                </c:pt>
                <c:pt idx="652">
                  <c:v>29.49</c:v>
                </c:pt>
                <c:pt idx="653">
                  <c:v>29.39</c:v>
                </c:pt>
                <c:pt idx="654">
                  <c:v>29.34</c:v>
                </c:pt>
                <c:pt idx="655">
                  <c:v>29.49</c:v>
                </c:pt>
                <c:pt idx="656">
                  <c:v>29.2</c:v>
                </c:pt>
                <c:pt idx="657">
                  <c:v>29.265000000000001</c:v>
                </c:pt>
                <c:pt idx="658">
                  <c:v>29.664999999999999</c:v>
                </c:pt>
                <c:pt idx="659">
                  <c:v>29.065000000000001</c:v>
                </c:pt>
                <c:pt idx="660">
                  <c:v>29.245000000000001</c:v>
                </c:pt>
                <c:pt idx="661">
                  <c:v>29.105</c:v>
                </c:pt>
                <c:pt idx="662">
                  <c:v>28.77</c:v>
                </c:pt>
                <c:pt idx="663">
                  <c:v>28.344999999999999</c:v>
                </c:pt>
                <c:pt idx="664">
                  <c:v>28.164999999999999</c:v>
                </c:pt>
                <c:pt idx="665">
                  <c:v>28.1</c:v>
                </c:pt>
                <c:pt idx="666">
                  <c:v>27.975000000000001</c:v>
                </c:pt>
                <c:pt idx="667">
                  <c:v>27.98</c:v>
                </c:pt>
                <c:pt idx="668">
                  <c:v>28.11</c:v>
                </c:pt>
                <c:pt idx="669">
                  <c:v>28.164999999999999</c:v>
                </c:pt>
                <c:pt idx="670">
                  <c:v>28.74</c:v>
                </c:pt>
                <c:pt idx="671">
                  <c:v>29</c:v>
                </c:pt>
                <c:pt idx="672">
                  <c:v>28.984999999999999</c:v>
                </c:pt>
                <c:pt idx="673">
                  <c:v>28.74</c:v>
                </c:pt>
                <c:pt idx="674">
                  <c:v>28.824999999999999</c:v>
                </c:pt>
                <c:pt idx="675">
                  <c:v>29.254999999999999</c:v>
                </c:pt>
                <c:pt idx="676">
                  <c:v>29.335000000000001</c:v>
                </c:pt>
                <c:pt idx="677">
                  <c:v>30.3</c:v>
                </c:pt>
                <c:pt idx="678">
                  <c:v>30.504999999999999</c:v>
                </c:pt>
                <c:pt idx="679">
                  <c:v>30.484999999999999</c:v>
                </c:pt>
                <c:pt idx="680">
                  <c:v>30.1</c:v>
                </c:pt>
                <c:pt idx="681">
                  <c:v>29.8</c:v>
                </c:pt>
                <c:pt idx="682">
                  <c:v>29.72</c:v>
                </c:pt>
                <c:pt idx="683">
                  <c:v>29.82</c:v>
                </c:pt>
                <c:pt idx="684">
                  <c:v>29.895</c:v>
                </c:pt>
                <c:pt idx="685">
                  <c:v>29.895</c:v>
                </c:pt>
                <c:pt idx="686">
                  <c:v>29.86</c:v>
                </c:pt>
                <c:pt idx="687">
                  <c:v>30.23</c:v>
                </c:pt>
                <c:pt idx="688">
                  <c:v>29.92</c:v>
                </c:pt>
                <c:pt idx="689">
                  <c:v>29.815000000000001</c:v>
                </c:pt>
                <c:pt idx="690">
                  <c:v>29.53</c:v>
                </c:pt>
                <c:pt idx="691">
                  <c:v>29.655000000000001</c:v>
                </c:pt>
                <c:pt idx="692">
                  <c:v>29.405000000000001</c:v>
                </c:pt>
                <c:pt idx="693">
                  <c:v>29.484999999999999</c:v>
                </c:pt>
                <c:pt idx="694">
                  <c:v>29.815000000000001</c:v>
                </c:pt>
                <c:pt idx="695">
                  <c:v>29.81</c:v>
                </c:pt>
                <c:pt idx="696">
                  <c:v>29.364999999999998</c:v>
                </c:pt>
                <c:pt idx="697">
                  <c:v>29.5</c:v>
                </c:pt>
                <c:pt idx="698">
                  <c:v>29.96</c:v>
                </c:pt>
                <c:pt idx="699">
                  <c:v>30.02</c:v>
                </c:pt>
                <c:pt idx="700">
                  <c:v>30.375</c:v>
                </c:pt>
                <c:pt idx="701">
                  <c:v>30.12</c:v>
                </c:pt>
                <c:pt idx="702">
                  <c:v>29.954999999999998</c:v>
                </c:pt>
                <c:pt idx="703">
                  <c:v>30.225000000000001</c:v>
                </c:pt>
                <c:pt idx="704">
                  <c:v>30.11</c:v>
                </c:pt>
                <c:pt idx="705">
                  <c:v>30.344999999999999</c:v>
                </c:pt>
                <c:pt idx="706">
                  <c:v>30.164999999999999</c:v>
                </c:pt>
                <c:pt idx="707">
                  <c:v>29.77</c:v>
                </c:pt>
                <c:pt idx="708">
                  <c:v>30.414999999999999</c:v>
                </c:pt>
                <c:pt idx="709">
                  <c:v>30.605</c:v>
                </c:pt>
                <c:pt idx="710">
                  <c:v>30.245000000000001</c:v>
                </c:pt>
                <c:pt idx="711">
                  <c:v>29.7</c:v>
                </c:pt>
                <c:pt idx="712">
                  <c:v>30.664999999999999</c:v>
                </c:pt>
                <c:pt idx="713">
                  <c:v>30.59</c:v>
                </c:pt>
                <c:pt idx="714">
                  <c:v>30.9</c:v>
                </c:pt>
                <c:pt idx="715">
                  <c:v>30.52</c:v>
                </c:pt>
                <c:pt idx="716">
                  <c:v>30.44</c:v>
                </c:pt>
                <c:pt idx="717">
                  <c:v>30.28</c:v>
                </c:pt>
                <c:pt idx="718">
                  <c:v>30.67</c:v>
                </c:pt>
                <c:pt idx="719">
                  <c:v>31.27</c:v>
                </c:pt>
                <c:pt idx="720">
                  <c:v>31.01</c:v>
                </c:pt>
                <c:pt idx="721">
                  <c:v>32.225000000000001</c:v>
                </c:pt>
                <c:pt idx="722">
                  <c:v>31.04</c:v>
                </c:pt>
                <c:pt idx="723">
                  <c:v>30.835000000000001</c:v>
                </c:pt>
                <c:pt idx="724">
                  <c:v>31.2</c:v>
                </c:pt>
                <c:pt idx="725">
                  <c:v>31.41</c:v>
                </c:pt>
                <c:pt idx="726">
                  <c:v>31.37</c:v>
                </c:pt>
                <c:pt idx="727">
                  <c:v>31.614999999999998</c:v>
                </c:pt>
                <c:pt idx="728">
                  <c:v>31.63</c:v>
                </c:pt>
                <c:pt idx="729">
                  <c:v>31.79</c:v>
                </c:pt>
                <c:pt idx="730">
                  <c:v>31.77</c:v>
                </c:pt>
                <c:pt idx="731">
                  <c:v>32.18</c:v>
                </c:pt>
                <c:pt idx="732">
                  <c:v>32.414999999999999</c:v>
                </c:pt>
                <c:pt idx="733">
                  <c:v>32.325000000000003</c:v>
                </c:pt>
                <c:pt idx="734">
                  <c:v>32.200000000000003</c:v>
                </c:pt>
                <c:pt idx="735">
                  <c:v>31.9</c:v>
                </c:pt>
                <c:pt idx="736">
                  <c:v>31.48</c:v>
                </c:pt>
                <c:pt idx="737">
                  <c:v>31.09</c:v>
                </c:pt>
                <c:pt idx="738">
                  <c:v>31.234999999999999</c:v>
                </c:pt>
                <c:pt idx="739">
                  <c:v>31.114999999999998</c:v>
                </c:pt>
                <c:pt idx="740">
                  <c:v>30.26</c:v>
                </c:pt>
                <c:pt idx="741">
                  <c:v>29.68</c:v>
                </c:pt>
                <c:pt idx="742">
                  <c:v>29.545000000000002</c:v>
                </c:pt>
                <c:pt idx="743">
                  <c:v>30.164999999999999</c:v>
                </c:pt>
                <c:pt idx="744">
                  <c:v>30.23</c:v>
                </c:pt>
                <c:pt idx="745">
                  <c:v>30.504999999999999</c:v>
                </c:pt>
                <c:pt idx="746">
                  <c:v>31.15</c:v>
                </c:pt>
                <c:pt idx="747">
                  <c:v>30.78</c:v>
                </c:pt>
                <c:pt idx="748">
                  <c:v>30.335000000000001</c:v>
                </c:pt>
                <c:pt idx="749">
                  <c:v>30.434999999999999</c:v>
                </c:pt>
                <c:pt idx="750">
                  <c:v>30.414999999999999</c:v>
                </c:pt>
                <c:pt idx="751">
                  <c:v>30.324999999999999</c:v>
                </c:pt>
                <c:pt idx="752">
                  <c:v>30.385000000000002</c:v>
                </c:pt>
                <c:pt idx="753">
                  <c:v>30.7</c:v>
                </c:pt>
                <c:pt idx="754">
                  <c:v>30.43</c:v>
                </c:pt>
                <c:pt idx="755">
                  <c:v>30.39</c:v>
                </c:pt>
                <c:pt idx="756">
                  <c:v>30.395</c:v>
                </c:pt>
                <c:pt idx="757">
                  <c:v>29.71</c:v>
                </c:pt>
                <c:pt idx="758">
                  <c:v>29.82</c:v>
                </c:pt>
                <c:pt idx="759">
                  <c:v>29.65</c:v>
                </c:pt>
                <c:pt idx="760">
                  <c:v>29.545000000000002</c:v>
                </c:pt>
                <c:pt idx="761">
                  <c:v>29.555</c:v>
                </c:pt>
                <c:pt idx="762">
                  <c:v>29.44</c:v>
                </c:pt>
                <c:pt idx="763">
                  <c:v>29.364999999999998</c:v>
                </c:pt>
                <c:pt idx="764">
                  <c:v>28.99</c:v>
                </c:pt>
                <c:pt idx="765">
                  <c:v>28.965</c:v>
                </c:pt>
                <c:pt idx="766">
                  <c:v>28.555</c:v>
                </c:pt>
                <c:pt idx="767">
                  <c:v>28.49</c:v>
                </c:pt>
                <c:pt idx="768">
                  <c:v>28.39</c:v>
                </c:pt>
                <c:pt idx="769">
                  <c:v>28.385000000000002</c:v>
                </c:pt>
                <c:pt idx="770">
                  <c:v>28.15</c:v>
                </c:pt>
                <c:pt idx="771">
                  <c:v>28.024999999999999</c:v>
                </c:pt>
                <c:pt idx="772">
                  <c:v>27.965</c:v>
                </c:pt>
                <c:pt idx="773">
                  <c:v>28.195</c:v>
                </c:pt>
                <c:pt idx="774">
                  <c:v>28.135000000000002</c:v>
                </c:pt>
                <c:pt idx="775">
                  <c:v>28.045000000000002</c:v>
                </c:pt>
                <c:pt idx="776">
                  <c:v>28.135000000000002</c:v>
                </c:pt>
                <c:pt idx="777">
                  <c:v>27.965</c:v>
                </c:pt>
                <c:pt idx="778">
                  <c:v>28.004999999999999</c:v>
                </c:pt>
                <c:pt idx="779">
                  <c:v>28.215</c:v>
                </c:pt>
                <c:pt idx="780">
                  <c:v>28.39</c:v>
                </c:pt>
                <c:pt idx="781">
                  <c:v>28.484999999999999</c:v>
                </c:pt>
                <c:pt idx="782">
                  <c:v>28.52</c:v>
                </c:pt>
                <c:pt idx="783">
                  <c:v>27.95</c:v>
                </c:pt>
                <c:pt idx="784">
                  <c:v>27.995000000000001</c:v>
                </c:pt>
                <c:pt idx="785">
                  <c:v>28.055</c:v>
                </c:pt>
                <c:pt idx="786">
                  <c:v>27.574999999999999</c:v>
                </c:pt>
                <c:pt idx="787">
                  <c:v>27.35</c:v>
                </c:pt>
                <c:pt idx="788">
                  <c:v>27.75</c:v>
                </c:pt>
                <c:pt idx="789">
                  <c:v>27.984999999999999</c:v>
                </c:pt>
                <c:pt idx="790">
                  <c:v>27.69</c:v>
                </c:pt>
                <c:pt idx="791">
                  <c:v>28.04</c:v>
                </c:pt>
                <c:pt idx="792">
                  <c:v>28.335000000000001</c:v>
                </c:pt>
                <c:pt idx="793">
                  <c:v>28.4</c:v>
                </c:pt>
                <c:pt idx="794">
                  <c:v>28.58</c:v>
                </c:pt>
                <c:pt idx="795">
                  <c:v>28.21</c:v>
                </c:pt>
                <c:pt idx="796">
                  <c:v>27.954999999999998</c:v>
                </c:pt>
                <c:pt idx="797">
                  <c:v>27.565000000000001</c:v>
                </c:pt>
                <c:pt idx="798">
                  <c:v>27.344999999999999</c:v>
                </c:pt>
                <c:pt idx="799">
                  <c:v>27.23</c:v>
                </c:pt>
                <c:pt idx="800">
                  <c:v>27.34</c:v>
                </c:pt>
                <c:pt idx="801">
                  <c:v>27.78</c:v>
                </c:pt>
                <c:pt idx="802">
                  <c:v>27.83</c:v>
                </c:pt>
                <c:pt idx="803">
                  <c:v>27.574999999999999</c:v>
                </c:pt>
                <c:pt idx="804">
                  <c:v>27.265000000000001</c:v>
                </c:pt>
                <c:pt idx="805">
                  <c:v>27.094999999999999</c:v>
                </c:pt>
                <c:pt idx="806">
                  <c:v>26.81</c:v>
                </c:pt>
                <c:pt idx="807">
                  <c:v>27.56</c:v>
                </c:pt>
                <c:pt idx="808">
                  <c:v>28.065000000000001</c:v>
                </c:pt>
                <c:pt idx="809">
                  <c:v>27.95</c:v>
                </c:pt>
                <c:pt idx="810">
                  <c:v>27.594999999999999</c:v>
                </c:pt>
                <c:pt idx="811">
                  <c:v>27.33</c:v>
                </c:pt>
                <c:pt idx="812">
                  <c:v>27.28</c:v>
                </c:pt>
                <c:pt idx="813">
                  <c:v>27.33</c:v>
                </c:pt>
                <c:pt idx="814">
                  <c:v>27.614999999999998</c:v>
                </c:pt>
                <c:pt idx="815">
                  <c:v>27.405000000000001</c:v>
                </c:pt>
                <c:pt idx="816">
                  <c:v>27.5</c:v>
                </c:pt>
                <c:pt idx="817">
                  <c:v>27.85</c:v>
                </c:pt>
                <c:pt idx="818">
                  <c:v>27.47</c:v>
                </c:pt>
                <c:pt idx="819">
                  <c:v>27.76</c:v>
                </c:pt>
                <c:pt idx="820">
                  <c:v>27.75</c:v>
                </c:pt>
                <c:pt idx="821">
                  <c:v>27.62</c:v>
                </c:pt>
                <c:pt idx="822">
                  <c:v>27.33</c:v>
                </c:pt>
                <c:pt idx="823">
                  <c:v>27.14</c:v>
                </c:pt>
                <c:pt idx="824">
                  <c:v>26.844999999999999</c:v>
                </c:pt>
                <c:pt idx="825">
                  <c:v>27.225000000000001</c:v>
                </c:pt>
                <c:pt idx="826">
                  <c:v>27.25</c:v>
                </c:pt>
                <c:pt idx="827">
                  <c:v>27.07</c:v>
                </c:pt>
                <c:pt idx="828">
                  <c:v>26.774999999999999</c:v>
                </c:pt>
                <c:pt idx="829">
                  <c:v>26.875</c:v>
                </c:pt>
                <c:pt idx="830">
                  <c:v>26.98</c:v>
                </c:pt>
                <c:pt idx="831">
                  <c:v>26.565000000000001</c:v>
                </c:pt>
                <c:pt idx="832">
                  <c:v>26.19</c:v>
                </c:pt>
                <c:pt idx="833">
                  <c:v>26.704999999999998</c:v>
                </c:pt>
                <c:pt idx="834">
                  <c:v>27.454999999999998</c:v>
                </c:pt>
                <c:pt idx="835">
                  <c:v>27.375</c:v>
                </c:pt>
                <c:pt idx="836">
                  <c:v>27.164999999999999</c:v>
                </c:pt>
                <c:pt idx="837">
                  <c:v>27.79</c:v>
                </c:pt>
                <c:pt idx="838">
                  <c:v>28.12</c:v>
                </c:pt>
                <c:pt idx="839">
                  <c:v>27.815000000000001</c:v>
                </c:pt>
                <c:pt idx="840">
                  <c:v>27.96</c:v>
                </c:pt>
                <c:pt idx="841">
                  <c:v>27.844999999999999</c:v>
                </c:pt>
                <c:pt idx="842">
                  <c:v>27.89</c:v>
                </c:pt>
                <c:pt idx="843">
                  <c:v>27.684999999999999</c:v>
                </c:pt>
                <c:pt idx="844">
                  <c:v>27.99</c:v>
                </c:pt>
                <c:pt idx="845">
                  <c:v>27.89</c:v>
                </c:pt>
                <c:pt idx="846">
                  <c:v>27.625</c:v>
                </c:pt>
                <c:pt idx="847">
                  <c:v>27.78</c:v>
                </c:pt>
                <c:pt idx="848">
                  <c:v>27.64</c:v>
                </c:pt>
                <c:pt idx="849">
                  <c:v>27.77</c:v>
                </c:pt>
                <c:pt idx="850">
                  <c:v>27.64</c:v>
                </c:pt>
                <c:pt idx="851">
                  <c:v>26.965</c:v>
                </c:pt>
                <c:pt idx="852">
                  <c:v>26.58</c:v>
                </c:pt>
                <c:pt idx="853">
                  <c:v>26.774999999999999</c:v>
                </c:pt>
                <c:pt idx="854">
                  <c:v>28.09</c:v>
                </c:pt>
                <c:pt idx="855">
                  <c:v>27.465</c:v>
                </c:pt>
                <c:pt idx="856">
                  <c:v>27.73</c:v>
                </c:pt>
                <c:pt idx="857">
                  <c:v>27.655000000000001</c:v>
                </c:pt>
                <c:pt idx="858">
                  <c:v>28.04</c:v>
                </c:pt>
                <c:pt idx="859">
                  <c:v>27.93</c:v>
                </c:pt>
                <c:pt idx="860">
                  <c:v>27.95</c:v>
                </c:pt>
                <c:pt idx="861">
                  <c:v>28.085000000000001</c:v>
                </c:pt>
                <c:pt idx="862">
                  <c:v>28.17</c:v>
                </c:pt>
                <c:pt idx="863">
                  <c:v>28.02</c:v>
                </c:pt>
                <c:pt idx="864">
                  <c:v>28.08</c:v>
                </c:pt>
                <c:pt idx="865">
                  <c:v>27.954999999999998</c:v>
                </c:pt>
                <c:pt idx="866">
                  <c:v>27.95</c:v>
                </c:pt>
                <c:pt idx="867">
                  <c:v>27.87</c:v>
                </c:pt>
                <c:pt idx="868">
                  <c:v>27.725000000000001</c:v>
                </c:pt>
                <c:pt idx="869">
                  <c:v>27.254999999999999</c:v>
                </c:pt>
                <c:pt idx="870">
                  <c:v>27.13</c:v>
                </c:pt>
                <c:pt idx="871">
                  <c:v>27.565000000000001</c:v>
                </c:pt>
                <c:pt idx="872">
                  <c:v>26.49</c:v>
                </c:pt>
                <c:pt idx="873">
                  <c:v>26.47</c:v>
                </c:pt>
                <c:pt idx="874">
                  <c:v>26.324999999999999</c:v>
                </c:pt>
                <c:pt idx="875">
                  <c:v>25.934999999999999</c:v>
                </c:pt>
                <c:pt idx="876">
                  <c:v>25.54</c:v>
                </c:pt>
                <c:pt idx="877">
                  <c:v>25.24</c:v>
                </c:pt>
                <c:pt idx="878">
                  <c:v>25.95</c:v>
                </c:pt>
                <c:pt idx="879">
                  <c:v>26.434999999999999</c:v>
                </c:pt>
                <c:pt idx="880">
                  <c:v>26.29</c:v>
                </c:pt>
                <c:pt idx="881">
                  <c:v>25.69</c:v>
                </c:pt>
                <c:pt idx="882">
                  <c:v>25.37</c:v>
                </c:pt>
                <c:pt idx="883">
                  <c:v>25.315000000000001</c:v>
                </c:pt>
                <c:pt idx="884">
                  <c:v>25.84</c:v>
                </c:pt>
                <c:pt idx="885">
                  <c:v>28.045000000000002</c:v>
                </c:pt>
                <c:pt idx="886">
                  <c:v>27.645</c:v>
                </c:pt>
                <c:pt idx="887">
                  <c:v>28.83</c:v>
                </c:pt>
                <c:pt idx="888">
                  <c:v>29</c:v>
                </c:pt>
                <c:pt idx="889">
                  <c:v>29.07</c:v>
                </c:pt>
                <c:pt idx="890">
                  <c:v>29.12</c:v>
                </c:pt>
                <c:pt idx="891">
                  <c:v>29.28</c:v>
                </c:pt>
                <c:pt idx="892">
                  <c:v>29.145</c:v>
                </c:pt>
                <c:pt idx="893">
                  <c:v>29.36</c:v>
                </c:pt>
                <c:pt idx="894">
                  <c:v>28.86</c:v>
                </c:pt>
                <c:pt idx="895">
                  <c:v>28.844999999999999</c:v>
                </c:pt>
                <c:pt idx="896">
                  <c:v>28.815000000000001</c:v>
                </c:pt>
                <c:pt idx="897">
                  <c:v>28.3</c:v>
                </c:pt>
                <c:pt idx="898">
                  <c:v>28.225000000000001</c:v>
                </c:pt>
                <c:pt idx="899">
                  <c:v>27.85</c:v>
                </c:pt>
                <c:pt idx="900">
                  <c:v>28.265000000000001</c:v>
                </c:pt>
                <c:pt idx="901">
                  <c:v>28.46</c:v>
                </c:pt>
                <c:pt idx="902">
                  <c:v>28.574999999999999</c:v>
                </c:pt>
                <c:pt idx="903">
                  <c:v>29.12</c:v>
                </c:pt>
                <c:pt idx="904">
                  <c:v>29.02</c:v>
                </c:pt>
                <c:pt idx="905">
                  <c:v>29.03</c:v>
                </c:pt>
                <c:pt idx="906">
                  <c:v>28.8</c:v>
                </c:pt>
                <c:pt idx="907">
                  <c:v>28.695</c:v>
                </c:pt>
                <c:pt idx="908">
                  <c:v>27.895</c:v>
                </c:pt>
                <c:pt idx="909">
                  <c:v>27.545000000000002</c:v>
                </c:pt>
                <c:pt idx="910">
                  <c:v>27.594999999999999</c:v>
                </c:pt>
                <c:pt idx="911">
                  <c:v>26.85</c:v>
                </c:pt>
                <c:pt idx="912">
                  <c:v>26.9</c:v>
                </c:pt>
                <c:pt idx="913">
                  <c:v>26.295000000000002</c:v>
                </c:pt>
                <c:pt idx="914">
                  <c:v>26.76</c:v>
                </c:pt>
                <c:pt idx="915">
                  <c:v>26.97</c:v>
                </c:pt>
                <c:pt idx="916">
                  <c:v>27.05</c:v>
                </c:pt>
                <c:pt idx="917">
                  <c:v>27.094999999999999</c:v>
                </c:pt>
                <c:pt idx="918">
                  <c:v>26.69</c:v>
                </c:pt>
                <c:pt idx="919">
                  <c:v>26.545000000000002</c:v>
                </c:pt>
                <c:pt idx="920">
                  <c:v>26.72</c:v>
                </c:pt>
                <c:pt idx="921">
                  <c:v>27.004999999999999</c:v>
                </c:pt>
                <c:pt idx="922">
                  <c:v>27.02</c:v>
                </c:pt>
                <c:pt idx="923">
                  <c:v>27.04</c:v>
                </c:pt>
                <c:pt idx="924">
                  <c:v>27.484999999999999</c:v>
                </c:pt>
                <c:pt idx="925">
                  <c:v>27.5</c:v>
                </c:pt>
                <c:pt idx="926">
                  <c:v>27.375</c:v>
                </c:pt>
                <c:pt idx="927">
                  <c:v>27.57</c:v>
                </c:pt>
                <c:pt idx="928">
                  <c:v>27.454999999999998</c:v>
                </c:pt>
                <c:pt idx="929">
                  <c:v>27.3</c:v>
                </c:pt>
                <c:pt idx="930">
                  <c:v>27.024999999999999</c:v>
                </c:pt>
                <c:pt idx="931">
                  <c:v>27.085000000000001</c:v>
                </c:pt>
                <c:pt idx="932">
                  <c:v>26.81</c:v>
                </c:pt>
                <c:pt idx="933">
                  <c:v>26.265000000000001</c:v>
                </c:pt>
                <c:pt idx="934">
                  <c:v>26.05</c:v>
                </c:pt>
                <c:pt idx="935">
                  <c:v>27.01</c:v>
                </c:pt>
                <c:pt idx="936">
                  <c:v>27.204999999999998</c:v>
                </c:pt>
                <c:pt idx="937">
                  <c:v>26.48</c:v>
                </c:pt>
                <c:pt idx="938">
                  <c:v>26.75</c:v>
                </c:pt>
                <c:pt idx="939">
                  <c:v>26.774999999999999</c:v>
                </c:pt>
                <c:pt idx="940">
                  <c:v>27.19</c:v>
                </c:pt>
                <c:pt idx="941">
                  <c:v>27.055</c:v>
                </c:pt>
                <c:pt idx="942">
                  <c:v>26.835000000000001</c:v>
                </c:pt>
                <c:pt idx="943">
                  <c:v>26.934999999999999</c:v>
                </c:pt>
                <c:pt idx="944">
                  <c:v>26.484999999999999</c:v>
                </c:pt>
                <c:pt idx="945">
                  <c:v>26.31</c:v>
                </c:pt>
                <c:pt idx="946">
                  <c:v>25.774999999999999</c:v>
                </c:pt>
                <c:pt idx="947">
                  <c:v>26.324999999999999</c:v>
                </c:pt>
                <c:pt idx="948">
                  <c:v>26.78</c:v>
                </c:pt>
                <c:pt idx="949">
                  <c:v>27</c:v>
                </c:pt>
                <c:pt idx="950">
                  <c:v>26.74</c:v>
                </c:pt>
                <c:pt idx="951">
                  <c:v>26.684999999999999</c:v>
                </c:pt>
                <c:pt idx="952">
                  <c:v>26.83</c:v>
                </c:pt>
                <c:pt idx="953">
                  <c:v>26.91</c:v>
                </c:pt>
                <c:pt idx="954">
                  <c:v>27.44</c:v>
                </c:pt>
                <c:pt idx="955">
                  <c:v>27.56</c:v>
                </c:pt>
                <c:pt idx="956">
                  <c:v>27.635000000000002</c:v>
                </c:pt>
                <c:pt idx="957">
                  <c:v>27.815000000000001</c:v>
                </c:pt>
                <c:pt idx="958">
                  <c:v>28.265000000000001</c:v>
                </c:pt>
                <c:pt idx="959">
                  <c:v>27.8</c:v>
                </c:pt>
                <c:pt idx="960">
                  <c:v>27.32</c:v>
                </c:pt>
                <c:pt idx="961">
                  <c:v>27.52</c:v>
                </c:pt>
                <c:pt idx="962">
                  <c:v>27.29</c:v>
                </c:pt>
                <c:pt idx="963">
                  <c:v>27.41</c:v>
                </c:pt>
                <c:pt idx="964">
                  <c:v>27.5</c:v>
                </c:pt>
                <c:pt idx="965">
                  <c:v>26.184999999999999</c:v>
                </c:pt>
                <c:pt idx="966">
                  <c:v>26.97</c:v>
                </c:pt>
                <c:pt idx="967">
                  <c:v>27</c:v>
                </c:pt>
                <c:pt idx="968">
                  <c:v>27.07</c:v>
                </c:pt>
                <c:pt idx="969">
                  <c:v>27.22</c:v>
                </c:pt>
                <c:pt idx="970">
                  <c:v>26.745000000000001</c:v>
                </c:pt>
                <c:pt idx="971">
                  <c:v>26.92</c:v>
                </c:pt>
                <c:pt idx="972">
                  <c:v>26.58</c:v>
                </c:pt>
                <c:pt idx="973">
                  <c:v>27.11</c:v>
                </c:pt>
                <c:pt idx="974">
                  <c:v>28</c:v>
                </c:pt>
                <c:pt idx="975">
                  <c:v>28.684999999999999</c:v>
                </c:pt>
                <c:pt idx="976">
                  <c:v>28.79</c:v>
                </c:pt>
                <c:pt idx="977">
                  <c:v>28.57</c:v>
                </c:pt>
                <c:pt idx="978">
                  <c:v>28.2</c:v>
                </c:pt>
                <c:pt idx="979">
                  <c:v>28.504999999999999</c:v>
                </c:pt>
                <c:pt idx="980">
                  <c:v>27.97</c:v>
                </c:pt>
                <c:pt idx="981">
                  <c:v>28.15</c:v>
                </c:pt>
                <c:pt idx="982">
                  <c:v>28.125</c:v>
                </c:pt>
                <c:pt idx="983">
                  <c:v>26.57</c:v>
                </c:pt>
                <c:pt idx="984">
                  <c:v>26.414999999999999</c:v>
                </c:pt>
                <c:pt idx="985">
                  <c:v>26.81</c:v>
                </c:pt>
                <c:pt idx="986">
                  <c:v>26.824999999999999</c:v>
                </c:pt>
                <c:pt idx="987">
                  <c:v>26.645</c:v>
                </c:pt>
                <c:pt idx="988">
                  <c:v>26.17</c:v>
                </c:pt>
                <c:pt idx="989">
                  <c:v>25.9</c:v>
                </c:pt>
                <c:pt idx="990">
                  <c:v>26.37</c:v>
                </c:pt>
                <c:pt idx="991">
                  <c:v>26.175000000000001</c:v>
                </c:pt>
                <c:pt idx="992">
                  <c:v>26.684999999999999</c:v>
                </c:pt>
                <c:pt idx="993">
                  <c:v>25.945</c:v>
                </c:pt>
                <c:pt idx="994">
                  <c:v>26.195</c:v>
                </c:pt>
                <c:pt idx="995">
                  <c:v>26.545000000000002</c:v>
                </c:pt>
                <c:pt idx="996">
                  <c:v>26.684999999999999</c:v>
                </c:pt>
                <c:pt idx="997">
                  <c:v>26.305</c:v>
                </c:pt>
                <c:pt idx="998">
                  <c:v>27.16</c:v>
                </c:pt>
                <c:pt idx="999">
                  <c:v>26.805</c:v>
                </c:pt>
                <c:pt idx="1000">
                  <c:v>26.454999999999998</c:v>
                </c:pt>
                <c:pt idx="1001">
                  <c:v>25.635000000000002</c:v>
                </c:pt>
                <c:pt idx="1002">
                  <c:v>25.344999999999999</c:v>
                </c:pt>
                <c:pt idx="1003">
                  <c:v>25.27</c:v>
                </c:pt>
                <c:pt idx="1004">
                  <c:v>25.105</c:v>
                </c:pt>
                <c:pt idx="1005">
                  <c:v>24.63</c:v>
                </c:pt>
                <c:pt idx="1006">
                  <c:v>24.914999999999999</c:v>
                </c:pt>
                <c:pt idx="1007">
                  <c:v>26.805</c:v>
                </c:pt>
                <c:pt idx="1008">
                  <c:v>26.795000000000002</c:v>
                </c:pt>
                <c:pt idx="1009">
                  <c:v>26.285</c:v>
                </c:pt>
                <c:pt idx="1010">
                  <c:v>26.315000000000001</c:v>
                </c:pt>
                <c:pt idx="1011">
                  <c:v>26.215</c:v>
                </c:pt>
                <c:pt idx="1012">
                  <c:v>26.645</c:v>
                </c:pt>
                <c:pt idx="1013">
                  <c:v>27.094999999999999</c:v>
                </c:pt>
                <c:pt idx="1014">
                  <c:v>26.795000000000002</c:v>
                </c:pt>
                <c:pt idx="1015">
                  <c:v>26.815000000000001</c:v>
                </c:pt>
                <c:pt idx="1016">
                  <c:v>26.52</c:v>
                </c:pt>
                <c:pt idx="1017">
                  <c:v>26.215</c:v>
                </c:pt>
                <c:pt idx="1018">
                  <c:v>26.1</c:v>
                </c:pt>
                <c:pt idx="1019">
                  <c:v>26.88</c:v>
                </c:pt>
                <c:pt idx="1020">
                  <c:v>26.824999999999999</c:v>
                </c:pt>
                <c:pt idx="1021">
                  <c:v>26.37</c:v>
                </c:pt>
                <c:pt idx="1022">
                  <c:v>26.454999999999998</c:v>
                </c:pt>
                <c:pt idx="1023">
                  <c:v>27.19</c:v>
                </c:pt>
                <c:pt idx="1024">
                  <c:v>27.91</c:v>
                </c:pt>
                <c:pt idx="1025">
                  <c:v>27.504999999999999</c:v>
                </c:pt>
                <c:pt idx="1026">
                  <c:v>27.48</c:v>
                </c:pt>
                <c:pt idx="1027">
                  <c:v>27.145</c:v>
                </c:pt>
                <c:pt idx="1028">
                  <c:v>27.524999999999999</c:v>
                </c:pt>
                <c:pt idx="1029">
                  <c:v>26.565000000000001</c:v>
                </c:pt>
                <c:pt idx="1030">
                  <c:v>26.44</c:v>
                </c:pt>
                <c:pt idx="1031">
                  <c:v>26.274999999999999</c:v>
                </c:pt>
                <c:pt idx="1032">
                  <c:v>25.85</c:v>
                </c:pt>
                <c:pt idx="1033">
                  <c:v>25.76</c:v>
                </c:pt>
                <c:pt idx="1034">
                  <c:v>25.86</c:v>
                </c:pt>
                <c:pt idx="1035">
                  <c:v>26.2</c:v>
                </c:pt>
                <c:pt idx="1036">
                  <c:v>26.16</c:v>
                </c:pt>
                <c:pt idx="1037">
                  <c:v>25.69</c:v>
                </c:pt>
                <c:pt idx="1038">
                  <c:v>25.83</c:v>
                </c:pt>
                <c:pt idx="1039">
                  <c:v>25.66</c:v>
                </c:pt>
                <c:pt idx="1040">
                  <c:v>25.52</c:v>
                </c:pt>
                <c:pt idx="1041">
                  <c:v>25.32</c:v>
                </c:pt>
                <c:pt idx="1042">
                  <c:v>25.934999999999999</c:v>
                </c:pt>
                <c:pt idx="1043">
                  <c:v>25.934999999999999</c:v>
                </c:pt>
                <c:pt idx="1044">
                  <c:v>25.515000000000001</c:v>
                </c:pt>
                <c:pt idx="1045">
                  <c:v>25.96</c:v>
                </c:pt>
                <c:pt idx="1046">
                  <c:v>25.344999999999999</c:v>
                </c:pt>
                <c:pt idx="1047">
                  <c:v>25.17</c:v>
                </c:pt>
                <c:pt idx="1048">
                  <c:v>24.795000000000002</c:v>
                </c:pt>
                <c:pt idx="1049">
                  <c:v>24.38</c:v>
                </c:pt>
                <c:pt idx="1050">
                  <c:v>24</c:v>
                </c:pt>
                <c:pt idx="1051">
                  <c:v>23.785</c:v>
                </c:pt>
                <c:pt idx="1052">
                  <c:v>24.094999999999999</c:v>
                </c:pt>
                <c:pt idx="1053">
                  <c:v>23.895</c:v>
                </c:pt>
                <c:pt idx="1054">
                  <c:v>24.01</c:v>
                </c:pt>
                <c:pt idx="1055">
                  <c:v>23.37</c:v>
                </c:pt>
                <c:pt idx="1056">
                  <c:v>22.84</c:v>
                </c:pt>
                <c:pt idx="1057">
                  <c:v>23.69</c:v>
                </c:pt>
                <c:pt idx="1058">
                  <c:v>23.645</c:v>
                </c:pt>
                <c:pt idx="1059">
                  <c:v>23.95</c:v>
                </c:pt>
                <c:pt idx="1060">
                  <c:v>24.15</c:v>
                </c:pt>
                <c:pt idx="1061">
                  <c:v>24.015000000000001</c:v>
                </c:pt>
                <c:pt idx="1062">
                  <c:v>23.05</c:v>
                </c:pt>
                <c:pt idx="1063">
                  <c:v>23.425000000000001</c:v>
                </c:pt>
                <c:pt idx="1064">
                  <c:v>24.545000000000002</c:v>
                </c:pt>
                <c:pt idx="1065">
                  <c:v>24.844999999999999</c:v>
                </c:pt>
                <c:pt idx="1066">
                  <c:v>25.324999999999999</c:v>
                </c:pt>
                <c:pt idx="1067">
                  <c:v>25.245000000000001</c:v>
                </c:pt>
                <c:pt idx="1068">
                  <c:v>24.524999999999999</c:v>
                </c:pt>
                <c:pt idx="1069">
                  <c:v>24.315000000000001</c:v>
                </c:pt>
                <c:pt idx="1070">
                  <c:v>23.645</c:v>
                </c:pt>
                <c:pt idx="1071">
                  <c:v>24.12</c:v>
                </c:pt>
                <c:pt idx="1072">
                  <c:v>25.004999999999999</c:v>
                </c:pt>
                <c:pt idx="1073">
                  <c:v>23.875</c:v>
                </c:pt>
                <c:pt idx="1074">
                  <c:v>25.175000000000001</c:v>
                </c:pt>
                <c:pt idx="1075">
                  <c:v>26.335000000000001</c:v>
                </c:pt>
                <c:pt idx="1076">
                  <c:v>26.61</c:v>
                </c:pt>
                <c:pt idx="1077">
                  <c:v>26.66</c:v>
                </c:pt>
                <c:pt idx="1078">
                  <c:v>27.375</c:v>
                </c:pt>
                <c:pt idx="1079">
                  <c:v>28.16</c:v>
                </c:pt>
                <c:pt idx="1080">
                  <c:v>28.495000000000001</c:v>
                </c:pt>
                <c:pt idx="1081">
                  <c:v>28.4</c:v>
                </c:pt>
                <c:pt idx="1082">
                  <c:v>28.045000000000002</c:v>
                </c:pt>
                <c:pt idx="1083">
                  <c:v>27.695</c:v>
                </c:pt>
                <c:pt idx="1084">
                  <c:v>27.515000000000001</c:v>
                </c:pt>
                <c:pt idx="1085">
                  <c:v>27.664999999999999</c:v>
                </c:pt>
                <c:pt idx="1086">
                  <c:v>27.95</c:v>
                </c:pt>
                <c:pt idx="1087">
                  <c:v>28.03</c:v>
                </c:pt>
                <c:pt idx="1088">
                  <c:v>28.2</c:v>
                </c:pt>
                <c:pt idx="1089">
                  <c:v>27.94</c:v>
                </c:pt>
                <c:pt idx="1090">
                  <c:v>27.59</c:v>
                </c:pt>
                <c:pt idx="1091">
                  <c:v>28.09</c:v>
                </c:pt>
                <c:pt idx="1092">
                  <c:v>27.594999999999999</c:v>
                </c:pt>
                <c:pt idx="1093">
                  <c:v>27.495000000000001</c:v>
                </c:pt>
                <c:pt idx="1094">
                  <c:v>28.02</c:v>
                </c:pt>
                <c:pt idx="1095">
                  <c:v>27.824999999999999</c:v>
                </c:pt>
                <c:pt idx="1096">
                  <c:v>27.484999999999999</c:v>
                </c:pt>
                <c:pt idx="1097">
                  <c:v>27.04</c:v>
                </c:pt>
                <c:pt idx="1098">
                  <c:v>26.33</c:v>
                </c:pt>
                <c:pt idx="1099">
                  <c:v>27.085000000000001</c:v>
                </c:pt>
                <c:pt idx="1100">
                  <c:v>26.085000000000001</c:v>
                </c:pt>
                <c:pt idx="1101">
                  <c:v>26.03</c:v>
                </c:pt>
                <c:pt idx="1102">
                  <c:v>26.864999999999998</c:v>
                </c:pt>
                <c:pt idx="1103">
                  <c:v>26.934999999999999</c:v>
                </c:pt>
                <c:pt idx="1104">
                  <c:v>26.34</c:v>
                </c:pt>
                <c:pt idx="1105">
                  <c:v>26.335000000000001</c:v>
                </c:pt>
                <c:pt idx="1106">
                  <c:v>25.015000000000001</c:v>
                </c:pt>
                <c:pt idx="1107">
                  <c:v>25.87</c:v>
                </c:pt>
                <c:pt idx="1108">
                  <c:v>25.875</c:v>
                </c:pt>
                <c:pt idx="1109">
                  <c:v>25.305</c:v>
                </c:pt>
                <c:pt idx="1110">
                  <c:v>25.135000000000002</c:v>
                </c:pt>
                <c:pt idx="1111">
                  <c:v>24.61</c:v>
                </c:pt>
                <c:pt idx="1112">
                  <c:v>26.074999999999999</c:v>
                </c:pt>
                <c:pt idx="1113">
                  <c:v>26.71</c:v>
                </c:pt>
                <c:pt idx="1114">
                  <c:v>26.51</c:v>
                </c:pt>
                <c:pt idx="1115">
                  <c:v>26.815000000000001</c:v>
                </c:pt>
                <c:pt idx="1116">
                  <c:v>26.495000000000001</c:v>
                </c:pt>
                <c:pt idx="1117">
                  <c:v>26.495000000000001</c:v>
                </c:pt>
                <c:pt idx="1118">
                  <c:v>26.225000000000001</c:v>
                </c:pt>
                <c:pt idx="1119">
                  <c:v>26.055</c:v>
                </c:pt>
                <c:pt idx="1120">
                  <c:v>25.574999999999999</c:v>
                </c:pt>
                <c:pt idx="1121">
                  <c:v>25.95</c:v>
                </c:pt>
                <c:pt idx="1122">
                  <c:v>25.004999999999999</c:v>
                </c:pt>
                <c:pt idx="1123">
                  <c:v>25.55</c:v>
                </c:pt>
                <c:pt idx="1124">
                  <c:v>25.454999999999998</c:v>
                </c:pt>
                <c:pt idx="1125">
                  <c:v>25.24</c:v>
                </c:pt>
                <c:pt idx="1126">
                  <c:v>25.17</c:v>
                </c:pt>
                <c:pt idx="1127">
                  <c:v>24.954999999999998</c:v>
                </c:pt>
                <c:pt idx="1128">
                  <c:v>24.875</c:v>
                </c:pt>
                <c:pt idx="1129">
                  <c:v>23.92</c:v>
                </c:pt>
                <c:pt idx="1130">
                  <c:v>24.565000000000001</c:v>
                </c:pt>
                <c:pt idx="1131">
                  <c:v>25.324999999999999</c:v>
                </c:pt>
                <c:pt idx="1132">
                  <c:v>24.94</c:v>
                </c:pt>
                <c:pt idx="1133">
                  <c:v>25.015000000000001</c:v>
                </c:pt>
                <c:pt idx="1134">
                  <c:v>24.14</c:v>
                </c:pt>
                <c:pt idx="1135">
                  <c:v>24.145</c:v>
                </c:pt>
                <c:pt idx="1136">
                  <c:v>23.04</c:v>
                </c:pt>
                <c:pt idx="1137">
                  <c:v>23.295000000000002</c:v>
                </c:pt>
                <c:pt idx="1138">
                  <c:v>22.675000000000001</c:v>
                </c:pt>
                <c:pt idx="1139">
                  <c:v>23.12</c:v>
                </c:pt>
                <c:pt idx="1140">
                  <c:v>22.89</c:v>
                </c:pt>
                <c:pt idx="1141">
                  <c:v>23.395</c:v>
                </c:pt>
                <c:pt idx="1142">
                  <c:v>23.34</c:v>
                </c:pt>
                <c:pt idx="1143">
                  <c:v>23.83</c:v>
                </c:pt>
                <c:pt idx="1144">
                  <c:v>24.49</c:v>
                </c:pt>
                <c:pt idx="1145">
                  <c:v>23.914999999999999</c:v>
                </c:pt>
                <c:pt idx="1146">
                  <c:v>22.254999999999999</c:v>
                </c:pt>
                <c:pt idx="1147">
                  <c:v>23.34</c:v>
                </c:pt>
                <c:pt idx="1148">
                  <c:v>24.594999999999999</c:v>
                </c:pt>
                <c:pt idx="1149">
                  <c:v>23.405000000000001</c:v>
                </c:pt>
                <c:pt idx="1150">
                  <c:v>23.565000000000001</c:v>
                </c:pt>
                <c:pt idx="1151">
                  <c:v>23.855</c:v>
                </c:pt>
                <c:pt idx="1152">
                  <c:v>23.395</c:v>
                </c:pt>
                <c:pt idx="1153">
                  <c:v>23.23</c:v>
                </c:pt>
                <c:pt idx="1154">
                  <c:v>23.39</c:v>
                </c:pt>
                <c:pt idx="1155">
                  <c:v>23.434999999999999</c:v>
                </c:pt>
                <c:pt idx="1156">
                  <c:v>23.614999999999998</c:v>
                </c:pt>
                <c:pt idx="1157">
                  <c:v>24.14</c:v>
                </c:pt>
                <c:pt idx="1158">
                  <c:v>23.61</c:v>
                </c:pt>
                <c:pt idx="1159">
                  <c:v>23.96</c:v>
                </c:pt>
                <c:pt idx="1160">
                  <c:v>24.31</c:v>
                </c:pt>
                <c:pt idx="1161">
                  <c:v>23.95</c:v>
                </c:pt>
                <c:pt idx="1162">
                  <c:v>24.035</c:v>
                </c:pt>
                <c:pt idx="1163">
                  <c:v>23.704999999999998</c:v>
                </c:pt>
                <c:pt idx="1164">
                  <c:v>24.395</c:v>
                </c:pt>
                <c:pt idx="1165">
                  <c:v>24.08</c:v>
                </c:pt>
                <c:pt idx="1166">
                  <c:v>23.315000000000001</c:v>
                </c:pt>
                <c:pt idx="1167">
                  <c:v>23.225000000000001</c:v>
                </c:pt>
                <c:pt idx="1168">
                  <c:v>23.375</c:v>
                </c:pt>
                <c:pt idx="1169">
                  <c:v>22.57</c:v>
                </c:pt>
                <c:pt idx="1170">
                  <c:v>22.795000000000002</c:v>
                </c:pt>
                <c:pt idx="1171">
                  <c:v>23.045000000000002</c:v>
                </c:pt>
                <c:pt idx="1172">
                  <c:v>22.9</c:v>
                </c:pt>
                <c:pt idx="1173">
                  <c:v>21.635000000000002</c:v>
                </c:pt>
                <c:pt idx="1174">
                  <c:v>20.754999999999999</c:v>
                </c:pt>
                <c:pt idx="1175">
                  <c:v>21.614999999999998</c:v>
                </c:pt>
                <c:pt idx="1176">
                  <c:v>22.13</c:v>
                </c:pt>
                <c:pt idx="1177">
                  <c:v>22.445</c:v>
                </c:pt>
                <c:pt idx="1178">
                  <c:v>22.44</c:v>
                </c:pt>
                <c:pt idx="1179">
                  <c:v>21.765000000000001</c:v>
                </c:pt>
                <c:pt idx="1180">
                  <c:v>21.62</c:v>
                </c:pt>
                <c:pt idx="1181">
                  <c:v>21.645</c:v>
                </c:pt>
                <c:pt idx="1182">
                  <c:v>21.094999999999999</c:v>
                </c:pt>
                <c:pt idx="1183">
                  <c:v>20.73</c:v>
                </c:pt>
                <c:pt idx="1184">
                  <c:v>20.77</c:v>
                </c:pt>
                <c:pt idx="1185">
                  <c:v>20.574999999999999</c:v>
                </c:pt>
                <c:pt idx="1186">
                  <c:v>20.614999999999998</c:v>
                </c:pt>
                <c:pt idx="1187">
                  <c:v>20.395</c:v>
                </c:pt>
                <c:pt idx="1188">
                  <c:v>19.684000000000001</c:v>
                </c:pt>
                <c:pt idx="1189">
                  <c:v>19.309999999999999</c:v>
                </c:pt>
                <c:pt idx="1190">
                  <c:v>19.295999999999999</c:v>
                </c:pt>
                <c:pt idx="1191">
                  <c:v>19.346</c:v>
                </c:pt>
                <c:pt idx="1192">
                  <c:v>19.484000000000002</c:v>
                </c:pt>
                <c:pt idx="1193">
                  <c:v>19.456</c:v>
                </c:pt>
                <c:pt idx="1194">
                  <c:v>19.495999999999999</c:v>
                </c:pt>
                <c:pt idx="1195">
                  <c:v>19.170000000000002</c:v>
                </c:pt>
                <c:pt idx="1196">
                  <c:v>19.038</c:v>
                </c:pt>
                <c:pt idx="1197">
                  <c:v>18.46</c:v>
                </c:pt>
                <c:pt idx="1198">
                  <c:v>18.795999999999999</c:v>
                </c:pt>
                <c:pt idx="1199">
                  <c:v>19.166</c:v>
                </c:pt>
                <c:pt idx="1200">
                  <c:v>18.757999999999999</c:v>
                </c:pt>
                <c:pt idx="1201">
                  <c:v>19.077999999999999</c:v>
                </c:pt>
                <c:pt idx="1202">
                  <c:v>18.962</c:v>
                </c:pt>
                <c:pt idx="1203">
                  <c:v>19.436</c:v>
                </c:pt>
                <c:pt idx="1204">
                  <c:v>19.538</c:v>
                </c:pt>
                <c:pt idx="1205">
                  <c:v>19.768000000000001</c:v>
                </c:pt>
                <c:pt idx="1206">
                  <c:v>19.968</c:v>
                </c:pt>
                <c:pt idx="1207">
                  <c:v>19.760000000000002</c:v>
                </c:pt>
                <c:pt idx="1208">
                  <c:v>19.358000000000001</c:v>
                </c:pt>
                <c:pt idx="1209">
                  <c:v>19.236000000000001</c:v>
                </c:pt>
                <c:pt idx="1210">
                  <c:v>18.942</c:v>
                </c:pt>
                <c:pt idx="1211">
                  <c:v>18.579999999999998</c:v>
                </c:pt>
                <c:pt idx="1212">
                  <c:v>18.853999999999999</c:v>
                </c:pt>
                <c:pt idx="1213">
                  <c:v>18.361999999999998</c:v>
                </c:pt>
                <c:pt idx="1214">
                  <c:v>19.71</c:v>
                </c:pt>
                <c:pt idx="1215">
                  <c:v>19.446000000000002</c:v>
                </c:pt>
                <c:pt idx="1216">
                  <c:v>19.238</c:v>
                </c:pt>
                <c:pt idx="1217">
                  <c:v>19.161999999999999</c:v>
                </c:pt>
                <c:pt idx="1218">
                  <c:v>19.745999999999999</c:v>
                </c:pt>
                <c:pt idx="1219">
                  <c:v>20.125</c:v>
                </c:pt>
                <c:pt idx="1220">
                  <c:v>20.13</c:v>
                </c:pt>
                <c:pt idx="1221">
                  <c:v>19.742000000000001</c:v>
                </c:pt>
                <c:pt idx="1222">
                  <c:v>19.292000000000002</c:v>
                </c:pt>
                <c:pt idx="1223">
                  <c:v>19.506</c:v>
                </c:pt>
                <c:pt idx="1224">
                  <c:v>19.762</c:v>
                </c:pt>
                <c:pt idx="1225">
                  <c:v>19.704000000000001</c:v>
                </c:pt>
                <c:pt idx="1226">
                  <c:v>19.835999999999999</c:v>
                </c:pt>
                <c:pt idx="1227">
                  <c:v>19.79</c:v>
                </c:pt>
                <c:pt idx="1228">
                  <c:v>19.532</c:v>
                </c:pt>
                <c:pt idx="1229">
                  <c:v>19.34</c:v>
                </c:pt>
                <c:pt idx="1230">
                  <c:v>19.614000000000001</c:v>
                </c:pt>
                <c:pt idx="1231">
                  <c:v>19.931999999999999</c:v>
                </c:pt>
                <c:pt idx="1232">
                  <c:v>19.968</c:v>
                </c:pt>
                <c:pt idx="1233">
                  <c:v>20.305</c:v>
                </c:pt>
                <c:pt idx="1234">
                  <c:v>20.984999999999999</c:v>
                </c:pt>
                <c:pt idx="1235">
                  <c:v>21.145</c:v>
                </c:pt>
                <c:pt idx="1236">
                  <c:v>21.155000000000001</c:v>
                </c:pt>
                <c:pt idx="1237">
                  <c:v>20.82</c:v>
                </c:pt>
                <c:pt idx="1238">
                  <c:v>20.94</c:v>
                </c:pt>
                <c:pt idx="1239">
                  <c:v>21.28</c:v>
                </c:pt>
                <c:pt idx="1240">
                  <c:v>21.19</c:v>
                </c:pt>
                <c:pt idx="1241">
                  <c:v>21</c:v>
                </c:pt>
                <c:pt idx="1242">
                  <c:v>21.074999999999999</c:v>
                </c:pt>
                <c:pt idx="1243">
                  <c:v>20.66</c:v>
                </c:pt>
                <c:pt idx="1244">
                  <c:v>20.375</c:v>
                </c:pt>
                <c:pt idx="1245">
                  <c:v>20.5</c:v>
                </c:pt>
                <c:pt idx="1246">
                  <c:v>20.555</c:v>
                </c:pt>
                <c:pt idx="1247">
                  <c:v>20.260000000000002</c:v>
                </c:pt>
                <c:pt idx="1248">
                  <c:v>19.84</c:v>
                </c:pt>
                <c:pt idx="1249">
                  <c:v>19.588000000000001</c:v>
                </c:pt>
                <c:pt idx="1250">
                  <c:v>20.149999999999999</c:v>
                </c:pt>
                <c:pt idx="1251">
                  <c:v>19.765999999999998</c:v>
                </c:pt>
                <c:pt idx="1252">
                  <c:v>19.425999999999998</c:v>
                </c:pt>
                <c:pt idx="1253">
                  <c:v>19.431999999999999</c:v>
                </c:pt>
                <c:pt idx="1254">
                  <c:v>19.257999999999999</c:v>
                </c:pt>
                <c:pt idx="1255">
                  <c:v>19.170000000000002</c:v>
                </c:pt>
                <c:pt idx="1256">
                  <c:v>18.86</c:v>
                </c:pt>
                <c:pt idx="1257">
                  <c:v>17.992000000000001</c:v>
                </c:pt>
                <c:pt idx="1258">
                  <c:v>17.972000000000001</c:v>
                </c:pt>
                <c:pt idx="1259">
                  <c:v>17.78</c:v>
                </c:pt>
                <c:pt idx="1260">
                  <c:v>17.468</c:v>
                </c:pt>
                <c:pt idx="1261">
                  <c:v>16.902000000000001</c:v>
                </c:pt>
                <c:pt idx="1262">
                  <c:v>17.181999999999999</c:v>
                </c:pt>
                <c:pt idx="1263">
                  <c:v>17.3</c:v>
                </c:pt>
                <c:pt idx="1264">
                  <c:v>17.437999999999999</c:v>
                </c:pt>
                <c:pt idx="1265">
                  <c:v>17.094000000000001</c:v>
                </c:pt>
                <c:pt idx="1266">
                  <c:v>17.14</c:v>
                </c:pt>
                <c:pt idx="1267">
                  <c:v>16.728000000000002</c:v>
                </c:pt>
                <c:pt idx="1268">
                  <c:v>16.707999999999998</c:v>
                </c:pt>
                <c:pt idx="1269">
                  <c:v>16.82</c:v>
                </c:pt>
                <c:pt idx="1270">
                  <c:v>16.91</c:v>
                </c:pt>
                <c:pt idx="1271">
                  <c:v>16.844000000000001</c:v>
                </c:pt>
                <c:pt idx="1272">
                  <c:v>17.09</c:v>
                </c:pt>
                <c:pt idx="1273">
                  <c:v>16.716000000000001</c:v>
                </c:pt>
                <c:pt idx="1274">
                  <c:v>16.824000000000002</c:v>
                </c:pt>
                <c:pt idx="1275">
                  <c:v>17.012</c:v>
                </c:pt>
                <c:pt idx="1276">
                  <c:v>17.079999999999998</c:v>
                </c:pt>
                <c:pt idx="1277">
                  <c:v>16.829999999999998</c:v>
                </c:pt>
                <c:pt idx="1278">
                  <c:v>16.844000000000001</c:v>
                </c:pt>
                <c:pt idx="1279">
                  <c:v>16.850000000000001</c:v>
                </c:pt>
                <c:pt idx="1280">
                  <c:v>16.760000000000002</c:v>
                </c:pt>
                <c:pt idx="1281">
                  <c:v>16.378</c:v>
                </c:pt>
                <c:pt idx="1282">
                  <c:v>16.326000000000001</c:v>
                </c:pt>
                <c:pt idx="1283">
                  <c:v>17.065999999999999</c:v>
                </c:pt>
                <c:pt idx="1284">
                  <c:v>17.134</c:v>
                </c:pt>
                <c:pt idx="1285">
                  <c:v>16.898</c:v>
                </c:pt>
                <c:pt idx="1286">
                  <c:v>17.288</c:v>
                </c:pt>
                <c:pt idx="1287">
                  <c:v>17.440000000000001</c:v>
                </c:pt>
                <c:pt idx="1288">
                  <c:v>17.765999999999998</c:v>
                </c:pt>
                <c:pt idx="1289">
                  <c:v>17.616</c:v>
                </c:pt>
                <c:pt idx="1290">
                  <c:v>17.488</c:v>
                </c:pt>
                <c:pt idx="1291">
                  <c:v>17.628</c:v>
                </c:pt>
                <c:pt idx="1292">
                  <c:v>17.571999999999999</c:v>
                </c:pt>
                <c:pt idx="1293">
                  <c:v>17.350000000000001</c:v>
                </c:pt>
                <c:pt idx="1294">
                  <c:v>17.52</c:v>
                </c:pt>
                <c:pt idx="1295">
                  <c:v>17.158000000000001</c:v>
                </c:pt>
                <c:pt idx="1296">
                  <c:v>17.091999999999999</c:v>
                </c:pt>
                <c:pt idx="1297">
                  <c:v>17.324000000000002</c:v>
                </c:pt>
                <c:pt idx="1298">
                  <c:v>16.712</c:v>
                </c:pt>
                <c:pt idx="1299">
                  <c:v>16.616</c:v>
                </c:pt>
                <c:pt idx="1300">
                  <c:v>16.57</c:v>
                </c:pt>
                <c:pt idx="1301">
                  <c:v>16.13</c:v>
                </c:pt>
                <c:pt idx="1302">
                  <c:v>16.094000000000001</c:v>
                </c:pt>
                <c:pt idx="1303">
                  <c:v>16.271999999999998</c:v>
                </c:pt>
                <c:pt idx="1304">
                  <c:v>15.75</c:v>
                </c:pt>
                <c:pt idx="1305">
                  <c:v>15.694000000000001</c:v>
                </c:pt>
                <c:pt idx="1306">
                  <c:v>16.498000000000001</c:v>
                </c:pt>
                <c:pt idx="1307">
                  <c:v>16.658000000000001</c:v>
                </c:pt>
                <c:pt idx="1308">
                  <c:v>17.03</c:v>
                </c:pt>
                <c:pt idx="1309">
                  <c:v>17.079999999999998</c:v>
                </c:pt>
                <c:pt idx="1310">
                  <c:v>17.161999999999999</c:v>
                </c:pt>
                <c:pt idx="1311">
                  <c:v>17.224</c:v>
                </c:pt>
                <c:pt idx="1312">
                  <c:v>17.094000000000001</c:v>
                </c:pt>
                <c:pt idx="1313">
                  <c:v>17.056000000000001</c:v>
                </c:pt>
                <c:pt idx="1314">
                  <c:v>17.164000000000001</c:v>
                </c:pt>
                <c:pt idx="1315">
                  <c:v>17.32</c:v>
                </c:pt>
                <c:pt idx="1316">
                  <c:v>17.456</c:v>
                </c:pt>
                <c:pt idx="1317">
                  <c:v>17.004000000000001</c:v>
                </c:pt>
                <c:pt idx="1318">
                  <c:v>16.998000000000001</c:v>
                </c:pt>
                <c:pt idx="1319">
                  <c:v>16.942</c:v>
                </c:pt>
                <c:pt idx="1320">
                  <c:v>17.54</c:v>
                </c:pt>
                <c:pt idx="1321">
                  <c:v>17.434000000000001</c:v>
                </c:pt>
                <c:pt idx="1322">
                  <c:v>17.364000000000001</c:v>
                </c:pt>
                <c:pt idx="1323">
                  <c:v>17.123999999999999</c:v>
                </c:pt>
                <c:pt idx="1324">
                  <c:v>16.795999999999999</c:v>
                </c:pt>
                <c:pt idx="1325">
                  <c:v>16.670000000000002</c:v>
                </c:pt>
                <c:pt idx="1326">
                  <c:v>17.225999999999999</c:v>
                </c:pt>
                <c:pt idx="1327">
                  <c:v>17.294</c:v>
                </c:pt>
                <c:pt idx="1328">
                  <c:v>17.378</c:v>
                </c:pt>
                <c:pt idx="1329">
                  <c:v>17.13</c:v>
                </c:pt>
                <c:pt idx="1330">
                  <c:v>16.71</c:v>
                </c:pt>
                <c:pt idx="1331">
                  <c:v>16.576000000000001</c:v>
                </c:pt>
                <c:pt idx="1332">
                  <c:v>16.428000000000001</c:v>
                </c:pt>
                <c:pt idx="1333">
                  <c:v>16.256</c:v>
                </c:pt>
                <c:pt idx="1334">
                  <c:v>16.350000000000001</c:v>
                </c:pt>
                <c:pt idx="1335">
                  <c:v>16.393999999999998</c:v>
                </c:pt>
                <c:pt idx="1336">
                  <c:v>16.488</c:v>
                </c:pt>
                <c:pt idx="1337">
                  <c:v>16.46</c:v>
                </c:pt>
                <c:pt idx="1338">
                  <c:v>16.094000000000001</c:v>
                </c:pt>
                <c:pt idx="1339">
                  <c:v>15.827999999999999</c:v>
                </c:pt>
                <c:pt idx="1340">
                  <c:v>15.888</c:v>
                </c:pt>
                <c:pt idx="1341">
                  <c:v>16.094000000000001</c:v>
                </c:pt>
                <c:pt idx="1342">
                  <c:v>15.994</c:v>
                </c:pt>
                <c:pt idx="1343">
                  <c:v>16.46</c:v>
                </c:pt>
                <c:pt idx="1344">
                  <c:v>16.391999999999999</c:v>
                </c:pt>
                <c:pt idx="1345">
                  <c:v>16.14</c:v>
                </c:pt>
                <c:pt idx="1346">
                  <c:v>16.14</c:v>
                </c:pt>
                <c:pt idx="1347">
                  <c:v>16.635999999999999</c:v>
                </c:pt>
                <c:pt idx="1348">
                  <c:v>16.73</c:v>
                </c:pt>
                <c:pt idx="1349">
                  <c:v>16.632000000000001</c:v>
                </c:pt>
                <c:pt idx="1350">
                  <c:v>16.222000000000001</c:v>
                </c:pt>
                <c:pt idx="1351">
                  <c:v>16.646000000000001</c:v>
                </c:pt>
                <c:pt idx="1352">
                  <c:v>16.047999999999998</c:v>
                </c:pt>
                <c:pt idx="1353">
                  <c:v>16.649999999999999</c:v>
                </c:pt>
                <c:pt idx="1354">
                  <c:v>16.611999999999998</c:v>
                </c:pt>
                <c:pt idx="1355">
                  <c:v>16.510000000000002</c:v>
                </c:pt>
                <c:pt idx="1356">
                  <c:v>16.494</c:v>
                </c:pt>
                <c:pt idx="1357">
                  <c:v>16.126000000000001</c:v>
                </c:pt>
                <c:pt idx="1358">
                  <c:v>16</c:v>
                </c:pt>
                <c:pt idx="1359">
                  <c:v>15.84</c:v>
                </c:pt>
                <c:pt idx="1360">
                  <c:v>15.904</c:v>
                </c:pt>
                <c:pt idx="1361">
                  <c:v>16.077999999999999</c:v>
                </c:pt>
                <c:pt idx="1362">
                  <c:v>15.77</c:v>
                </c:pt>
                <c:pt idx="1363">
                  <c:v>15.906000000000001</c:v>
                </c:pt>
                <c:pt idx="1364">
                  <c:v>15.72</c:v>
                </c:pt>
                <c:pt idx="1365">
                  <c:v>15.862</c:v>
                </c:pt>
                <c:pt idx="1366">
                  <c:v>15.974</c:v>
                </c:pt>
                <c:pt idx="1367">
                  <c:v>15.788</c:v>
                </c:pt>
                <c:pt idx="1368">
                  <c:v>16.385999999999999</c:v>
                </c:pt>
                <c:pt idx="1369">
                  <c:v>16.443999999999999</c:v>
                </c:pt>
                <c:pt idx="1370">
                  <c:v>16.635999999999999</c:v>
                </c:pt>
                <c:pt idx="1371">
                  <c:v>16.78</c:v>
                </c:pt>
                <c:pt idx="1372">
                  <c:v>16.251999999999999</c:v>
                </c:pt>
                <c:pt idx="1373">
                  <c:v>16.385999999999999</c:v>
                </c:pt>
                <c:pt idx="1374">
                  <c:v>16.326000000000001</c:v>
                </c:pt>
                <c:pt idx="1375">
                  <c:v>16.46</c:v>
                </c:pt>
                <c:pt idx="1376">
                  <c:v>16.866</c:v>
                </c:pt>
                <c:pt idx="1377">
                  <c:v>16.872</c:v>
                </c:pt>
                <c:pt idx="1378">
                  <c:v>16.814</c:v>
                </c:pt>
                <c:pt idx="1379">
                  <c:v>16.814</c:v>
                </c:pt>
                <c:pt idx="1380">
                  <c:v>16.8</c:v>
                </c:pt>
                <c:pt idx="1381">
                  <c:v>17.122</c:v>
                </c:pt>
                <c:pt idx="1382">
                  <c:v>17.074000000000002</c:v>
                </c:pt>
                <c:pt idx="1383">
                  <c:v>17.12</c:v>
                </c:pt>
                <c:pt idx="1384">
                  <c:v>16.757999999999999</c:v>
                </c:pt>
                <c:pt idx="1385">
                  <c:v>17.149999999999999</c:v>
                </c:pt>
                <c:pt idx="1386">
                  <c:v>16.876000000000001</c:v>
                </c:pt>
                <c:pt idx="1387">
                  <c:v>17.474</c:v>
                </c:pt>
                <c:pt idx="1388">
                  <c:v>17.670000000000002</c:v>
                </c:pt>
                <c:pt idx="1389">
                  <c:v>17.864000000000001</c:v>
                </c:pt>
                <c:pt idx="1390">
                  <c:v>17.981999999999999</c:v>
                </c:pt>
                <c:pt idx="1391">
                  <c:v>17.98</c:v>
                </c:pt>
                <c:pt idx="1392">
                  <c:v>18.23</c:v>
                </c:pt>
                <c:pt idx="1393">
                  <c:v>18.623999999999999</c:v>
                </c:pt>
                <c:pt idx="1394">
                  <c:v>18.510000000000002</c:v>
                </c:pt>
                <c:pt idx="1395">
                  <c:v>18.47</c:v>
                </c:pt>
                <c:pt idx="1396">
                  <c:v>18.297999999999998</c:v>
                </c:pt>
                <c:pt idx="1397">
                  <c:v>18.198</c:v>
                </c:pt>
                <c:pt idx="1398">
                  <c:v>18.132000000000001</c:v>
                </c:pt>
                <c:pt idx="1399">
                  <c:v>17.88</c:v>
                </c:pt>
                <c:pt idx="1400">
                  <c:v>17.462</c:v>
                </c:pt>
                <c:pt idx="1401">
                  <c:v>17.239999999999998</c:v>
                </c:pt>
                <c:pt idx="1402">
                  <c:v>17.231999999999999</c:v>
                </c:pt>
                <c:pt idx="1403">
                  <c:v>16.904</c:v>
                </c:pt>
                <c:pt idx="1404">
                  <c:v>17.484000000000002</c:v>
                </c:pt>
                <c:pt idx="1405">
                  <c:v>17.385999999999999</c:v>
                </c:pt>
                <c:pt idx="1406">
                  <c:v>16.79</c:v>
                </c:pt>
                <c:pt idx="1407">
                  <c:v>16.713999999999999</c:v>
                </c:pt>
                <c:pt idx="1408">
                  <c:v>16.309999999999999</c:v>
                </c:pt>
                <c:pt idx="1409">
                  <c:v>16.225999999999999</c:v>
                </c:pt>
                <c:pt idx="1410">
                  <c:v>16.698</c:v>
                </c:pt>
                <c:pt idx="1411">
                  <c:v>16.584</c:v>
                </c:pt>
                <c:pt idx="1412">
                  <c:v>15.698</c:v>
                </c:pt>
                <c:pt idx="1413">
                  <c:v>15.375999999999999</c:v>
                </c:pt>
                <c:pt idx="1414">
                  <c:v>15.768000000000001</c:v>
                </c:pt>
                <c:pt idx="1415">
                  <c:v>15.734</c:v>
                </c:pt>
                <c:pt idx="1416">
                  <c:v>15.802</c:v>
                </c:pt>
                <c:pt idx="1417">
                  <c:v>15.56</c:v>
                </c:pt>
                <c:pt idx="1418">
                  <c:v>15.114000000000001</c:v>
                </c:pt>
                <c:pt idx="1419">
                  <c:v>15.35</c:v>
                </c:pt>
                <c:pt idx="1420">
                  <c:v>15.122</c:v>
                </c:pt>
                <c:pt idx="1421">
                  <c:v>15.084</c:v>
                </c:pt>
                <c:pt idx="1422">
                  <c:v>15.318</c:v>
                </c:pt>
                <c:pt idx="1423">
                  <c:v>15.62</c:v>
                </c:pt>
                <c:pt idx="1424">
                  <c:v>15.95</c:v>
                </c:pt>
                <c:pt idx="1425">
                  <c:v>15.88</c:v>
                </c:pt>
                <c:pt idx="1426">
                  <c:v>15.696</c:v>
                </c:pt>
                <c:pt idx="1427">
                  <c:v>16.088000000000001</c:v>
                </c:pt>
                <c:pt idx="1428">
                  <c:v>16.404</c:v>
                </c:pt>
                <c:pt idx="1429">
                  <c:v>16.8</c:v>
                </c:pt>
                <c:pt idx="1430">
                  <c:v>16.667999999999999</c:v>
                </c:pt>
                <c:pt idx="1431">
                  <c:v>16.79</c:v>
                </c:pt>
                <c:pt idx="1432">
                  <c:v>17.076000000000001</c:v>
                </c:pt>
                <c:pt idx="1433">
                  <c:v>16.704000000000001</c:v>
                </c:pt>
                <c:pt idx="1434">
                  <c:v>16.844000000000001</c:v>
                </c:pt>
                <c:pt idx="1435">
                  <c:v>16.378</c:v>
                </c:pt>
                <c:pt idx="1436">
                  <c:v>16.41</c:v>
                </c:pt>
                <c:pt idx="1437">
                  <c:v>16.456</c:v>
                </c:pt>
                <c:pt idx="1438">
                  <c:v>16.468</c:v>
                </c:pt>
                <c:pt idx="1439">
                  <c:v>15.614000000000001</c:v>
                </c:pt>
                <c:pt idx="1440">
                  <c:v>14.564</c:v>
                </c:pt>
                <c:pt idx="1441">
                  <c:v>14.614000000000001</c:v>
                </c:pt>
                <c:pt idx="1442">
                  <c:v>14.738</c:v>
                </c:pt>
                <c:pt idx="1443">
                  <c:v>14.81</c:v>
                </c:pt>
                <c:pt idx="1444">
                  <c:v>14.836</c:v>
                </c:pt>
                <c:pt idx="1445">
                  <c:v>14.878</c:v>
                </c:pt>
                <c:pt idx="1446">
                  <c:v>14.932</c:v>
                </c:pt>
                <c:pt idx="1447">
                  <c:v>14.506</c:v>
                </c:pt>
                <c:pt idx="1448">
                  <c:v>14.48</c:v>
                </c:pt>
                <c:pt idx="1449">
                  <c:v>15.385999999999999</c:v>
                </c:pt>
                <c:pt idx="1450">
                  <c:v>15.598000000000001</c:v>
                </c:pt>
                <c:pt idx="1451">
                  <c:v>15.598000000000001</c:v>
                </c:pt>
                <c:pt idx="1452">
                  <c:v>15.284000000000001</c:v>
                </c:pt>
                <c:pt idx="1453">
                  <c:v>15.1</c:v>
                </c:pt>
                <c:pt idx="1454">
                  <c:v>15.414</c:v>
                </c:pt>
                <c:pt idx="1455">
                  <c:v>15.936</c:v>
                </c:pt>
                <c:pt idx="1456">
                  <c:v>15.512</c:v>
                </c:pt>
                <c:pt idx="1457">
                  <c:v>15.528</c:v>
                </c:pt>
                <c:pt idx="1458">
                  <c:v>15.592000000000001</c:v>
                </c:pt>
                <c:pt idx="1459">
                  <c:v>15.782</c:v>
                </c:pt>
                <c:pt idx="1460">
                  <c:v>15.256</c:v>
                </c:pt>
                <c:pt idx="1461">
                  <c:v>15.134</c:v>
                </c:pt>
                <c:pt idx="1462">
                  <c:v>14.728</c:v>
                </c:pt>
                <c:pt idx="1463">
                  <c:v>14.385999999999999</c:v>
                </c:pt>
                <c:pt idx="1464">
                  <c:v>15.12</c:v>
                </c:pt>
                <c:pt idx="1465">
                  <c:v>15.286</c:v>
                </c:pt>
                <c:pt idx="1466">
                  <c:v>15.608000000000001</c:v>
                </c:pt>
                <c:pt idx="1467">
                  <c:v>14.75</c:v>
                </c:pt>
                <c:pt idx="1468">
                  <c:v>14.098000000000001</c:v>
                </c:pt>
                <c:pt idx="1469">
                  <c:v>13.824</c:v>
                </c:pt>
                <c:pt idx="1470">
                  <c:v>14.26</c:v>
                </c:pt>
                <c:pt idx="1471">
                  <c:v>14.132</c:v>
                </c:pt>
                <c:pt idx="1472">
                  <c:v>13.988</c:v>
                </c:pt>
                <c:pt idx="1473">
                  <c:v>13.148</c:v>
                </c:pt>
                <c:pt idx="1474">
                  <c:v>13.242000000000001</c:v>
                </c:pt>
                <c:pt idx="1475">
                  <c:v>13.513999999999999</c:v>
                </c:pt>
                <c:pt idx="1476">
                  <c:v>13.366</c:v>
                </c:pt>
                <c:pt idx="1477">
                  <c:v>12.792</c:v>
                </c:pt>
                <c:pt idx="1478">
                  <c:v>11.336</c:v>
                </c:pt>
                <c:pt idx="1479">
                  <c:v>11.343999999999999</c:v>
                </c:pt>
                <c:pt idx="1480">
                  <c:v>11.59</c:v>
                </c:pt>
                <c:pt idx="1481">
                  <c:v>11.58</c:v>
                </c:pt>
                <c:pt idx="1482">
                  <c:v>11.407999999999999</c:v>
                </c:pt>
                <c:pt idx="1483">
                  <c:v>10.884</c:v>
                </c:pt>
                <c:pt idx="1484">
                  <c:v>10.476000000000001</c:v>
                </c:pt>
                <c:pt idx="1485">
                  <c:v>10.068</c:v>
                </c:pt>
                <c:pt idx="1486">
                  <c:v>10.3</c:v>
                </c:pt>
                <c:pt idx="1487">
                  <c:v>10.536</c:v>
                </c:pt>
                <c:pt idx="1488">
                  <c:v>10.87</c:v>
                </c:pt>
                <c:pt idx="1489">
                  <c:v>10.64</c:v>
                </c:pt>
                <c:pt idx="1490">
                  <c:v>10.53</c:v>
                </c:pt>
                <c:pt idx="1491">
                  <c:v>10.722</c:v>
                </c:pt>
                <c:pt idx="1492">
                  <c:v>10.87</c:v>
                </c:pt>
                <c:pt idx="1493">
                  <c:v>10.904</c:v>
                </c:pt>
                <c:pt idx="1494">
                  <c:v>10.71</c:v>
                </c:pt>
                <c:pt idx="1495">
                  <c:v>11.118</c:v>
                </c:pt>
                <c:pt idx="1496">
                  <c:v>11</c:v>
                </c:pt>
                <c:pt idx="1497">
                  <c:v>11.125999999999999</c:v>
                </c:pt>
                <c:pt idx="1498">
                  <c:v>11.346</c:v>
                </c:pt>
                <c:pt idx="1499">
                  <c:v>11.134</c:v>
                </c:pt>
                <c:pt idx="1500">
                  <c:v>10.814</c:v>
                </c:pt>
                <c:pt idx="1501">
                  <c:v>10.976000000000001</c:v>
                </c:pt>
                <c:pt idx="1502">
                  <c:v>10.702</c:v>
                </c:pt>
                <c:pt idx="1503">
                  <c:v>10.464</c:v>
                </c:pt>
                <c:pt idx="1504">
                  <c:v>10.35</c:v>
                </c:pt>
                <c:pt idx="1505">
                  <c:v>10.778</c:v>
                </c:pt>
                <c:pt idx="1506">
                  <c:v>10.922000000000001</c:v>
                </c:pt>
                <c:pt idx="1507">
                  <c:v>11.224</c:v>
                </c:pt>
                <c:pt idx="1508">
                  <c:v>11.128</c:v>
                </c:pt>
                <c:pt idx="1509">
                  <c:v>11.224</c:v>
                </c:pt>
                <c:pt idx="1510">
                  <c:v>11.394</c:v>
                </c:pt>
                <c:pt idx="1511">
                  <c:v>11.388</c:v>
                </c:pt>
                <c:pt idx="1512">
                  <c:v>11.087999999999999</c:v>
                </c:pt>
                <c:pt idx="1513">
                  <c:v>11.45</c:v>
                </c:pt>
                <c:pt idx="1514">
                  <c:v>11.692</c:v>
                </c:pt>
                <c:pt idx="1515">
                  <c:v>11.922000000000001</c:v>
                </c:pt>
                <c:pt idx="1516">
                  <c:v>11.9</c:v>
                </c:pt>
                <c:pt idx="1517">
                  <c:v>11.726000000000001</c:v>
                </c:pt>
                <c:pt idx="1518">
                  <c:v>11.885999999999999</c:v>
                </c:pt>
                <c:pt idx="1519">
                  <c:v>11.996</c:v>
                </c:pt>
                <c:pt idx="1520">
                  <c:v>12.154</c:v>
                </c:pt>
                <c:pt idx="1521">
                  <c:v>11.95</c:v>
                </c:pt>
                <c:pt idx="1522">
                  <c:v>12.26</c:v>
                </c:pt>
                <c:pt idx="1523">
                  <c:v>12.318</c:v>
                </c:pt>
                <c:pt idx="1524">
                  <c:v>12.257999999999999</c:v>
                </c:pt>
                <c:pt idx="1525">
                  <c:v>12.35</c:v>
                </c:pt>
                <c:pt idx="1526">
                  <c:v>12.48</c:v>
                </c:pt>
                <c:pt idx="1527">
                  <c:v>12.608000000000001</c:v>
                </c:pt>
                <c:pt idx="1528">
                  <c:v>12.62</c:v>
                </c:pt>
                <c:pt idx="1529">
                  <c:v>12.702</c:v>
                </c:pt>
                <c:pt idx="1530">
                  <c:v>12.718</c:v>
                </c:pt>
                <c:pt idx="1531">
                  <c:v>13.068</c:v>
                </c:pt>
                <c:pt idx="1532">
                  <c:v>12.586</c:v>
                </c:pt>
                <c:pt idx="1533">
                  <c:v>12.676</c:v>
                </c:pt>
                <c:pt idx="1534">
                  <c:v>12.997999999999999</c:v>
                </c:pt>
                <c:pt idx="1535">
                  <c:v>12.928000000000001</c:v>
                </c:pt>
                <c:pt idx="1536">
                  <c:v>13.02</c:v>
                </c:pt>
                <c:pt idx="1537">
                  <c:v>13.167999999999999</c:v>
                </c:pt>
                <c:pt idx="1538">
                  <c:v>13.494</c:v>
                </c:pt>
                <c:pt idx="1539">
                  <c:v>14.01</c:v>
                </c:pt>
                <c:pt idx="1540">
                  <c:v>13.766</c:v>
                </c:pt>
                <c:pt idx="1541">
                  <c:v>13.278</c:v>
                </c:pt>
                <c:pt idx="1542">
                  <c:v>12.99</c:v>
                </c:pt>
                <c:pt idx="1543">
                  <c:v>13.21</c:v>
                </c:pt>
                <c:pt idx="1544">
                  <c:v>13.442</c:v>
                </c:pt>
                <c:pt idx="1545">
                  <c:v>13.308</c:v>
                </c:pt>
                <c:pt idx="1546">
                  <c:v>12.891999999999999</c:v>
                </c:pt>
                <c:pt idx="1547">
                  <c:v>12.688000000000001</c:v>
                </c:pt>
                <c:pt idx="1548">
                  <c:v>13.013999999999999</c:v>
                </c:pt>
                <c:pt idx="1549">
                  <c:v>13.71</c:v>
                </c:pt>
                <c:pt idx="1550">
                  <c:v>13.763999999999999</c:v>
                </c:pt>
                <c:pt idx="1551">
                  <c:v>13.683999999999999</c:v>
                </c:pt>
                <c:pt idx="1552">
                  <c:v>13.858000000000001</c:v>
                </c:pt>
                <c:pt idx="1553">
                  <c:v>13.965999999999999</c:v>
                </c:pt>
                <c:pt idx="1554">
                  <c:v>14.061999999999999</c:v>
                </c:pt>
                <c:pt idx="1555">
                  <c:v>14.734</c:v>
                </c:pt>
                <c:pt idx="1556">
                  <c:v>14.284000000000001</c:v>
                </c:pt>
                <c:pt idx="1557">
                  <c:v>14.512</c:v>
                </c:pt>
                <c:pt idx="1558">
                  <c:v>14.778</c:v>
                </c:pt>
                <c:pt idx="1559">
                  <c:v>14.848000000000001</c:v>
                </c:pt>
                <c:pt idx="1560">
                  <c:v>14.634</c:v>
                </c:pt>
                <c:pt idx="1561">
                  <c:v>14.414</c:v>
                </c:pt>
                <c:pt idx="1562">
                  <c:v>14.134</c:v>
                </c:pt>
                <c:pt idx="1563">
                  <c:v>13.942</c:v>
                </c:pt>
                <c:pt idx="1564">
                  <c:v>14.42</c:v>
                </c:pt>
                <c:pt idx="1565">
                  <c:v>14.651999999999999</c:v>
                </c:pt>
                <c:pt idx="1566">
                  <c:v>14.81</c:v>
                </c:pt>
                <c:pt idx="1567">
                  <c:v>14.77</c:v>
                </c:pt>
                <c:pt idx="1568">
                  <c:v>14.667999999999999</c:v>
                </c:pt>
                <c:pt idx="1569">
                  <c:v>14.398</c:v>
                </c:pt>
                <c:pt idx="1570">
                  <c:v>14.862</c:v>
                </c:pt>
                <c:pt idx="1571">
                  <c:v>14.731999999999999</c:v>
                </c:pt>
                <c:pt idx="1572">
                  <c:v>14.917999999999999</c:v>
                </c:pt>
                <c:pt idx="1573">
                  <c:v>14.814</c:v>
                </c:pt>
                <c:pt idx="1574">
                  <c:v>15.598000000000001</c:v>
                </c:pt>
                <c:pt idx="1575">
                  <c:v>15.215999999999999</c:v>
                </c:pt>
                <c:pt idx="1576">
                  <c:v>15.422000000000001</c:v>
                </c:pt>
                <c:pt idx="1577">
                  <c:v>15.308</c:v>
                </c:pt>
                <c:pt idx="1578">
                  <c:v>15.448</c:v>
                </c:pt>
                <c:pt idx="1579">
                  <c:v>15.616</c:v>
                </c:pt>
                <c:pt idx="1580">
                  <c:v>15.076000000000001</c:v>
                </c:pt>
                <c:pt idx="1581">
                  <c:v>15.224</c:v>
                </c:pt>
                <c:pt idx="1582">
                  <c:v>14.958</c:v>
                </c:pt>
                <c:pt idx="1583">
                  <c:v>16.07</c:v>
                </c:pt>
                <c:pt idx="1584">
                  <c:v>16.350000000000001</c:v>
                </c:pt>
                <c:pt idx="1585">
                  <c:v>17.126000000000001</c:v>
                </c:pt>
                <c:pt idx="1586">
                  <c:v>16.815999999999999</c:v>
                </c:pt>
                <c:pt idx="1587">
                  <c:v>15.648</c:v>
                </c:pt>
                <c:pt idx="1588">
                  <c:v>15.821999999999999</c:v>
                </c:pt>
                <c:pt idx="1589">
                  <c:v>15.188000000000001</c:v>
                </c:pt>
                <c:pt idx="1590">
                  <c:v>14.682</c:v>
                </c:pt>
                <c:pt idx="1591">
                  <c:v>14.182</c:v>
                </c:pt>
                <c:pt idx="1592">
                  <c:v>14.9</c:v>
                </c:pt>
                <c:pt idx="1593">
                  <c:v>14.98</c:v>
                </c:pt>
                <c:pt idx="1594">
                  <c:v>14.912000000000001</c:v>
                </c:pt>
                <c:pt idx="1595">
                  <c:v>14.68</c:v>
                </c:pt>
                <c:pt idx="1596">
                  <c:v>14.78</c:v>
                </c:pt>
                <c:pt idx="1597">
                  <c:v>15.208</c:v>
                </c:pt>
                <c:pt idx="1598">
                  <c:v>14.894</c:v>
                </c:pt>
                <c:pt idx="1599">
                  <c:v>15.122</c:v>
                </c:pt>
                <c:pt idx="1600">
                  <c:v>13.996</c:v>
                </c:pt>
                <c:pt idx="1601">
                  <c:v>13.798</c:v>
                </c:pt>
                <c:pt idx="1602">
                  <c:v>14.468</c:v>
                </c:pt>
                <c:pt idx="1603">
                  <c:v>15.082000000000001</c:v>
                </c:pt>
                <c:pt idx="1604">
                  <c:v>15.24</c:v>
                </c:pt>
                <c:pt idx="1605">
                  <c:v>15.47</c:v>
                </c:pt>
                <c:pt idx="1606">
                  <c:v>15.298</c:v>
                </c:pt>
                <c:pt idx="1607">
                  <c:v>14.917999999999999</c:v>
                </c:pt>
                <c:pt idx="1608">
                  <c:v>15.592000000000001</c:v>
                </c:pt>
                <c:pt idx="1609">
                  <c:v>14.635999999999999</c:v>
                </c:pt>
                <c:pt idx="1610">
                  <c:v>15.478</c:v>
                </c:pt>
                <c:pt idx="1611">
                  <c:v>15.478</c:v>
                </c:pt>
                <c:pt idx="1612">
                  <c:v>17.28</c:v>
                </c:pt>
                <c:pt idx="1613">
                  <c:v>16.672000000000001</c:v>
                </c:pt>
                <c:pt idx="1614">
                  <c:v>16.25</c:v>
                </c:pt>
                <c:pt idx="1615">
                  <c:v>15.978</c:v>
                </c:pt>
                <c:pt idx="1616">
                  <c:v>16.521999999999998</c:v>
                </c:pt>
                <c:pt idx="1617">
                  <c:v>15.984</c:v>
                </c:pt>
                <c:pt idx="1618">
                  <c:v>15.048</c:v>
                </c:pt>
                <c:pt idx="1619">
                  <c:v>15.8</c:v>
                </c:pt>
                <c:pt idx="1620">
                  <c:v>15.93</c:v>
                </c:pt>
                <c:pt idx="1621">
                  <c:v>15.114000000000001</c:v>
                </c:pt>
                <c:pt idx="1622">
                  <c:v>15.654</c:v>
                </c:pt>
                <c:pt idx="1623">
                  <c:v>16.899999999999999</c:v>
                </c:pt>
                <c:pt idx="1624">
                  <c:v>17.443999999999999</c:v>
                </c:pt>
                <c:pt idx="1625">
                  <c:v>17.443999999999999</c:v>
                </c:pt>
                <c:pt idx="1626">
                  <c:v>17.25</c:v>
                </c:pt>
                <c:pt idx="1627">
                  <c:v>17.57</c:v>
                </c:pt>
                <c:pt idx="1628">
                  <c:v>17.021999999999998</c:v>
                </c:pt>
                <c:pt idx="1629">
                  <c:v>16.899999999999999</c:v>
                </c:pt>
                <c:pt idx="1630">
                  <c:v>17.832000000000001</c:v>
                </c:pt>
                <c:pt idx="1631">
                  <c:v>16.36</c:v>
                </c:pt>
                <c:pt idx="1632">
                  <c:v>16.297999999999998</c:v>
                </c:pt>
                <c:pt idx="1633">
                  <c:v>15.15</c:v>
                </c:pt>
                <c:pt idx="1634">
                  <c:v>14.577999999999999</c:v>
                </c:pt>
                <c:pt idx="1635">
                  <c:v>15.788</c:v>
                </c:pt>
                <c:pt idx="1636">
                  <c:v>16.084</c:v>
                </c:pt>
                <c:pt idx="1637">
                  <c:v>14.976000000000001</c:v>
                </c:pt>
                <c:pt idx="1638">
                  <c:v>12.23</c:v>
                </c:pt>
                <c:pt idx="1639">
                  <c:v>11.846</c:v>
                </c:pt>
                <c:pt idx="1640">
                  <c:v>11.288</c:v>
                </c:pt>
                <c:pt idx="1641">
                  <c:v>10.676</c:v>
                </c:pt>
                <c:pt idx="1642">
                  <c:v>12.034000000000001</c:v>
                </c:pt>
                <c:pt idx="1643">
                  <c:v>11.738</c:v>
                </c:pt>
                <c:pt idx="1644">
                  <c:v>12.798</c:v>
                </c:pt>
                <c:pt idx="1645">
                  <c:v>12.974</c:v>
                </c:pt>
                <c:pt idx="1646">
                  <c:v>15.426</c:v>
                </c:pt>
                <c:pt idx="1647">
                  <c:v>15.804</c:v>
                </c:pt>
                <c:pt idx="1648">
                  <c:v>15.273999999999999</c:v>
                </c:pt>
                <c:pt idx="1649">
                  <c:v>18.510000000000002</c:v>
                </c:pt>
                <c:pt idx="1650">
                  <c:v>19.670000000000002</c:v>
                </c:pt>
                <c:pt idx="1651">
                  <c:v>20.13</c:v>
                </c:pt>
                <c:pt idx="1652">
                  <c:v>19.925999999999998</c:v>
                </c:pt>
                <c:pt idx="1653">
                  <c:v>19.808</c:v>
                </c:pt>
                <c:pt idx="1654">
                  <c:v>19.41</c:v>
                </c:pt>
                <c:pt idx="1655">
                  <c:v>20.48</c:v>
                </c:pt>
                <c:pt idx="1656">
                  <c:v>21.305</c:v>
                </c:pt>
                <c:pt idx="1657">
                  <c:v>21.465</c:v>
                </c:pt>
                <c:pt idx="1658">
                  <c:v>21.86</c:v>
                </c:pt>
                <c:pt idx="1659">
                  <c:v>22.734999999999999</c:v>
                </c:pt>
                <c:pt idx="1660">
                  <c:v>23.175000000000001</c:v>
                </c:pt>
                <c:pt idx="1661">
                  <c:v>23.3</c:v>
                </c:pt>
                <c:pt idx="1662">
                  <c:v>23.204999999999998</c:v>
                </c:pt>
                <c:pt idx="1663">
                  <c:v>23.28</c:v>
                </c:pt>
                <c:pt idx="1664">
                  <c:v>23.524999999999999</c:v>
                </c:pt>
                <c:pt idx="1665">
                  <c:v>24.004999999999999</c:v>
                </c:pt>
                <c:pt idx="1666">
                  <c:v>23.64</c:v>
                </c:pt>
                <c:pt idx="1667">
                  <c:v>23.48</c:v>
                </c:pt>
                <c:pt idx="1668">
                  <c:v>23.68</c:v>
                </c:pt>
                <c:pt idx="1669">
                  <c:v>23.785</c:v>
                </c:pt>
                <c:pt idx="1670">
                  <c:v>24</c:v>
                </c:pt>
                <c:pt idx="1671">
                  <c:v>23.61</c:v>
                </c:pt>
                <c:pt idx="1672">
                  <c:v>23.15</c:v>
                </c:pt>
                <c:pt idx="1673">
                  <c:v>23.75</c:v>
                </c:pt>
                <c:pt idx="1674">
                  <c:v>24.23</c:v>
                </c:pt>
                <c:pt idx="1675">
                  <c:v>25.254999999999999</c:v>
                </c:pt>
                <c:pt idx="1676">
                  <c:v>25.42</c:v>
                </c:pt>
                <c:pt idx="1677">
                  <c:v>25.44</c:v>
                </c:pt>
                <c:pt idx="1678">
                  <c:v>25.91</c:v>
                </c:pt>
                <c:pt idx="1679">
                  <c:v>25.805</c:v>
                </c:pt>
                <c:pt idx="1680">
                  <c:v>25.934999999999999</c:v>
                </c:pt>
                <c:pt idx="1681">
                  <c:v>26</c:v>
                </c:pt>
                <c:pt idx="1682">
                  <c:v>26.41</c:v>
                </c:pt>
                <c:pt idx="1683">
                  <c:v>26.484999999999999</c:v>
                </c:pt>
                <c:pt idx="1684">
                  <c:v>26.425000000000001</c:v>
                </c:pt>
                <c:pt idx="1685">
                  <c:v>26.445</c:v>
                </c:pt>
                <c:pt idx="1686">
                  <c:v>26.49</c:v>
                </c:pt>
                <c:pt idx="1687">
                  <c:v>26.62</c:v>
                </c:pt>
                <c:pt idx="1688">
                  <c:v>26.64</c:v>
                </c:pt>
                <c:pt idx="1689">
                  <c:v>26.824999999999999</c:v>
                </c:pt>
                <c:pt idx="1690">
                  <c:v>26.98</c:v>
                </c:pt>
                <c:pt idx="1691">
                  <c:v>27.15</c:v>
                </c:pt>
                <c:pt idx="1692">
                  <c:v>26.93</c:v>
                </c:pt>
                <c:pt idx="1693">
                  <c:v>26.545000000000002</c:v>
                </c:pt>
                <c:pt idx="1694">
                  <c:v>26.164999999999999</c:v>
                </c:pt>
                <c:pt idx="1695">
                  <c:v>26.295000000000002</c:v>
                </c:pt>
                <c:pt idx="1696">
                  <c:v>26.55</c:v>
                </c:pt>
                <c:pt idx="1697">
                  <c:v>26.5</c:v>
                </c:pt>
                <c:pt idx="1698">
                  <c:v>26.5</c:v>
                </c:pt>
                <c:pt idx="1699">
                  <c:v>26.375</c:v>
                </c:pt>
                <c:pt idx="1700">
                  <c:v>26.295000000000002</c:v>
                </c:pt>
                <c:pt idx="1701">
                  <c:v>26.54</c:v>
                </c:pt>
                <c:pt idx="1702">
                  <c:v>26.375</c:v>
                </c:pt>
                <c:pt idx="1703">
                  <c:v>26.295000000000002</c:v>
                </c:pt>
                <c:pt idx="1704">
                  <c:v>26.094999999999999</c:v>
                </c:pt>
                <c:pt idx="1705">
                  <c:v>25.91</c:v>
                </c:pt>
                <c:pt idx="1706">
                  <c:v>25.945</c:v>
                </c:pt>
                <c:pt idx="1707">
                  <c:v>25.855</c:v>
                </c:pt>
                <c:pt idx="1708">
                  <c:v>25.91</c:v>
                </c:pt>
                <c:pt idx="1709">
                  <c:v>25.95</c:v>
                </c:pt>
                <c:pt idx="1710">
                  <c:v>25.96</c:v>
                </c:pt>
                <c:pt idx="1711">
                  <c:v>25.504999999999999</c:v>
                </c:pt>
                <c:pt idx="1712">
                  <c:v>25.625</c:v>
                </c:pt>
                <c:pt idx="1713">
                  <c:v>25.405000000000001</c:v>
                </c:pt>
                <c:pt idx="1714">
                  <c:v>25.87</c:v>
                </c:pt>
                <c:pt idx="1715">
                  <c:v>26</c:v>
                </c:pt>
                <c:pt idx="1716">
                  <c:v>26.26</c:v>
                </c:pt>
                <c:pt idx="1717">
                  <c:v>26.36</c:v>
                </c:pt>
                <c:pt idx="1718">
                  <c:v>26.67</c:v>
                </c:pt>
                <c:pt idx="1719">
                  <c:v>26.54</c:v>
                </c:pt>
                <c:pt idx="1720">
                  <c:v>26.4</c:v>
                </c:pt>
                <c:pt idx="1721">
                  <c:v>26.55</c:v>
                </c:pt>
                <c:pt idx="1722">
                  <c:v>26.745000000000001</c:v>
                </c:pt>
                <c:pt idx="1723">
                  <c:v>26.855</c:v>
                </c:pt>
                <c:pt idx="1724">
                  <c:v>26.975000000000001</c:v>
                </c:pt>
                <c:pt idx="1725">
                  <c:v>26.89</c:v>
                </c:pt>
                <c:pt idx="1726">
                  <c:v>27.305</c:v>
                </c:pt>
                <c:pt idx="1727">
                  <c:v>27.355</c:v>
                </c:pt>
                <c:pt idx="1728">
                  <c:v>27.2</c:v>
                </c:pt>
                <c:pt idx="1729">
                  <c:v>27.22</c:v>
                </c:pt>
                <c:pt idx="1730">
                  <c:v>27.24</c:v>
                </c:pt>
                <c:pt idx="1731">
                  <c:v>27.204999999999998</c:v>
                </c:pt>
                <c:pt idx="1732">
                  <c:v>27.085000000000001</c:v>
                </c:pt>
                <c:pt idx="1733">
                  <c:v>26.76</c:v>
                </c:pt>
                <c:pt idx="1734">
                  <c:v>26.26</c:v>
                </c:pt>
                <c:pt idx="1735">
                  <c:v>26.035</c:v>
                </c:pt>
                <c:pt idx="1736">
                  <c:v>26.94</c:v>
                </c:pt>
                <c:pt idx="1737">
                  <c:v>27.015000000000001</c:v>
                </c:pt>
                <c:pt idx="1738">
                  <c:v>27</c:v>
                </c:pt>
                <c:pt idx="1739">
                  <c:v>26.9</c:v>
                </c:pt>
                <c:pt idx="1740">
                  <c:v>26.84</c:v>
                </c:pt>
                <c:pt idx="1741">
                  <c:v>26.675000000000001</c:v>
                </c:pt>
                <c:pt idx="1742">
                  <c:v>26.49</c:v>
                </c:pt>
                <c:pt idx="1743">
                  <c:v>26.085000000000001</c:v>
                </c:pt>
                <c:pt idx="1744">
                  <c:v>25.914999999999999</c:v>
                </c:pt>
                <c:pt idx="1745">
                  <c:v>26.125</c:v>
                </c:pt>
                <c:pt idx="1746">
                  <c:v>26.09</c:v>
                </c:pt>
                <c:pt idx="1747">
                  <c:v>26.175000000000001</c:v>
                </c:pt>
                <c:pt idx="1748">
                  <c:v>26.16</c:v>
                </c:pt>
                <c:pt idx="1749">
                  <c:v>26.29</c:v>
                </c:pt>
                <c:pt idx="1750">
                  <c:v>25.965</c:v>
                </c:pt>
                <c:pt idx="1751">
                  <c:v>25.815000000000001</c:v>
                </c:pt>
                <c:pt idx="1752">
                  <c:v>25.89</c:v>
                </c:pt>
                <c:pt idx="1753">
                  <c:v>26.22</c:v>
                </c:pt>
                <c:pt idx="1754">
                  <c:v>25.99</c:v>
                </c:pt>
                <c:pt idx="1755">
                  <c:v>25.815000000000001</c:v>
                </c:pt>
                <c:pt idx="1756">
                  <c:v>25.9</c:v>
                </c:pt>
                <c:pt idx="1757">
                  <c:v>26.78</c:v>
                </c:pt>
                <c:pt idx="1758">
                  <c:v>26.9</c:v>
                </c:pt>
                <c:pt idx="1759">
                  <c:v>27.07</c:v>
                </c:pt>
                <c:pt idx="1760">
                  <c:v>26.684999999999999</c:v>
                </c:pt>
                <c:pt idx="1761">
                  <c:v>26.395</c:v>
                </c:pt>
                <c:pt idx="1762">
                  <c:v>26.405000000000001</c:v>
                </c:pt>
                <c:pt idx="1763">
                  <c:v>26.614999999999998</c:v>
                </c:pt>
                <c:pt idx="1764">
                  <c:v>26.63</c:v>
                </c:pt>
                <c:pt idx="1765">
                  <c:v>26.454999999999998</c:v>
                </c:pt>
                <c:pt idx="1766">
                  <c:v>26.375</c:v>
                </c:pt>
                <c:pt idx="1767">
                  <c:v>26.344999999999999</c:v>
                </c:pt>
                <c:pt idx="1768">
                  <c:v>26.33</c:v>
                </c:pt>
                <c:pt idx="1769">
                  <c:v>25.68</c:v>
                </c:pt>
                <c:pt idx="1770">
                  <c:v>25.57</c:v>
                </c:pt>
                <c:pt idx="1771">
                  <c:v>25.85</c:v>
                </c:pt>
                <c:pt idx="1772">
                  <c:v>26.015000000000001</c:v>
                </c:pt>
                <c:pt idx="1773">
                  <c:v>25.42</c:v>
                </c:pt>
                <c:pt idx="1774">
                  <c:v>25.15</c:v>
                </c:pt>
                <c:pt idx="1775">
                  <c:v>25.504999999999999</c:v>
                </c:pt>
                <c:pt idx="1776">
                  <c:v>25.324999999999999</c:v>
                </c:pt>
                <c:pt idx="1777">
                  <c:v>25.11</c:v>
                </c:pt>
                <c:pt idx="1778">
                  <c:v>25.225000000000001</c:v>
                </c:pt>
                <c:pt idx="1779">
                  <c:v>25.315000000000001</c:v>
                </c:pt>
                <c:pt idx="1780">
                  <c:v>25.16</c:v>
                </c:pt>
                <c:pt idx="1781">
                  <c:v>24.925000000000001</c:v>
                </c:pt>
                <c:pt idx="1782">
                  <c:v>25.015000000000001</c:v>
                </c:pt>
                <c:pt idx="1783">
                  <c:v>25.024999999999999</c:v>
                </c:pt>
                <c:pt idx="1784">
                  <c:v>25.285</c:v>
                </c:pt>
                <c:pt idx="1785">
                  <c:v>25.37</c:v>
                </c:pt>
                <c:pt idx="1786">
                  <c:v>25.105</c:v>
                </c:pt>
                <c:pt idx="1787">
                  <c:v>25.34</c:v>
                </c:pt>
                <c:pt idx="1788">
                  <c:v>24.89</c:v>
                </c:pt>
                <c:pt idx="1789">
                  <c:v>24.83</c:v>
                </c:pt>
                <c:pt idx="1790">
                  <c:v>25.39</c:v>
                </c:pt>
                <c:pt idx="1791">
                  <c:v>25.82</c:v>
                </c:pt>
                <c:pt idx="1792">
                  <c:v>25.57</c:v>
                </c:pt>
                <c:pt idx="1793">
                  <c:v>25.565000000000001</c:v>
                </c:pt>
                <c:pt idx="1794">
                  <c:v>25.795000000000002</c:v>
                </c:pt>
                <c:pt idx="1795">
                  <c:v>25.285</c:v>
                </c:pt>
                <c:pt idx="1796">
                  <c:v>25.405000000000001</c:v>
                </c:pt>
                <c:pt idx="1797">
                  <c:v>25.675000000000001</c:v>
                </c:pt>
                <c:pt idx="1798">
                  <c:v>26.274999999999999</c:v>
                </c:pt>
                <c:pt idx="1799">
                  <c:v>27.08</c:v>
                </c:pt>
                <c:pt idx="1800">
                  <c:v>28.475000000000001</c:v>
                </c:pt>
                <c:pt idx="1801">
                  <c:v>28.495000000000001</c:v>
                </c:pt>
                <c:pt idx="1802">
                  <c:v>28.535</c:v>
                </c:pt>
                <c:pt idx="1803">
                  <c:v>28.375</c:v>
                </c:pt>
                <c:pt idx="1804">
                  <c:v>28.385000000000002</c:v>
                </c:pt>
                <c:pt idx="1805">
                  <c:v>28.515000000000001</c:v>
                </c:pt>
                <c:pt idx="1806">
                  <c:v>28.62</c:v>
                </c:pt>
                <c:pt idx="1807">
                  <c:v>28.445</c:v>
                </c:pt>
                <c:pt idx="1808">
                  <c:v>28.265000000000001</c:v>
                </c:pt>
                <c:pt idx="1809">
                  <c:v>28.065000000000001</c:v>
                </c:pt>
                <c:pt idx="1810">
                  <c:v>28.28</c:v>
                </c:pt>
                <c:pt idx="1811">
                  <c:v>28.66</c:v>
                </c:pt>
                <c:pt idx="1812">
                  <c:v>28.82</c:v>
                </c:pt>
                <c:pt idx="1813">
                  <c:v>28.895</c:v>
                </c:pt>
                <c:pt idx="1814">
                  <c:v>29</c:v>
                </c:pt>
                <c:pt idx="1815">
                  <c:v>28.9</c:v>
                </c:pt>
                <c:pt idx="1816">
                  <c:v>28.8</c:v>
                </c:pt>
                <c:pt idx="1817">
                  <c:v>28.76</c:v>
                </c:pt>
                <c:pt idx="1818">
                  <c:v>28.83</c:v>
                </c:pt>
                <c:pt idx="1819">
                  <c:v>28.73</c:v>
                </c:pt>
                <c:pt idx="1820">
                  <c:v>28.92</c:v>
                </c:pt>
                <c:pt idx="1821">
                  <c:v>29.004999999999999</c:v>
                </c:pt>
                <c:pt idx="1822">
                  <c:v>28.71</c:v>
                </c:pt>
                <c:pt idx="1823">
                  <c:v>28.79</c:v>
                </c:pt>
                <c:pt idx="1824">
                  <c:v>29.114999999999998</c:v>
                </c:pt>
                <c:pt idx="1825">
                  <c:v>28.984999999999999</c:v>
                </c:pt>
                <c:pt idx="1826">
                  <c:v>28.88</c:v>
                </c:pt>
                <c:pt idx="1827">
                  <c:v>28.98</c:v>
                </c:pt>
                <c:pt idx="1828">
                  <c:v>28.954999999999998</c:v>
                </c:pt>
                <c:pt idx="1829">
                  <c:v>28.66</c:v>
                </c:pt>
                <c:pt idx="1830">
                  <c:v>28.524999999999999</c:v>
                </c:pt>
                <c:pt idx="1831">
                  <c:v>28.135000000000002</c:v>
                </c:pt>
                <c:pt idx="1832">
                  <c:v>28.265000000000001</c:v>
                </c:pt>
                <c:pt idx="1833">
                  <c:v>28.24</c:v>
                </c:pt>
                <c:pt idx="1834">
                  <c:v>28.29</c:v>
                </c:pt>
                <c:pt idx="1835">
                  <c:v>28.594999999999999</c:v>
                </c:pt>
                <c:pt idx="1836">
                  <c:v>28.484999999999999</c:v>
                </c:pt>
                <c:pt idx="1837">
                  <c:v>28.364999999999998</c:v>
                </c:pt>
                <c:pt idx="1838">
                  <c:v>28.114999999999998</c:v>
                </c:pt>
                <c:pt idx="1839">
                  <c:v>27.82</c:v>
                </c:pt>
                <c:pt idx="1840">
                  <c:v>27.745000000000001</c:v>
                </c:pt>
                <c:pt idx="1841">
                  <c:v>27.864999999999998</c:v>
                </c:pt>
                <c:pt idx="1842">
                  <c:v>27.86</c:v>
                </c:pt>
                <c:pt idx="1843">
                  <c:v>27.914999999999999</c:v>
                </c:pt>
                <c:pt idx="1844">
                  <c:v>27.86</c:v>
                </c:pt>
                <c:pt idx="1845">
                  <c:v>28.164999999999999</c:v>
                </c:pt>
                <c:pt idx="1846">
                  <c:v>28.18</c:v>
                </c:pt>
                <c:pt idx="1847">
                  <c:v>28.06</c:v>
                </c:pt>
                <c:pt idx="1848">
                  <c:v>28.835000000000001</c:v>
                </c:pt>
                <c:pt idx="1849">
                  <c:v>29</c:v>
                </c:pt>
                <c:pt idx="1850">
                  <c:v>28.914999999999999</c:v>
                </c:pt>
                <c:pt idx="1851">
                  <c:v>28.92</c:v>
                </c:pt>
                <c:pt idx="1852">
                  <c:v>28.85</c:v>
                </c:pt>
                <c:pt idx="1853">
                  <c:v>28.91</c:v>
                </c:pt>
                <c:pt idx="1854">
                  <c:v>28.704999999999998</c:v>
                </c:pt>
                <c:pt idx="1855">
                  <c:v>28.25</c:v>
                </c:pt>
                <c:pt idx="1856">
                  <c:v>28.12</c:v>
                </c:pt>
                <c:pt idx="1857">
                  <c:v>27.98</c:v>
                </c:pt>
                <c:pt idx="1858">
                  <c:v>28.04</c:v>
                </c:pt>
                <c:pt idx="1859">
                  <c:v>27.754999999999999</c:v>
                </c:pt>
                <c:pt idx="1860">
                  <c:v>28.6</c:v>
                </c:pt>
                <c:pt idx="1861">
                  <c:v>28.855</c:v>
                </c:pt>
                <c:pt idx="1862">
                  <c:v>28.594999999999999</c:v>
                </c:pt>
                <c:pt idx="1863">
                  <c:v>28.48</c:v>
                </c:pt>
                <c:pt idx="1864">
                  <c:v>28.48</c:v>
                </c:pt>
                <c:pt idx="1865">
                  <c:v>28.13</c:v>
                </c:pt>
                <c:pt idx="1866">
                  <c:v>28.254999999999999</c:v>
                </c:pt>
                <c:pt idx="1867">
                  <c:v>28.66</c:v>
                </c:pt>
                <c:pt idx="1868">
                  <c:v>28.62</c:v>
                </c:pt>
                <c:pt idx="1869">
                  <c:v>29.07</c:v>
                </c:pt>
                <c:pt idx="1870">
                  <c:v>28.555</c:v>
                </c:pt>
                <c:pt idx="1871">
                  <c:v>28.555</c:v>
                </c:pt>
                <c:pt idx="1872">
                  <c:v>28.63</c:v>
                </c:pt>
                <c:pt idx="1873">
                  <c:v>28.55</c:v>
                </c:pt>
                <c:pt idx="1874">
                  <c:v>28.63</c:v>
                </c:pt>
                <c:pt idx="1875">
                  <c:v>28.68</c:v>
                </c:pt>
                <c:pt idx="1876">
                  <c:v>28.844999999999999</c:v>
                </c:pt>
                <c:pt idx="1877">
                  <c:v>28.945</c:v>
                </c:pt>
                <c:pt idx="1878">
                  <c:v>28.695</c:v>
                </c:pt>
                <c:pt idx="1879">
                  <c:v>28.995000000000001</c:v>
                </c:pt>
                <c:pt idx="1880">
                  <c:v>28.75</c:v>
                </c:pt>
                <c:pt idx="1881">
                  <c:v>28.434999999999999</c:v>
                </c:pt>
                <c:pt idx="1882">
                  <c:v>28.52</c:v>
                </c:pt>
                <c:pt idx="1883">
                  <c:v>28.324999999999999</c:v>
                </c:pt>
                <c:pt idx="1884">
                  <c:v>28.254999999999999</c:v>
                </c:pt>
                <c:pt idx="1885">
                  <c:v>27.98</c:v>
                </c:pt>
                <c:pt idx="1886">
                  <c:v>27.805</c:v>
                </c:pt>
                <c:pt idx="1887">
                  <c:v>27.88</c:v>
                </c:pt>
                <c:pt idx="1888">
                  <c:v>28</c:v>
                </c:pt>
                <c:pt idx="1889">
                  <c:v>27.76</c:v>
                </c:pt>
                <c:pt idx="1890">
                  <c:v>27.96</c:v>
                </c:pt>
                <c:pt idx="1891">
                  <c:v>28.21</c:v>
                </c:pt>
                <c:pt idx="1892">
                  <c:v>28.18</c:v>
                </c:pt>
                <c:pt idx="1893">
                  <c:v>28.355</c:v>
                </c:pt>
                <c:pt idx="1894">
                  <c:v>28.24</c:v>
                </c:pt>
                <c:pt idx="1895">
                  <c:v>27.97</c:v>
                </c:pt>
                <c:pt idx="1896">
                  <c:v>27.914999999999999</c:v>
                </c:pt>
                <c:pt idx="1897">
                  <c:v>27.63</c:v>
                </c:pt>
                <c:pt idx="1898">
                  <c:v>27.21</c:v>
                </c:pt>
                <c:pt idx="1899">
                  <c:v>27.265000000000001</c:v>
                </c:pt>
                <c:pt idx="1900">
                  <c:v>26.98</c:v>
                </c:pt>
                <c:pt idx="1901">
                  <c:v>27.545000000000002</c:v>
                </c:pt>
                <c:pt idx="1902">
                  <c:v>27.574999999999999</c:v>
                </c:pt>
                <c:pt idx="1903">
                  <c:v>27.555</c:v>
                </c:pt>
                <c:pt idx="1904">
                  <c:v>27.39</c:v>
                </c:pt>
                <c:pt idx="1905">
                  <c:v>27.335000000000001</c:v>
                </c:pt>
                <c:pt idx="1906">
                  <c:v>27.43</c:v>
                </c:pt>
                <c:pt idx="1907">
                  <c:v>27.67</c:v>
                </c:pt>
                <c:pt idx="1908">
                  <c:v>27.7</c:v>
                </c:pt>
                <c:pt idx="1909">
                  <c:v>27.504999999999999</c:v>
                </c:pt>
                <c:pt idx="1910">
                  <c:v>27.65</c:v>
                </c:pt>
                <c:pt idx="1911">
                  <c:v>27.745000000000001</c:v>
                </c:pt>
                <c:pt idx="1912">
                  <c:v>27.905000000000001</c:v>
                </c:pt>
                <c:pt idx="1913">
                  <c:v>27.725000000000001</c:v>
                </c:pt>
                <c:pt idx="1914">
                  <c:v>27.635000000000002</c:v>
                </c:pt>
                <c:pt idx="1915">
                  <c:v>27.524999999999999</c:v>
                </c:pt>
                <c:pt idx="1916">
                  <c:v>27.954999999999998</c:v>
                </c:pt>
                <c:pt idx="1917">
                  <c:v>27.8</c:v>
                </c:pt>
                <c:pt idx="1918">
                  <c:v>27.66</c:v>
                </c:pt>
                <c:pt idx="1919">
                  <c:v>27.57</c:v>
                </c:pt>
                <c:pt idx="1920">
                  <c:v>27.655000000000001</c:v>
                </c:pt>
                <c:pt idx="1921">
                  <c:v>27.96</c:v>
                </c:pt>
                <c:pt idx="1922">
                  <c:v>27.905000000000001</c:v>
                </c:pt>
                <c:pt idx="1923">
                  <c:v>27.574999999999999</c:v>
                </c:pt>
                <c:pt idx="1924">
                  <c:v>27.2</c:v>
                </c:pt>
                <c:pt idx="1925">
                  <c:v>27.08</c:v>
                </c:pt>
                <c:pt idx="1926">
                  <c:v>26.05</c:v>
                </c:pt>
                <c:pt idx="1927">
                  <c:v>25.765000000000001</c:v>
                </c:pt>
                <c:pt idx="1928">
                  <c:v>25.49</c:v>
                </c:pt>
                <c:pt idx="1929">
                  <c:v>26.01</c:v>
                </c:pt>
                <c:pt idx="1930">
                  <c:v>26.06</c:v>
                </c:pt>
                <c:pt idx="1931">
                  <c:v>25.925000000000001</c:v>
                </c:pt>
                <c:pt idx="1932">
                  <c:v>26.36</c:v>
                </c:pt>
                <c:pt idx="1933">
                  <c:v>26.824999999999999</c:v>
                </c:pt>
                <c:pt idx="1934">
                  <c:v>26.19</c:v>
                </c:pt>
                <c:pt idx="1935">
                  <c:v>26.315000000000001</c:v>
                </c:pt>
                <c:pt idx="1936">
                  <c:v>26.51</c:v>
                </c:pt>
                <c:pt idx="1937">
                  <c:v>26.33</c:v>
                </c:pt>
                <c:pt idx="1938">
                  <c:v>26.405000000000001</c:v>
                </c:pt>
                <c:pt idx="1939">
                  <c:v>26.51</c:v>
                </c:pt>
                <c:pt idx="1940">
                  <c:v>26.3</c:v>
                </c:pt>
                <c:pt idx="1941">
                  <c:v>26.324999999999999</c:v>
                </c:pt>
                <c:pt idx="1942">
                  <c:v>26.37</c:v>
                </c:pt>
                <c:pt idx="1943">
                  <c:v>26.414999999999999</c:v>
                </c:pt>
                <c:pt idx="1944">
                  <c:v>25.925000000000001</c:v>
                </c:pt>
                <c:pt idx="1945">
                  <c:v>25.954999999999998</c:v>
                </c:pt>
                <c:pt idx="1946">
                  <c:v>25.655000000000001</c:v>
                </c:pt>
                <c:pt idx="1947">
                  <c:v>25.504999999999999</c:v>
                </c:pt>
                <c:pt idx="1948">
                  <c:v>24.95</c:v>
                </c:pt>
                <c:pt idx="1949">
                  <c:v>25.035</c:v>
                </c:pt>
                <c:pt idx="1950">
                  <c:v>25.035</c:v>
                </c:pt>
                <c:pt idx="1951">
                  <c:v>25.145</c:v>
                </c:pt>
                <c:pt idx="1952">
                  <c:v>25.08</c:v>
                </c:pt>
                <c:pt idx="1953">
                  <c:v>25.445</c:v>
                </c:pt>
                <c:pt idx="1954">
                  <c:v>25.22</c:v>
                </c:pt>
                <c:pt idx="1955">
                  <c:v>25.824999999999999</c:v>
                </c:pt>
                <c:pt idx="1956">
                  <c:v>26.065000000000001</c:v>
                </c:pt>
                <c:pt idx="1957">
                  <c:v>26.05</c:v>
                </c:pt>
                <c:pt idx="1958">
                  <c:v>26.14</c:v>
                </c:pt>
                <c:pt idx="1959">
                  <c:v>25.87</c:v>
                </c:pt>
                <c:pt idx="1960">
                  <c:v>25.57</c:v>
                </c:pt>
                <c:pt idx="1961">
                  <c:v>26.22</c:v>
                </c:pt>
                <c:pt idx="1962">
                  <c:v>25.55</c:v>
                </c:pt>
                <c:pt idx="1963">
                  <c:v>27.11</c:v>
                </c:pt>
                <c:pt idx="1964">
                  <c:v>27.114999999999998</c:v>
                </c:pt>
                <c:pt idx="1965">
                  <c:v>26.704999999999998</c:v>
                </c:pt>
                <c:pt idx="1966">
                  <c:v>26.64</c:v>
                </c:pt>
                <c:pt idx="1967">
                  <c:v>26.535</c:v>
                </c:pt>
                <c:pt idx="1968">
                  <c:v>26.545000000000002</c:v>
                </c:pt>
                <c:pt idx="1969">
                  <c:v>26.7</c:v>
                </c:pt>
                <c:pt idx="1970">
                  <c:v>26</c:v>
                </c:pt>
                <c:pt idx="1971">
                  <c:v>27.015000000000001</c:v>
                </c:pt>
                <c:pt idx="1972">
                  <c:v>26.52</c:v>
                </c:pt>
                <c:pt idx="1973">
                  <c:v>26.914999999999999</c:v>
                </c:pt>
                <c:pt idx="1974">
                  <c:v>27.1</c:v>
                </c:pt>
                <c:pt idx="1975">
                  <c:v>27.07</c:v>
                </c:pt>
                <c:pt idx="1976">
                  <c:v>27.14</c:v>
                </c:pt>
                <c:pt idx="1977">
                  <c:v>27.405000000000001</c:v>
                </c:pt>
                <c:pt idx="1978">
                  <c:v>27.785</c:v>
                </c:pt>
                <c:pt idx="1979">
                  <c:v>27.69</c:v>
                </c:pt>
                <c:pt idx="1980">
                  <c:v>27.805</c:v>
                </c:pt>
                <c:pt idx="1981">
                  <c:v>27.85</c:v>
                </c:pt>
                <c:pt idx="1982">
                  <c:v>27.65</c:v>
                </c:pt>
                <c:pt idx="1983">
                  <c:v>27.785</c:v>
                </c:pt>
                <c:pt idx="1984">
                  <c:v>27.364999999999998</c:v>
                </c:pt>
                <c:pt idx="1985">
                  <c:v>27.605</c:v>
                </c:pt>
                <c:pt idx="1986">
                  <c:v>28.16</c:v>
                </c:pt>
                <c:pt idx="1987">
                  <c:v>27.3</c:v>
                </c:pt>
                <c:pt idx="1988">
                  <c:v>27.28</c:v>
                </c:pt>
                <c:pt idx="1989">
                  <c:v>27.155000000000001</c:v>
                </c:pt>
                <c:pt idx="1990">
                  <c:v>27.26</c:v>
                </c:pt>
                <c:pt idx="1991">
                  <c:v>27.375</c:v>
                </c:pt>
                <c:pt idx="1992">
                  <c:v>27.454999999999998</c:v>
                </c:pt>
                <c:pt idx="1993">
                  <c:v>28.28</c:v>
                </c:pt>
                <c:pt idx="1994">
                  <c:v>28.585000000000001</c:v>
                </c:pt>
                <c:pt idx="1995">
                  <c:v>28.285</c:v>
                </c:pt>
                <c:pt idx="1996">
                  <c:v>28.37</c:v>
                </c:pt>
                <c:pt idx="1997">
                  <c:v>28.52</c:v>
                </c:pt>
                <c:pt idx="1998">
                  <c:v>28.39</c:v>
                </c:pt>
                <c:pt idx="1999">
                  <c:v>28.2</c:v>
                </c:pt>
                <c:pt idx="2000">
                  <c:v>28.375</c:v>
                </c:pt>
                <c:pt idx="2001">
                  <c:v>29.324999999999999</c:v>
                </c:pt>
                <c:pt idx="2002">
                  <c:v>29.62</c:v>
                </c:pt>
                <c:pt idx="2003">
                  <c:v>29.274999999999999</c:v>
                </c:pt>
                <c:pt idx="2004">
                  <c:v>29.57</c:v>
                </c:pt>
                <c:pt idx="2005">
                  <c:v>30.07</c:v>
                </c:pt>
                <c:pt idx="2006">
                  <c:v>30.06</c:v>
                </c:pt>
                <c:pt idx="2007">
                  <c:v>29.835000000000001</c:v>
                </c:pt>
                <c:pt idx="2008">
                  <c:v>29.82</c:v>
                </c:pt>
                <c:pt idx="2009">
                  <c:v>29.574999999999999</c:v>
                </c:pt>
                <c:pt idx="2010">
                  <c:v>29.51</c:v>
                </c:pt>
                <c:pt idx="2011">
                  <c:v>29.524999999999999</c:v>
                </c:pt>
                <c:pt idx="2012">
                  <c:v>29.68</c:v>
                </c:pt>
                <c:pt idx="2013">
                  <c:v>28.95</c:v>
                </c:pt>
                <c:pt idx="2014">
                  <c:v>28.614999999999998</c:v>
                </c:pt>
                <c:pt idx="2015">
                  <c:v>28.344999999999999</c:v>
                </c:pt>
                <c:pt idx="2016">
                  <c:v>28.324999999999999</c:v>
                </c:pt>
                <c:pt idx="2017">
                  <c:v>28.23</c:v>
                </c:pt>
                <c:pt idx="2018">
                  <c:v>27.815000000000001</c:v>
                </c:pt>
                <c:pt idx="2019">
                  <c:v>27.725000000000001</c:v>
                </c:pt>
                <c:pt idx="2020">
                  <c:v>27.62</c:v>
                </c:pt>
                <c:pt idx="2021">
                  <c:v>27.83</c:v>
                </c:pt>
                <c:pt idx="2022">
                  <c:v>27.56</c:v>
                </c:pt>
                <c:pt idx="2023">
                  <c:v>27.225000000000001</c:v>
                </c:pt>
                <c:pt idx="2024">
                  <c:v>27.32</c:v>
                </c:pt>
                <c:pt idx="2025">
                  <c:v>27.44</c:v>
                </c:pt>
                <c:pt idx="2026">
                  <c:v>27.82</c:v>
                </c:pt>
                <c:pt idx="2027">
                  <c:v>28.15</c:v>
                </c:pt>
                <c:pt idx="2028">
                  <c:v>27.99</c:v>
                </c:pt>
                <c:pt idx="2029">
                  <c:v>28.41</c:v>
                </c:pt>
                <c:pt idx="2030">
                  <c:v>28.21</c:v>
                </c:pt>
                <c:pt idx="2031">
                  <c:v>28.2</c:v>
                </c:pt>
                <c:pt idx="2032">
                  <c:v>28.32</c:v>
                </c:pt>
                <c:pt idx="2033">
                  <c:v>28.364999999999998</c:v>
                </c:pt>
                <c:pt idx="2034">
                  <c:v>28.13</c:v>
                </c:pt>
                <c:pt idx="2035">
                  <c:v>28.11</c:v>
                </c:pt>
                <c:pt idx="2036">
                  <c:v>27.92</c:v>
                </c:pt>
                <c:pt idx="2037">
                  <c:v>27.785</c:v>
                </c:pt>
                <c:pt idx="2038">
                  <c:v>27.58</c:v>
                </c:pt>
                <c:pt idx="2039">
                  <c:v>27.65</c:v>
                </c:pt>
                <c:pt idx="2040">
                  <c:v>27.484999999999999</c:v>
                </c:pt>
                <c:pt idx="2041">
                  <c:v>28.04</c:v>
                </c:pt>
                <c:pt idx="2042">
                  <c:v>28.23</c:v>
                </c:pt>
                <c:pt idx="2043">
                  <c:v>28.34</c:v>
                </c:pt>
                <c:pt idx="2044">
                  <c:v>28.52</c:v>
                </c:pt>
                <c:pt idx="2045">
                  <c:v>28.945</c:v>
                </c:pt>
                <c:pt idx="2046">
                  <c:v>28.98</c:v>
                </c:pt>
                <c:pt idx="2047">
                  <c:v>28.7</c:v>
                </c:pt>
                <c:pt idx="2048">
                  <c:v>28.605</c:v>
                </c:pt>
                <c:pt idx="2049">
                  <c:v>28.475000000000001</c:v>
                </c:pt>
                <c:pt idx="2050">
                  <c:v>28.91</c:v>
                </c:pt>
                <c:pt idx="2051">
                  <c:v>29.34</c:v>
                </c:pt>
                <c:pt idx="2052">
                  <c:v>29.19</c:v>
                </c:pt>
                <c:pt idx="2053">
                  <c:v>29.295000000000002</c:v>
                </c:pt>
                <c:pt idx="2054">
                  <c:v>29.09</c:v>
                </c:pt>
                <c:pt idx="2055">
                  <c:v>29.954999999999998</c:v>
                </c:pt>
                <c:pt idx="2056">
                  <c:v>30.015000000000001</c:v>
                </c:pt>
                <c:pt idx="2057">
                  <c:v>29.785</c:v>
                </c:pt>
                <c:pt idx="2058">
                  <c:v>29.754999999999999</c:v>
                </c:pt>
                <c:pt idx="2059">
                  <c:v>29.81</c:v>
                </c:pt>
                <c:pt idx="2060">
                  <c:v>29.475000000000001</c:v>
                </c:pt>
                <c:pt idx="2061">
                  <c:v>29.44</c:v>
                </c:pt>
                <c:pt idx="2062">
                  <c:v>29.33</c:v>
                </c:pt>
                <c:pt idx="2063">
                  <c:v>29.97</c:v>
                </c:pt>
                <c:pt idx="2064">
                  <c:v>29.79</c:v>
                </c:pt>
                <c:pt idx="2065">
                  <c:v>29.8</c:v>
                </c:pt>
                <c:pt idx="2066">
                  <c:v>30.48</c:v>
                </c:pt>
                <c:pt idx="2067">
                  <c:v>30.04</c:v>
                </c:pt>
                <c:pt idx="2068">
                  <c:v>29.6</c:v>
                </c:pt>
                <c:pt idx="2069">
                  <c:v>29.614999999999998</c:v>
                </c:pt>
                <c:pt idx="2070">
                  <c:v>29.55</c:v>
                </c:pt>
                <c:pt idx="2071">
                  <c:v>29.4</c:v>
                </c:pt>
                <c:pt idx="2072">
                  <c:v>29.77</c:v>
                </c:pt>
                <c:pt idx="2073">
                  <c:v>29.945</c:v>
                </c:pt>
                <c:pt idx="2074">
                  <c:v>29.914999999999999</c:v>
                </c:pt>
                <c:pt idx="2075">
                  <c:v>29.184999999999999</c:v>
                </c:pt>
                <c:pt idx="2076">
                  <c:v>28.85</c:v>
                </c:pt>
                <c:pt idx="2077">
                  <c:v>29.77</c:v>
                </c:pt>
                <c:pt idx="2078">
                  <c:v>28.815000000000001</c:v>
                </c:pt>
                <c:pt idx="2079">
                  <c:v>28.98</c:v>
                </c:pt>
                <c:pt idx="2080">
                  <c:v>29.135000000000002</c:v>
                </c:pt>
                <c:pt idx="2081">
                  <c:v>29.21</c:v>
                </c:pt>
                <c:pt idx="2082">
                  <c:v>28.88</c:v>
                </c:pt>
                <c:pt idx="2083">
                  <c:v>29.87</c:v>
                </c:pt>
                <c:pt idx="2084">
                  <c:v>29.125</c:v>
                </c:pt>
                <c:pt idx="2085">
                  <c:v>29.48</c:v>
                </c:pt>
                <c:pt idx="2086">
                  <c:v>29.855</c:v>
                </c:pt>
                <c:pt idx="2087">
                  <c:v>29.69</c:v>
                </c:pt>
                <c:pt idx="2088">
                  <c:v>29.8</c:v>
                </c:pt>
                <c:pt idx="2089">
                  <c:v>29.44</c:v>
                </c:pt>
                <c:pt idx="2090">
                  <c:v>29.63</c:v>
                </c:pt>
                <c:pt idx="2091">
                  <c:v>29.85</c:v>
                </c:pt>
                <c:pt idx="2092">
                  <c:v>29.95</c:v>
                </c:pt>
                <c:pt idx="2093">
                  <c:v>29.684999999999999</c:v>
                </c:pt>
                <c:pt idx="2094">
                  <c:v>29.85</c:v>
                </c:pt>
                <c:pt idx="2095">
                  <c:v>29.285</c:v>
                </c:pt>
                <c:pt idx="2096">
                  <c:v>29.195</c:v>
                </c:pt>
                <c:pt idx="2097">
                  <c:v>29.64</c:v>
                </c:pt>
                <c:pt idx="2098">
                  <c:v>30.21</c:v>
                </c:pt>
                <c:pt idx="2099">
                  <c:v>31.22</c:v>
                </c:pt>
                <c:pt idx="2100">
                  <c:v>31.35</c:v>
                </c:pt>
                <c:pt idx="2101">
                  <c:v>31.085000000000001</c:v>
                </c:pt>
                <c:pt idx="2102">
                  <c:v>31.24</c:v>
                </c:pt>
                <c:pt idx="2103">
                  <c:v>30.65</c:v>
                </c:pt>
                <c:pt idx="2104">
                  <c:v>30.62</c:v>
                </c:pt>
                <c:pt idx="2105">
                  <c:v>30.22</c:v>
                </c:pt>
                <c:pt idx="2106">
                  <c:v>30.16</c:v>
                </c:pt>
                <c:pt idx="2107">
                  <c:v>29.905000000000001</c:v>
                </c:pt>
                <c:pt idx="2108">
                  <c:v>30.16</c:v>
                </c:pt>
                <c:pt idx="2109">
                  <c:v>29.145</c:v>
                </c:pt>
                <c:pt idx="2110">
                  <c:v>29.585000000000001</c:v>
                </c:pt>
                <c:pt idx="2111">
                  <c:v>29.29</c:v>
                </c:pt>
                <c:pt idx="2112">
                  <c:v>28.945</c:v>
                </c:pt>
                <c:pt idx="2113">
                  <c:v>28.905000000000001</c:v>
                </c:pt>
                <c:pt idx="2114">
                  <c:v>29.01</c:v>
                </c:pt>
                <c:pt idx="2115">
                  <c:v>29.01</c:v>
                </c:pt>
                <c:pt idx="2116">
                  <c:v>28.954999999999998</c:v>
                </c:pt>
                <c:pt idx="2117">
                  <c:v>28.94</c:v>
                </c:pt>
                <c:pt idx="2118">
                  <c:v>29.094999999999999</c:v>
                </c:pt>
                <c:pt idx="2119">
                  <c:v>29.33</c:v>
                </c:pt>
                <c:pt idx="2120">
                  <c:v>28.99</c:v>
                </c:pt>
                <c:pt idx="2121">
                  <c:v>28.765000000000001</c:v>
                </c:pt>
                <c:pt idx="2122">
                  <c:v>28.805</c:v>
                </c:pt>
                <c:pt idx="2123">
                  <c:v>28.39</c:v>
                </c:pt>
                <c:pt idx="2124">
                  <c:v>27.835000000000001</c:v>
                </c:pt>
                <c:pt idx="2125">
                  <c:v>27.59</c:v>
                </c:pt>
                <c:pt idx="2126">
                  <c:v>27.725000000000001</c:v>
                </c:pt>
                <c:pt idx="2127">
                  <c:v>27.61</c:v>
                </c:pt>
                <c:pt idx="2128">
                  <c:v>27.734999999999999</c:v>
                </c:pt>
                <c:pt idx="2129">
                  <c:v>27.59</c:v>
                </c:pt>
                <c:pt idx="2130">
                  <c:v>26.995000000000001</c:v>
                </c:pt>
                <c:pt idx="2131">
                  <c:v>26.97</c:v>
                </c:pt>
                <c:pt idx="2132">
                  <c:v>26.954999999999998</c:v>
                </c:pt>
                <c:pt idx="2133">
                  <c:v>26.04</c:v>
                </c:pt>
                <c:pt idx="2134">
                  <c:v>25.885000000000002</c:v>
                </c:pt>
                <c:pt idx="2135">
                  <c:v>25.785</c:v>
                </c:pt>
                <c:pt idx="2136">
                  <c:v>25.785</c:v>
                </c:pt>
                <c:pt idx="2137">
                  <c:v>25.76</c:v>
                </c:pt>
                <c:pt idx="2138">
                  <c:v>26.05</c:v>
                </c:pt>
                <c:pt idx="2139">
                  <c:v>25.545000000000002</c:v>
                </c:pt>
                <c:pt idx="2140">
                  <c:v>25.45</c:v>
                </c:pt>
                <c:pt idx="2141">
                  <c:v>25.495000000000001</c:v>
                </c:pt>
                <c:pt idx="2142">
                  <c:v>25.71</c:v>
                </c:pt>
                <c:pt idx="2143">
                  <c:v>25.295000000000002</c:v>
                </c:pt>
                <c:pt idx="2144">
                  <c:v>24.954999999999998</c:v>
                </c:pt>
                <c:pt idx="2145">
                  <c:v>25.26</c:v>
                </c:pt>
                <c:pt idx="2146">
                  <c:v>25.045000000000002</c:v>
                </c:pt>
                <c:pt idx="2147">
                  <c:v>25.204999999999998</c:v>
                </c:pt>
                <c:pt idx="2148">
                  <c:v>25.425000000000001</c:v>
                </c:pt>
                <c:pt idx="2149">
                  <c:v>25.635000000000002</c:v>
                </c:pt>
                <c:pt idx="2150">
                  <c:v>25.675000000000001</c:v>
                </c:pt>
                <c:pt idx="2151">
                  <c:v>25.605</c:v>
                </c:pt>
                <c:pt idx="2152">
                  <c:v>25.645</c:v>
                </c:pt>
                <c:pt idx="2153">
                  <c:v>25.815000000000001</c:v>
                </c:pt>
                <c:pt idx="2154">
                  <c:v>25.645</c:v>
                </c:pt>
                <c:pt idx="2155">
                  <c:v>25.37</c:v>
                </c:pt>
                <c:pt idx="2156">
                  <c:v>26</c:v>
                </c:pt>
                <c:pt idx="2157">
                  <c:v>26.21</c:v>
                </c:pt>
                <c:pt idx="2158">
                  <c:v>26.35</c:v>
                </c:pt>
                <c:pt idx="2159">
                  <c:v>26</c:v>
                </c:pt>
                <c:pt idx="2160">
                  <c:v>25.835000000000001</c:v>
                </c:pt>
                <c:pt idx="2161">
                  <c:v>25.77</c:v>
                </c:pt>
                <c:pt idx="2162">
                  <c:v>25.75</c:v>
                </c:pt>
                <c:pt idx="2163">
                  <c:v>25.824999999999999</c:v>
                </c:pt>
                <c:pt idx="2164">
                  <c:v>25.83</c:v>
                </c:pt>
                <c:pt idx="2165">
                  <c:v>25.69</c:v>
                </c:pt>
                <c:pt idx="2166">
                  <c:v>25.92</c:v>
                </c:pt>
                <c:pt idx="2167">
                  <c:v>25.954999999999998</c:v>
                </c:pt>
                <c:pt idx="2168">
                  <c:v>25.97</c:v>
                </c:pt>
                <c:pt idx="2169">
                  <c:v>25.58</c:v>
                </c:pt>
                <c:pt idx="2170">
                  <c:v>26.195</c:v>
                </c:pt>
                <c:pt idx="2171">
                  <c:v>26.63</c:v>
                </c:pt>
                <c:pt idx="2172">
                  <c:v>25.954999999999998</c:v>
                </c:pt>
                <c:pt idx="2173">
                  <c:v>26.885000000000002</c:v>
                </c:pt>
                <c:pt idx="2174">
                  <c:v>27.324999999999999</c:v>
                </c:pt>
                <c:pt idx="2175">
                  <c:v>27.605</c:v>
                </c:pt>
                <c:pt idx="2176">
                  <c:v>28.234999999999999</c:v>
                </c:pt>
                <c:pt idx="2177">
                  <c:v>28.375</c:v>
                </c:pt>
                <c:pt idx="2178">
                  <c:v>28.785</c:v>
                </c:pt>
                <c:pt idx="2179">
                  <c:v>28.745000000000001</c:v>
                </c:pt>
                <c:pt idx="2180">
                  <c:v>28.774999999999999</c:v>
                </c:pt>
                <c:pt idx="2181">
                  <c:v>28.824999999999999</c:v>
                </c:pt>
                <c:pt idx="2182">
                  <c:v>28.92</c:v>
                </c:pt>
                <c:pt idx="2183">
                  <c:v>28.815000000000001</c:v>
                </c:pt>
                <c:pt idx="2184">
                  <c:v>28.524999999999999</c:v>
                </c:pt>
                <c:pt idx="2185">
                  <c:v>28.664999999999999</c:v>
                </c:pt>
                <c:pt idx="2186">
                  <c:v>28.585000000000001</c:v>
                </c:pt>
                <c:pt idx="2187">
                  <c:v>28.75</c:v>
                </c:pt>
                <c:pt idx="2188">
                  <c:v>29.13</c:v>
                </c:pt>
                <c:pt idx="2189">
                  <c:v>29.02</c:v>
                </c:pt>
                <c:pt idx="2190">
                  <c:v>28.94</c:v>
                </c:pt>
                <c:pt idx="2191">
                  <c:v>28.855</c:v>
                </c:pt>
                <c:pt idx="2192">
                  <c:v>28.7</c:v>
                </c:pt>
                <c:pt idx="2193">
                  <c:v>28.574999999999999</c:v>
                </c:pt>
                <c:pt idx="2194">
                  <c:v>28.55</c:v>
                </c:pt>
                <c:pt idx="2195">
                  <c:v>28.315000000000001</c:v>
                </c:pt>
                <c:pt idx="2196">
                  <c:v>27.98</c:v>
                </c:pt>
                <c:pt idx="2197">
                  <c:v>27.785</c:v>
                </c:pt>
                <c:pt idx="2198">
                  <c:v>27.774999999999999</c:v>
                </c:pt>
                <c:pt idx="2199">
                  <c:v>27.85</c:v>
                </c:pt>
                <c:pt idx="2200">
                  <c:v>27.815000000000001</c:v>
                </c:pt>
                <c:pt idx="2201">
                  <c:v>27.815000000000001</c:v>
                </c:pt>
                <c:pt idx="2202">
                  <c:v>27.765000000000001</c:v>
                </c:pt>
                <c:pt idx="2203">
                  <c:v>27.315000000000001</c:v>
                </c:pt>
                <c:pt idx="2204">
                  <c:v>27.39</c:v>
                </c:pt>
                <c:pt idx="2205">
                  <c:v>27.59</c:v>
                </c:pt>
                <c:pt idx="2206">
                  <c:v>27.675000000000001</c:v>
                </c:pt>
                <c:pt idx="2207">
                  <c:v>27.4</c:v>
                </c:pt>
                <c:pt idx="2208">
                  <c:v>27.43</c:v>
                </c:pt>
                <c:pt idx="2209">
                  <c:v>27.63</c:v>
                </c:pt>
                <c:pt idx="2210">
                  <c:v>27.105</c:v>
                </c:pt>
                <c:pt idx="2211">
                  <c:v>26.925000000000001</c:v>
                </c:pt>
                <c:pt idx="2212">
                  <c:v>26.745000000000001</c:v>
                </c:pt>
                <c:pt idx="2213">
                  <c:v>26.94</c:v>
                </c:pt>
                <c:pt idx="2214">
                  <c:v>27.07</c:v>
                </c:pt>
                <c:pt idx="2215">
                  <c:v>27.09</c:v>
                </c:pt>
                <c:pt idx="2216">
                  <c:v>26.855</c:v>
                </c:pt>
                <c:pt idx="2217">
                  <c:v>26.81</c:v>
                </c:pt>
                <c:pt idx="2218">
                  <c:v>26.875</c:v>
                </c:pt>
                <c:pt idx="2219">
                  <c:v>26.86</c:v>
                </c:pt>
                <c:pt idx="2220">
                  <c:v>25.98</c:v>
                </c:pt>
                <c:pt idx="2221">
                  <c:v>26.2</c:v>
                </c:pt>
                <c:pt idx="2222">
                  <c:v>26.31</c:v>
                </c:pt>
                <c:pt idx="2223">
                  <c:v>26.31</c:v>
                </c:pt>
                <c:pt idx="2224">
                  <c:v>26.34</c:v>
                </c:pt>
                <c:pt idx="2225">
                  <c:v>26.234999999999999</c:v>
                </c:pt>
                <c:pt idx="2226">
                  <c:v>26.18</c:v>
                </c:pt>
                <c:pt idx="2227">
                  <c:v>26.815000000000001</c:v>
                </c:pt>
                <c:pt idx="2228">
                  <c:v>27.17</c:v>
                </c:pt>
                <c:pt idx="2229">
                  <c:v>27.425000000000001</c:v>
                </c:pt>
                <c:pt idx="2230">
                  <c:v>27.434999999999999</c:v>
                </c:pt>
                <c:pt idx="2231">
                  <c:v>27.734999999999999</c:v>
                </c:pt>
                <c:pt idx="2232">
                  <c:v>27.88</c:v>
                </c:pt>
                <c:pt idx="2233">
                  <c:v>27.895</c:v>
                </c:pt>
                <c:pt idx="2234">
                  <c:v>27.914999999999999</c:v>
                </c:pt>
                <c:pt idx="2235">
                  <c:v>27.515000000000001</c:v>
                </c:pt>
                <c:pt idx="2236">
                  <c:v>27.32</c:v>
                </c:pt>
                <c:pt idx="2237">
                  <c:v>27</c:v>
                </c:pt>
                <c:pt idx="2238">
                  <c:v>26.965</c:v>
                </c:pt>
                <c:pt idx="2239">
                  <c:v>26.695</c:v>
                </c:pt>
                <c:pt idx="2240">
                  <c:v>26.434999999999999</c:v>
                </c:pt>
                <c:pt idx="2241">
                  <c:v>26.05</c:v>
                </c:pt>
                <c:pt idx="2242">
                  <c:v>26.004999999999999</c:v>
                </c:pt>
                <c:pt idx="2243">
                  <c:v>26.16</c:v>
                </c:pt>
                <c:pt idx="2244">
                  <c:v>26.02</c:v>
                </c:pt>
                <c:pt idx="2245">
                  <c:v>25.934999999999999</c:v>
                </c:pt>
                <c:pt idx="2246">
                  <c:v>25.8</c:v>
                </c:pt>
                <c:pt idx="2247">
                  <c:v>25.824999999999999</c:v>
                </c:pt>
                <c:pt idx="2248">
                  <c:v>25.76</c:v>
                </c:pt>
                <c:pt idx="2249">
                  <c:v>25.86</c:v>
                </c:pt>
                <c:pt idx="2250">
                  <c:v>25.81</c:v>
                </c:pt>
                <c:pt idx="2251">
                  <c:v>25.66</c:v>
                </c:pt>
                <c:pt idx="2252">
                  <c:v>25.83</c:v>
                </c:pt>
                <c:pt idx="2253">
                  <c:v>25.82</c:v>
                </c:pt>
                <c:pt idx="2254">
                  <c:v>25.765000000000001</c:v>
                </c:pt>
                <c:pt idx="2255">
                  <c:v>25.68</c:v>
                </c:pt>
                <c:pt idx="2256">
                  <c:v>26</c:v>
                </c:pt>
                <c:pt idx="2257">
                  <c:v>25.84</c:v>
                </c:pt>
                <c:pt idx="2258">
                  <c:v>25.945</c:v>
                </c:pt>
                <c:pt idx="2259">
                  <c:v>25.614999999999998</c:v>
                </c:pt>
                <c:pt idx="2260">
                  <c:v>25.57</c:v>
                </c:pt>
                <c:pt idx="2261">
                  <c:v>25.61</c:v>
                </c:pt>
                <c:pt idx="2262">
                  <c:v>25.425000000000001</c:v>
                </c:pt>
                <c:pt idx="2263">
                  <c:v>25.425000000000001</c:v>
                </c:pt>
                <c:pt idx="2264">
                  <c:v>25.175000000000001</c:v>
                </c:pt>
                <c:pt idx="2265">
                  <c:v>24.83</c:v>
                </c:pt>
                <c:pt idx="2266">
                  <c:v>24.675000000000001</c:v>
                </c:pt>
                <c:pt idx="2267">
                  <c:v>24.445</c:v>
                </c:pt>
                <c:pt idx="2268">
                  <c:v>24.16</c:v>
                </c:pt>
                <c:pt idx="2269">
                  <c:v>24.015000000000001</c:v>
                </c:pt>
                <c:pt idx="2270">
                  <c:v>23.995000000000001</c:v>
                </c:pt>
                <c:pt idx="2271">
                  <c:v>24.24</c:v>
                </c:pt>
                <c:pt idx="2272">
                  <c:v>24.004999999999999</c:v>
                </c:pt>
                <c:pt idx="2273">
                  <c:v>23.79</c:v>
                </c:pt>
                <c:pt idx="2274">
                  <c:v>23.69</c:v>
                </c:pt>
                <c:pt idx="2275">
                  <c:v>23.54</c:v>
                </c:pt>
                <c:pt idx="2276">
                  <c:v>23.59</c:v>
                </c:pt>
                <c:pt idx="2277">
                  <c:v>23.46</c:v>
                </c:pt>
                <c:pt idx="2278">
                  <c:v>23.4</c:v>
                </c:pt>
                <c:pt idx="2279">
                  <c:v>23.274999999999999</c:v>
                </c:pt>
                <c:pt idx="2280">
                  <c:v>23.145</c:v>
                </c:pt>
                <c:pt idx="2281">
                  <c:v>23.15</c:v>
                </c:pt>
                <c:pt idx="2282">
                  <c:v>22.975000000000001</c:v>
                </c:pt>
                <c:pt idx="2283">
                  <c:v>23.204999999999998</c:v>
                </c:pt>
                <c:pt idx="2284">
                  <c:v>23.324999999999999</c:v>
                </c:pt>
                <c:pt idx="2285">
                  <c:v>23.26</c:v>
                </c:pt>
                <c:pt idx="2286">
                  <c:v>23.265000000000001</c:v>
                </c:pt>
                <c:pt idx="2287">
                  <c:v>23.32</c:v>
                </c:pt>
                <c:pt idx="2288">
                  <c:v>23.12</c:v>
                </c:pt>
                <c:pt idx="2289">
                  <c:v>23.2</c:v>
                </c:pt>
                <c:pt idx="2290">
                  <c:v>23.38</c:v>
                </c:pt>
                <c:pt idx="2291">
                  <c:v>23.44</c:v>
                </c:pt>
                <c:pt idx="2292">
                  <c:v>23.37</c:v>
                </c:pt>
                <c:pt idx="2293">
                  <c:v>23.574999999999999</c:v>
                </c:pt>
                <c:pt idx="2294">
                  <c:v>23.54</c:v>
                </c:pt>
                <c:pt idx="2295">
                  <c:v>23.954999999999998</c:v>
                </c:pt>
                <c:pt idx="2296">
                  <c:v>24.51</c:v>
                </c:pt>
                <c:pt idx="2297">
                  <c:v>24.49</c:v>
                </c:pt>
                <c:pt idx="2298">
                  <c:v>24.32</c:v>
                </c:pt>
                <c:pt idx="2299">
                  <c:v>24.27</c:v>
                </c:pt>
                <c:pt idx="2300">
                  <c:v>24.135000000000002</c:v>
                </c:pt>
                <c:pt idx="2301">
                  <c:v>24.14</c:v>
                </c:pt>
                <c:pt idx="2302">
                  <c:v>23.98</c:v>
                </c:pt>
                <c:pt idx="2303">
                  <c:v>23.914999999999999</c:v>
                </c:pt>
                <c:pt idx="2304">
                  <c:v>23.7</c:v>
                </c:pt>
                <c:pt idx="2305">
                  <c:v>23.59</c:v>
                </c:pt>
                <c:pt idx="2306">
                  <c:v>23.48</c:v>
                </c:pt>
                <c:pt idx="2307">
                  <c:v>23.375</c:v>
                </c:pt>
                <c:pt idx="2308">
                  <c:v>23.11</c:v>
                </c:pt>
                <c:pt idx="2309">
                  <c:v>23.245000000000001</c:v>
                </c:pt>
                <c:pt idx="2310">
                  <c:v>23.44</c:v>
                </c:pt>
                <c:pt idx="2311">
                  <c:v>23.39</c:v>
                </c:pt>
                <c:pt idx="2312">
                  <c:v>23.29</c:v>
                </c:pt>
                <c:pt idx="2313">
                  <c:v>23.504999999999999</c:v>
                </c:pt>
                <c:pt idx="2314">
                  <c:v>23.465</c:v>
                </c:pt>
                <c:pt idx="2315">
                  <c:v>23.48</c:v>
                </c:pt>
                <c:pt idx="2316">
                  <c:v>23.48</c:v>
                </c:pt>
                <c:pt idx="2317">
                  <c:v>23.08</c:v>
                </c:pt>
                <c:pt idx="2318">
                  <c:v>23.16</c:v>
                </c:pt>
                <c:pt idx="2319">
                  <c:v>23.155000000000001</c:v>
                </c:pt>
                <c:pt idx="2320">
                  <c:v>23.385000000000002</c:v>
                </c:pt>
                <c:pt idx="2321">
                  <c:v>23.42</c:v>
                </c:pt>
                <c:pt idx="2322">
                  <c:v>23.635000000000002</c:v>
                </c:pt>
                <c:pt idx="2323">
                  <c:v>23.234999999999999</c:v>
                </c:pt>
                <c:pt idx="2324">
                  <c:v>23.46</c:v>
                </c:pt>
                <c:pt idx="2325">
                  <c:v>23.664999999999999</c:v>
                </c:pt>
                <c:pt idx="2326">
                  <c:v>23.64</c:v>
                </c:pt>
                <c:pt idx="2327">
                  <c:v>23.515000000000001</c:v>
                </c:pt>
                <c:pt idx="2328">
                  <c:v>23.545000000000002</c:v>
                </c:pt>
                <c:pt idx="2329">
                  <c:v>23.515000000000001</c:v>
                </c:pt>
                <c:pt idx="2330">
                  <c:v>23.5</c:v>
                </c:pt>
                <c:pt idx="2331">
                  <c:v>23.75</c:v>
                </c:pt>
                <c:pt idx="2332">
                  <c:v>24.31</c:v>
                </c:pt>
                <c:pt idx="2333">
                  <c:v>24.16</c:v>
                </c:pt>
                <c:pt idx="2334">
                  <c:v>23.82</c:v>
                </c:pt>
                <c:pt idx="2335">
                  <c:v>23.824999999999999</c:v>
                </c:pt>
                <c:pt idx="2336">
                  <c:v>24.21</c:v>
                </c:pt>
                <c:pt idx="2337">
                  <c:v>24.105</c:v>
                </c:pt>
                <c:pt idx="2338">
                  <c:v>23.96</c:v>
                </c:pt>
                <c:pt idx="2339">
                  <c:v>23.77</c:v>
                </c:pt>
                <c:pt idx="2340">
                  <c:v>23.805</c:v>
                </c:pt>
                <c:pt idx="2341">
                  <c:v>23.945</c:v>
                </c:pt>
                <c:pt idx="2342">
                  <c:v>23.995000000000001</c:v>
                </c:pt>
                <c:pt idx="2343">
                  <c:v>23.875</c:v>
                </c:pt>
                <c:pt idx="2344">
                  <c:v>24.305</c:v>
                </c:pt>
                <c:pt idx="2345">
                  <c:v>24.15</c:v>
                </c:pt>
                <c:pt idx="2346">
                  <c:v>24.38</c:v>
                </c:pt>
                <c:pt idx="2347">
                  <c:v>24.29</c:v>
                </c:pt>
                <c:pt idx="2348">
                  <c:v>24.454999999999998</c:v>
                </c:pt>
                <c:pt idx="2349">
                  <c:v>24.6</c:v>
                </c:pt>
                <c:pt idx="2350">
                  <c:v>24.545000000000002</c:v>
                </c:pt>
                <c:pt idx="2351">
                  <c:v>24.52</c:v>
                </c:pt>
                <c:pt idx="2352">
                  <c:v>24.71</c:v>
                </c:pt>
                <c:pt idx="2353">
                  <c:v>24.695</c:v>
                </c:pt>
                <c:pt idx="2354">
                  <c:v>25.414999999999999</c:v>
                </c:pt>
                <c:pt idx="2355">
                  <c:v>25.344999999999999</c:v>
                </c:pt>
                <c:pt idx="2356">
                  <c:v>25.395</c:v>
                </c:pt>
                <c:pt idx="2357">
                  <c:v>25.32</c:v>
                </c:pt>
                <c:pt idx="2358">
                  <c:v>25.315000000000001</c:v>
                </c:pt>
                <c:pt idx="2359">
                  <c:v>25.23</c:v>
                </c:pt>
                <c:pt idx="2360">
                  <c:v>24.92</c:v>
                </c:pt>
                <c:pt idx="2361">
                  <c:v>24.73</c:v>
                </c:pt>
                <c:pt idx="2362">
                  <c:v>24.48</c:v>
                </c:pt>
                <c:pt idx="2363">
                  <c:v>23.984999999999999</c:v>
                </c:pt>
                <c:pt idx="2364">
                  <c:v>23.945</c:v>
                </c:pt>
                <c:pt idx="2365">
                  <c:v>23.91</c:v>
                </c:pt>
                <c:pt idx="2366">
                  <c:v>23.88</c:v>
                </c:pt>
                <c:pt idx="2367">
                  <c:v>23.88</c:v>
                </c:pt>
                <c:pt idx="2368">
                  <c:v>23.96</c:v>
                </c:pt>
                <c:pt idx="2369">
                  <c:v>24.274999999999999</c:v>
                </c:pt>
                <c:pt idx="2370">
                  <c:v>24.1</c:v>
                </c:pt>
                <c:pt idx="2371">
                  <c:v>24.055</c:v>
                </c:pt>
                <c:pt idx="2372">
                  <c:v>23.92</c:v>
                </c:pt>
                <c:pt idx="2373">
                  <c:v>23.95</c:v>
                </c:pt>
                <c:pt idx="2374">
                  <c:v>24.06</c:v>
                </c:pt>
                <c:pt idx="2375">
                  <c:v>24.504999999999999</c:v>
                </c:pt>
                <c:pt idx="2376">
                  <c:v>24.855</c:v>
                </c:pt>
                <c:pt idx="2377">
                  <c:v>24.855</c:v>
                </c:pt>
                <c:pt idx="2378">
                  <c:v>25.15</c:v>
                </c:pt>
                <c:pt idx="2379">
                  <c:v>25.19</c:v>
                </c:pt>
                <c:pt idx="2380">
                  <c:v>25.17</c:v>
                </c:pt>
                <c:pt idx="2381">
                  <c:v>25.17</c:v>
                </c:pt>
                <c:pt idx="2382">
                  <c:v>24.9</c:v>
                </c:pt>
                <c:pt idx="2383">
                  <c:v>24.805</c:v>
                </c:pt>
                <c:pt idx="2384">
                  <c:v>24.55</c:v>
                </c:pt>
                <c:pt idx="2385">
                  <c:v>24.37</c:v>
                </c:pt>
                <c:pt idx="2386">
                  <c:v>24.614999999999998</c:v>
                </c:pt>
                <c:pt idx="2387">
                  <c:v>24.8</c:v>
                </c:pt>
                <c:pt idx="2388">
                  <c:v>24.68</c:v>
                </c:pt>
                <c:pt idx="2389">
                  <c:v>24.405000000000001</c:v>
                </c:pt>
                <c:pt idx="2390">
                  <c:v>24.06</c:v>
                </c:pt>
                <c:pt idx="2391">
                  <c:v>24.16</c:v>
                </c:pt>
                <c:pt idx="2392">
                  <c:v>24.41</c:v>
                </c:pt>
                <c:pt idx="2393">
                  <c:v>24.35</c:v>
                </c:pt>
                <c:pt idx="2394">
                  <c:v>24.44</c:v>
                </c:pt>
                <c:pt idx="2395">
                  <c:v>24.36</c:v>
                </c:pt>
                <c:pt idx="2396">
                  <c:v>24.55</c:v>
                </c:pt>
                <c:pt idx="2397">
                  <c:v>24.44</c:v>
                </c:pt>
                <c:pt idx="2398">
                  <c:v>24.155000000000001</c:v>
                </c:pt>
                <c:pt idx="2399">
                  <c:v>23.984999999999999</c:v>
                </c:pt>
                <c:pt idx="2400">
                  <c:v>24.38</c:v>
                </c:pt>
                <c:pt idx="2401">
                  <c:v>24.164999999999999</c:v>
                </c:pt>
                <c:pt idx="2402">
                  <c:v>24.015000000000001</c:v>
                </c:pt>
                <c:pt idx="2403">
                  <c:v>24.54</c:v>
                </c:pt>
                <c:pt idx="2404">
                  <c:v>24.805</c:v>
                </c:pt>
                <c:pt idx="2405">
                  <c:v>24.81</c:v>
                </c:pt>
                <c:pt idx="2406">
                  <c:v>24.864999999999998</c:v>
                </c:pt>
                <c:pt idx="2407">
                  <c:v>24.89</c:v>
                </c:pt>
                <c:pt idx="2408">
                  <c:v>24.78</c:v>
                </c:pt>
                <c:pt idx="2409">
                  <c:v>24.38</c:v>
                </c:pt>
                <c:pt idx="2410">
                  <c:v>24.4</c:v>
                </c:pt>
                <c:pt idx="2411">
                  <c:v>24.524999999999999</c:v>
                </c:pt>
                <c:pt idx="2412">
                  <c:v>24.75</c:v>
                </c:pt>
                <c:pt idx="2413">
                  <c:v>24.67</c:v>
                </c:pt>
                <c:pt idx="2414">
                  <c:v>24.82</c:v>
                </c:pt>
                <c:pt idx="2415">
                  <c:v>24.535</c:v>
                </c:pt>
                <c:pt idx="2416">
                  <c:v>24.885000000000002</c:v>
                </c:pt>
                <c:pt idx="2417">
                  <c:v>25.56</c:v>
                </c:pt>
                <c:pt idx="2418">
                  <c:v>25.645</c:v>
                </c:pt>
                <c:pt idx="2419">
                  <c:v>25.655000000000001</c:v>
                </c:pt>
                <c:pt idx="2420">
                  <c:v>25.47</c:v>
                </c:pt>
                <c:pt idx="2421">
                  <c:v>25.19</c:v>
                </c:pt>
                <c:pt idx="2422">
                  <c:v>24.84</c:v>
                </c:pt>
                <c:pt idx="2423">
                  <c:v>25.13</c:v>
                </c:pt>
                <c:pt idx="2424">
                  <c:v>25.27</c:v>
                </c:pt>
                <c:pt idx="2425">
                  <c:v>25.465</c:v>
                </c:pt>
                <c:pt idx="2426">
                  <c:v>25.184999999999999</c:v>
                </c:pt>
                <c:pt idx="2427">
                  <c:v>25.114999999999998</c:v>
                </c:pt>
                <c:pt idx="2428">
                  <c:v>25.04</c:v>
                </c:pt>
                <c:pt idx="2429">
                  <c:v>25.19</c:v>
                </c:pt>
                <c:pt idx="2430">
                  <c:v>25.684999999999999</c:v>
                </c:pt>
                <c:pt idx="2431">
                  <c:v>25.79</c:v>
                </c:pt>
                <c:pt idx="2432">
                  <c:v>25.864999999999998</c:v>
                </c:pt>
                <c:pt idx="2433">
                  <c:v>25.605</c:v>
                </c:pt>
                <c:pt idx="2434">
                  <c:v>25.53</c:v>
                </c:pt>
                <c:pt idx="2435">
                  <c:v>25.7</c:v>
                </c:pt>
                <c:pt idx="2436">
                  <c:v>25.6</c:v>
                </c:pt>
                <c:pt idx="2437">
                  <c:v>25.86</c:v>
                </c:pt>
                <c:pt idx="2438">
                  <c:v>25.92</c:v>
                </c:pt>
                <c:pt idx="2439">
                  <c:v>26.184999999999999</c:v>
                </c:pt>
                <c:pt idx="2440">
                  <c:v>26.164999999999999</c:v>
                </c:pt>
                <c:pt idx="2441">
                  <c:v>26.245000000000001</c:v>
                </c:pt>
                <c:pt idx="2442">
                  <c:v>25.895</c:v>
                </c:pt>
                <c:pt idx="2443">
                  <c:v>25.97</c:v>
                </c:pt>
                <c:pt idx="2444">
                  <c:v>26.425000000000001</c:v>
                </c:pt>
                <c:pt idx="2445">
                  <c:v>26.53</c:v>
                </c:pt>
                <c:pt idx="2446">
                  <c:v>26.664999999999999</c:v>
                </c:pt>
                <c:pt idx="2447">
                  <c:v>26.535</c:v>
                </c:pt>
                <c:pt idx="2448">
                  <c:v>25.984999999999999</c:v>
                </c:pt>
                <c:pt idx="2449">
                  <c:v>26.184999999999999</c:v>
                </c:pt>
                <c:pt idx="2450">
                  <c:v>26.245000000000001</c:v>
                </c:pt>
                <c:pt idx="2451">
                  <c:v>26.04</c:v>
                </c:pt>
                <c:pt idx="2452">
                  <c:v>25.92</c:v>
                </c:pt>
                <c:pt idx="2453">
                  <c:v>26</c:v>
                </c:pt>
                <c:pt idx="2454">
                  <c:v>26.02</c:v>
                </c:pt>
                <c:pt idx="2455">
                  <c:v>26.265000000000001</c:v>
                </c:pt>
                <c:pt idx="2456">
                  <c:v>25.984999999999999</c:v>
                </c:pt>
                <c:pt idx="2457">
                  <c:v>25.94</c:v>
                </c:pt>
                <c:pt idx="2458">
                  <c:v>25.72</c:v>
                </c:pt>
                <c:pt idx="2459">
                  <c:v>25.48</c:v>
                </c:pt>
                <c:pt idx="2460">
                  <c:v>25.43</c:v>
                </c:pt>
                <c:pt idx="2461">
                  <c:v>25.33</c:v>
                </c:pt>
                <c:pt idx="2462">
                  <c:v>24.95</c:v>
                </c:pt>
                <c:pt idx="2463">
                  <c:v>24.73</c:v>
                </c:pt>
                <c:pt idx="2464">
                  <c:v>24.585000000000001</c:v>
                </c:pt>
                <c:pt idx="2465">
                  <c:v>24.324999999999999</c:v>
                </c:pt>
                <c:pt idx="2466">
                  <c:v>24.385000000000002</c:v>
                </c:pt>
                <c:pt idx="2467">
                  <c:v>24.355</c:v>
                </c:pt>
                <c:pt idx="2468">
                  <c:v>24.56</c:v>
                </c:pt>
                <c:pt idx="2469">
                  <c:v>23.98</c:v>
                </c:pt>
                <c:pt idx="2470">
                  <c:v>23.03</c:v>
                </c:pt>
                <c:pt idx="2471">
                  <c:v>23.385000000000002</c:v>
                </c:pt>
                <c:pt idx="2472">
                  <c:v>23.65</c:v>
                </c:pt>
                <c:pt idx="2473">
                  <c:v>23.795000000000002</c:v>
                </c:pt>
                <c:pt idx="2474">
                  <c:v>23.75</c:v>
                </c:pt>
                <c:pt idx="2475">
                  <c:v>23.68</c:v>
                </c:pt>
                <c:pt idx="2476">
                  <c:v>23.155000000000001</c:v>
                </c:pt>
                <c:pt idx="2477">
                  <c:v>23.33</c:v>
                </c:pt>
                <c:pt idx="2478">
                  <c:v>23.08</c:v>
                </c:pt>
                <c:pt idx="2479">
                  <c:v>23.055</c:v>
                </c:pt>
                <c:pt idx="2480">
                  <c:v>22.45</c:v>
                </c:pt>
                <c:pt idx="2481">
                  <c:v>22.66</c:v>
                </c:pt>
                <c:pt idx="2482">
                  <c:v>23.5</c:v>
                </c:pt>
                <c:pt idx="2483">
                  <c:v>23.61</c:v>
                </c:pt>
                <c:pt idx="2484">
                  <c:v>23.4</c:v>
                </c:pt>
                <c:pt idx="2485">
                  <c:v>23.125</c:v>
                </c:pt>
                <c:pt idx="2486">
                  <c:v>22.72</c:v>
                </c:pt>
                <c:pt idx="2487">
                  <c:v>22.87</c:v>
                </c:pt>
                <c:pt idx="2488">
                  <c:v>22.765000000000001</c:v>
                </c:pt>
                <c:pt idx="2489">
                  <c:v>23.375</c:v>
                </c:pt>
                <c:pt idx="2490">
                  <c:v>22.71</c:v>
                </c:pt>
                <c:pt idx="2491">
                  <c:v>23.02</c:v>
                </c:pt>
                <c:pt idx="2492">
                  <c:v>23.215</c:v>
                </c:pt>
                <c:pt idx="2493">
                  <c:v>22.98</c:v>
                </c:pt>
                <c:pt idx="2494">
                  <c:v>23.25</c:v>
                </c:pt>
                <c:pt idx="2495">
                  <c:v>23.234999999999999</c:v>
                </c:pt>
                <c:pt idx="2496">
                  <c:v>23.315000000000001</c:v>
                </c:pt>
                <c:pt idx="2497">
                  <c:v>23.26</c:v>
                </c:pt>
                <c:pt idx="2498">
                  <c:v>23.274999999999999</c:v>
                </c:pt>
                <c:pt idx="2499">
                  <c:v>23.03</c:v>
                </c:pt>
                <c:pt idx="2500">
                  <c:v>22.77</c:v>
                </c:pt>
                <c:pt idx="2501">
                  <c:v>23.1</c:v>
                </c:pt>
                <c:pt idx="2502">
                  <c:v>22.914999999999999</c:v>
                </c:pt>
                <c:pt idx="2503">
                  <c:v>23.11</c:v>
                </c:pt>
                <c:pt idx="2504">
                  <c:v>23.195</c:v>
                </c:pt>
                <c:pt idx="2505">
                  <c:v>23.504999999999999</c:v>
                </c:pt>
                <c:pt idx="2506">
                  <c:v>22.984999999999999</c:v>
                </c:pt>
                <c:pt idx="2507">
                  <c:v>22.945</c:v>
                </c:pt>
                <c:pt idx="2508">
                  <c:v>23.08</c:v>
                </c:pt>
                <c:pt idx="2509">
                  <c:v>22.9</c:v>
                </c:pt>
                <c:pt idx="2510">
                  <c:v>22.355</c:v>
                </c:pt>
                <c:pt idx="2511">
                  <c:v>22.17</c:v>
                </c:pt>
                <c:pt idx="2512">
                  <c:v>22.23</c:v>
                </c:pt>
                <c:pt idx="2513">
                  <c:v>21</c:v>
                </c:pt>
                <c:pt idx="2514">
                  <c:v>20.92</c:v>
                </c:pt>
                <c:pt idx="2515">
                  <c:v>21.23</c:v>
                </c:pt>
                <c:pt idx="2516">
                  <c:v>21.545000000000002</c:v>
                </c:pt>
                <c:pt idx="2517">
                  <c:v>21.63</c:v>
                </c:pt>
                <c:pt idx="2518">
                  <c:v>21.335000000000001</c:v>
                </c:pt>
                <c:pt idx="2519">
                  <c:v>21.254999999999999</c:v>
                </c:pt>
                <c:pt idx="2520">
                  <c:v>21.434999999999999</c:v>
                </c:pt>
                <c:pt idx="2521">
                  <c:v>21.145</c:v>
                </c:pt>
                <c:pt idx="2522">
                  <c:v>21.375</c:v>
                </c:pt>
                <c:pt idx="2523">
                  <c:v>21.35</c:v>
                </c:pt>
                <c:pt idx="2524">
                  <c:v>21.515000000000001</c:v>
                </c:pt>
                <c:pt idx="2525">
                  <c:v>22.08</c:v>
                </c:pt>
                <c:pt idx="2526">
                  <c:v>22.295000000000002</c:v>
                </c:pt>
                <c:pt idx="2527">
                  <c:v>22.675000000000001</c:v>
                </c:pt>
                <c:pt idx="2528">
                  <c:v>22.574999999999999</c:v>
                </c:pt>
                <c:pt idx="2529">
                  <c:v>22.324999999999999</c:v>
                </c:pt>
                <c:pt idx="2530">
                  <c:v>22.35</c:v>
                </c:pt>
                <c:pt idx="2531">
                  <c:v>21.725000000000001</c:v>
                </c:pt>
                <c:pt idx="2532">
                  <c:v>22.015000000000001</c:v>
                </c:pt>
                <c:pt idx="2533">
                  <c:v>22.375</c:v>
                </c:pt>
                <c:pt idx="2534">
                  <c:v>22.245000000000001</c:v>
                </c:pt>
                <c:pt idx="2535">
                  <c:v>22.274999999999999</c:v>
                </c:pt>
                <c:pt idx="2536">
                  <c:v>22.024999999999999</c:v>
                </c:pt>
                <c:pt idx="2537">
                  <c:v>22.164999999999999</c:v>
                </c:pt>
                <c:pt idx="2538">
                  <c:v>22.164999999999999</c:v>
                </c:pt>
                <c:pt idx="2539">
                  <c:v>22.16</c:v>
                </c:pt>
                <c:pt idx="2540">
                  <c:v>22.36</c:v>
                </c:pt>
                <c:pt idx="2541">
                  <c:v>22.54</c:v>
                </c:pt>
                <c:pt idx="2542">
                  <c:v>22.364999999999998</c:v>
                </c:pt>
                <c:pt idx="2543">
                  <c:v>22.414999999999999</c:v>
                </c:pt>
                <c:pt idx="2544">
                  <c:v>22.375</c:v>
                </c:pt>
                <c:pt idx="2545">
                  <c:v>22.37</c:v>
                </c:pt>
                <c:pt idx="2546">
                  <c:v>22.47</c:v>
                </c:pt>
                <c:pt idx="2547">
                  <c:v>22.46</c:v>
                </c:pt>
                <c:pt idx="2548">
                  <c:v>22.62</c:v>
                </c:pt>
                <c:pt idx="2549">
                  <c:v>22.68</c:v>
                </c:pt>
                <c:pt idx="2550">
                  <c:v>22.54</c:v>
                </c:pt>
                <c:pt idx="2551">
                  <c:v>22.465</c:v>
                </c:pt>
                <c:pt idx="2552">
                  <c:v>22.05</c:v>
                </c:pt>
                <c:pt idx="2553">
                  <c:v>22.07</c:v>
                </c:pt>
                <c:pt idx="2554">
                  <c:v>22.44</c:v>
                </c:pt>
                <c:pt idx="2555">
                  <c:v>23.18</c:v>
                </c:pt>
                <c:pt idx="2556">
                  <c:v>23.574999999999999</c:v>
                </c:pt>
                <c:pt idx="2557">
                  <c:v>24.49</c:v>
                </c:pt>
                <c:pt idx="2558">
                  <c:v>24.655000000000001</c:v>
                </c:pt>
                <c:pt idx="2559">
                  <c:v>24.46</c:v>
                </c:pt>
                <c:pt idx="2560">
                  <c:v>25.02</c:v>
                </c:pt>
                <c:pt idx="2561">
                  <c:v>25.094999999999999</c:v>
                </c:pt>
                <c:pt idx="2562">
                  <c:v>25.024999999999999</c:v>
                </c:pt>
                <c:pt idx="2563">
                  <c:v>25.094999999999999</c:v>
                </c:pt>
                <c:pt idx="2564">
                  <c:v>24.91</c:v>
                </c:pt>
                <c:pt idx="2565">
                  <c:v>24.995000000000001</c:v>
                </c:pt>
                <c:pt idx="2566">
                  <c:v>25.07</c:v>
                </c:pt>
                <c:pt idx="2567">
                  <c:v>24.85</c:v>
                </c:pt>
                <c:pt idx="2568">
                  <c:v>25.25</c:v>
                </c:pt>
                <c:pt idx="2569">
                  <c:v>24.785</c:v>
                </c:pt>
                <c:pt idx="2570">
                  <c:v>24.745000000000001</c:v>
                </c:pt>
                <c:pt idx="2571">
                  <c:v>24.594999999999999</c:v>
                </c:pt>
                <c:pt idx="2572">
                  <c:v>24.39</c:v>
                </c:pt>
                <c:pt idx="2573">
                  <c:v>24.835000000000001</c:v>
                </c:pt>
                <c:pt idx="2574">
                  <c:v>24.875</c:v>
                </c:pt>
                <c:pt idx="2575">
                  <c:v>24.67</c:v>
                </c:pt>
                <c:pt idx="2576">
                  <c:v>24.51</c:v>
                </c:pt>
                <c:pt idx="2577">
                  <c:v>23.4</c:v>
                </c:pt>
                <c:pt idx="2578">
                  <c:v>23.21</c:v>
                </c:pt>
                <c:pt idx="2579">
                  <c:v>23.28</c:v>
                </c:pt>
                <c:pt idx="2580">
                  <c:v>24.23</c:v>
                </c:pt>
                <c:pt idx="2581">
                  <c:v>23.715</c:v>
                </c:pt>
                <c:pt idx="2582">
                  <c:v>23.704999999999998</c:v>
                </c:pt>
                <c:pt idx="2583">
                  <c:v>23.42</c:v>
                </c:pt>
                <c:pt idx="2584">
                  <c:v>22.605</c:v>
                </c:pt>
                <c:pt idx="2585">
                  <c:v>22.02</c:v>
                </c:pt>
                <c:pt idx="2586">
                  <c:v>21.89</c:v>
                </c:pt>
                <c:pt idx="2587">
                  <c:v>21.934999999999999</c:v>
                </c:pt>
                <c:pt idx="2588">
                  <c:v>22.61</c:v>
                </c:pt>
                <c:pt idx="2589">
                  <c:v>22.84</c:v>
                </c:pt>
                <c:pt idx="2590">
                  <c:v>23.04</c:v>
                </c:pt>
                <c:pt idx="2591">
                  <c:v>23.195</c:v>
                </c:pt>
                <c:pt idx="2592">
                  <c:v>22.754999999999999</c:v>
                </c:pt>
                <c:pt idx="2593">
                  <c:v>21.95</c:v>
                </c:pt>
                <c:pt idx="2594">
                  <c:v>21.72</c:v>
                </c:pt>
                <c:pt idx="2595">
                  <c:v>21.754999999999999</c:v>
                </c:pt>
                <c:pt idx="2596">
                  <c:v>21.745000000000001</c:v>
                </c:pt>
                <c:pt idx="2597">
                  <c:v>21.96</c:v>
                </c:pt>
                <c:pt idx="2598">
                  <c:v>22.245000000000001</c:v>
                </c:pt>
                <c:pt idx="2599">
                  <c:v>22.355</c:v>
                </c:pt>
                <c:pt idx="2600">
                  <c:v>22.45</c:v>
                </c:pt>
                <c:pt idx="2601">
                  <c:v>21.94</c:v>
                </c:pt>
                <c:pt idx="2602">
                  <c:v>21.67</c:v>
                </c:pt>
                <c:pt idx="2603">
                  <c:v>21.96</c:v>
                </c:pt>
                <c:pt idx="2604">
                  <c:v>21.675000000000001</c:v>
                </c:pt>
                <c:pt idx="2605">
                  <c:v>22.65</c:v>
                </c:pt>
                <c:pt idx="2606">
                  <c:v>22.594999999999999</c:v>
                </c:pt>
                <c:pt idx="2607">
                  <c:v>22.395</c:v>
                </c:pt>
                <c:pt idx="2608">
                  <c:v>22.19</c:v>
                </c:pt>
                <c:pt idx="2609">
                  <c:v>22.18</c:v>
                </c:pt>
                <c:pt idx="2610">
                  <c:v>22.215</c:v>
                </c:pt>
                <c:pt idx="2611">
                  <c:v>22.07</c:v>
                </c:pt>
                <c:pt idx="2612">
                  <c:v>21.765000000000001</c:v>
                </c:pt>
                <c:pt idx="2613">
                  <c:v>22.335000000000001</c:v>
                </c:pt>
                <c:pt idx="2614">
                  <c:v>22.22</c:v>
                </c:pt>
                <c:pt idx="2615">
                  <c:v>21.84</c:v>
                </c:pt>
                <c:pt idx="2616">
                  <c:v>22.46</c:v>
                </c:pt>
                <c:pt idx="2617">
                  <c:v>22.97</c:v>
                </c:pt>
                <c:pt idx="2618">
                  <c:v>23</c:v>
                </c:pt>
                <c:pt idx="2619">
                  <c:v>23.62</c:v>
                </c:pt>
                <c:pt idx="2620">
                  <c:v>23.45</c:v>
                </c:pt>
                <c:pt idx="2621">
                  <c:v>23.02</c:v>
                </c:pt>
                <c:pt idx="2622">
                  <c:v>22.88</c:v>
                </c:pt>
                <c:pt idx="2623">
                  <c:v>23.405000000000001</c:v>
                </c:pt>
                <c:pt idx="2624">
                  <c:v>23.42</c:v>
                </c:pt>
                <c:pt idx="2625">
                  <c:v>23.2</c:v>
                </c:pt>
                <c:pt idx="2626">
                  <c:v>22.97</c:v>
                </c:pt>
                <c:pt idx="2627">
                  <c:v>22.864999999999998</c:v>
                </c:pt>
                <c:pt idx="2628">
                  <c:v>22.954999999999998</c:v>
                </c:pt>
                <c:pt idx="2629">
                  <c:v>22.975000000000001</c:v>
                </c:pt>
                <c:pt idx="2630">
                  <c:v>22.824999999999999</c:v>
                </c:pt>
                <c:pt idx="2631">
                  <c:v>22.114999999999998</c:v>
                </c:pt>
                <c:pt idx="2632">
                  <c:v>21.73</c:v>
                </c:pt>
                <c:pt idx="2633">
                  <c:v>21.56</c:v>
                </c:pt>
                <c:pt idx="2634">
                  <c:v>20.72</c:v>
                </c:pt>
                <c:pt idx="2635">
                  <c:v>20.725000000000001</c:v>
                </c:pt>
                <c:pt idx="2636">
                  <c:v>20.53</c:v>
                </c:pt>
                <c:pt idx="2637">
                  <c:v>21.074999999999999</c:v>
                </c:pt>
                <c:pt idx="2638">
                  <c:v>20.86</c:v>
                </c:pt>
                <c:pt idx="2639">
                  <c:v>21.34</c:v>
                </c:pt>
                <c:pt idx="2640">
                  <c:v>21.73</c:v>
                </c:pt>
                <c:pt idx="2641">
                  <c:v>21.125</c:v>
                </c:pt>
                <c:pt idx="2642">
                  <c:v>21.33</c:v>
                </c:pt>
                <c:pt idx="2643">
                  <c:v>21.33</c:v>
                </c:pt>
                <c:pt idx="2644">
                  <c:v>21.47</c:v>
                </c:pt>
                <c:pt idx="2645">
                  <c:v>21.675000000000001</c:v>
                </c:pt>
                <c:pt idx="2646">
                  <c:v>21.8</c:v>
                </c:pt>
                <c:pt idx="2647">
                  <c:v>21.835000000000001</c:v>
                </c:pt>
                <c:pt idx="2648">
                  <c:v>22.18</c:v>
                </c:pt>
                <c:pt idx="2649">
                  <c:v>21.745000000000001</c:v>
                </c:pt>
                <c:pt idx="2650">
                  <c:v>21.215</c:v>
                </c:pt>
                <c:pt idx="2651">
                  <c:v>21.54</c:v>
                </c:pt>
                <c:pt idx="2652">
                  <c:v>21.55</c:v>
                </c:pt>
                <c:pt idx="2653">
                  <c:v>21.055</c:v>
                </c:pt>
                <c:pt idx="2654">
                  <c:v>21.89</c:v>
                </c:pt>
                <c:pt idx="2655">
                  <c:v>21.43</c:v>
                </c:pt>
                <c:pt idx="2656">
                  <c:v>21.734999999999999</c:v>
                </c:pt>
                <c:pt idx="2657">
                  <c:v>21.734999999999999</c:v>
                </c:pt>
                <c:pt idx="2658">
                  <c:v>21.58</c:v>
                </c:pt>
                <c:pt idx="2659">
                  <c:v>21.52</c:v>
                </c:pt>
                <c:pt idx="2660">
                  <c:v>21.21</c:v>
                </c:pt>
                <c:pt idx="2661">
                  <c:v>21.145</c:v>
                </c:pt>
                <c:pt idx="2662">
                  <c:v>20.89</c:v>
                </c:pt>
                <c:pt idx="2663">
                  <c:v>20.125</c:v>
                </c:pt>
                <c:pt idx="2664">
                  <c:v>19.635000000000002</c:v>
                </c:pt>
                <c:pt idx="2665">
                  <c:v>20.204999999999998</c:v>
                </c:pt>
                <c:pt idx="2666">
                  <c:v>20.83</c:v>
                </c:pt>
                <c:pt idx="2667">
                  <c:v>20.215</c:v>
                </c:pt>
                <c:pt idx="2668">
                  <c:v>20.614999999999998</c:v>
                </c:pt>
                <c:pt idx="2669">
                  <c:v>21.16</c:v>
                </c:pt>
                <c:pt idx="2670">
                  <c:v>20.21</c:v>
                </c:pt>
                <c:pt idx="2671">
                  <c:v>19.760000000000002</c:v>
                </c:pt>
                <c:pt idx="2672">
                  <c:v>18.515000000000001</c:v>
                </c:pt>
                <c:pt idx="2673">
                  <c:v>18.899999999999999</c:v>
                </c:pt>
                <c:pt idx="2674">
                  <c:v>18.920000000000002</c:v>
                </c:pt>
                <c:pt idx="2675">
                  <c:v>19.79</c:v>
                </c:pt>
                <c:pt idx="2676">
                  <c:v>20.12</c:v>
                </c:pt>
                <c:pt idx="2677">
                  <c:v>20.02</c:v>
                </c:pt>
                <c:pt idx="2678">
                  <c:v>19.114999999999998</c:v>
                </c:pt>
                <c:pt idx="2679">
                  <c:v>19.079999999999998</c:v>
                </c:pt>
                <c:pt idx="2680">
                  <c:v>19.875</c:v>
                </c:pt>
                <c:pt idx="2681">
                  <c:v>19.995000000000001</c:v>
                </c:pt>
                <c:pt idx="2682">
                  <c:v>19.765000000000001</c:v>
                </c:pt>
                <c:pt idx="2683">
                  <c:v>19.344999999999999</c:v>
                </c:pt>
                <c:pt idx="2684">
                  <c:v>18.965</c:v>
                </c:pt>
                <c:pt idx="2685">
                  <c:v>18.510000000000002</c:v>
                </c:pt>
                <c:pt idx="2686">
                  <c:v>18.55</c:v>
                </c:pt>
                <c:pt idx="2687">
                  <c:v>17.43</c:v>
                </c:pt>
                <c:pt idx="2688">
                  <c:v>16.670000000000002</c:v>
                </c:pt>
                <c:pt idx="2689">
                  <c:v>17.93</c:v>
                </c:pt>
                <c:pt idx="2690">
                  <c:v>17.87</c:v>
                </c:pt>
                <c:pt idx="2691">
                  <c:v>18.68</c:v>
                </c:pt>
                <c:pt idx="2692">
                  <c:v>18.18</c:v>
                </c:pt>
                <c:pt idx="2693">
                  <c:v>18.175000000000001</c:v>
                </c:pt>
                <c:pt idx="2694">
                  <c:v>18.315000000000001</c:v>
                </c:pt>
                <c:pt idx="2695">
                  <c:v>18.515000000000001</c:v>
                </c:pt>
                <c:pt idx="2696">
                  <c:v>19.78</c:v>
                </c:pt>
                <c:pt idx="2697">
                  <c:v>20.55</c:v>
                </c:pt>
                <c:pt idx="2698">
                  <c:v>21.04</c:v>
                </c:pt>
                <c:pt idx="2699">
                  <c:v>20.824999999999999</c:v>
                </c:pt>
                <c:pt idx="2700">
                  <c:v>21.094999999999999</c:v>
                </c:pt>
                <c:pt idx="2701">
                  <c:v>21.184999999999999</c:v>
                </c:pt>
                <c:pt idx="2702">
                  <c:v>21.324999999999999</c:v>
                </c:pt>
                <c:pt idx="2703">
                  <c:v>20.88</c:v>
                </c:pt>
                <c:pt idx="2704">
                  <c:v>21.475000000000001</c:v>
                </c:pt>
                <c:pt idx="2705">
                  <c:v>21.39</c:v>
                </c:pt>
                <c:pt idx="2706">
                  <c:v>20.28</c:v>
                </c:pt>
                <c:pt idx="2707">
                  <c:v>19.86</c:v>
                </c:pt>
                <c:pt idx="2708">
                  <c:v>20.3</c:v>
                </c:pt>
                <c:pt idx="2709">
                  <c:v>20.204999999999998</c:v>
                </c:pt>
                <c:pt idx="2710">
                  <c:v>20.265000000000001</c:v>
                </c:pt>
                <c:pt idx="2711">
                  <c:v>20.37</c:v>
                </c:pt>
                <c:pt idx="2712">
                  <c:v>19.635000000000002</c:v>
                </c:pt>
                <c:pt idx="2713">
                  <c:v>20.355</c:v>
                </c:pt>
                <c:pt idx="2714">
                  <c:v>21.29</c:v>
                </c:pt>
                <c:pt idx="2715">
                  <c:v>21.434999999999999</c:v>
                </c:pt>
                <c:pt idx="2716">
                  <c:v>21.145</c:v>
                </c:pt>
                <c:pt idx="2717">
                  <c:v>21.305</c:v>
                </c:pt>
                <c:pt idx="2718">
                  <c:v>22.21</c:v>
                </c:pt>
                <c:pt idx="2719">
                  <c:v>22.684999999999999</c:v>
                </c:pt>
                <c:pt idx="2720">
                  <c:v>23.62</c:v>
                </c:pt>
                <c:pt idx="2721">
                  <c:v>23.53</c:v>
                </c:pt>
                <c:pt idx="2722">
                  <c:v>23.6</c:v>
                </c:pt>
                <c:pt idx="2723">
                  <c:v>23.72</c:v>
                </c:pt>
                <c:pt idx="2724">
                  <c:v>23.63</c:v>
                </c:pt>
                <c:pt idx="2725">
                  <c:v>23.5</c:v>
                </c:pt>
                <c:pt idx="2726">
                  <c:v>23.35</c:v>
                </c:pt>
                <c:pt idx="2727">
                  <c:v>23.495000000000001</c:v>
                </c:pt>
                <c:pt idx="2728">
                  <c:v>23.905000000000001</c:v>
                </c:pt>
                <c:pt idx="2729">
                  <c:v>23.6</c:v>
                </c:pt>
                <c:pt idx="2730">
                  <c:v>23.32</c:v>
                </c:pt>
                <c:pt idx="2731">
                  <c:v>22.565000000000001</c:v>
                </c:pt>
                <c:pt idx="2732">
                  <c:v>22.414999999999999</c:v>
                </c:pt>
                <c:pt idx="2733">
                  <c:v>22.614999999999998</c:v>
                </c:pt>
                <c:pt idx="2734">
                  <c:v>23.625</c:v>
                </c:pt>
                <c:pt idx="2735">
                  <c:v>24.02</c:v>
                </c:pt>
                <c:pt idx="2736">
                  <c:v>24.04</c:v>
                </c:pt>
                <c:pt idx="2737">
                  <c:v>24.195</c:v>
                </c:pt>
                <c:pt idx="2738">
                  <c:v>24.29</c:v>
                </c:pt>
                <c:pt idx="2739">
                  <c:v>24.98</c:v>
                </c:pt>
                <c:pt idx="2740">
                  <c:v>24.875</c:v>
                </c:pt>
                <c:pt idx="2741">
                  <c:v>24.03</c:v>
                </c:pt>
                <c:pt idx="2742">
                  <c:v>23.83</c:v>
                </c:pt>
                <c:pt idx="2743">
                  <c:v>24</c:v>
                </c:pt>
                <c:pt idx="2744">
                  <c:v>24.155000000000001</c:v>
                </c:pt>
                <c:pt idx="2745">
                  <c:v>23.81</c:v>
                </c:pt>
                <c:pt idx="2746">
                  <c:v>24.265000000000001</c:v>
                </c:pt>
                <c:pt idx="2747">
                  <c:v>24.57</c:v>
                </c:pt>
                <c:pt idx="2748">
                  <c:v>24.75</c:v>
                </c:pt>
                <c:pt idx="2749">
                  <c:v>24.51</c:v>
                </c:pt>
                <c:pt idx="2750">
                  <c:v>24.204999999999998</c:v>
                </c:pt>
                <c:pt idx="2751">
                  <c:v>24.29</c:v>
                </c:pt>
                <c:pt idx="2752">
                  <c:v>24.65</c:v>
                </c:pt>
                <c:pt idx="2753">
                  <c:v>24.21</c:v>
                </c:pt>
                <c:pt idx="2754">
                  <c:v>23.965</c:v>
                </c:pt>
                <c:pt idx="2755">
                  <c:v>23.925000000000001</c:v>
                </c:pt>
                <c:pt idx="2756">
                  <c:v>24.27</c:v>
                </c:pt>
                <c:pt idx="2757">
                  <c:v>24.454999999999998</c:v>
                </c:pt>
                <c:pt idx="2758">
                  <c:v>24.565000000000001</c:v>
                </c:pt>
                <c:pt idx="2759">
                  <c:v>24.34</c:v>
                </c:pt>
                <c:pt idx="2760">
                  <c:v>23.67</c:v>
                </c:pt>
                <c:pt idx="2761">
                  <c:v>22.95</c:v>
                </c:pt>
                <c:pt idx="2762">
                  <c:v>21.864999999999998</c:v>
                </c:pt>
                <c:pt idx="2763">
                  <c:v>21.605</c:v>
                </c:pt>
                <c:pt idx="2764">
                  <c:v>21.184999999999999</c:v>
                </c:pt>
                <c:pt idx="2765">
                  <c:v>20.88</c:v>
                </c:pt>
                <c:pt idx="2766">
                  <c:v>20.58</c:v>
                </c:pt>
                <c:pt idx="2767">
                  <c:v>21.13</c:v>
                </c:pt>
                <c:pt idx="2768">
                  <c:v>20.8</c:v>
                </c:pt>
                <c:pt idx="2769">
                  <c:v>21.475000000000001</c:v>
                </c:pt>
                <c:pt idx="2770">
                  <c:v>21.37</c:v>
                </c:pt>
                <c:pt idx="2771">
                  <c:v>22.024999999999999</c:v>
                </c:pt>
                <c:pt idx="2772">
                  <c:v>21.86</c:v>
                </c:pt>
                <c:pt idx="2773">
                  <c:v>22.71</c:v>
                </c:pt>
                <c:pt idx="2774">
                  <c:v>22.88</c:v>
                </c:pt>
                <c:pt idx="2775">
                  <c:v>22.315000000000001</c:v>
                </c:pt>
                <c:pt idx="2776">
                  <c:v>22.055</c:v>
                </c:pt>
                <c:pt idx="2777">
                  <c:v>22.094999999999999</c:v>
                </c:pt>
                <c:pt idx="2778">
                  <c:v>22.344999999999999</c:v>
                </c:pt>
                <c:pt idx="2779">
                  <c:v>22.815000000000001</c:v>
                </c:pt>
                <c:pt idx="2780">
                  <c:v>22.57</c:v>
                </c:pt>
                <c:pt idx="2781">
                  <c:v>22.19</c:v>
                </c:pt>
                <c:pt idx="2782">
                  <c:v>23</c:v>
                </c:pt>
                <c:pt idx="2783">
                  <c:v>22.434999999999999</c:v>
                </c:pt>
                <c:pt idx="2784">
                  <c:v>22.54</c:v>
                </c:pt>
                <c:pt idx="2785">
                  <c:v>23.28</c:v>
                </c:pt>
                <c:pt idx="2786">
                  <c:v>23.39</c:v>
                </c:pt>
                <c:pt idx="2787">
                  <c:v>22.815000000000001</c:v>
                </c:pt>
                <c:pt idx="2788">
                  <c:v>21.62</c:v>
                </c:pt>
                <c:pt idx="2789">
                  <c:v>22.385000000000002</c:v>
                </c:pt>
                <c:pt idx="2790">
                  <c:v>21.64</c:v>
                </c:pt>
                <c:pt idx="2791">
                  <c:v>23.45</c:v>
                </c:pt>
                <c:pt idx="2792">
                  <c:v>24.5</c:v>
                </c:pt>
                <c:pt idx="2793">
                  <c:v>24.62</c:v>
                </c:pt>
                <c:pt idx="2794">
                  <c:v>25.204999999999998</c:v>
                </c:pt>
                <c:pt idx="2795">
                  <c:v>25.37</c:v>
                </c:pt>
                <c:pt idx="2796">
                  <c:v>25.4</c:v>
                </c:pt>
                <c:pt idx="2797">
                  <c:v>25.62</c:v>
                </c:pt>
                <c:pt idx="2798">
                  <c:v>26.32</c:v>
                </c:pt>
                <c:pt idx="2799">
                  <c:v>26.45</c:v>
                </c:pt>
                <c:pt idx="2800">
                  <c:v>26.66</c:v>
                </c:pt>
                <c:pt idx="2801">
                  <c:v>26.77</c:v>
                </c:pt>
                <c:pt idx="2802">
                  <c:v>26.725000000000001</c:v>
                </c:pt>
                <c:pt idx="2803">
                  <c:v>26.81</c:v>
                </c:pt>
                <c:pt idx="2804">
                  <c:v>26.18</c:v>
                </c:pt>
                <c:pt idx="2805">
                  <c:v>26.17</c:v>
                </c:pt>
                <c:pt idx="2806">
                  <c:v>26.18</c:v>
                </c:pt>
                <c:pt idx="2807">
                  <c:v>26.35</c:v>
                </c:pt>
                <c:pt idx="2808">
                  <c:v>25.11</c:v>
                </c:pt>
                <c:pt idx="2809">
                  <c:v>24.67</c:v>
                </c:pt>
                <c:pt idx="2810">
                  <c:v>24.454999999999998</c:v>
                </c:pt>
                <c:pt idx="2811">
                  <c:v>24.945</c:v>
                </c:pt>
                <c:pt idx="2812">
                  <c:v>25.34</c:v>
                </c:pt>
                <c:pt idx="2813">
                  <c:v>25.73</c:v>
                </c:pt>
                <c:pt idx="2814">
                  <c:v>26.2</c:v>
                </c:pt>
                <c:pt idx="2815">
                  <c:v>26.2</c:v>
                </c:pt>
                <c:pt idx="2816">
                  <c:v>26.215</c:v>
                </c:pt>
                <c:pt idx="2817">
                  <c:v>26.35</c:v>
                </c:pt>
                <c:pt idx="2818">
                  <c:v>26.09</c:v>
                </c:pt>
                <c:pt idx="2819">
                  <c:v>26.08</c:v>
                </c:pt>
                <c:pt idx="2820">
                  <c:v>25.66</c:v>
                </c:pt>
                <c:pt idx="2821">
                  <c:v>25.395</c:v>
                </c:pt>
                <c:pt idx="2822">
                  <c:v>25.225000000000001</c:v>
                </c:pt>
                <c:pt idx="2823">
                  <c:v>25.074999999999999</c:v>
                </c:pt>
                <c:pt idx="2824">
                  <c:v>24.835000000000001</c:v>
                </c:pt>
                <c:pt idx="2825">
                  <c:v>25.335000000000001</c:v>
                </c:pt>
                <c:pt idx="2826">
                  <c:v>25.704999999999998</c:v>
                </c:pt>
                <c:pt idx="2827">
                  <c:v>25.535</c:v>
                </c:pt>
                <c:pt idx="2828">
                  <c:v>25.37</c:v>
                </c:pt>
                <c:pt idx="2829">
                  <c:v>25.8</c:v>
                </c:pt>
                <c:pt idx="2830">
                  <c:v>26.34</c:v>
                </c:pt>
                <c:pt idx="2831">
                  <c:v>26.6</c:v>
                </c:pt>
                <c:pt idx="2832">
                  <c:v>26.74</c:v>
                </c:pt>
                <c:pt idx="2833">
                  <c:v>26.24</c:v>
                </c:pt>
                <c:pt idx="2834">
                  <c:v>26.094999999999999</c:v>
                </c:pt>
                <c:pt idx="2835">
                  <c:v>25.885000000000002</c:v>
                </c:pt>
                <c:pt idx="2836">
                  <c:v>25.774999999999999</c:v>
                </c:pt>
                <c:pt idx="2837">
                  <c:v>25.84</c:v>
                </c:pt>
                <c:pt idx="2838">
                  <c:v>25.815000000000001</c:v>
                </c:pt>
                <c:pt idx="2839">
                  <c:v>25.745000000000001</c:v>
                </c:pt>
                <c:pt idx="2840">
                  <c:v>25.795000000000002</c:v>
                </c:pt>
                <c:pt idx="2841">
                  <c:v>26.25</c:v>
                </c:pt>
                <c:pt idx="2842">
                  <c:v>26.14</c:v>
                </c:pt>
                <c:pt idx="2843">
                  <c:v>25.79</c:v>
                </c:pt>
                <c:pt idx="2844">
                  <c:v>26.024999999999999</c:v>
                </c:pt>
                <c:pt idx="2845">
                  <c:v>26.18</c:v>
                </c:pt>
                <c:pt idx="2846">
                  <c:v>26.035</c:v>
                </c:pt>
                <c:pt idx="2847">
                  <c:v>26.535</c:v>
                </c:pt>
                <c:pt idx="2848">
                  <c:v>26.765000000000001</c:v>
                </c:pt>
                <c:pt idx="2849">
                  <c:v>26.875</c:v>
                </c:pt>
                <c:pt idx="2850">
                  <c:v>27.17</c:v>
                </c:pt>
                <c:pt idx="2851">
                  <c:v>27.41</c:v>
                </c:pt>
                <c:pt idx="2852">
                  <c:v>27.61</c:v>
                </c:pt>
                <c:pt idx="2853">
                  <c:v>27.405000000000001</c:v>
                </c:pt>
                <c:pt idx="2854">
                  <c:v>27.77</c:v>
                </c:pt>
                <c:pt idx="2855">
                  <c:v>28.02</c:v>
                </c:pt>
                <c:pt idx="2856">
                  <c:v>27.67</c:v>
                </c:pt>
                <c:pt idx="2857">
                  <c:v>27.535</c:v>
                </c:pt>
                <c:pt idx="2858">
                  <c:v>27.475000000000001</c:v>
                </c:pt>
                <c:pt idx="2859">
                  <c:v>27.59</c:v>
                </c:pt>
                <c:pt idx="2860">
                  <c:v>28.035</c:v>
                </c:pt>
                <c:pt idx="2861">
                  <c:v>28.42</c:v>
                </c:pt>
                <c:pt idx="2862">
                  <c:v>28.454999999999998</c:v>
                </c:pt>
                <c:pt idx="2863">
                  <c:v>28.785</c:v>
                </c:pt>
                <c:pt idx="2864">
                  <c:v>28.57</c:v>
                </c:pt>
                <c:pt idx="2865">
                  <c:v>27.715</c:v>
                </c:pt>
                <c:pt idx="2866">
                  <c:v>28.135000000000002</c:v>
                </c:pt>
                <c:pt idx="2867">
                  <c:v>28.495000000000001</c:v>
                </c:pt>
                <c:pt idx="2868">
                  <c:v>28.71</c:v>
                </c:pt>
                <c:pt idx="2869">
                  <c:v>28.37</c:v>
                </c:pt>
                <c:pt idx="2870">
                  <c:v>28.37</c:v>
                </c:pt>
                <c:pt idx="2871">
                  <c:v>28.56</c:v>
                </c:pt>
                <c:pt idx="2872">
                  <c:v>28.875</c:v>
                </c:pt>
                <c:pt idx="2873">
                  <c:v>29.074999999999999</c:v>
                </c:pt>
                <c:pt idx="2874">
                  <c:v>28.965</c:v>
                </c:pt>
                <c:pt idx="2875">
                  <c:v>29.14</c:v>
                </c:pt>
                <c:pt idx="2876">
                  <c:v>29.035</c:v>
                </c:pt>
                <c:pt idx="2877">
                  <c:v>29.2</c:v>
                </c:pt>
                <c:pt idx="2878">
                  <c:v>29.44</c:v>
                </c:pt>
                <c:pt idx="2879">
                  <c:v>29.035</c:v>
                </c:pt>
                <c:pt idx="2880">
                  <c:v>29.35</c:v>
                </c:pt>
                <c:pt idx="2881">
                  <c:v>28.94</c:v>
                </c:pt>
                <c:pt idx="2882">
                  <c:v>28.42</c:v>
                </c:pt>
                <c:pt idx="2883">
                  <c:v>28.335000000000001</c:v>
                </c:pt>
                <c:pt idx="2884">
                  <c:v>28.08</c:v>
                </c:pt>
                <c:pt idx="2885">
                  <c:v>27.78</c:v>
                </c:pt>
                <c:pt idx="2886">
                  <c:v>27.44</c:v>
                </c:pt>
                <c:pt idx="2887">
                  <c:v>28.7</c:v>
                </c:pt>
                <c:pt idx="2888">
                  <c:v>27.67</c:v>
                </c:pt>
                <c:pt idx="2889">
                  <c:v>27.67</c:v>
                </c:pt>
                <c:pt idx="2890">
                  <c:v>28</c:v>
                </c:pt>
                <c:pt idx="2891">
                  <c:v>27.835000000000001</c:v>
                </c:pt>
                <c:pt idx="2892">
                  <c:v>28.15</c:v>
                </c:pt>
                <c:pt idx="2893">
                  <c:v>27.824999999999999</c:v>
                </c:pt>
                <c:pt idx="2894">
                  <c:v>28.22</c:v>
                </c:pt>
                <c:pt idx="2895">
                  <c:v>28.5</c:v>
                </c:pt>
                <c:pt idx="2896">
                  <c:v>28.355</c:v>
                </c:pt>
                <c:pt idx="2897">
                  <c:v>28.69</c:v>
                </c:pt>
                <c:pt idx="2898">
                  <c:v>28.495000000000001</c:v>
                </c:pt>
                <c:pt idx="2899">
                  <c:v>28.34</c:v>
                </c:pt>
                <c:pt idx="2900">
                  <c:v>28</c:v>
                </c:pt>
                <c:pt idx="2901">
                  <c:v>27.55</c:v>
                </c:pt>
                <c:pt idx="2902">
                  <c:v>27.18</c:v>
                </c:pt>
                <c:pt idx="2903">
                  <c:v>27.06</c:v>
                </c:pt>
                <c:pt idx="2904">
                  <c:v>27.68</c:v>
                </c:pt>
                <c:pt idx="2905">
                  <c:v>27.47</c:v>
                </c:pt>
                <c:pt idx="2906">
                  <c:v>27.41</c:v>
                </c:pt>
                <c:pt idx="2907">
                  <c:v>28.375</c:v>
                </c:pt>
                <c:pt idx="2908">
                  <c:v>28.26</c:v>
                </c:pt>
                <c:pt idx="2909">
                  <c:v>28.274999999999999</c:v>
                </c:pt>
                <c:pt idx="2910">
                  <c:v>28.285</c:v>
                </c:pt>
                <c:pt idx="2911">
                  <c:v>28.2</c:v>
                </c:pt>
                <c:pt idx="2912">
                  <c:v>28.76</c:v>
                </c:pt>
                <c:pt idx="2913">
                  <c:v>29.26</c:v>
                </c:pt>
                <c:pt idx="2914">
                  <c:v>28.95</c:v>
                </c:pt>
                <c:pt idx="2915">
                  <c:v>28.96</c:v>
                </c:pt>
                <c:pt idx="2916">
                  <c:v>29.065000000000001</c:v>
                </c:pt>
                <c:pt idx="2917">
                  <c:v>28.824999999999999</c:v>
                </c:pt>
                <c:pt idx="2918">
                  <c:v>28.86</c:v>
                </c:pt>
                <c:pt idx="2919">
                  <c:v>28.68</c:v>
                </c:pt>
                <c:pt idx="2920">
                  <c:v>29.265000000000001</c:v>
                </c:pt>
                <c:pt idx="2921">
                  <c:v>28.965</c:v>
                </c:pt>
                <c:pt idx="2922">
                  <c:v>29</c:v>
                </c:pt>
                <c:pt idx="2923">
                  <c:v>28.55</c:v>
                </c:pt>
                <c:pt idx="2924">
                  <c:v>28.965</c:v>
                </c:pt>
                <c:pt idx="2925">
                  <c:v>29</c:v>
                </c:pt>
                <c:pt idx="2926">
                  <c:v>29.395</c:v>
                </c:pt>
                <c:pt idx="2927">
                  <c:v>29.204999999999998</c:v>
                </c:pt>
                <c:pt idx="2928">
                  <c:v>29.125</c:v>
                </c:pt>
                <c:pt idx="2929">
                  <c:v>28.815000000000001</c:v>
                </c:pt>
                <c:pt idx="2930">
                  <c:v>28.805</c:v>
                </c:pt>
                <c:pt idx="2931">
                  <c:v>27.46</c:v>
                </c:pt>
                <c:pt idx="2932">
                  <c:v>26.925000000000001</c:v>
                </c:pt>
                <c:pt idx="2933">
                  <c:v>27.45</c:v>
                </c:pt>
                <c:pt idx="2934">
                  <c:v>28.81</c:v>
                </c:pt>
                <c:pt idx="2935">
                  <c:v>29.324999999999999</c:v>
                </c:pt>
                <c:pt idx="2936">
                  <c:v>29.52</c:v>
                </c:pt>
                <c:pt idx="2937">
                  <c:v>29.08</c:v>
                </c:pt>
                <c:pt idx="2938">
                  <c:v>28.645</c:v>
                </c:pt>
                <c:pt idx="2939">
                  <c:v>28.245000000000001</c:v>
                </c:pt>
                <c:pt idx="2940">
                  <c:v>27.79</c:v>
                </c:pt>
                <c:pt idx="2941">
                  <c:v>27.655000000000001</c:v>
                </c:pt>
                <c:pt idx="2942">
                  <c:v>27.015000000000001</c:v>
                </c:pt>
                <c:pt idx="2943">
                  <c:v>25.995000000000001</c:v>
                </c:pt>
                <c:pt idx="2944">
                  <c:v>26.815000000000001</c:v>
                </c:pt>
                <c:pt idx="2945">
                  <c:v>26.7</c:v>
                </c:pt>
                <c:pt idx="2946">
                  <c:v>27.08</c:v>
                </c:pt>
                <c:pt idx="2947">
                  <c:v>27.495000000000001</c:v>
                </c:pt>
                <c:pt idx="2948">
                  <c:v>26.87</c:v>
                </c:pt>
                <c:pt idx="2949">
                  <c:v>26.515000000000001</c:v>
                </c:pt>
                <c:pt idx="2950">
                  <c:v>26.614999999999998</c:v>
                </c:pt>
                <c:pt idx="2951">
                  <c:v>27.75</c:v>
                </c:pt>
                <c:pt idx="2952">
                  <c:v>27.66</c:v>
                </c:pt>
                <c:pt idx="2953">
                  <c:v>27.664999999999999</c:v>
                </c:pt>
                <c:pt idx="2954">
                  <c:v>28.15</c:v>
                </c:pt>
                <c:pt idx="2955">
                  <c:v>28.01</c:v>
                </c:pt>
                <c:pt idx="2956">
                  <c:v>28.01</c:v>
                </c:pt>
                <c:pt idx="2957">
                  <c:v>27.965</c:v>
                </c:pt>
                <c:pt idx="2958">
                  <c:v>27.725000000000001</c:v>
                </c:pt>
                <c:pt idx="2959">
                  <c:v>27.754999999999999</c:v>
                </c:pt>
                <c:pt idx="2960">
                  <c:v>26.84</c:v>
                </c:pt>
                <c:pt idx="2961">
                  <c:v>26.574999999999999</c:v>
                </c:pt>
                <c:pt idx="2962">
                  <c:v>25.745000000000001</c:v>
                </c:pt>
                <c:pt idx="2963">
                  <c:v>24.56</c:v>
                </c:pt>
                <c:pt idx="2964">
                  <c:v>25.13</c:v>
                </c:pt>
                <c:pt idx="2965">
                  <c:v>25.97</c:v>
                </c:pt>
                <c:pt idx="2966">
                  <c:v>25.77</c:v>
                </c:pt>
                <c:pt idx="2967">
                  <c:v>26.395</c:v>
                </c:pt>
                <c:pt idx="2968">
                  <c:v>26.664999999999999</c:v>
                </c:pt>
                <c:pt idx="2969">
                  <c:v>27.234999999999999</c:v>
                </c:pt>
                <c:pt idx="2970">
                  <c:v>27.145</c:v>
                </c:pt>
                <c:pt idx="2971">
                  <c:v>27.795000000000002</c:v>
                </c:pt>
                <c:pt idx="2972">
                  <c:v>27.855</c:v>
                </c:pt>
                <c:pt idx="2973">
                  <c:v>26.75</c:v>
                </c:pt>
                <c:pt idx="2974">
                  <c:v>26.844999999999999</c:v>
                </c:pt>
                <c:pt idx="2975">
                  <c:v>28.585000000000001</c:v>
                </c:pt>
                <c:pt idx="2976">
                  <c:v>28.34</c:v>
                </c:pt>
                <c:pt idx="2977">
                  <c:v>28.63</c:v>
                </c:pt>
                <c:pt idx="2978">
                  <c:v>28.855</c:v>
                </c:pt>
                <c:pt idx="2979">
                  <c:v>28.204999999999998</c:v>
                </c:pt>
                <c:pt idx="2980">
                  <c:v>27.81</c:v>
                </c:pt>
                <c:pt idx="2981">
                  <c:v>27.9</c:v>
                </c:pt>
                <c:pt idx="2982">
                  <c:v>27.704999999999998</c:v>
                </c:pt>
                <c:pt idx="2983">
                  <c:v>27.58</c:v>
                </c:pt>
                <c:pt idx="2984">
                  <c:v>27.42</c:v>
                </c:pt>
                <c:pt idx="2985">
                  <c:v>28.17</c:v>
                </c:pt>
                <c:pt idx="2986">
                  <c:v>28.27</c:v>
                </c:pt>
                <c:pt idx="2987">
                  <c:v>28.54</c:v>
                </c:pt>
                <c:pt idx="2988">
                  <c:v>28.48</c:v>
                </c:pt>
                <c:pt idx="2989">
                  <c:v>27.83</c:v>
                </c:pt>
                <c:pt idx="2990">
                  <c:v>27.68</c:v>
                </c:pt>
                <c:pt idx="2991">
                  <c:v>27.27</c:v>
                </c:pt>
                <c:pt idx="2992">
                  <c:v>28.105</c:v>
                </c:pt>
                <c:pt idx="2993">
                  <c:v>28.49</c:v>
                </c:pt>
                <c:pt idx="2994">
                  <c:v>28.274999999999999</c:v>
                </c:pt>
                <c:pt idx="2995">
                  <c:v>28.22</c:v>
                </c:pt>
                <c:pt idx="2996">
                  <c:v>27.835000000000001</c:v>
                </c:pt>
                <c:pt idx="2997">
                  <c:v>27.704999999999998</c:v>
                </c:pt>
                <c:pt idx="2998">
                  <c:v>27.875</c:v>
                </c:pt>
                <c:pt idx="2999">
                  <c:v>28</c:v>
                </c:pt>
                <c:pt idx="3000">
                  <c:v>27.725000000000001</c:v>
                </c:pt>
                <c:pt idx="3001">
                  <c:v>27.42</c:v>
                </c:pt>
                <c:pt idx="3002">
                  <c:v>26.56</c:v>
                </c:pt>
                <c:pt idx="3003">
                  <c:v>27.114999999999998</c:v>
                </c:pt>
                <c:pt idx="3004">
                  <c:v>25.905000000000001</c:v>
                </c:pt>
                <c:pt idx="3005">
                  <c:v>26.44</c:v>
                </c:pt>
                <c:pt idx="3006">
                  <c:v>27.344999999999999</c:v>
                </c:pt>
                <c:pt idx="3007">
                  <c:v>27.78</c:v>
                </c:pt>
                <c:pt idx="3008">
                  <c:v>27.84</c:v>
                </c:pt>
                <c:pt idx="3009">
                  <c:v>28.555</c:v>
                </c:pt>
                <c:pt idx="3010">
                  <c:v>28.92</c:v>
                </c:pt>
                <c:pt idx="3011">
                  <c:v>29.024999999999999</c:v>
                </c:pt>
                <c:pt idx="3012">
                  <c:v>29.16</c:v>
                </c:pt>
                <c:pt idx="3013">
                  <c:v>29.254999999999999</c:v>
                </c:pt>
                <c:pt idx="3014">
                  <c:v>29.08</c:v>
                </c:pt>
                <c:pt idx="3015">
                  <c:v>29.984999999999999</c:v>
                </c:pt>
                <c:pt idx="3016">
                  <c:v>30.324999999999999</c:v>
                </c:pt>
                <c:pt idx="3017">
                  <c:v>30.204999999999998</c:v>
                </c:pt>
                <c:pt idx="3018">
                  <c:v>30.04</c:v>
                </c:pt>
                <c:pt idx="3019">
                  <c:v>29.995000000000001</c:v>
                </c:pt>
                <c:pt idx="3020">
                  <c:v>30.344999999999999</c:v>
                </c:pt>
                <c:pt idx="3021">
                  <c:v>30.27</c:v>
                </c:pt>
                <c:pt idx="3022">
                  <c:v>30.565000000000001</c:v>
                </c:pt>
                <c:pt idx="3023">
                  <c:v>30.58</c:v>
                </c:pt>
                <c:pt idx="3024">
                  <c:v>30.44</c:v>
                </c:pt>
                <c:pt idx="3025">
                  <c:v>30.215</c:v>
                </c:pt>
                <c:pt idx="3026">
                  <c:v>30.22</c:v>
                </c:pt>
                <c:pt idx="3027">
                  <c:v>29.96</c:v>
                </c:pt>
                <c:pt idx="3028">
                  <c:v>29.97</c:v>
                </c:pt>
                <c:pt idx="3029">
                  <c:v>30.16</c:v>
                </c:pt>
                <c:pt idx="3030">
                  <c:v>30.285</c:v>
                </c:pt>
                <c:pt idx="3031">
                  <c:v>30.094999999999999</c:v>
                </c:pt>
                <c:pt idx="3032">
                  <c:v>30.4</c:v>
                </c:pt>
                <c:pt idx="3033">
                  <c:v>30.824999999999999</c:v>
                </c:pt>
                <c:pt idx="3034">
                  <c:v>30.92</c:v>
                </c:pt>
                <c:pt idx="3035">
                  <c:v>30.664999999999999</c:v>
                </c:pt>
                <c:pt idx="3036">
                  <c:v>30.67</c:v>
                </c:pt>
                <c:pt idx="3037">
                  <c:v>30.734999999999999</c:v>
                </c:pt>
                <c:pt idx="3038">
                  <c:v>30.71</c:v>
                </c:pt>
                <c:pt idx="3039">
                  <c:v>30.51</c:v>
                </c:pt>
                <c:pt idx="3040">
                  <c:v>30.43</c:v>
                </c:pt>
                <c:pt idx="3041">
                  <c:v>30.114999999999998</c:v>
                </c:pt>
                <c:pt idx="3042">
                  <c:v>30.03</c:v>
                </c:pt>
                <c:pt idx="3043">
                  <c:v>30.09</c:v>
                </c:pt>
                <c:pt idx="3044">
                  <c:v>30.12</c:v>
                </c:pt>
                <c:pt idx="3045">
                  <c:v>30.364999999999998</c:v>
                </c:pt>
                <c:pt idx="3046">
                  <c:v>30.04</c:v>
                </c:pt>
                <c:pt idx="3047">
                  <c:v>29.67</c:v>
                </c:pt>
                <c:pt idx="3048">
                  <c:v>29.675000000000001</c:v>
                </c:pt>
                <c:pt idx="3049">
                  <c:v>29.565000000000001</c:v>
                </c:pt>
                <c:pt idx="3050">
                  <c:v>29.87</c:v>
                </c:pt>
                <c:pt idx="3051">
                  <c:v>30.11</c:v>
                </c:pt>
                <c:pt idx="3052">
                  <c:v>29.785</c:v>
                </c:pt>
                <c:pt idx="3053">
                  <c:v>30.3</c:v>
                </c:pt>
                <c:pt idx="3054">
                  <c:v>30.585000000000001</c:v>
                </c:pt>
                <c:pt idx="3055">
                  <c:v>30.68</c:v>
                </c:pt>
                <c:pt idx="3056">
                  <c:v>30.32</c:v>
                </c:pt>
                <c:pt idx="3057">
                  <c:v>30.21</c:v>
                </c:pt>
                <c:pt idx="3058">
                  <c:v>30.8</c:v>
                </c:pt>
                <c:pt idx="3059">
                  <c:v>30.094999999999999</c:v>
                </c:pt>
                <c:pt idx="3060">
                  <c:v>30.51</c:v>
                </c:pt>
                <c:pt idx="3061">
                  <c:v>30.434999999999999</c:v>
                </c:pt>
                <c:pt idx="3062">
                  <c:v>30.53</c:v>
                </c:pt>
                <c:pt idx="3063">
                  <c:v>30.71</c:v>
                </c:pt>
                <c:pt idx="3064">
                  <c:v>30.67</c:v>
                </c:pt>
                <c:pt idx="3065">
                  <c:v>30.605</c:v>
                </c:pt>
                <c:pt idx="3066">
                  <c:v>30.32</c:v>
                </c:pt>
                <c:pt idx="3067">
                  <c:v>30.44</c:v>
                </c:pt>
                <c:pt idx="3068">
                  <c:v>30.53</c:v>
                </c:pt>
                <c:pt idx="3069">
                  <c:v>30.664999999999999</c:v>
                </c:pt>
                <c:pt idx="3070">
                  <c:v>30.22</c:v>
                </c:pt>
                <c:pt idx="3071">
                  <c:v>30.175000000000001</c:v>
                </c:pt>
                <c:pt idx="3072">
                  <c:v>30.06</c:v>
                </c:pt>
                <c:pt idx="3073">
                  <c:v>29.81</c:v>
                </c:pt>
                <c:pt idx="3074">
                  <c:v>30.065000000000001</c:v>
                </c:pt>
                <c:pt idx="3075">
                  <c:v>30.065000000000001</c:v>
                </c:pt>
                <c:pt idx="3076">
                  <c:v>30.21</c:v>
                </c:pt>
                <c:pt idx="3077">
                  <c:v>30.295000000000002</c:v>
                </c:pt>
                <c:pt idx="3078">
                  <c:v>30.54</c:v>
                </c:pt>
                <c:pt idx="3079">
                  <c:v>30.364999999999998</c:v>
                </c:pt>
                <c:pt idx="3080">
                  <c:v>30.24</c:v>
                </c:pt>
                <c:pt idx="3081">
                  <c:v>30.164999999999999</c:v>
                </c:pt>
                <c:pt idx="3082">
                  <c:v>30.055</c:v>
                </c:pt>
                <c:pt idx="3083">
                  <c:v>29.905000000000001</c:v>
                </c:pt>
                <c:pt idx="3084">
                  <c:v>30.39</c:v>
                </c:pt>
                <c:pt idx="3085">
                  <c:v>30.44</c:v>
                </c:pt>
                <c:pt idx="3086">
                  <c:v>30.454999999999998</c:v>
                </c:pt>
                <c:pt idx="3087">
                  <c:v>30.184999999999999</c:v>
                </c:pt>
                <c:pt idx="3088">
                  <c:v>30.035</c:v>
                </c:pt>
                <c:pt idx="3089">
                  <c:v>29.69</c:v>
                </c:pt>
                <c:pt idx="3090">
                  <c:v>29.75</c:v>
                </c:pt>
                <c:pt idx="3091">
                  <c:v>29.73</c:v>
                </c:pt>
                <c:pt idx="3092">
                  <c:v>29.495000000000001</c:v>
                </c:pt>
                <c:pt idx="3093">
                  <c:v>29.23</c:v>
                </c:pt>
                <c:pt idx="3094">
                  <c:v>29.26</c:v>
                </c:pt>
                <c:pt idx="3095">
                  <c:v>29.234999999999999</c:v>
                </c:pt>
                <c:pt idx="3096">
                  <c:v>29.045000000000002</c:v>
                </c:pt>
                <c:pt idx="3097">
                  <c:v>28.98</c:v>
                </c:pt>
                <c:pt idx="3098">
                  <c:v>28.805</c:v>
                </c:pt>
                <c:pt idx="3099">
                  <c:v>29.145</c:v>
                </c:pt>
                <c:pt idx="3100">
                  <c:v>29.01</c:v>
                </c:pt>
                <c:pt idx="3101">
                  <c:v>28.844999999999999</c:v>
                </c:pt>
                <c:pt idx="3102">
                  <c:v>28.984999999999999</c:v>
                </c:pt>
                <c:pt idx="3103">
                  <c:v>28.81</c:v>
                </c:pt>
                <c:pt idx="3104">
                  <c:v>28.9</c:v>
                </c:pt>
                <c:pt idx="3105">
                  <c:v>29.065000000000001</c:v>
                </c:pt>
                <c:pt idx="3106">
                  <c:v>29.234999999999999</c:v>
                </c:pt>
                <c:pt idx="3107">
                  <c:v>29.035</c:v>
                </c:pt>
                <c:pt idx="3108">
                  <c:v>28.815000000000001</c:v>
                </c:pt>
                <c:pt idx="3109">
                  <c:v>28.9</c:v>
                </c:pt>
                <c:pt idx="3110">
                  <c:v>28.81</c:v>
                </c:pt>
                <c:pt idx="3111">
                  <c:v>28.734999999999999</c:v>
                </c:pt>
                <c:pt idx="3112">
                  <c:v>28.71</c:v>
                </c:pt>
                <c:pt idx="3113">
                  <c:v>29.114999999999998</c:v>
                </c:pt>
                <c:pt idx="3114">
                  <c:v>28.99</c:v>
                </c:pt>
                <c:pt idx="3115">
                  <c:v>29</c:v>
                </c:pt>
                <c:pt idx="3116">
                  <c:v>29.05</c:v>
                </c:pt>
                <c:pt idx="3117">
                  <c:v>28.76</c:v>
                </c:pt>
                <c:pt idx="3118">
                  <c:v>28.58</c:v>
                </c:pt>
                <c:pt idx="3119">
                  <c:v>28.6</c:v>
                </c:pt>
                <c:pt idx="3120">
                  <c:v>28.635000000000002</c:v>
                </c:pt>
                <c:pt idx="3121">
                  <c:v>28.545000000000002</c:v>
                </c:pt>
                <c:pt idx="3122">
                  <c:v>28.545000000000002</c:v>
                </c:pt>
                <c:pt idx="3123">
                  <c:v>27.704999999999998</c:v>
                </c:pt>
                <c:pt idx="3124">
                  <c:v>27.41</c:v>
                </c:pt>
                <c:pt idx="3125">
                  <c:v>27.285</c:v>
                </c:pt>
                <c:pt idx="3126">
                  <c:v>27.385000000000002</c:v>
                </c:pt>
                <c:pt idx="3127">
                  <c:v>27.265000000000001</c:v>
                </c:pt>
                <c:pt idx="3128">
                  <c:v>27.295000000000002</c:v>
                </c:pt>
                <c:pt idx="3129">
                  <c:v>27.24</c:v>
                </c:pt>
                <c:pt idx="3130">
                  <c:v>27.24</c:v>
                </c:pt>
                <c:pt idx="3131">
                  <c:v>27.09</c:v>
                </c:pt>
                <c:pt idx="3132">
                  <c:v>27.004999999999999</c:v>
                </c:pt>
                <c:pt idx="3133">
                  <c:v>26.8</c:v>
                </c:pt>
                <c:pt idx="3134">
                  <c:v>26.425000000000001</c:v>
                </c:pt>
                <c:pt idx="3135">
                  <c:v>26.74</c:v>
                </c:pt>
                <c:pt idx="3136">
                  <c:v>26.754999999999999</c:v>
                </c:pt>
                <c:pt idx="3137">
                  <c:v>26.725000000000001</c:v>
                </c:pt>
                <c:pt idx="3138">
                  <c:v>26.795000000000002</c:v>
                </c:pt>
                <c:pt idx="3139">
                  <c:v>26.844999999999999</c:v>
                </c:pt>
                <c:pt idx="3140">
                  <c:v>26.715</c:v>
                </c:pt>
                <c:pt idx="3141">
                  <c:v>26.53</c:v>
                </c:pt>
                <c:pt idx="3142">
                  <c:v>26.61</c:v>
                </c:pt>
                <c:pt idx="3143">
                  <c:v>26.52</c:v>
                </c:pt>
                <c:pt idx="3144">
                  <c:v>26.535</c:v>
                </c:pt>
                <c:pt idx="3145">
                  <c:v>26.425000000000001</c:v>
                </c:pt>
                <c:pt idx="3146">
                  <c:v>26.25</c:v>
                </c:pt>
                <c:pt idx="3147">
                  <c:v>26.07</c:v>
                </c:pt>
                <c:pt idx="3148">
                  <c:v>25.815000000000001</c:v>
                </c:pt>
                <c:pt idx="3149">
                  <c:v>26</c:v>
                </c:pt>
                <c:pt idx="3150">
                  <c:v>25.83</c:v>
                </c:pt>
                <c:pt idx="3151">
                  <c:v>25.905000000000001</c:v>
                </c:pt>
                <c:pt idx="3152">
                  <c:v>25.9</c:v>
                </c:pt>
                <c:pt idx="3153">
                  <c:v>25.74</c:v>
                </c:pt>
                <c:pt idx="3154">
                  <c:v>25.635000000000002</c:v>
                </c:pt>
                <c:pt idx="3155">
                  <c:v>25.75</c:v>
                </c:pt>
                <c:pt idx="3156">
                  <c:v>26.01</c:v>
                </c:pt>
                <c:pt idx="3157">
                  <c:v>26.33</c:v>
                </c:pt>
                <c:pt idx="3158">
                  <c:v>26.265000000000001</c:v>
                </c:pt>
                <c:pt idx="3159">
                  <c:v>26.17</c:v>
                </c:pt>
                <c:pt idx="3160">
                  <c:v>26.234999999999999</c:v>
                </c:pt>
                <c:pt idx="3161">
                  <c:v>26.535</c:v>
                </c:pt>
                <c:pt idx="3162">
                  <c:v>26.61</c:v>
                </c:pt>
                <c:pt idx="3163">
                  <c:v>26.19</c:v>
                </c:pt>
                <c:pt idx="3164">
                  <c:v>26.454999999999998</c:v>
                </c:pt>
                <c:pt idx="3165">
                  <c:v>26.54</c:v>
                </c:pt>
                <c:pt idx="3166">
                  <c:v>26.7</c:v>
                </c:pt>
                <c:pt idx="3167">
                  <c:v>26.715</c:v>
                </c:pt>
                <c:pt idx="3168">
                  <c:v>26.89</c:v>
                </c:pt>
                <c:pt idx="3169">
                  <c:v>26.835000000000001</c:v>
                </c:pt>
                <c:pt idx="3170">
                  <c:v>26.664999999999999</c:v>
                </c:pt>
                <c:pt idx="3171">
                  <c:v>26.48</c:v>
                </c:pt>
                <c:pt idx="3172">
                  <c:v>26.305</c:v>
                </c:pt>
                <c:pt idx="3173">
                  <c:v>25.965</c:v>
                </c:pt>
                <c:pt idx="3174">
                  <c:v>25.9</c:v>
                </c:pt>
                <c:pt idx="3175">
                  <c:v>25.795000000000002</c:v>
                </c:pt>
                <c:pt idx="3176">
                  <c:v>25.8</c:v>
                </c:pt>
                <c:pt idx="3177">
                  <c:v>25.33</c:v>
                </c:pt>
                <c:pt idx="3178">
                  <c:v>25.3</c:v>
                </c:pt>
                <c:pt idx="3179">
                  <c:v>25.26</c:v>
                </c:pt>
                <c:pt idx="3180">
                  <c:v>25.155000000000001</c:v>
                </c:pt>
                <c:pt idx="3181">
                  <c:v>25.28</c:v>
                </c:pt>
                <c:pt idx="3182">
                  <c:v>25.61</c:v>
                </c:pt>
                <c:pt idx="3183">
                  <c:v>26.145</c:v>
                </c:pt>
                <c:pt idx="3184">
                  <c:v>25.754999999999999</c:v>
                </c:pt>
                <c:pt idx="3185">
                  <c:v>25.785</c:v>
                </c:pt>
                <c:pt idx="3186">
                  <c:v>25.89</c:v>
                </c:pt>
                <c:pt idx="3187">
                  <c:v>26.15</c:v>
                </c:pt>
                <c:pt idx="3188">
                  <c:v>26.48</c:v>
                </c:pt>
                <c:pt idx="3189">
                  <c:v>26.655000000000001</c:v>
                </c:pt>
                <c:pt idx="3190">
                  <c:v>26.295000000000002</c:v>
                </c:pt>
                <c:pt idx="3191">
                  <c:v>26.35</c:v>
                </c:pt>
                <c:pt idx="3192">
                  <c:v>26.36</c:v>
                </c:pt>
                <c:pt idx="3193">
                  <c:v>26.234999999999999</c:v>
                </c:pt>
                <c:pt idx="3194">
                  <c:v>26.175000000000001</c:v>
                </c:pt>
                <c:pt idx="3195">
                  <c:v>26.274999999999999</c:v>
                </c:pt>
                <c:pt idx="3196">
                  <c:v>26.35</c:v>
                </c:pt>
                <c:pt idx="3197">
                  <c:v>25.99</c:v>
                </c:pt>
                <c:pt idx="3198">
                  <c:v>25.965</c:v>
                </c:pt>
                <c:pt idx="3199">
                  <c:v>26.03</c:v>
                </c:pt>
                <c:pt idx="3200">
                  <c:v>25.81</c:v>
                </c:pt>
                <c:pt idx="3201">
                  <c:v>26.065000000000001</c:v>
                </c:pt>
                <c:pt idx="3202">
                  <c:v>25.92</c:v>
                </c:pt>
                <c:pt idx="3203">
                  <c:v>25.905000000000001</c:v>
                </c:pt>
                <c:pt idx="3204">
                  <c:v>25.75</c:v>
                </c:pt>
                <c:pt idx="3205">
                  <c:v>25.895</c:v>
                </c:pt>
                <c:pt idx="3206">
                  <c:v>25.8</c:v>
                </c:pt>
                <c:pt idx="3207">
                  <c:v>25.8</c:v>
                </c:pt>
                <c:pt idx="3208">
                  <c:v>25.7</c:v>
                </c:pt>
                <c:pt idx="3209">
                  <c:v>25.445</c:v>
                </c:pt>
                <c:pt idx="3210">
                  <c:v>25.234999999999999</c:v>
                </c:pt>
                <c:pt idx="3211">
                  <c:v>24.795000000000002</c:v>
                </c:pt>
                <c:pt idx="3212">
                  <c:v>24.555</c:v>
                </c:pt>
                <c:pt idx="3213">
                  <c:v>24.55</c:v>
                </c:pt>
                <c:pt idx="3214">
                  <c:v>24.35</c:v>
                </c:pt>
                <c:pt idx="3215">
                  <c:v>24.56</c:v>
                </c:pt>
                <c:pt idx="3216">
                  <c:v>24.655000000000001</c:v>
                </c:pt>
                <c:pt idx="3217">
                  <c:v>24.8</c:v>
                </c:pt>
                <c:pt idx="3218">
                  <c:v>24.795000000000002</c:v>
                </c:pt>
                <c:pt idx="3219">
                  <c:v>24.68</c:v>
                </c:pt>
                <c:pt idx="3220">
                  <c:v>24.05</c:v>
                </c:pt>
                <c:pt idx="3221">
                  <c:v>24.305</c:v>
                </c:pt>
                <c:pt idx="3222">
                  <c:v>24.37</c:v>
                </c:pt>
                <c:pt idx="3223">
                  <c:v>24.57</c:v>
                </c:pt>
                <c:pt idx="3224">
                  <c:v>24.625</c:v>
                </c:pt>
                <c:pt idx="3225">
                  <c:v>24.655000000000001</c:v>
                </c:pt>
                <c:pt idx="3226">
                  <c:v>24.66</c:v>
                </c:pt>
                <c:pt idx="3227">
                  <c:v>25.1</c:v>
                </c:pt>
                <c:pt idx="3228">
                  <c:v>25.2</c:v>
                </c:pt>
                <c:pt idx="3229">
                  <c:v>25.17</c:v>
                </c:pt>
                <c:pt idx="3230">
                  <c:v>25.204999999999998</c:v>
                </c:pt>
                <c:pt idx="3231">
                  <c:v>24.95</c:v>
                </c:pt>
                <c:pt idx="3232">
                  <c:v>25.02</c:v>
                </c:pt>
                <c:pt idx="3233">
                  <c:v>24.995000000000001</c:v>
                </c:pt>
                <c:pt idx="3234">
                  <c:v>24.52</c:v>
                </c:pt>
                <c:pt idx="3235">
                  <c:v>24.225000000000001</c:v>
                </c:pt>
                <c:pt idx="3236">
                  <c:v>24.71</c:v>
                </c:pt>
                <c:pt idx="3237">
                  <c:v>24.74</c:v>
                </c:pt>
                <c:pt idx="3238">
                  <c:v>24.6</c:v>
                </c:pt>
                <c:pt idx="3239">
                  <c:v>24.795000000000002</c:v>
                </c:pt>
                <c:pt idx="3240">
                  <c:v>24.824999999999999</c:v>
                </c:pt>
                <c:pt idx="3241">
                  <c:v>24.82</c:v>
                </c:pt>
                <c:pt idx="3242">
                  <c:v>24.774999999999999</c:v>
                </c:pt>
                <c:pt idx="3243">
                  <c:v>24.76</c:v>
                </c:pt>
                <c:pt idx="3244">
                  <c:v>24.565000000000001</c:v>
                </c:pt>
                <c:pt idx="3245">
                  <c:v>25.46</c:v>
                </c:pt>
                <c:pt idx="3246">
                  <c:v>25.3</c:v>
                </c:pt>
                <c:pt idx="3247">
                  <c:v>25.01</c:v>
                </c:pt>
                <c:pt idx="3248">
                  <c:v>24.945</c:v>
                </c:pt>
                <c:pt idx="3249">
                  <c:v>24.8</c:v>
                </c:pt>
                <c:pt idx="3250">
                  <c:v>24.62</c:v>
                </c:pt>
                <c:pt idx="3251">
                  <c:v>24.74</c:v>
                </c:pt>
                <c:pt idx="3252">
                  <c:v>24.555</c:v>
                </c:pt>
                <c:pt idx="3253">
                  <c:v>24.434999999999999</c:v>
                </c:pt>
                <c:pt idx="3254">
                  <c:v>24.15</c:v>
                </c:pt>
                <c:pt idx="3255">
                  <c:v>24.315000000000001</c:v>
                </c:pt>
                <c:pt idx="3256">
                  <c:v>24.184999999999999</c:v>
                </c:pt>
                <c:pt idx="3257">
                  <c:v>23.844999999999999</c:v>
                </c:pt>
                <c:pt idx="3258">
                  <c:v>23.76</c:v>
                </c:pt>
                <c:pt idx="3259">
                  <c:v>23.695</c:v>
                </c:pt>
                <c:pt idx="3260">
                  <c:v>23.47</c:v>
                </c:pt>
                <c:pt idx="3261">
                  <c:v>23.69</c:v>
                </c:pt>
                <c:pt idx="3262">
                  <c:v>23.925000000000001</c:v>
                </c:pt>
                <c:pt idx="3263">
                  <c:v>24.06</c:v>
                </c:pt>
                <c:pt idx="3264">
                  <c:v>24.05</c:v>
                </c:pt>
                <c:pt idx="3265">
                  <c:v>23.995000000000001</c:v>
                </c:pt>
                <c:pt idx="3266">
                  <c:v>24.21</c:v>
                </c:pt>
                <c:pt idx="3267">
                  <c:v>24.38</c:v>
                </c:pt>
                <c:pt idx="3268">
                  <c:v>24.27</c:v>
                </c:pt>
                <c:pt idx="3269">
                  <c:v>24.454999999999998</c:v>
                </c:pt>
                <c:pt idx="3270">
                  <c:v>24.28</c:v>
                </c:pt>
                <c:pt idx="3271">
                  <c:v>24.37</c:v>
                </c:pt>
                <c:pt idx="3272">
                  <c:v>24.43</c:v>
                </c:pt>
                <c:pt idx="3273">
                  <c:v>24.515000000000001</c:v>
                </c:pt>
                <c:pt idx="3274">
                  <c:v>24.51</c:v>
                </c:pt>
                <c:pt idx="3275">
                  <c:v>24.45</c:v>
                </c:pt>
                <c:pt idx="3276">
                  <c:v>24.42</c:v>
                </c:pt>
                <c:pt idx="3277">
                  <c:v>24.625</c:v>
                </c:pt>
                <c:pt idx="3278">
                  <c:v>24.7</c:v>
                </c:pt>
                <c:pt idx="3279">
                  <c:v>24.625</c:v>
                </c:pt>
                <c:pt idx="3280">
                  <c:v>24.52</c:v>
                </c:pt>
                <c:pt idx="3281">
                  <c:v>24.41</c:v>
                </c:pt>
                <c:pt idx="3282">
                  <c:v>24.38</c:v>
                </c:pt>
                <c:pt idx="3283">
                  <c:v>24.68</c:v>
                </c:pt>
                <c:pt idx="3284">
                  <c:v>24.664999999999999</c:v>
                </c:pt>
                <c:pt idx="3285">
                  <c:v>24.614999999999998</c:v>
                </c:pt>
                <c:pt idx="3286">
                  <c:v>24.49</c:v>
                </c:pt>
                <c:pt idx="3287">
                  <c:v>24.49</c:v>
                </c:pt>
                <c:pt idx="3288">
                  <c:v>24.824999999999999</c:v>
                </c:pt>
                <c:pt idx="3289">
                  <c:v>24.82</c:v>
                </c:pt>
                <c:pt idx="3290">
                  <c:v>24.295000000000002</c:v>
                </c:pt>
                <c:pt idx="3291">
                  <c:v>24.14</c:v>
                </c:pt>
                <c:pt idx="3292">
                  <c:v>24.03</c:v>
                </c:pt>
                <c:pt idx="3293">
                  <c:v>23.844999999999999</c:v>
                </c:pt>
                <c:pt idx="3294">
                  <c:v>23.795000000000002</c:v>
                </c:pt>
                <c:pt idx="3295">
                  <c:v>23.844999999999999</c:v>
                </c:pt>
                <c:pt idx="3296">
                  <c:v>23.934999999999999</c:v>
                </c:pt>
                <c:pt idx="3297">
                  <c:v>24.004999999999999</c:v>
                </c:pt>
                <c:pt idx="3298">
                  <c:v>23.89</c:v>
                </c:pt>
                <c:pt idx="3299">
                  <c:v>24.15</c:v>
                </c:pt>
                <c:pt idx="3300">
                  <c:v>24.42</c:v>
                </c:pt>
                <c:pt idx="3301">
                  <c:v>24.14</c:v>
                </c:pt>
                <c:pt idx="3302">
                  <c:v>24.31</c:v>
                </c:pt>
                <c:pt idx="3303">
                  <c:v>24.05</c:v>
                </c:pt>
                <c:pt idx="3304">
                  <c:v>24.065000000000001</c:v>
                </c:pt>
                <c:pt idx="3305">
                  <c:v>24.23</c:v>
                </c:pt>
                <c:pt idx="3306">
                  <c:v>24.26</c:v>
                </c:pt>
                <c:pt idx="3307">
                  <c:v>24.234999999999999</c:v>
                </c:pt>
                <c:pt idx="3308">
                  <c:v>24.425000000000001</c:v>
                </c:pt>
                <c:pt idx="3309">
                  <c:v>25.594999999999999</c:v>
                </c:pt>
                <c:pt idx="3310">
                  <c:v>25.465</c:v>
                </c:pt>
                <c:pt idx="3311">
                  <c:v>25.59</c:v>
                </c:pt>
                <c:pt idx="3312">
                  <c:v>25.725000000000001</c:v>
                </c:pt>
                <c:pt idx="3313">
                  <c:v>25.855</c:v>
                </c:pt>
                <c:pt idx="3314">
                  <c:v>25.975000000000001</c:v>
                </c:pt>
                <c:pt idx="3315">
                  <c:v>25.805</c:v>
                </c:pt>
                <c:pt idx="3316">
                  <c:v>25.984999999999999</c:v>
                </c:pt>
                <c:pt idx="3317">
                  <c:v>25.9</c:v>
                </c:pt>
                <c:pt idx="3318">
                  <c:v>25.91</c:v>
                </c:pt>
                <c:pt idx="3319">
                  <c:v>25.71</c:v>
                </c:pt>
                <c:pt idx="3320">
                  <c:v>25.51</c:v>
                </c:pt>
                <c:pt idx="3321">
                  <c:v>25.62</c:v>
                </c:pt>
                <c:pt idx="3322">
                  <c:v>25.585000000000001</c:v>
                </c:pt>
                <c:pt idx="3323">
                  <c:v>25.535</c:v>
                </c:pt>
                <c:pt idx="3324">
                  <c:v>25.355</c:v>
                </c:pt>
                <c:pt idx="3325">
                  <c:v>25.085000000000001</c:v>
                </c:pt>
                <c:pt idx="3326">
                  <c:v>24.73</c:v>
                </c:pt>
                <c:pt idx="3327">
                  <c:v>24.465</c:v>
                </c:pt>
                <c:pt idx="3328">
                  <c:v>24.35</c:v>
                </c:pt>
                <c:pt idx="3329">
                  <c:v>24.535</c:v>
                </c:pt>
                <c:pt idx="3330">
                  <c:v>24.565000000000001</c:v>
                </c:pt>
                <c:pt idx="3331">
                  <c:v>24.545000000000002</c:v>
                </c:pt>
                <c:pt idx="3332">
                  <c:v>24.6</c:v>
                </c:pt>
                <c:pt idx="3333">
                  <c:v>24.35</c:v>
                </c:pt>
                <c:pt idx="3334">
                  <c:v>24.1</c:v>
                </c:pt>
                <c:pt idx="3335">
                  <c:v>24.12</c:v>
                </c:pt>
                <c:pt idx="3336">
                  <c:v>24.24</c:v>
                </c:pt>
                <c:pt idx="3337">
                  <c:v>24.38</c:v>
                </c:pt>
                <c:pt idx="3338">
                  <c:v>24.62</c:v>
                </c:pt>
                <c:pt idx="3339">
                  <c:v>24.69</c:v>
                </c:pt>
                <c:pt idx="3340">
                  <c:v>24.76</c:v>
                </c:pt>
                <c:pt idx="3341">
                  <c:v>24.59</c:v>
                </c:pt>
                <c:pt idx="3342">
                  <c:v>24.78</c:v>
                </c:pt>
                <c:pt idx="3343">
                  <c:v>24.8</c:v>
                </c:pt>
                <c:pt idx="3344">
                  <c:v>24.965</c:v>
                </c:pt>
                <c:pt idx="3345">
                  <c:v>24.895</c:v>
                </c:pt>
                <c:pt idx="3346">
                  <c:v>24.805</c:v>
                </c:pt>
                <c:pt idx="3347">
                  <c:v>24.81</c:v>
                </c:pt>
                <c:pt idx="3348">
                  <c:v>25.09</c:v>
                </c:pt>
                <c:pt idx="3349">
                  <c:v>25.425000000000001</c:v>
                </c:pt>
                <c:pt idx="3350">
                  <c:v>25.54</c:v>
                </c:pt>
                <c:pt idx="3351">
                  <c:v>25.765000000000001</c:v>
                </c:pt>
                <c:pt idx="3352">
                  <c:v>25.93</c:v>
                </c:pt>
                <c:pt idx="3353">
                  <c:v>26.004999999999999</c:v>
                </c:pt>
                <c:pt idx="3354">
                  <c:v>26.335000000000001</c:v>
                </c:pt>
                <c:pt idx="3355">
                  <c:v>25.95</c:v>
                </c:pt>
                <c:pt idx="3356">
                  <c:v>26.184999999999999</c:v>
                </c:pt>
                <c:pt idx="3357">
                  <c:v>26.41</c:v>
                </c:pt>
                <c:pt idx="3358">
                  <c:v>26.535</c:v>
                </c:pt>
                <c:pt idx="3359">
                  <c:v>26.33</c:v>
                </c:pt>
                <c:pt idx="3360">
                  <c:v>26.395</c:v>
                </c:pt>
                <c:pt idx="3361">
                  <c:v>26.195</c:v>
                </c:pt>
                <c:pt idx="3362">
                  <c:v>26.344999999999999</c:v>
                </c:pt>
                <c:pt idx="3363">
                  <c:v>26.8</c:v>
                </c:pt>
                <c:pt idx="3364">
                  <c:v>26.59</c:v>
                </c:pt>
                <c:pt idx="3365">
                  <c:v>26.565000000000001</c:v>
                </c:pt>
                <c:pt idx="3366">
                  <c:v>26.545000000000002</c:v>
                </c:pt>
                <c:pt idx="3367">
                  <c:v>26.48</c:v>
                </c:pt>
                <c:pt idx="3368">
                  <c:v>26.24</c:v>
                </c:pt>
                <c:pt idx="3369">
                  <c:v>26.26</c:v>
                </c:pt>
                <c:pt idx="3370">
                  <c:v>26.38</c:v>
                </c:pt>
                <c:pt idx="3371">
                  <c:v>26.2</c:v>
                </c:pt>
                <c:pt idx="3372">
                  <c:v>25.835000000000001</c:v>
                </c:pt>
                <c:pt idx="3373">
                  <c:v>25.835000000000001</c:v>
                </c:pt>
                <c:pt idx="3374">
                  <c:v>25.8</c:v>
                </c:pt>
                <c:pt idx="3375">
                  <c:v>25.7</c:v>
                </c:pt>
                <c:pt idx="3376">
                  <c:v>25.85</c:v>
                </c:pt>
                <c:pt idx="3377">
                  <c:v>25.6</c:v>
                </c:pt>
                <c:pt idx="3378">
                  <c:v>25.155000000000001</c:v>
                </c:pt>
                <c:pt idx="3379">
                  <c:v>24.614999999999998</c:v>
                </c:pt>
                <c:pt idx="3380">
                  <c:v>24.425000000000001</c:v>
                </c:pt>
                <c:pt idx="3381">
                  <c:v>24.43</c:v>
                </c:pt>
                <c:pt idx="3382">
                  <c:v>24.46</c:v>
                </c:pt>
                <c:pt idx="3383">
                  <c:v>24.684999999999999</c:v>
                </c:pt>
                <c:pt idx="3384">
                  <c:v>24.715</c:v>
                </c:pt>
                <c:pt idx="3385">
                  <c:v>24.92</c:v>
                </c:pt>
                <c:pt idx="3386">
                  <c:v>24.91</c:v>
                </c:pt>
                <c:pt idx="3387">
                  <c:v>24.704999999999998</c:v>
                </c:pt>
                <c:pt idx="3388">
                  <c:v>24.51</c:v>
                </c:pt>
                <c:pt idx="3389">
                  <c:v>24.414999999999999</c:v>
                </c:pt>
                <c:pt idx="3390">
                  <c:v>24.555</c:v>
                </c:pt>
                <c:pt idx="3391">
                  <c:v>24.954999999999998</c:v>
                </c:pt>
                <c:pt idx="3392">
                  <c:v>25.21</c:v>
                </c:pt>
                <c:pt idx="3393">
                  <c:v>25.324999999999999</c:v>
                </c:pt>
                <c:pt idx="3394">
                  <c:v>25.19</c:v>
                </c:pt>
                <c:pt idx="3395">
                  <c:v>25.19</c:v>
                </c:pt>
                <c:pt idx="3396">
                  <c:v>25.414999999999999</c:v>
                </c:pt>
                <c:pt idx="3397">
                  <c:v>25.43</c:v>
                </c:pt>
                <c:pt idx="3398">
                  <c:v>25.184999999999999</c:v>
                </c:pt>
                <c:pt idx="3399">
                  <c:v>25.32</c:v>
                </c:pt>
                <c:pt idx="3400">
                  <c:v>25.324999999999999</c:v>
                </c:pt>
                <c:pt idx="3401">
                  <c:v>25.41</c:v>
                </c:pt>
                <c:pt idx="3402">
                  <c:v>25.4</c:v>
                </c:pt>
                <c:pt idx="3403">
                  <c:v>25.324999999999999</c:v>
                </c:pt>
                <c:pt idx="3404">
                  <c:v>25.375</c:v>
                </c:pt>
                <c:pt idx="3405">
                  <c:v>25.71</c:v>
                </c:pt>
                <c:pt idx="3406">
                  <c:v>25.45</c:v>
                </c:pt>
                <c:pt idx="3407">
                  <c:v>25.35</c:v>
                </c:pt>
                <c:pt idx="3408">
                  <c:v>25.405000000000001</c:v>
                </c:pt>
                <c:pt idx="3409">
                  <c:v>25.46</c:v>
                </c:pt>
                <c:pt idx="3410">
                  <c:v>25.5</c:v>
                </c:pt>
                <c:pt idx="3411">
                  <c:v>25.51</c:v>
                </c:pt>
                <c:pt idx="3412">
                  <c:v>25.565000000000001</c:v>
                </c:pt>
                <c:pt idx="3413">
                  <c:v>25.295000000000002</c:v>
                </c:pt>
                <c:pt idx="3414">
                  <c:v>25.34</c:v>
                </c:pt>
                <c:pt idx="3415">
                  <c:v>25.18</c:v>
                </c:pt>
                <c:pt idx="3416">
                  <c:v>24.91</c:v>
                </c:pt>
                <c:pt idx="3417">
                  <c:v>24.79</c:v>
                </c:pt>
                <c:pt idx="3418">
                  <c:v>24.89</c:v>
                </c:pt>
                <c:pt idx="3419">
                  <c:v>24.965</c:v>
                </c:pt>
                <c:pt idx="3420">
                  <c:v>24.704999999999998</c:v>
                </c:pt>
                <c:pt idx="3421">
                  <c:v>24.734999999999999</c:v>
                </c:pt>
                <c:pt idx="3422">
                  <c:v>24.805</c:v>
                </c:pt>
                <c:pt idx="3423">
                  <c:v>24.495000000000001</c:v>
                </c:pt>
                <c:pt idx="3424">
                  <c:v>24.745000000000001</c:v>
                </c:pt>
                <c:pt idx="3425">
                  <c:v>24.785</c:v>
                </c:pt>
                <c:pt idx="3426">
                  <c:v>25.125</c:v>
                </c:pt>
                <c:pt idx="3427">
                  <c:v>25.08</c:v>
                </c:pt>
                <c:pt idx="3428">
                  <c:v>25.145</c:v>
                </c:pt>
                <c:pt idx="3429">
                  <c:v>25.12</c:v>
                </c:pt>
                <c:pt idx="3430">
                  <c:v>25.4</c:v>
                </c:pt>
                <c:pt idx="3431">
                  <c:v>25.45</c:v>
                </c:pt>
                <c:pt idx="3432">
                  <c:v>25.565000000000001</c:v>
                </c:pt>
                <c:pt idx="3433">
                  <c:v>25.84</c:v>
                </c:pt>
                <c:pt idx="3434">
                  <c:v>26.11</c:v>
                </c:pt>
                <c:pt idx="3435">
                  <c:v>26.844999999999999</c:v>
                </c:pt>
                <c:pt idx="3436">
                  <c:v>26.984999999999999</c:v>
                </c:pt>
                <c:pt idx="3437">
                  <c:v>26.61</c:v>
                </c:pt>
                <c:pt idx="3438">
                  <c:v>26.515000000000001</c:v>
                </c:pt>
                <c:pt idx="3439">
                  <c:v>26.344999999999999</c:v>
                </c:pt>
                <c:pt idx="3440">
                  <c:v>26.364999999999998</c:v>
                </c:pt>
                <c:pt idx="3441">
                  <c:v>26.355</c:v>
                </c:pt>
                <c:pt idx="3442">
                  <c:v>26.32</c:v>
                </c:pt>
                <c:pt idx="3443">
                  <c:v>26.16</c:v>
                </c:pt>
                <c:pt idx="3444">
                  <c:v>26.065000000000001</c:v>
                </c:pt>
                <c:pt idx="3445">
                  <c:v>26.06</c:v>
                </c:pt>
                <c:pt idx="3446">
                  <c:v>25.914999999999999</c:v>
                </c:pt>
                <c:pt idx="3447">
                  <c:v>26.024999999999999</c:v>
                </c:pt>
                <c:pt idx="3448">
                  <c:v>26.105</c:v>
                </c:pt>
                <c:pt idx="3449">
                  <c:v>26.28</c:v>
                </c:pt>
                <c:pt idx="3450">
                  <c:v>26.195</c:v>
                </c:pt>
                <c:pt idx="3451">
                  <c:v>26.3</c:v>
                </c:pt>
                <c:pt idx="3452">
                  <c:v>26.49</c:v>
                </c:pt>
                <c:pt idx="3453">
                  <c:v>26.38</c:v>
                </c:pt>
                <c:pt idx="3454">
                  <c:v>26.18</c:v>
                </c:pt>
                <c:pt idx="3455">
                  <c:v>25.975000000000001</c:v>
                </c:pt>
                <c:pt idx="3456">
                  <c:v>26.05</c:v>
                </c:pt>
                <c:pt idx="3457">
                  <c:v>26.15</c:v>
                </c:pt>
                <c:pt idx="3458">
                  <c:v>26.23</c:v>
                </c:pt>
                <c:pt idx="3459">
                  <c:v>26.23</c:v>
                </c:pt>
                <c:pt idx="3460">
                  <c:v>26.225000000000001</c:v>
                </c:pt>
                <c:pt idx="3461">
                  <c:v>26.324999999999999</c:v>
                </c:pt>
                <c:pt idx="3462">
                  <c:v>26.26</c:v>
                </c:pt>
                <c:pt idx="3463">
                  <c:v>26.3</c:v>
                </c:pt>
                <c:pt idx="3464">
                  <c:v>26.215</c:v>
                </c:pt>
                <c:pt idx="3465">
                  <c:v>26.16</c:v>
                </c:pt>
                <c:pt idx="3466">
                  <c:v>26.31</c:v>
                </c:pt>
                <c:pt idx="3467">
                  <c:v>26.395</c:v>
                </c:pt>
                <c:pt idx="3468">
                  <c:v>26.155000000000001</c:v>
                </c:pt>
                <c:pt idx="3469">
                  <c:v>26.12</c:v>
                </c:pt>
                <c:pt idx="3470">
                  <c:v>25.94</c:v>
                </c:pt>
                <c:pt idx="3471">
                  <c:v>25.89</c:v>
                </c:pt>
                <c:pt idx="3472">
                  <c:v>25.675000000000001</c:v>
                </c:pt>
                <c:pt idx="3473">
                  <c:v>25.625</c:v>
                </c:pt>
                <c:pt idx="3474">
                  <c:v>25.65</c:v>
                </c:pt>
                <c:pt idx="3475">
                  <c:v>25.77</c:v>
                </c:pt>
                <c:pt idx="3476">
                  <c:v>25.79</c:v>
                </c:pt>
                <c:pt idx="3477">
                  <c:v>25.72</c:v>
                </c:pt>
                <c:pt idx="3478">
                  <c:v>25.675000000000001</c:v>
                </c:pt>
                <c:pt idx="3479">
                  <c:v>25.72</c:v>
                </c:pt>
                <c:pt idx="3480">
                  <c:v>25.77</c:v>
                </c:pt>
                <c:pt idx="3481">
                  <c:v>25.774999999999999</c:v>
                </c:pt>
                <c:pt idx="3482">
                  <c:v>25.715</c:v>
                </c:pt>
                <c:pt idx="3483">
                  <c:v>25.79</c:v>
                </c:pt>
                <c:pt idx="3484">
                  <c:v>25.364999999999998</c:v>
                </c:pt>
                <c:pt idx="3485">
                  <c:v>25.765000000000001</c:v>
                </c:pt>
                <c:pt idx="3486">
                  <c:v>26.164999999999999</c:v>
                </c:pt>
                <c:pt idx="3487">
                  <c:v>26.97</c:v>
                </c:pt>
                <c:pt idx="3488">
                  <c:v>26.754999999999999</c:v>
                </c:pt>
                <c:pt idx="3489">
                  <c:v>26.76</c:v>
                </c:pt>
                <c:pt idx="3490">
                  <c:v>26.815000000000001</c:v>
                </c:pt>
                <c:pt idx="3491">
                  <c:v>26.9</c:v>
                </c:pt>
                <c:pt idx="3492">
                  <c:v>27.045000000000002</c:v>
                </c:pt>
                <c:pt idx="3493">
                  <c:v>27.085000000000001</c:v>
                </c:pt>
                <c:pt idx="3494">
                  <c:v>27.225000000000001</c:v>
                </c:pt>
                <c:pt idx="3495">
                  <c:v>27.125</c:v>
                </c:pt>
                <c:pt idx="3496">
                  <c:v>26.454999999999998</c:v>
                </c:pt>
                <c:pt idx="3497">
                  <c:v>26.2</c:v>
                </c:pt>
                <c:pt idx="3498">
                  <c:v>26.024999999999999</c:v>
                </c:pt>
                <c:pt idx="3499">
                  <c:v>26.21</c:v>
                </c:pt>
                <c:pt idx="3500">
                  <c:v>25.975000000000001</c:v>
                </c:pt>
                <c:pt idx="3501">
                  <c:v>26.39</c:v>
                </c:pt>
                <c:pt idx="3502">
                  <c:v>26.504999999999999</c:v>
                </c:pt>
                <c:pt idx="3503">
                  <c:v>26.574999999999999</c:v>
                </c:pt>
                <c:pt idx="3504">
                  <c:v>26.824999999999999</c:v>
                </c:pt>
                <c:pt idx="3505">
                  <c:v>26.7</c:v>
                </c:pt>
                <c:pt idx="3506">
                  <c:v>26.62</c:v>
                </c:pt>
                <c:pt idx="3507">
                  <c:v>26.605</c:v>
                </c:pt>
                <c:pt idx="3508">
                  <c:v>26.815000000000001</c:v>
                </c:pt>
                <c:pt idx="3509">
                  <c:v>26.76</c:v>
                </c:pt>
                <c:pt idx="3510">
                  <c:v>26.774999999999999</c:v>
                </c:pt>
                <c:pt idx="3511">
                  <c:v>26.84</c:v>
                </c:pt>
                <c:pt idx="3512">
                  <c:v>26.89</c:v>
                </c:pt>
                <c:pt idx="3513">
                  <c:v>26.695</c:v>
                </c:pt>
                <c:pt idx="3514">
                  <c:v>26.96</c:v>
                </c:pt>
                <c:pt idx="3515">
                  <c:v>26.984999999999999</c:v>
                </c:pt>
                <c:pt idx="3516">
                  <c:v>27.055</c:v>
                </c:pt>
                <c:pt idx="3517">
                  <c:v>26.9</c:v>
                </c:pt>
                <c:pt idx="3518">
                  <c:v>27.26</c:v>
                </c:pt>
                <c:pt idx="3519">
                  <c:v>27.335000000000001</c:v>
                </c:pt>
                <c:pt idx="3520">
                  <c:v>27.73</c:v>
                </c:pt>
                <c:pt idx="3521">
                  <c:v>27.57</c:v>
                </c:pt>
                <c:pt idx="3522">
                  <c:v>27.53</c:v>
                </c:pt>
                <c:pt idx="3523">
                  <c:v>27.5</c:v>
                </c:pt>
                <c:pt idx="3524">
                  <c:v>27.83</c:v>
                </c:pt>
                <c:pt idx="3525">
                  <c:v>27.85</c:v>
                </c:pt>
                <c:pt idx="3526">
                  <c:v>27.91</c:v>
                </c:pt>
                <c:pt idx="3527">
                  <c:v>27.925000000000001</c:v>
                </c:pt>
                <c:pt idx="3528">
                  <c:v>28.135000000000002</c:v>
                </c:pt>
                <c:pt idx="3529">
                  <c:v>27.844999999999999</c:v>
                </c:pt>
                <c:pt idx="3530">
                  <c:v>27.95</c:v>
                </c:pt>
                <c:pt idx="3531">
                  <c:v>27.905000000000001</c:v>
                </c:pt>
                <c:pt idx="3532">
                  <c:v>27.94</c:v>
                </c:pt>
                <c:pt idx="3533">
                  <c:v>28.045000000000002</c:v>
                </c:pt>
                <c:pt idx="3534">
                  <c:v>27.565000000000001</c:v>
                </c:pt>
                <c:pt idx="3535">
                  <c:v>27.695</c:v>
                </c:pt>
                <c:pt idx="3536">
                  <c:v>27.81</c:v>
                </c:pt>
                <c:pt idx="3537">
                  <c:v>27.92</c:v>
                </c:pt>
                <c:pt idx="3538">
                  <c:v>28.004999999999999</c:v>
                </c:pt>
                <c:pt idx="3539">
                  <c:v>28.105</c:v>
                </c:pt>
                <c:pt idx="3540">
                  <c:v>28.145</c:v>
                </c:pt>
                <c:pt idx="3541">
                  <c:v>28.16</c:v>
                </c:pt>
                <c:pt idx="3542">
                  <c:v>28.045000000000002</c:v>
                </c:pt>
                <c:pt idx="3543">
                  <c:v>28.184999999999999</c:v>
                </c:pt>
                <c:pt idx="3544">
                  <c:v>28.48</c:v>
                </c:pt>
                <c:pt idx="3545">
                  <c:v>28.594999999999999</c:v>
                </c:pt>
                <c:pt idx="3546">
                  <c:v>28.76</c:v>
                </c:pt>
                <c:pt idx="3547">
                  <c:v>28.695</c:v>
                </c:pt>
                <c:pt idx="3548">
                  <c:v>28.9</c:v>
                </c:pt>
                <c:pt idx="3549">
                  <c:v>28.76</c:v>
                </c:pt>
                <c:pt idx="3550">
                  <c:v>28.61</c:v>
                </c:pt>
                <c:pt idx="3551">
                  <c:v>28.85</c:v>
                </c:pt>
                <c:pt idx="3552">
                  <c:v>28.91</c:v>
                </c:pt>
                <c:pt idx="3553">
                  <c:v>28.614999999999998</c:v>
                </c:pt>
                <c:pt idx="3554">
                  <c:v>28.77</c:v>
                </c:pt>
                <c:pt idx="3555">
                  <c:v>28.305</c:v>
                </c:pt>
                <c:pt idx="3556">
                  <c:v>28.4</c:v>
                </c:pt>
                <c:pt idx="3557">
                  <c:v>28.1</c:v>
                </c:pt>
                <c:pt idx="3558">
                  <c:v>27.87</c:v>
                </c:pt>
                <c:pt idx="3559">
                  <c:v>27.71</c:v>
                </c:pt>
                <c:pt idx="3560">
                  <c:v>27.835000000000001</c:v>
                </c:pt>
                <c:pt idx="3561">
                  <c:v>27.23</c:v>
                </c:pt>
                <c:pt idx="3562">
                  <c:v>27.274999999999999</c:v>
                </c:pt>
                <c:pt idx="3563">
                  <c:v>27.92</c:v>
                </c:pt>
                <c:pt idx="3564">
                  <c:v>27.885000000000002</c:v>
                </c:pt>
                <c:pt idx="3565">
                  <c:v>27.984999999999999</c:v>
                </c:pt>
                <c:pt idx="3566">
                  <c:v>28.484999999999999</c:v>
                </c:pt>
                <c:pt idx="3567">
                  <c:v>28.35</c:v>
                </c:pt>
                <c:pt idx="3568">
                  <c:v>28.23</c:v>
                </c:pt>
                <c:pt idx="3569">
                  <c:v>28.12</c:v>
                </c:pt>
                <c:pt idx="3570">
                  <c:v>28.21</c:v>
                </c:pt>
                <c:pt idx="3571">
                  <c:v>28.045000000000002</c:v>
                </c:pt>
                <c:pt idx="3572">
                  <c:v>27.87</c:v>
                </c:pt>
                <c:pt idx="3573">
                  <c:v>27.9</c:v>
                </c:pt>
                <c:pt idx="3574">
                  <c:v>27.57</c:v>
                </c:pt>
                <c:pt idx="3575">
                  <c:v>27.175000000000001</c:v>
                </c:pt>
                <c:pt idx="3576">
                  <c:v>27.57</c:v>
                </c:pt>
                <c:pt idx="3577">
                  <c:v>27.52</c:v>
                </c:pt>
                <c:pt idx="3578">
                  <c:v>27.204999999999998</c:v>
                </c:pt>
                <c:pt idx="3579">
                  <c:v>26.85</c:v>
                </c:pt>
                <c:pt idx="3580">
                  <c:v>26.605</c:v>
                </c:pt>
                <c:pt idx="3581">
                  <c:v>26.45</c:v>
                </c:pt>
                <c:pt idx="3582">
                  <c:v>26.305</c:v>
                </c:pt>
                <c:pt idx="3583">
                  <c:v>26</c:v>
                </c:pt>
                <c:pt idx="3584">
                  <c:v>25.96</c:v>
                </c:pt>
                <c:pt idx="3585">
                  <c:v>26.07</c:v>
                </c:pt>
                <c:pt idx="3586">
                  <c:v>26.47</c:v>
                </c:pt>
                <c:pt idx="3587">
                  <c:v>26.774999999999999</c:v>
                </c:pt>
                <c:pt idx="3588">
                  <c:v>26.7</c:v>
                </c:pt>
                <c:pt idx="3589">
                  <c:v>26.41</c:v>
                </c:pt>
                <c:pt idx="3590">
                  <c:v>26.29</c:v>
                </c:pt>
                <c:pt idx="3591">
                  <c:v>25.745000000000001</c:v>
                </c:pt>
                <c:pt idx="3592">
                  <c:v>25.84</c:v>
                </c:pt>
                <c:pt idx="3593">
                  <c:v>25.725000000000001</c:v>
                </c:pt>
                <c:pt idx="3594">
                  <c:v>25.285</c:v>
                </c:pt>
                <c:pt idx="3595">
                  <c:v>25.155000000000001</c:v>
                </c:pt>
                <c:pt idx="3596">
                  <c:v>25.36</c:v>
                </c:pt>
                <c:pt idx="3597">
                  <c:v>25.045000000000002</c:v>
                </c:pt>
                <c:pt idx="3598">
                  <c:v>24.645</c:v>
                </c:pt>
                <c:pt idx="3599">
                  <c:v>24.515000000000001</c:v>
                </c:pt>
                <c:pt idx="3600">
                  <c:v>24.65</c:v>
                </c:pt>
                <c:pt idx="3601">
                  <c:v>25.03</c:v>
                </c:pt>
                <c:pt idx="3602">
                  <c:v>24.91</c:v>
                </c:pt>
                <c:pt idx="3603">
                  <c:v>25.19</c:v>
                </c:pt>
                <c:pt idx="3604">
                  <c:v>25.18</c:v>
                </c:pt>
                <c:pt idx="3605">
                  <c:v>25.114999999999998</c:v>
                </c:pt>
                <c:pt idx="3606">
                  <c:v>24.64</c:v>
                </c:pt>
                <c:pt idx="3607">
                  <c:v>25</c:v>
                </c:pt>
                <c:pt idx="3608">
                  <c:v>24.57</c:v>
                </c:pt>
                <c:pt idx="3609">
                  <c:v>24.65</c:v>
                </c:pt>
                <c:pt idx="3610">
                  <c:v>24.745000000000001</c:v>
                </c:pt>
                <c:pt idx="3611">
                  <c:v>25.094999999999999</c:v>
                </c:pt>
                <c:pt idx="3612">
                  <c:v>25.114999999999998</c:v>
                </c:pt>
                <c:pt idx="3613">
                  <c:v>25.28</c:v>
                </c:pt>
                <c:pt idx="3614">
                  <c:v>25.704999999999998</c:v>
                </c:pt>
                <c:pt idx="3615">
                  <c:v>25.585000000000001</c:v>
                </c:pt>
                <c:pt idx="3616">
                  <c:v>25.49</c:v>
                </c:pt>
                <c:pt idx="3617">
                  <c:v>25.905000000000001</c:v>
                </c:pt>
                <c:pt idx="3618">
                  <c:v>26.535</c:v>
                </c:pt>
                <c:pt idx="3619">
                  <c:v>26.37</c:v>
                </c:pt>
                <c:pt idx="3620">
                  <c:v>26.91</c:v>
                </c:pt>
                <c:pt idx="3621">
                  <c:v>26.78</c:v>
                </c:pt>
                <c:pt idx="3622">
                  <c:v>26.87</c:v>
                </c:pt>
                <c:pt idx="3623">
                  <c:v>26.87</c:v>
                </c:pt>
                <c:pt idx="3624">
                  <c:v>26.805</c:v>
                </c:pt>
                <c:pt idx="3625">
                  <c:v>26.864999999999998</c:v>
                </c:pt>
                <c:pt idx="3626">
                  <c:v>26.024999999999999</c:v>
                </c:pt>
                <c:pt idx="3627">
                  <c:v>26.06</c:v>
                </c:pt>
                <c:pt idx="3628">
                  <c:v>25.895</c:v>
                </c:pt>
                <c:pt idx="3629">
                  <c:v>26.07</c:v>
                </c:pt>
                <c:pt idx="3630">
                  <c:v>26.01</c:v>
                </c:pt>
                <c:pt idx="3631">
                  <c:v>26.355</c:v>
                </c:pt>
                <c:pt idx="3632">
                  <c:v>26.3</c:v>
                </c:pt>
                <c:pt idx="3633">
                  <c:v>25.824999999999999</c:v>
                </c:pt>
                <c:pt idx="3634">
                  <c:v>25.68</c:v>
                </c:pt>
                <c:pt idx="3635">
                  <c:v>25.734999999999999</c:v>
                </c:pt>
                <c:pt idx="3636">
                  <c:v>26.015000000000001</c:v>
                </c:pt>
                <c:pt idx="3637">
                  <c:v>25.795000000000002</c:v>
                </c:pt>
                <c:pt idx="3638">
                  <c:v>26.364999999999998</c:v>
                </c:pt>
                <c:pt idx="3639">
                  <c:v>26.364999999999998</c:v>
                </c:pt>
                <c:pt idx="3640">
                  <c:v>26.215</c:v>
                </c:pt>
                <c:pt idx="3641">
                  <c:v>26.434999999999999</c:v>
                </c:pt>
                <c:pt idx="3642">
                  <c:v>26.72</c:v>
                </c:pt>
                <c:pt idx="3643">
                  <c:v>26.25</c:v>
                </c:pt>
                <c:pt idx="3644">
                  <c:v>26.21</c:v>
                </c:pt>
                <c:pt idx="3645">
                  <c:v>26.5</c:v>
                </c:pt>
                <c:pt idx="3646">
                  <c:v>26.69</c:v>
                </c:pt>
                <c:pt idx="3647">
                  <c:v>26.995000000000001</c:v>
                </c:pt>
                <c:pt idx="3648">
                  <c:v>26.58</c:v>
                </c:pt>
                <c:pt idx="3649">
                  <c:v>26.704999999999998</c:v>
                </c:pt>
                <c:pt idx="3650">
                  <c:v>26.9</c:v>
                </c:pt>
                <c:pt idx="3651">
                  <c:v>26.885000000000002</c:v>
                </c:pt>
                <c:pt idx="3652">
                  <c:v>27.125</c:v>
                </c:pt>
                <c:pt idx="3653">
                  <c:v>27.175000000000001</c:v>
                </c:pt>
                <c:pt idx="3654">
                  <c:v>27.24</c:v>
                </c:pt>
                <c:pt idx="3655">
                  <c:v>27.524999999999999</c:v>
                </c:pt>
                <c:pt idx="3656">
                  <c:v>27.41</c:v>
                </c:pt>
                <c:pt idx="3657">
                  <c:v>27.085000000000001</c:v>
                </c:pt>
                <c:pt idx="3658">
                  <c:v>27.315000000000001</c:v>
                </c:pt>
                <c:pt idx="3659">
                  <c:v>27.274999999999999</c:v>
                </c:pt>
                <c:pt idx="3660">
                  <c:v>26.995000000000001</c:v>
                </c:pt>
                <c:pt idx="3661">
                  <c:v>27.03</c:v>
                </c:pt>
                <c:pt idx="3662">
                  <c:v>27.32</c:v>
                </c:pt>
                <c:pt idx="3663">
                  <c:v>27.54</c:v>
                </c:pt>
                <c:pt idx="3664">
                  <c:v>27.515000000000001</c:v>
                </c:pt>
                <c:pt idx="3665">
                  <c:v>27.395</c:v>
                </c:pt>
                <c:pt idx="3666">
                  <c:v>27.454999999999998</c:v>
                </c:pt>
                <c:pt idx="3667">
                  <c:v>27.45</c:v>
                </c:pt>
                <c:pt idx="3668">
                  <c:v>27.41</c:v>
                </c:pt>
                <c:pt idx="3669">
                  <c:v>27.555</c:v>
                </c:pt>
                <c:pt idx="3670">
                  <c:v>27.43</c:v>
                </c:pt>
                <c:pt idx="3671">
                  <c:v>27.53</c:v>
                </c:pt>
                <c:pt idx="3672">
                  <c:v>27.65</c:v>
                </c:pt>
                <c:pt idx="3673">
                  <c:v>27.745000000000001</c:v>
                </c:pt>
                <c:pt idx="3674">
                  <c:v>27.655000000000001</c:v>
                </c:pt>
                <c:pt idx="3675">
                  <c:v>27.835000000000001</c:v>
                </c:pt>
                <c:pt idx="3676">
                  <c:v>27.48</c:v>
                </c:pt>
                <c:pt idx="3677">
                  <c:v>27.355</c:v>
                </c:pt>
                <c:pt idx="3678">
                  <c:v>27.355</c:v>
                </c:pt>
                <c:pt idx="3679">
                  <c:v>27.36</c:v>
                </c:pt>
                <c:pt idx="3680">
                  <c:v>27.38</c:v>
                </c:pt>
                <c:pt idx="3681">
                  <c:v>27.29</c:v>
                </c:pt>
                <c:pt idx="3682">
                  <c:v>27.274999999999999</c:v>
                </c:pt>
                <c:pt idx="3683">
                  <c:v>27.295000000000002</c:v>
                </c:pt>
                <c:pt idx="3684">
                  <c:v>27.28</c:v>
                </c:pt>
                <c:pt idx="3685">
                  <c:v>27.08</c:v>
                </c:pt>
                <c:pt idx="3686">
                  <c:v>26.684999999999999</c:v>
                </c:pt>
                <c:pt idx="3687">
                  <c:v>26.815000000000001</c:v>
                </c:pt>
                <c:pt idx="3688">
                  <c:v>27.305</c:v>
                </c:pt>
                <c:pt idx="3689">
                  <c:v>27.344999999999999</c:v>
                </c:pt>
                <c:pt idx="3690">
                  <c:v>27.715</c:v>
                </c:pt>
                <c:pt idx="3691">
                  <c:v>27.605</c:v>
                </c:pt>
                <c:pt idx="3692">
                  <c:v>27.055</c:v>
                </c:pt>
                <c:pt idx="3693">
                  <c:v>27.35</c:v>
                </c:pt>
                <c:pt idx="3694">
                  <c:v>27.315000000000001</c:v>
                </c:pt>
                <c:pt idx="3695">
                  <c:v>27.454999999999998</c:v>
                </c:pt>
                <c:pt idx="3696">
                  <c:v>27.164999999999999</c:v>
                </c:pt>
                <c:pt idx="3697">
                  <c:v>27.245000000000001</c:v>
                </c:pt>
                <c:pt idx="3698">
                  <c:v>28.08</c:v>
                </c:pt>
                <c:pt idx="3699">
                  <c:v>29.105</c:v>
                </c:pt>
                <c:pt idx="3700">
                  <c:v>28.89</c:v>
                </c:pt>
                <c:pt idx="3701">
                  <c:v>28.92</c:v>
                </c:pt>
                <c:pt idx="3702">
                  <c:v>28.434999999999999</c:v>
                </c:pt>
                <c:pt idx="3703">
                  <c:v>28.6</c:v>
                </c:pt>
                <c:pt idx="3704">
                  <c:v>28.504999999999999</c:v>
                </c:pt>
                <c:pt idx="3705">
                  <c:v>28.15</c:v>
                </c:pt>
                <c:pt idx="3706">
                  <c:v>28.3</c:v>
                </c:pt>
                <c:pt idx="3707">
                  <c:v>27.9</c:v>
                </c:pt>
                <c:pt idx="3708">
                  <c:v>28.04</c:v>
                </c:pt>
                <c:pt idx="3709">
                  <c:v>27.91</c:v>
                </c:pt>
                <c:pt idx="3710">
                  <c:v>27.8</c:v>
                </c:pt>
                <c:pt idx="3711">
                  <c:v>27.465</c:v>
                </c:pt>
                <c:pt idx="3712">
                  <c:v>27.24</c:v>
                </c:pt>
                <c:pt idx="3713">
                  <c:v>26.92</c:v>
                </c:pt>
                <c:pt idx="3714">
                  <c:v>27.094999999999999</c:v>
                </c:pt>
                <c:pt idx="3715">
                  <c:v>26.975000000000001</c:v>
                </c:pt>
                <c:pt idx="3716">
                  <c:v>26.905000000000001</c:v>
                </c:pt>
                <c:pt idx="3717">
                  <c:v>27.42</c:v>
                </c:pt>
                <c:pt idx="3718">
                  <c:v>26.73</c:v>
                </c:pt>
                <c:pt idx="3719">
                  <c:v>26.82</c:v>
                </c:pt>
                <c:pt idx="3720">
                  <c:v>26.454999999999998</c:v>
                </c:pt>
                <c:pt idx="3721">
                  <c:v>26.614999999999998</c:v>
                </c:pt>
                <c:pt idx="3722">
                  <c:v>26.43</c:v>
                </c:pt>
                <c:pt idx="3723">
                  <c:v>26.315000000000001</c:v>
                </c:pt>
                <c:pt idx="3724">
                  <c:v>26.08</c:v>
                </c:pt>
                <c:pt idx="3725">
                  <c:v>25.71</c:v>
                </c:pt>
                <c:pt idx="3726">
                  <c:v>25.88</c:v>
                </c:pt>
                <c:pt idx="3727">
                  <c:v>25.07</c:v>
                </c:pt>
                <c:pt idx="3728">
                  <c:v>24.87</c:v>
                </c:pt>
                <c:pt idx="3729">
                  <c:v>24.594999999999999</c:v>
                </c:pt>
                <c:pt idx="3730">
                  <c:v>24.54</c:v>
                </c:pt>
                <c:pt idx="3731">
                  <c:v>24.67</c:v>
                </c:pt>
                <c:pt idx="3732">
                  <c:v>24.965</c:v>
                </c:pt>
                <c:pt idx="3733">
                  <c:v>25.725000000000001</c:v>
                </c:pt>
                <c:pt idx="3734">
                  <c:v>25.97</c:v>
                </c:pt>
                <c:pt idx="3735">
                  <c:v>26.06</c:v>
                </c:pt>
                <c:pt idx="3736">
                  <c:v>25.87</c:v>
                </c:pt>
                <c:pt idx="3737">
                  <c:v>25.92</c:v>
                </c:pt>
                <c:pt idx="3738">
                  <c:v>25.74</c:v>
                </c:pt>
                <c:pt idx="3739">
                  <c:v>25.465</c:v>
                </c:pt>
                <c:pt idx="3740">
                  <c:v>25.475000000000001</c:v>
                </c:pt>
                <c:pt idx="3741">
                  <c:v>25.7</c:v>
                </c:pt>
                <c:pt idx="3742">
                  <c:v>25.36</c:v>
                </c:pt>
                <c:pt idx="3743">
                  <c:v>25.265000000000001</c:v>
                </c:pt>
                <c:pt idx="3744">
                  <c:v>25.35</c:v>
                </c:pt>
                <c:pt idx="3745">
                  <c:v>25.155000000000001</c:v>
                </c:pt>
                <c:pt idx="3746">
                  <c:v>25.39</c:v>
                </c:pt>
                <c:pt idx="3747">
                  <c:v>25.63</c:v>
                </c:pt>
                <c:pt idx="3748">
                  <c:v>25.6</c:v>
                </c:pt>
                <c:pt idx="3749">
                  <c:v>25.86</c:v>
                </c:pt>
                <c:pt idx="3750">
                  <c:v>25.905000000000001</c:v>
                </c:pt>
                <c:pt idx="3751">
                  <c:v>25.625</c:v>
                </c:pt>
                <c:pt idx="3752">
                  <c:v>25.684999999999999</c:v>
                </c:pt>
                <c:pt idx="3753">
                  <c:v>25.844999999999999</c:v>
                </c:pt>
                <c:pt idx="3754">
                  <c:v>25.405000000000001</c:v>
                </c:pt>
                <c:pt idx="3755">
                  <c:v>25.454999999999998</c:v>
                </c:pt>
                <c:pt idx="3756">
                  <c:v>25.01</c:v>
                </c:pt>
                <c:pt idx="3757">
                  <c:v>25.094999999999999</c:v>
                </c:pt>
                <c:pt idx="3758">
                  <c:v>24.87</c:v>
                </c:pt>
                <c:pt idx="3759">
                  <c:v>24.5</c:v>
                </c:pt>
                <c:pt idx="3760">
                  <c:v>24.33</c:v>
                </c:pt>
                <c:pt idx="3761">
                  <c:v>24.234999999999999</c:v>
                </c:pt>
                <c:pt idx="3762">
                  <c:v>24.29</c:v>
                </c:pt>
                <c:pt idx="3763">
                  <c:v>23.95</c:v>
                </c:pt>
                <c:pt idx="3764">
                  <c:v>23.535</c:v>
                </c:pt>
                <c:pt idx="3765">
                  <c:v>23.2</c:v>
                </c:pt>
                <c:pt idx="3766">
                  <c:v>22.364999999999998</c:v>
                </c:pt>
                <c:pt idx="3767">
                  <c:v>22.89</c:v>
                </c:pt>
                <c:pt idx="3768">
                  <c:v>23.175000000000001</c:v>
                </c:pt>
                <c:pt idx="3769">
                  <c:v>23.09</c:v>
                </c:pt>
                <c:pt idx="3770">
                  <c:v>22.965</c:v>
                </c:pt>
                <c:pt idx="3771">
                  <c:v>23.405000000000001</c:v>
                </c:pt>
                <c:pt idx="3772">
                  <c:v>22.52</c:v>
                </c:pt>
                <c:pt idx="3773">
                  <c:v>22.754999999999999</c:v>
                </c:pt>
                <c:pt idx="3774">
                  <c:v>22.79</c:v>
                </c:pt>
                <c:pt idx="3775">
                  <c:v>23.53</c:v>
                </c:pt>
                <c:pt idx="3776">
                  <c:v>24.24</c:v>
                </c:pt>
                <c:pt idx="3777">
                  <c:v>23.62</c:v>
                </c:pt>
                <c:pt idx="3778">
                  <c:v>24.02</c:v>
                </c:pt>
                <c:pt idx="3779">
                  <c:v>23.965</c:v>
                </c:pt>
                <c:pt idx="3780">
                  <c:v>23.38</c:v>
                </c:pt>
                <c:pt idx="3781">
                  <c:v>23.25</c:v>
                </c:pt>
                <c:pt idx="3782">
                  <c:v>23.105</c:v>
                </c:pt>
                <c:pt idx="3783">
                  <c:v>23.45</c:v>
                </c:pt>
                <c:pt idx="3784">
                  <c:v>23.59</c:v>
                </c:pt>
                <c:pt idx="3785">
                  <c:v>23.26</c:v>
                </c:pt>
                <c:pt idx="3786">
                  <c:v>22.495000000000001</c:v>
                </c:pt>
                <c:pt idx="3787">
                  <c:v>23.204999999999998</c:v>
                </c:pt>
                <c:pt idx="3788">
                  <c:v>23.515000000000001</c:v>
                </c:pt>
                <c:pt idx="3789">
                  <c:v>23.28</c:v>
                </c:pt>
                <c:pt idx="3790">
                  <c:v>22.63</c:v>
                </c:pt>
                <c:pt idx="3791">
                  <c:v>22.305</c:v>
                </c:pt>
                <c:pt idx="3792">
                  <c:v>22.09</c:v>
                </c:pt>
                <c:pt idx="3793">
                  <c:v>22.02</c:v>
                </c:pt>
                <c:pt idx="3794">
                  <c:v>22.42</c:v>
                </c:pt>
                <c:pt idx="3795">
                  <c:v>22.324999999999999</c:v>
                </c:pt>
                <c:pt idx="3796">
                  <c:v>21.94</c:v>
                </c:pt>
                <c:pt idx="3797">
                  <c:v>21.594999999999999</c:v>
                </c:pt>
                <c:pt idx="3798">
                  <c:v>22.204999999999998</c:v>
                </c:pt>
                <c:pt idx="3799">
                  <c:v>22.855</c:v>
                </c:pt>
                <c:pt idx="3800">
                  <c:v>22.844999999999999</c:v>
                </c:pt>
                <c:pt idx="3801">
                  <c:v>22.855</c:v>
                </c:pt>
                <c:pt idx="3802">
                  <c:v>22.925000000000001</c:v>
                </c:pt>
                <c:pt idx="3803">
                  <c:v>22.155000000000001</c:v>
                </c:pt>
                <c:pt idx="3804">
                  <c:v>21.664999999999999</c:v>
                </c:pt>
                <c:pt idx="3805">
                  <c:v>22.094999999999999</c:v>
                </c:pt>
                <c:pt idx="3806">
                  <c:v>21.77</c:v>
                </c:pt>
                <c:pt idx="3807">
                  <c:v>22.25</c:v>
                </c:pt>
                <c:pt idx="3808">
                  <c:v>23.13</c:v>
                </c:pt>
                <c:pt idx="3809">
                  <c:v>24.24</c:v>
                </c:pt>
                <c:pt idx="3810">
                  <c:v>25.395</c:v>
                </c:pt>
                <c:pt idx="3811">
                  <c:v>25.43</c:v>
                </c:pt>
                <c:pt idx="3812">
                  <c:v>25.6</c:v>
                </c:pt>
                <c:pt idx="3813">
                  <c:v>25.9</c:v>
                </c:pt>
                <c:pt idx="3814">
                  <c:v>25.785</c:v>
                </c:pt>
                <c:pt idx="3815">
                  <c:v>25.984999999999999</c:v>
                </c:pt>
                <c:pt idx="3816">
                  <c:v>25.9</c:v>
                </c:pt>
                <c:pt idx="3817">
                  <c:v>25.815000000000001</c:v>
                </c:pt>
                <c:pt idx="3818">
                  <c:v>25.72</c:v>
                </c:pt>
                <c:pt idx="3819">
                  <c:v>25.36</c:v>
                </c:pt>
                <c:pt idx="3820">
                  <c:v>25.36</c:v>
                </c:pt>
                <c:pt idx="3821">
                  <c:v>25.295000000000002</c:v>
                </c:pt>
                <c:pt idx="3822">
                  <c:v>25.495000000000001</c:v>
                </c:pt>
                <c:pt idx="3823">
                  <c:v>25.184999999999999</c:v>
                </c:pt>
                <c:pt idx="3824">
                  <c:v>25.35</c:v>
                </c:pt>
                <c:pt idx="3825">
                  <c:v>25.204999999999998</c:v>
                </c:pt>
                <c:pt idx="3826">
                  <c:v>25.465</c:v>
                </c:pt>
                <c:pt idx="3827">
                  <c:v>25.414999999999999</c:v>
                </c:pt>
                <c:pt idx="3828">
                  <c:v>25.45</c:v>
                </c:pt>
                <c:pt idx="3829">
                  <c:v>25.1</c:v>
                </c:pt>
                <c:pt idx="3830">
                  <c:v>24.95</c:v>
                </c:pt>
                <c:pt idx="3831">
                  <c:v>24.59</c:v>
                </c:pt>
                <c:pt idx="3832">
                  <c:v>24.48</c:v>
                </c:pt>
                <c:pt idx="3833">
                  <c:v>24.19</c:v>
                </c:pt>
                <c:pt idx="3834">
                  <c:v>23.914999999999999</c:v>
                </c:pt>
                <c:pt idx="3835">
                  <c:v>23.82</c:v>
                </c:pt>
                <c:pt idx="3836">
                  <c:v>23.78</c:v>
                </c:pt>
                <c:pt idx="3837">
                  <c:v>23.844999999999999</c:v>
                </c:pt>
                <c:pt idx="3838">
                  <c:v>24.195</c:v>
                </c:pt>
                <c:pt idx="3839">
                  <c:v>24.305</c:v>
                </c:pt>
                <c:pt idx="3840">
                  <c:v>23.92</c:v>
                </c:pt>
                <c:pt idx="3841">
                  <c:v>23.97</c:v>
                </c:pt>
                <c:pt idx="3842">
                  <c:v>23.965</c:v>
                </c:pt>
                <c:pt idx="3843">
                  <c:v>24.17</c:v>
                </c:pt>
                <c:pt idx="3844">
                  <c:v>24.254999999999999</c:v>
                </c:pt>
                <c:pt idx="3845">
                  <c:v>24.094999999999999</c:v>
                </c:pt>
                <c:pt idx="3846">
                  <c:v>24.004999999999999</c:v>
                </c:pt>
                <c:pt idx="3847">
                  <c:v>24.23</c:v>
                </c:pt>
                <c:pt idx="3848">
                  <c:v>23.86</c:v>
                </c:pt>
                <c:pt idx="3849">
                  <c:v>23.82</c:v>
                </c:pt>
                <c:pt idx="3850">
                  <c:v>23.934999999999999</c:v>
                </c:pt>
                <c:pt idx="3851">
                  <c:v>23.98</c:v>
                </c:pt>
                <c:pt idx="3852">
                  <c:v>24.055</c:v>
                </c:pt>
                <c:pt idx="3853">
                  <c:v>24.524999999999999</c:v>
                </c:pt>
                <c:pt idx="3854">
                  <c:v>24.77</c:v>
                </c:pt>
                <c:pt idx="3855">
                  <c:v>24.594999999999999</c:v>
                </c:pt>
                <c:pt idx="3856">
                  <c:v>24.66</c:v>
                </c:pt>
                <c:pt idx="3857">
                  <c:v>24.4</c:v>
                </c:pt>
                <c:pt idx="3858">
                  <c:v>24.29</c:v>
                </c:pt>
                <c:pt idx="3859">
                  <c:v>24.08</c:v>
                </c:pt>
                <c:pt idx="3860">
                  <c:v>24.54</c:v>
                </c:pt>
                <c:pt idx="3861">
                  <c:v>24.574999999999999</c:v>
                </c:pt>
                <c:pt idx="3862">
                  <c:v>24.48</c:v>
                </c:pt>
                <c:pt idx="3863">
                  <c:v>24.2</c:v>
                </c:pt>
                <c:pt idx="3864">
                  <c:v>24.45</c:v>
                </c:pt>
                <c:pt idx="3865">
                  <c:v>24.57</c:v>
                </c:pt>
                <c:pt idx="3866">
                  <c:v>24.85</c:v>
                </c:pt>
                <c:pt idx="3867">
                  <c:v>25.335000000000001</c:v>
                </c:pt>
                <c:pt idx="3868">
                  <c:v>25.57</c:v>
                </c:pt>
                <c:pt idx="3869">
                  <c:v>25.105</c:v>
                </c:pt>
                <c:pt idx="3870">
                  <c:v>25.175000000000001</c:v>
                </c:pt>
                <c:pt idx="3871">
                  <c:v>25.15</c:v>
                </c:pt>
                <c:pt idx="3872">
                  <c:v>25.32</c:v>
                </c:pt>
                <c:pt idx="3873">
                  <c:v>25.84</c:v>
                </c:pt>
                <c:pt idx="3874">
                  <c:v>26.085000000000001</c:v>
                </c:pt>
                <c:pt idx="3875">
                  <c:v>26.08</c:v>
                </c:pt>
                <c:pt idx="3876">
                  <c:v>26.12</c:v>
                </c:pt>
                <c:pt idx="3877">
                  <c:v>26.045000000000002</c:v>
                </c:pt>
                <c:pt idx="3878">
                  <c:v>25.774999999999999</c:v>
                </c:pt>
                <c:pt idx="3879">
                  <c:v>25.73</c:v>
                </c:pt>
                <c:pt idx="3880">
                  <c:v>25.73</c:v>
                </c:pt>
                <c:pt idx="3881">
                  <c:v>25.55</c:v>
                </c:pt>
                <c:pt idx="3882">
                  <c:v>24.905000000000001</c:v>
                </c:pt>
                <c:pt idx="3883">
                  <c:v>24.91</c:v>
                </c:pt>
                <c:pt idx="3884">
                  <c:v>25.27</c:v>
                </c:pt>
                <c:pt idx="3885">
                  <c:v>25.184999999999999</c:v>
                </c:pt>
                <c:pt idx="3886">
                  <c:v>25.28</c:v>
                </c:pt>
                <c:pt idx="3887">
                  <c:v>25.09</c:v>
                </c:pt>
                <c:pt idx="3888">
                  <c:v>25.975000000000001</c:v>
                </c:pt>
                <c:pt idx="3889">
                  <c:v>26.06</c:v>
                </c:pt>
                <c:pt idx="3890">
                  <c:v>25.8</c:v>
                </c:pt>
                <c:pt idx="3891">
                  <c:v>25.925000000000001</c:v>
                </c:pt>
                <c:pt idx="3892">
                  <c:v>25.914999999999999</c:v>
                </c:pt>
                <c:pt idx="3893">
                  <c:v>25.954999999999998</c:v>
                </c:pt>
                <c:pt idx="3894">
                  <c:v>25.91</c:v>
                </c:pt>
                <c:pt idx="3895">
                  <c:v>25.645</c:v>
                </c:pt>
                <c:pt idx="3896">
                  <c:v>25.585000000000001</c:v>
                </c:pt>
                <c:pt idx="3897">
                  <c:v>25.545000000000002</c:v>
                </c:pt>
                <c:pt idx="3898">
                  <c:v>25.454999999999998</c:v>
                </c:pt>
                <c:pt idx="3899">
                  <c:v>25.725000000000001</c:v>
                </c:pt>
                <c:pt idx="3900">
                  <c:v>25.434999999999999</c:v>
                </c:pt>
                <c:pt idx="3901">
                  <c:v>25.34</c:v>
                </c:pt>
                <c:pt idx="3902">
                  <c:v>25.175000000000001</c:v>
                </c:pt>
                <c:pt idx="3903">
                  <c:v>24.934999999999999</c:v>
                </c:pt>
                <c:pt idx="3904">
                  <c:v>24.6</c:v>
                </c:pt>
                <c:pt idx="3905">
                  <c:v>24.57</c:v>
                </c:pt>
                <c:pt idx="3906">
                  <c:v>24</c:v>
                </c:pt>
                <c:pt idx="3907">
                  <c:v>24.22</c:v>
                </c:pt>
                <c:pt idx="3908">
                  <c:v>24.55</c:v>
                </c:pt>
                <c:pt idx="3909">
                  <c:v>24.68</c:v>
                </c:pt>
                <c:pt idx="3910">
                  <c:v>24.94</c:v>
                </c:pt>
                <c:pt idx="3911">
                  <c:v>25.22</c:v>
                </c:pt>
                <c:pt idx="3912">
                  <c:v>25.56</c:v>
                </c:pt>
                <c:pt idx="3913">
                  <c:v>25.785</c:v>
                </c:pt>
                <c:pt idx="3914">
                  <c:v>25.9</c:v>
                </c:pt>
                <c:pt idx="3915">
                  <c:v>25.875</c:v>
                </c:pt>
                <c:pt idx="3916">
                  <c:v>25.655000000000001</c:v>
                </c:pt>
                <c:pt idx="3917">
                  <c:v>25.9</c:v>
                </c:pt>
                <c:pt idx="3918">
                  <c:v>26.065000000000001</c:v>
                </c:pt>
                <c:pt idx="3919">
                  <c:v>25.885000000000002</c:v>
                </c:pt>
                <c:pt idx="3920">
                  <c:v>25.82</c:v>
                </c:pt>
                <c:pt idx="3921">
                  <c:v>25.725000000000001</c:v>
                </c:pt>
                <c:pt idx="3922">
                  <c:v>25.88</c:v>
                </c:pt>
                <c:pt idx="3923">
                  <c:v>26.004999999999999</c:v>
                </c:pt>
                <c:pt idx="3924">
                  <c:v>25.855</c:v>
                </c:pt>
                <c:pt idx="3925">
                  <c:v>25.484999999999999</c:v>
                </c:pt>
                <c:pt idx="3926">
                  <c:v>25.375</c:v>
                </c:pt>
                <c:pt idx="3927">
                  <c:v>25.12</c:v>
                </c:pt>
                <c:pt idx="3928">
                  <c:v>25.18</c:v>
                </c:pt>
                <c:pt idx="3929">
                  <c:v>25.375</c:v>
                </c:pt>
                <c:pt idx="3930">
                  <c:v>25.22</c:v>
                </c:pt>
                <c:pt idx="3931">
                  <c:v>25.69</c:v>
                </c:pt>
                <c:pt idx="3932">
                  <c:v>25.82</c:v>
                </c:pt>
                <c:pt idx="3933">
                  <c:v>25.524999999999999</c:v>
                </c:pt>
                <c:pt idx="3934">
                  <c:v>26</c:v>
                </c:pt>
                <c:pt idx="3935">
                  <c:v>26.594999999999999</c:v>
                </c:pt>
                <c:pt idx="3936">
                  <c:v>26.484999999999999</c:v>
                </c:pt>
                <c:pt idx="3937">
                  <c:v>25.774999999999999</c:v>
                </c:pt>
                <c:pt idx="3938">
                  <c:v>25.64</c:v>
                </c:pt>
                <c:pt idx="3939">
                  <c:v>25.725000000000001</c:v>
                </c:pt>
                <c:pt idx="3940">
                  <c:v>25.385000000000002</c:v>
                </c:pt>
                <c:pt idx="3941">
                  <c:v>25.164999999999999</c:v>
                </c:pt>
                <c:pt idx="3942">
                  <c:v>25.385000000000002</c:v>
                </c:pt>
                <c:pt idx="3943">
                  <c:v>25.265000000000001</c:v>
                </c:pt>
                <c:pt idx="3944">
                  <c:v>25.015000000000001</c:v>
                </c:pt>
                <c:pt idx="3945">
                  <c:v>25.33</c:v>
                </c:pt>
                <c:pt idx="3946">
                  <c:v>25.495000000000001</c:v>
                </c:pt>
                <c:pt idx="3947">
                  <c:v>25.225000000000001</c:v>
                </c:pt>
                <c:pt idx="3948">
                  <c:v>25.32</c:v>
                </c:pt>
                <c:pt idx="3949">
                  <c:v>25.715</c:v>
                </c:pt>
                <c:pt idx="3950">
                  <c:v>25.7</c:v>
                </c:pt>
                <c:pt idx="3951">
                  <c:v>25.664999999999999</c:v>
                </c:pt>
                <c:pt idx="3952">
                  <c:v>25.324999999999999</c:v>
                </c:pt>
                <c:pt idx="3953">
                  <c:v>25.16</c:v>
                </c:pt>
                <c:pt idx="3954">
                  <c:v>25.285</c:v>
                </c:pt>
                <c:pt idx="3955">
                  <c:v>25.3</c:v>
                </c:pt>
                <c:pt idx="3956">
                  <c:v>25.204999999999998</c:v>
                </c:pt>
                <c:pt idx="3957">
                  <c:v>24.73</c:v>
                </c:pt>
                <c:pt idx="3958">
                  <c:v>24.99</c:v>
                </c:pt>
                <c:pt idx="3959">
                  <c:v>25.234999999999999</c:v>
                </c:pt>
                <c:pt idx="3960">
                  <c:v>25.184999999999999</c:v>
                </c:pt>
                <c:pt idx="3961">
                  <c:v>25.015000000000001</c:v>
                </c:pt>
                <c:pt idx="3962">
                  <c:v>24.975000000000001</c:v>
                </c:pt>
                <c:pt idx="3963">
                  <c:v>24.89</c:v>
                </c:pt>
                <c:pt idx="3964">
                  <c:v>24.77</c:v>
                </c:pt>
                <c:pt idx="3965">
                  <c:v>24.454999999999998</c:v>
                </c:pt>
                <c:pt idx="3966">
                  <c:v>24.38</c:v>
                </c:pt>
                <c:pt idx="3967">
                  <c:v>24.41</c:v>
                </c:pt>
                <c:pt idx="3968">
                  <c:v>24.41</c:v>
                </c:pt>
                <c:pt idx="3969">
                  <c:v>24.59</c:v>
                </c:pt>
                <c:pt idx="3970">
                  <c:v>24.44</c:v>
                </c:pt>
                <c:pt idx="3971">
                  <c:v>24.465</c:v>
                </c:pt>
                <c:pt idx="3972">
                  <c:v>24.24</c:v>
                </c:pt>
                <c:pt idx="3973">
                  <c:v>24.27</c:v>
                </c:pt>
                <c:pt idx="3974">
                  <c:v>24.2</c:v>
                </c:pt>
                <c:pt idx="3975">
                  <c:v>23.914999999999999</c:v>
                </c:pt>
                <c:pt idx="3976">
                  <c:v>23.745000000000001</c:v>
                </c:pt>
                <c:pt idx="3977">
                  <c:v>23.805</c:v>
                </c:pt>
                <c:pt idx="3978">
                  <c:v>23.68</c:v>
                </c:pt>
                <c:pt idx="3979">
                  <c:v>23.195</c:v>
                </c:pt>
                <c:pt idx="3980">
                  <c:v>23.135000000000002</c:v>
                </c:pt>
                <c:pt idx="3981">
                  <c:v>23.48</c:v>
                </c:pt>
                <c:pt idx="3982">
                  <c:v>23.48</c:v>
                </c:pt>
                <c:pt idx="3983">
                  <c:v>23.184999999999999</c:v>
                </c:pt>
                <c:pt idx="3984">
                  <c:v>23.48</c:v>
                </c:pt>
                <c:pt idx="3985">
                  <c:v>23.745000000000001</c:v>
                </c:pt>
                <c:pt idx="3986">
                  <c:v>24.03</c:v>
                </c:pt>
                <c:pt idx="3987">
                  <c:v>23.785</c:v>
                </c:pt>
                <c:pt idx="3988">
                  <c:v>23.565000000000001</c:v>
                </c:pt>
                <c:pt idx="3989">
                  <c:v>24.19</c:v>
                </c:pt>
                <c:pt idx="3990">
                  <c:v>24.065000000000001</c:v>
                </c:pt>
                <c:pt idx="3991">
                  <c:v>24.13</c:v>
                </c:pt>
                <c:pt idx="3992">
                  <c:v>23.855</c:v>
                </c:pt>
                <c:pt idx="3993">
                  <c:v>23.885000000000002</c:v>
                </c:pt>
                <c:pt idx="3994">
                  <c:v>23.895</c:v>
                </c:pt>
                <c:pt idx="3995">
                  <c:v>24.03</c:v>
                </c:pt>
                <c:pt idx="3996">
                  <c:v>23.88</c:v>
                </c:pt>
                <c:pt idx="3997">
                  <c:v>23.645</c:v>
                </c:pt>
                <c:pt idx="3998">
                  <c:v>24.015000000000001</c:v>
                </c:pt>
                <c:pt idx="3999">
                  <c:v>23.614999999999998</c:v>
                </c:pt>
                <c:pt idx="4000">
                  <c:v>23.305</c:v>
                </c:pt>
                <c:pt idx="4001">
                  <c:v>22.77</c:v>
                </c:pt>
                <c:pt idx="4002">
                  <c:v>22.66</c:v>
                </c:pt>
                <c:pt idx="4003">
                  <c:v>22.81</c:v>
                </c:pt>
                <c:pt idx="4004">
                  <c:v>22.58</c:v>
                </c:pt>
                <c:pt idx="4005">
                  <c:v>22.55</c:v>
                </c:pt>
                <c:pt idx="4006">
                  <c:v>22.495000000000001</c:v>
                </c:pt>
                <c:pt idx="4007">
                  <c:v>22.565000000000001</c:v>
                </c:pt>
                <c:pt idx="4008">
                  <c:v>22.61</c:v>
                </c:pt>
                <c:pt idx="4009">
                  <c:v>22.824999999999999</c:v>
                </c:pt>
                <c:pt idx="4010">
                  <c:v>22.645</c:v>
                </c:pt>
                <c:pt idx="4011">
                  <c:v>22.594999999999999</c:v>
                </c:pt>
                <c:pt idx="4012">
                  <c:v>22.695</c:v>
                </c:pt>
                <c:pt idx="4013">
                  <c:v>22.375</c:v>
                </c:pt>
                <c:pt idx="4014">
                  <c:v>22.6</c:v>
                </c:pt>
                <c:pt idx="4015">
                  <c:v>22.484999999999999</c:v>
                </c:pt>
                <c:pt idx="4016">
                  <c:v>22.54</c:v>
                </c:pt>
                <c:pt idx="4017">
                  <c:v>22.55</c:v>
                </c:pt>
                <c:pt idx="4018">
                  <c:v>22.335000000000001</c:v>
                </c:pt>
                <c:pt idx="4019">
                  <c:v>22.17</c:v>
                </c:pt>
                <c:pt idx="4020">
                  <c:v>22.355</c:v>
                </c:pt>
                <c:pt idx="4021">
                  <c:v>22.19</c:v>
                </c:pt>
                <c:pt idx="4022">
                  <c:v>22.164999999999999</c:v>
                </c:pt>
                <c:pt idx="4023">
                  <c:v>22.305</c:v>
                </c:pt>
                <c:pt idx="4024">
                  <c:v>22.46</c:v>
                </c:pt>
                <c:pt idx="4025">
                  <c:v>22.39</c:v>
                </c:pt>
                <c:pt idx="4026">
                  <c:v>22.315000000000001</c:v>
                </c:pt>
                <c:pt idx="4027">
                  <c:v>22.074999999999999</c:v>
                </c:pt>
                <c:pt idx="4028">
                  <c:v>22.49</c:v>
                </c:pt>
                <c:pt idx="4029">
                  <c:v>22.67</c:v>
                </c:pt>
                <c:pt idx="4030">
                  <c:v>22.35</c:v>
                </c:pt>
                <c:pt idx="4031">
                  <c:v>22.445</c:v>
                </c:pt>
                <c:pt idx="4032">
                  <c:v>22.35</c:v>
                </c:pt>
                <c:pt idx="4033">
                  <c:v>22.3</c:v>
                </c:pt>
                <c:pt idx="4034">
                  <c:v>22.34</c:v>
                </c:pt>
                <c:pt idx="4035">
                  <c:v>22.265000000000001</c:v>
                </c:pt>
                <c:pt idx="4036">
                  <c:v>22.164999999999999</c:v>
                </c:pt>
                <c:pt idx="4037">
                  <c:v>22.1</c:v>
                </c:pt>
                <c:pt idx="4038">
                  <c:v>21.734999999999999</c:v>
                </c:pt>
                <c:pt idx="4039">
                  <c:v>21.76</c:v>
                </c:pt>
                <c:pt idx="4040">
                  <c:v>21.454999999999998</c:v>
                </c:pt>
                <c:pt idx="4041">
                  <c:v>21.46</c:v>
                </c:pt>
                <c:pt idx="4042">
                  <c:v>20.975000000000001</c:v>
                </c:pt>
                <c:pt idx="4043">
                  <c:v>21.03</c:v>
                </c:pt>
                <c:pt idx="4044">
                  <c:v>21.15</c:v>
                </c:pt>
                <c:pt idx="4045">
                  <c:v>20.94</c:v>
                </c:pt>
                <c:pt idx="4046">
                  <c:v>20.84</c:v>
                </c:pt>
                <c:pt idx="4047">
                  <c:v>20.975000000000001</c:v>
                </c:pt>
                <c:pt idx="4048">
                  <c:v>21.29</c:v>
                </c:pt>
                <c:pt idx="4049">
                  <c:v>21.08</c:v>
                </c:pt>
                <c:pt idx="4050">
                  <c:v>21.164999999999999</c:v>
                </c:pt>
                <c:pt idx="4051">
                  <c:v>21.69</c:v>
                </c:pt>
                <c:pt idx="4052">
                  <c:v>21.805</c:v>
                </c:pt>
                <c:pt idx="4053">
                  <c:v>21.62</c:v>
                </c:pt>
                <c:pt idx="4054">
                  <c:v>21.7</c:v>
                </c:pt>
                <c:pt idx="4055">
                  <c:v>21.61</c:v>
                </c:pt>
                <c:pt idx="4056">
                  <c:v>21.645</c:v>
                </c:pt>
                <c:pt idx="4057">
                  <c:v>21.885000000000002</c:v>
                </c:pt>
                <c:pt idx="4058">
                  <c:v>21.954999999999998</c:v>
                </c:pt>
                <c:pt idx="4059">
                  <c:v>21.59</c:v>
                </c:pt>
                <c:pt idx="4060">
                  <c:v>21.78</c:v>
                </c:pt>
                <c:pt idx="4061">
                  <c:v>21.95</c:v>
                </c:pt>
                <c:pt idx="4062">
                  <c:v>22.114999999999998</c:v>
                </c:pt>
                <c:pt idx="4063">
                  <c:v>21.945</c:v>
                </c:pt>
                <c:pt idx="4064">
                  <c:v>21.13</c:v>
                </c:pt>
                <c:pt idx="4065">
                  <c:v>21.335000000000001</c:v>
                </c:pt>
                <c:pt idx="4066">
                  <c:v>21.46</c:v>
                </c:pt>
                <c:pt idx="4067">
                  <c:v>21.79</c:v>
                </c:pt>
                <c:pt idx="4068">
                  <c:v>21.754999999999999</c:v>
                </c:pt>
                <c:pt idx="4069">
                  <c:v>21.85</c:v>
                </c:pt>
                <c:pt idx="4070">
                  <c:v>21.64</c:v>
                </c:pt>
                <c:pt idx="4071">
                  <c:v>21.2</c:v>
                </c:pt>
                <c:pt idx="4072">
                  <c:v>21.03</c:v>
                </c:pt>
                <c:pt idx="4073">
                  <c:v>21.114999999999998</c:v>
                </c:pt>
                <c:pt idx="4074">
                  <c:v>21.274999999999999</c:v>
                </c:pt>
                <c:pt idx="4075">
                  <c:v>21.504999999999999</c:v>
                </c:pt>
                <c:pt idx="4076">
                  <c:v>21.824999999999999</c:v>
                </c:pt>
                <c:pt idx="4077">
                  <c:v>21.59</c:v>
                </c:pt>
                <c:pt idx="4078">
                  <c:v>21.204999999999998</c:v>
                </c:pt>
                <c:pt idx="4079">
                  <c:v>21.055</c:v>
                </c:pt>
                <c:pt idx="4080">
                  <c:v>20.81</c:v>
                </c:pt>
                <c:pt idx="4081">
                  <c:v>20.204999999999998</c:v>
                </c:pt>
                <c:pt idx="4082">
                  <c:v>20.07</c:v>
                </c:pt>
                <c:pt idx="4083">
                  <c:v>19.905000000000001</c:v>
                </c:pt>
                <c:pt idx="4084">
                  <c:v>19.75</c:v>
                </c:pt>
                <c:pt idx="4085">
                  <c:v>20.75</c:v>
                </c:pt>
                <c:pt idx="4086">
                  <c:v>21.11</c:v>
                </c:pt>
                <c:pt idx="4087">
                  <c:v>21.64</c:v>
                </c:pt>
                <c:pt idx="4088">
                  <c:v>21.35</c:v>
                </c:pt>
                <c:pt idx="4089">
                  <c:v>21.59</c:v>
                </c:pt>
                <c:pt idx="4090">
                  <c:v>22.02</c:v>
                </c:pt>
                <c:pt idx="4091">
                  <c:v>22.27</c:v>
                </c:pt>
                <c:pt idx="4092">
                  <c:v>22.245000000000001</c:v>
                </c:pt>
                <c:pt idx="4093">
                  <c:v>21.965</c:v>
                </c:pt>
                <c:pt idx="4094">
                  <c:v>22.015000000000001</c:v>
                </c:pt>
                <c:pt idx="4095">
                  <c:v>21.99</c:v>
                </c:pt>
                <c:pt idx="4096">
                  <c:v>21.635000000000002</c:v>
                </c:pt>
                <c:pt idx="4097">
                  <c:v>21.594999999999999</c:v>
                </c:pt>
                <c:pt idx="4098">
                  <c:v>21.57</c:v>
                </c:pt>
                <c:pt idx="4099">
                  <c:v>21.38</c:v>
                </c:pt>
                <c:pt idx="4100">
                  <c:v>21.43</c:v>
                </c:pt>
                <c:pt idx="4101">
                  <c:v>21.44</c:v>
                </c:pt>
                <c:pt idx="4102">
                  <c:v>21.71</c:v>
                </c:pt>
                <c:pt idx="4103">
                  <c:v>21.86</c:v>
                </c:pt>
                <c:pt idx="4104">
                  <c:v>22.045000000000002</c:v>
                </c:pt>
                <c:pt idx="4105">
                  <c:v>21.704999999999998</c:v>
                </c:pt>
                <c:pt idx="4106">
                  <c:v>21.63</c:v>
                </c:pt>
                <c:pt idx="4107">
                  <c:v>21.344999999999999</c:v>
                </c:pt>
                <c:pt idx="4108">
                  <c:v>21.35</c:v>
                </c:pt>
                <c:pt idx="4109">
                  <c:v>20.8</c:v>
                </c:pt>
                <c:pt idx="4110">
                  <c:v>20.704999999999998</c:v>
                </c:pt>
                <c:pt idx="4111">
                  <c:v>20.78</c:v>
                </c:pt>
                <c:pt idx="4112">
                  <c:v>20.87</c:v>
                </c:pt>
                <c:pt idx="4113">
                  <c:v>21.335000000000001</c:v>
                </c:pt>
                <c:pt idx="4114">
                  <c:v>21.364999999999998</c:v>
                </c:pt>
                <c:pt idx="4115">
                  <c:v>21.885000000000002</c:v>
                </c:pt>
                <c:pt idx="4116">
                  <c:v>21.72</c:v>
                </c:pt>
                <c:pt idx="4117">
                  <c:v>21.75</c:v>
                </c:pt>
                <c:pt idx="4118">
                  <c:v>22.105</c:v>
                </c:pt>
                <c:pt idx="4119">
                  <c:v>22.074999999999999</c:v>
                </c:pt>
                <c:pt idx="4120">
                  <c:v>22.145</c:v>
                </c:pt>
                <c:pt idx="4121">
                  <c:v>22.035</c:v>
                </c:pt>
                <c:pt idx="4122">
                  <c:v>21.26</c:v>
                </c:pt>
                <c:pt idx="4123">
                  <c:v>22.02</c:v>
                </c:pt>
                <c:pt idx="4124">
                  <c:v>22.42</c:v>
                </c:pt>
                <c:pt idx="4125">
                  <c:v>22.885000000000002</c:v>
                </c:pt>
                <c:pt idx="4126">
                  <c:v>23.495000000000001</c:v>
                </c:pt>
                <c:pt idx="4127">
                  <c:v>23.57</c:v>
                </c:pt>
                <c:pt idx="4128">
                  <c:v>23.45</c:v>
                </c:pt>
                <c:pt idx="4129">
                  <c:v>23.555</c:v>
                </c:pt>
                <c:pt idx="4130">
                  <c:v>23.175000000000001</c:v>
                </c:pt>
                <c:pt idx="4131">
                  <c:v>23.06</c:v>
                </c:pt>
                <c:pt idx="4132">
                  <c:v>22.905000000000001</c:v>
                </c:pt>
                <c:pt idx="4133">
                  <c:v>22.824999999999999</c:v>
                </c:pt>
                <c:pt idx="4134">
                  <c:v>22.97</c:v>
                </c:pt>
                <c:pt idx="4135">
                  <c:v>22.934999999999999</c:v>
                </c:pt>
                <c:pt idx="4136">
                  <c:v>22.54</c:v>
                </c:pt>
                <c:pt idx="4137">
                  <c:v>22.504999999999999</c:v>
                </c:pt>
                <c:pt idx="4138">
                  <c:v>22.75</c:v>
                </c:pt>
                <c:pt idx="4139">
                  <c:v>22.605</c:v>
                </c:pt>
                <c:pt idx="4140">
                  <c:v>22.285</c:v>
                </c:pt>
                <c:pt idx="4141">
                  <c:v>22.37</c:v>
                </c:pt>
                <c:pt idx="4142">
                  <c:v>22.43</c:v>
                </c:pt>
                <c:pt idx="4143">
                  <c:v>22.045000000000002</c:v>
                </c:pt>
                <c:pt idx="4144">
                  <c:v>22.08</c:v>
                </c:pt>
                <c:pt idx="4145">
                  <c:v>22.175000000000001</c:v>
                </c:pt>
                <c:pt idx="4146">
                  <c:v>21.75</c:v>
                </c:pt>
                <c:pt idx="4147">
                  <c:v>21.75</c:v>
                </c:pt>
                <c:pt idx="4148">
                  <c:v>21.414999999999999</c:v>
                </c:pt>
                <c:pt idx="4149">
                  <c:v>21.42</c:v>
                </c:pt>
                <c:pt idx="4150">
                  <c:v>21.324999999999999</c:v>
                </c:pt>
                <c:pt idx="4151">
                  <c:v>21.405000000000001</c:v>
                </c:pt>
                <c:pt idx="4152">
                  <c:v>21.545000000000002</c:v>
                </c:pt>
                <c:pt idx="4153">
                  <c:v>21.65</c:v>
                </c:pt>
                <c:pt idx="4154">
                  <c:v>21.62</c:v>
                </c:pt>
                <c:pt idx="4155">
                  <c:v>21.53</c:v>
                </c:pt>
                <c:pt idx="4156">
                  <c:v>21.585000000000001</c:v>
                </c:pt>
                <c:pt idx="4157">
                  <c:v>21.89</c:v>
                </c:pt>
                <c:pt idx="4158">
                  <c:v>21.87</c:v>
                </c:pt>
                <c:pt idx="4159">
                  <c:v>21.43</c:v>
                </c:pt>
                <c:pt idx="4160">
                  <c:v>21.07</c:v>
                </c:pt>
                <c:pt idx="4161">
                  <c:v>21.23</c:v>
                </c:pt>
                <c:pt idx="4162">
                  <c:v>21.204999999999998</c:v>
                </c:pt>
                <c:pt idx="4163">
                  <c:v>21.19</c:v>
                </c:pt>
                <c:pt idx="4164">
                  <c:v>21.004999999999999</c:v>
                </c:pt>
                <c:pt idx="4165">
                  <c:v>20.914999999999999</c:v>
                </c:pt>
                <c:pt idx="4166">
                  <c:v>20.885000000000002</c:v>
                </c:pt>
                <c:pt idx="4167">
                  <c:v>20.69</c:v>
                </c:pt>
                <c:pt idx="4168">
                  <c:v>20.66</c:v>
                </c:pt>
                <c:pt idx="4169">
                  <c:v>20.56</c:v>
                </c:pt>
                <c:pt idx="4170">
                  <c:v>20.434999999999999</c:v>
                </c:pt>
                <c:pt idx="4171">
                  <c:v>20.015000000000001</c:v>
                </c:pt>
                <c:pt idx="4172">
                  <c:v>19.920000000000002</c:v>
                </c:pt>
                <c:pt idx="4173">
                  <c:v>20.350000000000001</c:v>
                </c:pt>
                <c:pt idx="4174">
                  <c:v>20.245000000000001</c:v>
                </c:pt>
                <c:pt idx="4175">
                  <c:v>20.399999999999999</c:v>
                </c:pt>
                <c:pt idx="4176">
                  <c:v>20.49</c:v>
                </c:pt>
                <c:pt idx="4177">
                  <c:v>20.440000000000001</c:v>
                </c:pt>
                <c:pt idx="4178">
                  <c:v>20.295000000000002</c:v>
                </c:pt>
                <c:pt idx="4179">
                  <c:v>20.18</c:v>
                </c:pt>
                <c:pt idx="4180">
                  <c:v>19.899999999999999</c:v>
                </c:pt>
                <c:pt idx="4181">
                  <c:v>20.085000000000001</c:v>
                </c:pt>
                <c:pt idx="4182">
                  <c:v>19.64</c:v>
                </c:pt>
                <c:pt idx="4183">
                  <c:v>19.95</c:v>
                </c:pt>
                <c:pt idx="4184">
                  <c:v>20.004999999999999</c:v>
                </c:pt>
                <c:pt idx="4185">
                  <c:v>19.774999999999999</c:v>
                </c:pt>
                <c:pt idx="4186">
                  <c:v>19.945</c:v>
                </c:pt>
                <c:pt idx="4187">
                  <c:v>20.395</c:v>
                </c:pt>
                <c:pt idx="4188">
                  <c:v>20.445</c:v>
                </c:pt>
                <c:pt idx="4189">
                  <c:v>20.265000000000001</c:v>
                </c:pt>
                <c:pt idx="4190">
                  <c:v>20.195</c:v>
                </c:pt>
                <c:pt idx="4191">
                  <c:v>20.094999999999999</c:v>
                </c:pt>
                <c:pt idx="4192">
                  <c:v>20.465</c:v>
                </c:pt>
                <c:pt idx="4193">
                  <c:v>20.695</c:v>
                </c:pt>
                <c:pt idx="4194">
                  <c:v>20.57</c:v>
                </c:pt>
                <c:pt idx="4195">
                  <c:v>20.67</c:v>
                </c:pt>
                <c:pt idx="4196">
                  <c:v>21.024999999999999</c:v>
                </c:pt>
                <c:pt idx="4197">
                  <c:v>21.29</c:v>
                </c:pt>
                <c:pt idx="4198">
                  <c:v>21.385000000000002</c:v>
                </c:pt>
                <c:pt idx="4199">
                  <c:v>20.95</c:v>
                </c:pt>
                <c:pt idx="4200">
                  <c:v>21.004999999999999</c:v>
                </c:pt>
                <c:pt idx="4201">
                  <c:v>21.02</c:v>
                </c:pt>
                <c:pt idx="4202">
                  <c:v>21.17</c:v>
                </c:pt>
                <c:pt idx="4203">
                  <c:v>21.45</c:v>
                </c:pt>
                <c:pt idx="4204">
                  <c:v>21.38</c:v>
                </c:pt>
                <c:pt idx="4205">
                  <c:v>21.504999999999999</c:v>
                </c:pt>
                <c:pt idx="4206">
                  <c:v>21.57</c:v>
                </c:pt>
                <c:pt idx="4207">
                  <c:v>21.725000000000001</c:v>
                </c:pt>
                <c:pt idx="4208">
                  <c:v>21.58</c:v>
                </c:pt>
                <c:pt idx="4209">
                  <c:v>21.1</c:v>
                </c:pt>
                <c:pt idx="4210">
                  <c:v>21.13</c:v>
                </c:pt>
                <c:pt idx="4211">
                  <c:v>21.21</c:v>
                </c:pt>
                <c:pt idx="4212">
                  <c:v>21.2</c:v>
                </c:pt>
                <c:pt idx="4213">
                  <c:v>21.18</c:v>
                </c:pt>
                <c:pt idx="4214">
                  <c:v>21.14</c:v>
                </c:pt>
                <c:pt idx="4215">
                  <c:v>20.984999999999999</c:v>
                </c:pt>
                <c:pt idx="4216">
                  <c:v>20.65</c:v>
                </c:pt>
                <c:pt idx="4217">
                  <c:v>20.239999999999998</c:v>
                </c:pt>
                <c:pt idx="4218">
                  <c:v>20.324999999999999</c:v>
                </c:pt>
                <c:pt idx="4219">
                  <c:v>20.51</c:v>
                </c:pt>
                <c:pt idx="4220">
                  <c:v>20.385000000000002</c:v>
                </c:pt>
                <c:pt idx="4221">
                  <c:v>20.43</c:v>
                </c:pt>
                <c:pt idx="4222">
                  <c:v>20.27</c:v>
                </c:pt>
                <c:pt idx="4223">
                  <c:v>20.195</c:v>
                </c:pt>
                <c:pt idx="4224">
                  <c:v>20.215</c:v>
                </c:pt>
                <c:pt idx="4225">
                  <c:v>20.329999999999998</c:v>
                </c:pt>
                <c:pt idx="4226">
                  <c:v>20.574999999999999</c:v>
                </c:pt>
                <c:pt idx="4227">
                  <c:v>20.64</c:v>
                </c:pt>
                <c:pt idx="4228">
                  <c:v>20.245000000000001</c:v>
                </c:pt>
                <c:pt idx="4229">
                  <c:v>20.3</c:v>
                </c:pt>
                <c:pt idx="4230">
                  <c:v>20.21</c:v>
                </c:pt>
                <c:pt idx="4231">
                  <c:v>19.79</c:v>
                </c:pt>
                <c:pt idx="4232">
                  <c:v>20.225000000000001</c:v>
                </c:pt>
                <c:pt idx="4233">
                  <c:v>20.66</c:v>
                </c:pt>
                <c:pt idx="4234">
                  <c:v>20.64</c:v>
                </c:pt>
                <c:pt idx="4235">
                  <c:v>20.745000000000001</c:v>
                </c:pt>
                <c:pt idx="4236">
                  <c:v>20.305</c:v>
                </c:pt>
                <c:pt idx="4237">
                  <c:v>20.655000000000001</c:v>
                </c:pt>
                <c:pt idx="4238">
                  <c:v>21</c:v>
                </c:pt>
                <c:pt idx="4239">
                  <c:v>21.11</c:v>
                </c:pt>
                <c:pt idx="4240">
                  <c:v>21.094999999999999</c:v>
                </c:pt>
                <c:pt idx="4241">
                  <c:v>20.81</c:v>
                </c:pt>
                <c:pt idx="4242">
                  <c:v>20.75</c:v>
                </c:pt>
                <c:pt idx="4243">
                  <c:v>20.805</c:v>
                </c:pt>
                <c:pt idx="4244">
                  <c:v>20.72</c:v>
                </c:pt>
                <c:pt idx="4245">
                  <c:v>20.655000000000001</c:v>
                </c:pt>
                <c:pt idx="4246">
                  <c:v>20.234999999999999</c:v>
                </c:pt>
                <c:pt idx="4247">
                  <c:v>20.315000000000001</c:v>
                </c:pt>
                <c:pt idx="4248">
                  <c:v>20.12</c:v>
                </c:pt>
                <c:pt idx="4249">
                  <c:v>20.195</c:v>
                </c:pt>
                <c:pt idx="4250">
                  <c:v>20.100000000000001</c:v>
                </c:pt>
                <c:pt idx="4251">
                  <c:v>20.21</c:v>
                </c:pt>
                <c:pt idx="4252">
                  <c:v>20.78</c:v>
                </c:pt>
                <c:pt idx="4253">
                  <c:v>21.19</c:v>
                </c:pt>
                <c:pt idx="4254">
                  <c:v>21.39</c:v>
                </c:pt>
                <c:pt idx="4255">
                  <c:v>20.855</c:v>
                </c:pt>
                <c:pt idx="4256">
                  <c:v>20.795000000000002</c:v>
                </c:pt>
                <c:pt idx="4257">
                  <c:v>20.87</c:v>
                </c:pt>
                <c:pt idx="4258">
                  <c:v>21.135000000000002</c:v>
                </c:pt>
                <c:pt idx="4259">
                  <c:v>20.89</c:v>
                </c:pt>
                <c:pt idx="4260">
                  <c:v>20.914999999999999</c:v>
                </c:pt>
                <c:pt idx="4261">
                  <c:v>20.484999999999999</c:v>
                </c:pt>
                <c:pt idx="4262">
                  <c:v>20.135000000000002</c:v>
                </c:pt>
                <c:pt idx="4263">
                  <c:v>20.055</c:v>
                </c:pt>
                <c:pt idx="4264">
                  <c:v>19.579999999999998</c:v>
                </c:pt>
                <c:pt idx="4265">
                  <c:v>19.664999999999999</c:v>
                </c:pt>
                <c:pt idx="4266">
                  <c:v>19.41</c:v>
                </c:pt>
                <c:pt idx="4267">
                  <c:v>19.329999999999998</c:v>
                </c:pt>
                <c:pt idx="4268">
                  <c:v>19.329999999999998</c:v>
                </c:pt>
                <c:pt idx="4269">
                  <c:v>19.475000000000001</c:v>
                </c:pt>
                <c:pt idx="4270">
                  <c:v>19.02</c:v>
                </c:pt>
                <c:pt idx="4271">
                  <c:v>19.100000000000001</c:v>
                </c:pt>
                <c:pt idx="4272">
                  <c:v>19.355</c:v>
                </c:pt>
                <c:pt idx="4273">
                  <c:v>19.55</c:v>
                </c:pt>
                <c:pt idx="4274">
                  <c:v>19.8</c:v>
                </c:pt>
                <c:pt idx="4275">
                  <c:v>19.86</c:v>
                </c:pt>
                <c:pt idx="4276">
                  <c:v>19.55</c:v>
                </c:pt>
                <c:pt idx="4277">
                  <c:v>19.670000000000002</c:v>
                </c:pt>
                <c:pt idx="4278">
                  <c:v>19.914999999999999</c:v>
                </c:pt>
                <c:pt idx="4279">
                  <c:v>20.09</c:v>
                </c:pt>
                <c:pt idx="4280">
                  <c:v>19.96</c:v>
                </c:pt>
                <c:pt idx="4281">
                  <c:v>19.824999999999999</c:v>
                </c:pt>
                <c:pt idx="4282">
                  <c:v>20.035</c:v>
                </c:pt>
                <c:pt idx="4283">
                  <c:v>19.79</c:v>
                </c:pt>
                <c:pt idx="4284">
                  <c:v>19.760000000000002</c:v>
                </c:pt>
                <c:pt idx="4285">
                  <c:v>19.77</c:v>
                </c:pt>
                <c:pt idx="4286">
                  <c:v>19.95</c:v>
                </c:pt>
                <c:pt idx="4287">
                  <c:v>20.02</c:v>
                </c:pt>
                <c:pt idx="4288">
                  <c:v>20.010000000000002</c:v>
                </c:pt>
                <c:pt idx="4289">
                  <c:v>19.7</c:v>
                </c:pt>
                <c:pt idx="4290">
                  <c:v>19.385000000000002</c:v>
                </c:pt>
                <c:pt idx="4291">
                  <c:v>19.329999999999998</c:v>
                </c:pt>
                <c:pt idx="4292">
                  <c:v>19.48</c:v>
                </c:pt>
                <c:pt idx="4293">
                  <c:v>19.155000000000001</c:v>
                </c:pt>
                <c:pt idx="4294">
                  <c:v>19.355</c:v>
                </c:pt>
                <c:pt idx="4295">
                  <c:v>19.46</c:v>
                </c:pt>
                <c:pt idx="4296">
                  <c:v>19.274999999999999</c:v>
                </c:pt>
                <c:pt idx="4297">
                  <c:v>19.36</c:v>
                </c:pt>
                <c:pt idx="4298">
                  <c:v>19.45</c:v>
                </c:pt>
                <c:pt idx="4299">
                  <c:v>19.260000000000002</c:v>
                </c:pt>
                <c:pt idx="4300">
                  <c:v>19.2</c:v>
                </c:pt>
                <c:pt idx="4301">
                  <c:v>18.73</c:v>
                </c:pt>
                <c:pt idx="4302">
                  <c:v>18.46</c:v>
                </c:pt>
                <c:pt idx="4303">
                  <c:v>18.425000000000001</c:v>
                </c:pt>
                <c:pt idx="4304">
                  <c:v>18.3</c:v>
                </c:pt>
                <c:pt idx="4305">
                  <c:v>18.45</c:v>
                </c:pt>
                <c:pt idx="4306">
                  <c:v>18.484999999999999</c:v>
                </c:pt>
                <c:pt idx="4307">
                  <c:v>18.579999999999998</c:v>
                </c:pt>
                <c:pt idx="4308">
                  <c:v>18.36</c:v>
                </c:pt>
                <c:pt idx="4309">
                  <c:v>18.21</c:v>
                </c:pt>
                <c:pt idx="4310">
                  <c:v>18.344999999999999</c:v>
                </c:pt>
                <c:pt idx="4311">
                  <c:v>18.100000000000001</c:v>
                </c:pt>
                <c:pt idx="4312">
                  <c:v>18.09</c:v>
                </c:pt>
                <c:pt idx="4313">
                  <c:v>18.690000000000001</c:v>
                </c:pt>
                <c:pt idx="4314">
                  <c:v>18.574999999999999</c:v>
                </c:pt>
                <c:pt idx="4315">
                  <c:v>18.440000000000001</c:v>
                </c:pt>
                <c:pt idx="4316">
                  <c:v>18.73</c:v>
                </c:pt>
                <c:pt idx="4317">
                  <c:v>18.54</c:v>
                </c:pt>
                <c:pt idx="4318">
                  <c:v>18.36</c:v>
                </c:pt>
                <c:pt idx="4319">
                  <c:v>18.565000000000001</c:v>
                </c:pt>
                <c:pt idx="4320">
                  <c:v>18.324999999999999</c:v>
                </c:pt>
                <c:pt idx="4321">
                  <c:v>18.3</c:v>
                </c:pt>
                <c:pt idx="4322">
                  <c:v>18.015000000000001</c:v>
                </c:pt>
                <c:pt idx="4323">
                  <c:v>18.135000000000002</c:v>
                </c:pt>
                <c:pt idx="4324">
                  <c:v>18.059999999999999</c:v>
                </c:pt>
                <c:pt idx="4325">
                  <c:v>17.785</c:v>
                </c:pt>
                <c:pt idx="4326">
                  <c:v>17.725000000000001</c:v>
                </c:pt>
                <c:pt idx="4327">
                  <c:v>17.594999999999999</c:v>
                </c:pt>
                <c:pt idx="4328">
                  <c:v>17.12</c:v>
                </c:pt>
                <c:pt idx="4329">
                  <c:v>16.96</c:v>
                </c:pt>
                <c:pt idx="4330">
                  <c:v>16.739999999999998</c:v>
                </c:pt>
                <c:pt idx="4331">
                  <c:v>16.914999999999999</c:v>
                </c:pt>
                <c:pt idx="4332">
                  <c:v>16.734999999999999</c:v>
                </c:pt>
                <c:pt idx="4333">
                  <c:v>16.86</c:v>
                </c:pt>
                <c:pt idx="4334">
                  <c:v>17.05</c:v>
                </c:pt>
                <c:pt idx="4335">
                  <c:v>17.53</c:v>
                </c:pt>
                <c:pt idx="4336">
                  <c:v>18.155000000000001</c:v>
                </c:pt>
                <c:pt idx="4337">
                  <c:v>17.8</c:v>
                </c:pt>
                <c:pt idx="4338">
                  <c:v>18.105</c:v>
                </c:pt>
                <c:pt idx="4339">
                  <c:v>17.695</c:v>
                </c:pt>
                <c:pt idx="4340">
                  <c:v>17.725000000000001</c:v>
                </c:pt>
                <c:pt idx="4341">
                  <c:v>17.925000000000001</c:v>
                </c:pt>
                <c:pt idx="4342">
                  <c:v>17.785</c:v>
                </c:pt>
                <c:pt idx="4343">
                  <c:v>17.920000000000002</c:v>
                </c:pt>
                <c:pt idx="4344">
                  <c:v>18.734999999999999</c:v>
                </c:pt>
                <c:pt idx="4345">
                  <c:v>18.29</c:v>
                </c:pt>
                <c:pt idx="4346">
                  <c:v>18.41</c:v>
                </c:pt>
                <c:pt idx="4347">
                  <c:v>18.7</c:v>
                </c:pt>
                <c:pt idx="4348">
                  <c:v>18.695</c:v>
                </c:pt>
                <c:pt idx="4349">
                  <c:v>19.399999999999999</c:v>
                </c:pt>
                <c:pt idx="4350">
                  <c:v>19.649999999999999</c:v>
                </c:pt>
                <c:pt idx="4351">
                  <c:v>19.725000000000001</c:v>
                </c:pt>
                <c:pt idx="4352">
                  <c:v>19.399999999999999</c:v>
                </c:pt>
                <c:pt idx="4353">
                  <c:v>19.41</c:v>
                </c:pt>
                <c:pt idx="4354">
                  <c:v>19.46</c:v>
                </c:pt>
                <c:pt idx="4355">
                  <c:v>19.254999999999999</c:v>
                </c:pt>
                <c:pt idx="4356">
                  <c:v>19.239999999999998</c:v>
                </c:pt>
                <c:pt idx="4357">
                  <c:v>19.545000000000002</c:v>
                </c:pt>
                <c:pt idx="4358">
                  <c:v>19.53</c:v>
                </c:pt>
                <c:pt idx="4359">
                  <c:v>19</c:v>
                </c:pt>
                <c:pt idx="4360">
                  <c:v>18.760000000000002</c:v>
                </c:pt>
                <c:pt idx="4361">
                  <c:v>18.760000000000002</c:v>
                </c:pt>
                <c:pt idx="4362">
                  <c:v>18.795000000000002</c:v>
                </c:pt>
                <c:pt idx="4363">
                  <c:v>18.53</c:v>
                </c:pt>
                <c:pt idx="4364">
                  <c:v>18.535</c:v>
                </c:pt>
                <c:pt idx="4365">
                  <c:v>18.895</c:v>
                </c:pt>
                <c:pt idx="4366">
                  <c:v>18.625</c:v>
                </c:pt>
                <c:pt idx="4367">
                  <c:v>18.535</c:v>
                </c:pt>
                <c:pt idx="4368">
                  <c:v>18.03</c:v>
                </c:pt>
                <c:pt idx="4369">
                  <c:v>18.010000000000002</c:v>
                </c:pt>
                <c:pt idx="4370">
                  <c:v>18.239999999999998</c:v>
                </c:pt>
                <c:pt idx="4371">
                  <c:v>18.05</c:v>
                </c:pt>
                <c:pt idx="4372">
                  <c:v>17.690000000000001</c:v>
                </c:pt>
                <c:pt idx="4373">
                  <c:v>18.18</c:v>
                </c:pt>
                <c:pt idx="4374">
                  <c:v>17.79</c:v>
                </c:pt>
                <c:pt idx="4375">
                  <c:v>17.875</c:v>
                </c:pt>
                <c:pt idx="4376">
                  <c:v>17.965</c:v>
                </c:pt>
                <c:pt idx="4377">
                  <c:v>17.989999999999998</c:v>
                </c:pt>
                <c:pt idx="4378">
                  <c:v>17.57</c:v>
                </c:pt>
                <c:pt idx="4379">
                  <c:v>17.57</c:v>
                </c:pt>
                <c:pt idx="4380">
                  <c:v>17.41</c:v>
                </c:pt>
                <c:pt idx="4381">
                  <c:v>17.245000000000001</c:v>
                </c:pt>
                <c:pt idx="4382">
                  <c:v>17.38</c:v>
                </c:pt>
                <c:pt idx="4383">
                  <c:v>17.32</c:v>
                </c:pt>
                <c:pt idx="4384">
                  <c:v>16.670000000000002</c:v>
                </c:pt>
                <c:pt idx="4385">
                  <c:v>16.385000000000002</c:v>
                </c:pt>
                <c:pt idx="4386">
                  <c:v>16.399999999999999</c:v>
                </c:pt>
                <c:pt idx="4387">
                  <c:v>16.239999999999998</c:v>
                </c:pt>
                <c:pt idx="4388">
                  <c:v>16.399999999999999</c:v>
                </c:pt>
                <c:pt idx="4389">
                  <c:v>16.399999999999999</c:v>
                </c:pt>
                <c:pt idx="4390">
                  <c:v>16.135000000000002</c:v>
                </c:pt>
                <c:pt idx="4391">
                  <c:v>16.16</c:v>
                </c:pt>
                <c:pt idx="4392">
                  <c:v>16.234999999999999</c:v>
                </c:pt>
                <c:pt idx="4393">
                  <c:v>16.234999999999999</c:v>
                </c:pt>
                <c:pt idx="4394">
                  <c:v>16.3</c:v>
                </c:pt>
                <c:pt idx="4395">
                  <c:v>16.535</c:v>
                </c:pt>
                <c:pt idx="4396">
                  <c:v>16.754999999999999</c:v>
                </c:pt>
                <c:pt idx="4397">
                  <c:v>17.079999999999998</c:v>
                </c:pt>
                <c:pt idx="4398">
                  <c:v>17.434999999999999</c:v>
                </c:pt>
                <c:pt idx="4399">
                  <c:v>16.690000000000001</c:v>
                </c:pt>
                <c:pt idx="4400">
                  <c:v>16.93</c:v>
                </c:pt>
                <c:pt idx="4401">
                  <c:v>16.7</c:v>
                </c:pt>
                <c:pt idx="4402">
                  <c:v>17.3</c:v>
                </c:pt>
                <c:pt idx="4403">
                  <c:v>17.285</c:v>
                </c:pt>
                <c:pt idx="4404">
                  <c:v>17.489999999999998</c:v>
                </c:pt>
                <c:pt idx="4405">
                  <c:v>17.21</c:v>
                </c:pt>
                <c:pt idx="4406">
                  <c:v>17.329999999999998</c:v>
                </c:pt>
                <c:pt idx="4407">
                  <c:v>16.73</c:v>
                </c:pt>
                <c:pt idx="4408">
                  <c:v>16.77</c:v>
                </c:pt>
                <c:pt idx="4409">
                  <c:v>16.760000000000002</c:v>
                </c:pt>
                <c:pt idx="4410">
                  <c:v>17.465</c:v>
                </c:pt>
                <c:pt idx="4411">
                  <c:v>17.78</c:v>
                </c:pt>
                <c:pt idx="4412">
                  <c:v>17.52</c:v>
                </c:pt>
                <c:pt idx="4413">
                  <c:v>17.239999999999998</c:v>
                </c:pt>
                <c:pt idx="4414">
                  <c:v>17.059999999999999</c:v>
                </c:pt>
                <c:pt idx="4415">
                  <c:v>17.100000000000001</c:v>
                </c:pt>
                <c:pt idx="4416">
                  <c:v>16.495000000000001</c:v>
                </c:pt>
                <c:pt idx="4417">
                  <c:v>16.440000000000001</c:v>
                </c:pt>
                <c:pt idx="4418">
                  <c:v>15.935</c:v>
                </c:pt>
                <c:pt idx="4419">
                  <c:v>16.399999999999999</c:v>
                </c:pt>
                <c:pt idx="4420">
                  <c:v>15.38</c:v>
                </c:pt>
                <c:pt idx="4421">
                  <c:v>16.149999999999999</c:v>
                </c:pt>
                <c:pt idx="4422">
                  <c:v>17.39</c:v>
                </c:pt>
                <c:pt idx="4423">
                  <c:v>17.82</c:v>
                </c:pt>
                <c:pt idx="4424">
                  <c:v>17.940000000000001</c:v>
                </c:pt>
                <c:pt idx="4425">
                  <c:v>18.03</c:v>
                </c:pt>
                <c:pt idx="4426">
                  <c:v>18.395</c:v>
                </c:pt>
                <c:pt idx="4427">
                  <c:v>18.64</c:v>
                </c:pt>
                <c:pt idx="4428">
                  <c:v>19.16</c:v>
                </c:pt>
                <c:pt idx="4429">
                  <c:v>19.32</c:v>
                </c:pt>
                <c:pt idx="4430">
                  <c:v>19.239999999999998</c:v>
                </c:pt>
                <c:pt idx="4431">
                  <c:v>19.77</c:v>
                </c:pt>
                <c:pt idx="4432">
                  <c:v>19.39</c:v>
                </c:pt>
                <c:pt idx="4433">
                  <c:v>19.45</c:v>
                </c:pt>
                <c:pt idx="4434">
                  <c:v>19.274999999999999</c:v>
                </c:pt>
                <c:pt idx="4435">
                  <c:v>19.995000000000001</c:v>
                </c:pt>
                <c:pt idx="4436">
                  <c:v>19.96</c:v>
                </c:pt>
                <c:pt idx="4437">
                  <c:v>19.579999999999998</c:v>
                </c:pt>
                <c:pt idx="4438">
                  <c:v>19.5</c:v>
                </c:pt>
                <c:pt idx="4439">
                  <c:v>19.364999999999998</c:v>
                </c:pt>
                <c:pt idx="4440">
                  <c:v>19.239999999999998</c:v>
                </c:pt>
                <c:pt idx="4441">
                  <c:v>19.395</c:v>
                </c:pt>
                <c:pt idx="4442">
                  <c:v>19.72</c:v>
                </c:pt>
                <c:pt idx="4443">
                  <c:v>19.16</c:v>
                </c:pt>
                <c:pt idx="4444">
                  <c:v>19.09</c:v>
                </c:pt>
                <c:pt idx="4445">
                  <c:v>18.98</c:v>
                </c:pt>
                <c:pt idx="4446">
                  <c:v>18.215</c:v>
                </c:pt>
                <c:pt idx="4447">
                  <c:v>17.88</c:v>
                </c:pt>
                <c:pt idx="4448">
                  <c:v>17.905000000000001</c:v>
                </c:pt>
                <c:pt idx="4449">
                  <c:v>18.645</c:v>
                </c:pt>
                <c:pt idx="4450">
                  <c:v>19</c:v>
                </c:pt>
                <c:pt idx="4451">
                  <c:v>18.579999999999998</c:v>
                </c:pt>
                <c:pt idx="4452">
                  <c:v>18.945</c:v>
                </c:pt>
                <c:pt idx="4453">
                  <c:v>19.88</c:v>
                </c:pt>
                <c:pt idx="4454">
                  <c:v>19.75</c:v>
                </c:pt>
                <c:pt idx="4455">
                  <c:v>20.21</c:v>
                </c:pt>
                <c:pt idx="4456">
                  <c:v>20.285</c:v>
                </c:pt>
                <c:pt idx="4457">
                  <c:v>20.065000000000001</c:v>
                </c:pt>
                <c:pt idx="4458">
                  <c:v>20.565000000000001</c:v>
                </c:pt>
                <c:pt idx="4459">
                  <c:v>20.074999999999999</c:v>
                </c:pt>
                <c:pt idx="4460">
                  <c:v>19.684999999999999</c:v>
                </c:pt>
                <c:pt idx="4461">
                  <c:v>18.75</c:v>
                </c:pt>
                <c:pt idx="4462">
                  <c:v>18.535</c:v>
                </c:pt>
                <c:pt idx="4463">
                  <c:v>18.149999999999999</c:v>
                </c:pt>
                <c:pt idx="4464">
                  <c:v>18.344999999999999</c:v>
                </c:pt>
                <c:pt idx="4465">
                  <c:v>18.344999999999999</c:v>
                </c:pt>
                <c:pt idx="4466">
                  <c:v>18.484999999999999</c:v>
                </c:pt>
                <c:pt idx="4467">
                  <c:v>18.78</c:v>
                </c:pt>
                <c:pt idx="4468">
                  <c:v>19.03</c:v>
                </c:pt>
                <c:pt idx="4469">
                  <c:v>19.11</c:v>
                </c:pt>
                <c:pt idx="4470">
                  <c:v>19.3</c:v>
                </c:pt>
                <c:pt idx="4471">
                  <c:v>19.7</c:v>
                </c:pt>
                <c:pt idx="4472">
                  <c:v>19.420000000000002</c:v>
                </c:pt>
                <c:pt idx="4473">
                  <c:v>19.465</c:v>
                </c:pt>
                <c:pt idx="4474">
                  <c:v>20.295000000000002</c:v>
                </c:pt>
                <c:pt idx="4475">
                  <c:v>19.989999999999998</c:v>
                </c:pt>
                <c:pt idx="4476">
                  <c:v>19.954999999999998</c:v>
                </c:pt>
                <c:pt idx="4477">
                  <c:v>19.399999999999999</c:v>
                </c:pt>
                <c:pt idx="4478">
                  <c:v>17.940000000000001</c:v>
                </c:pt>
                <c:pt idx="4479">
                  <c:v>19.05</c:v>
                </c:pt>
                <c:pt idx="4480">
                  <c:v>19.484999999999999</c:v>
                </c:pt>
                <c:pt idx="4481">
                  <c:v>19.855</c:v>
                </c:pt>
                <c:pt idx="4482">
                  <c:v>19.32</c:v>
                </c:pt>
                <c:pt idx="4483">
                  <c:v>20.895</c:v>
                </c:pt>
                <c:pt idx="4484">
                  <c:v>19.885000000000002</c:v>
                </c:pt>
                <c:pt idx="4485">
                  <c:v>20.13</c:v>
                </c:pt>
                <c:pt idx="4486">
                  <c:v>19.745000000000001</c:v>
                </c:pt>
                <c:pt idx="4487">
                  <c:v>17.32</c:v>
                </c:pt>
                <c:pt idx="4488">
                  <c:v>17.765000000000001</c:v>
                </c:pt>
                <c:pt idx="4489">
                  <c:v>19.04</c:v>
                </c:pt>
                <c:pt idx="4490">
                  <c:v>20.100000000000001</c:v>
                </c:pt>
                <c:pt idx="4491">
                  <c:v>19.305</c:v>
                </c:pt>
                <c:pt idx="4492">
                  <c:v>19.594999999999999</c:v>
                </c:pt>
                <c:pt idx="4493">
                  <c:v>19.100000000000001</c:v>
                </c:pt>
                <c:pt idx="4494">
                  <c:v>19.09</c:v>
                </c:pt>
                <c:pt idx="4495">
                  <c:v>19.875</c:v>
                </c:pt>
                <c:pt idx="4496">
                  <c:v>20.83</c:v>
                </c:pt>
                <c:pt idx="4497">
                  <c:v>20.8</c:v>
                </c:pt>
                <c:pt idx="4498">
                  <c:v>20.315000000000001</c:v>
                </c:pt>
                <c:pt idx="4499">
                  <c:v>21.91</c:v>
                </c:pt>
                <c:pt idx="4500">
                  <c:v>23.15</c:v>
                </c:pt>
                <c:pt idx="4501">
                  <c:v>21.69</c:v>
                </c:pt>
                <c:pt idx="4502">
                  <c:v>21.62</c:v>
                </c:pt>
                <c:pt idx="4503">
                  <c:v>20.5</c:v>
                </c:pt>
                <c:pt idx="4504">
                  <c:v>21.6</c:v>
                </c:pt>
                <c:pt idx="4505">
                  <c:v>19.149999999999999</c:v>
                </c:pt>
                <c:pt idx="4506">
                  <c:v>18.149999999999999</c:v>
                </c:pt>
                <c:pt idx="4507">
                  <c:v>18.3</c:v>
                </c:pt>
                <c:pt idx="4508">
                  <c:v>19.5</c:v>
                </c:pt>
                <c:pt idx="4509">
                  <c:v>18.600000000000001</c:v>
                </c:pt>
                <c:pt idx="4510">
                  <c:v>19.82</c:v>
                </c:pt>
                <c:pt idx="4511">
                  <c:v>19.815000000000001</c:v>
                </c:pt>
                <c:pt idx="4512">
                  <c:v>18</c:v>
                </c:pt>
                <c:pt idx="4513">
                  <c:v>16.715</c:v>
                </c:pt>
                <c:pt idx="4514">
                  <c:v>17.850000000000001</c:v>
                </c:pt>
                <c:pt idx="4515">
                  <c:v>19.16</c:v>
                </c:pt>
                <c:pt idx="4516">
                  <c:v>18.170000000000002</c:v>
                </c:pt>
                <c:pt idx="4517">
                  <c:v>16.565000000000001</c:v>
                </c:pt>
                <c:pt idx="4518">
                  <c:v>18.2</c:v>
                </c:pt>
                <c:pt idx="4519">
                  <c:v>18.8</c:v>
                </c:pt>
                <c:pt idx="4520">
                  <c:v>19.95</c:v>
                </c:pt>
                <c:pt idx="4521">
                  <c:v>19.239999999999998</c:v>
                </c:pt>
                <c:pt idx="4522">
                  <c:v>20.95</c:v>
                </c:pt>
                <c:pt idx="4523">
                  <c:v>20.245000000000001</c:v>
                </c:pt>
                <c:pt idx="4524">
                  <c:v>20.61</c:v>
                </c:pt>
                <c:pt idx="4525">
                  <c:v>20.574999999999999</c:v>
                </c:pt>
                <c:pt idx="4526">
                  <c:v>20.440000000000001</c:v>
                </c:pt>
                <c:pt idx="4527">
                  <c:v>21.52</c:v>
                </c:pt>
                <c:pt idx="4528">
                  <c:v>21.864999999999998</c:v>
                </c:pt>
                <c:pt idx="4529">
                  <c:v>21.55</c:v>
                </c:pt>
                <c:pt idx="4530">
                  <c:v>21.63</c:v>
                </c:pt>
                <c:pt idx="4531">
                  <c:v>21.66</c:v>
                </c:pt>
                <c:pt idx="4532">
                  <c:v>21.54</c:v>
                </c:pt>
                <c:pt idx="4533">
                  <c:v>20.27</c:v>
                </c:pt>
                <c:pt idx="4534">
                  <c:v>20.3</c:v>
                </c:pt>
                <c:pt idx="4535">
                  <c:v>20.155000000000001</c:v>
                </c:pt>
                <c:pt idx="4536">
                  <c:v>21.29</c:v>
                </c:pt>
                <c:pt idx="4537">
                  <c:v>22.2</c:v>
                </c:pt>
                <c:pt idx="4538">
                  <c:v>21.77</c:v>
                </c:pt>
                <c:pt idx="4539">
                  <c:v>21.664999999999999</c:v>
                </c:pt>
                <c:pt idx="4540">
                  <c:v>21.67</c:v>
                </c:pt>
                <c:pt idx="4541">
                  <c:v>21.945</c:v>
                </c:pt>
                <c:pt idx="4542">
                  <c:v>21.53</c:v>
                </c:pt>
                <c:pt idx="4543">
                  <c:v>22.08</c:v>
                </c:pt>
                <c:pt idx="4544">
                  <c:v>22.71</c:v>
                </c:pt>
                <c:pt idx="4545">
                  <c:v>22.954999999999998</c:v>
                </c:pt>
                <c:pt idx="4546">
                  <c:v>23.824999999999999</c:v>
                </c:pt>
                <c:pt idx="4547">
                  <c:v>23.785</c:v>
                </c:pt>
                <c:pt idx="4548">
                  <c:v>23.79</c:v>
                </c:pt>
                <c:pt idx="4549">
                  <c:v>23.425000000000001</c:v>
                </c:pt>
                <c:pt idx="4550">
                  <c:v>23.265000000000001</c:v>
                </c:pt>
                <c:pt idx="4551">
                  <c:v>23.69</c:v>
                </c:pt>
                <c:pt idx="4552">
                  <c:v>23.37</c:v>
                </c:pt>
                <c:pt idx="4553">
                  <c:v>23.06</c:v>
                </c:pt>
                <c:pt idx="4554">
                  <c:v>22.68</c:v>
                </c:pt>
                <c:pt idx="4555">
                  <c:v>23.13</c:v>
                </c:pt>
                <c:pt idx="4556">
                  <c:v>22.875</c:v>
                </c:pt>
                <c:pt idx="4557">
                  <c:v>23.15</c:v>
                </c:pt>
                <c:pt idx="4558">
                  <c:v>22.72</c:v>
                </c:pt>
                <c:pt idx="4559">
                  <c:v>23.11</c:v>
                </c:pt>
                <c:pt idx="4560">
                  <c:v>22.8</c:v>
                </c:pt>
                <c:pt idx="4561">
                  <c:v>22.38</c:v>
                </c:pt>
                <c:pt idx="4562">
                  <c:v>22.6</c:v>
                </c:pt>
                <c:pt idx="4563">
                  <c:v>22.49</c:v>
                </c:pt>
                <c:pt idx="4564">
                  <c:v>22.32</c:v>
                </c:pt>
                <c:pt idx="4565">
                  <c:v>22.36</c:v>
                </c:pt>
                <c:pt idx="4566">
                  <c:v>22.56</c:v>
                </c:pt>
                <c:pt idx="4567">
                  <c:v>22.89</c:v>
                </c:pt>
                <c:pt idx="4568">
                  <c:v>23.36</c:v>
                </c:pt>
                <c:pt idx="4569">
                  <c:v>23.015000000000001</c:v>
                </c:pt>
                <c:pt idx="4570">
                  <c:v>23.24</c:v>
                </c:pt>
                <c:pt idx="4571">
                  <c:v>23.18</c:v>
                </c:pt>
                <c:pt idx="4572">
                  <c:v>22.995000000000001</c:v>
                </c:pt>
                <c:pt idx="4573">
                  <c:v>23.55</c:v>
                </c:pt>
                <c:pt idx="4574">
                  <c:v>23.414999999999999</c:v>
                </c:pt>
                <c:pt idx="4575">
                  <c:v>23.07</c:v>
                </c:pt>
                <c:pt idx="4576">
                  <c:v>22.965</c:v>
                </c:pt>
                <c:pt idx="4577">
                  <c:v>23.02</c:v>
                </c:pt>
                <c:pt idx="4578">
                  <c:v>22.8</c:v>
                </c:pt>
                <c:pt idx="4579">
                  <c:v>23.46</c:v>
                </c:pt>
                <c:pt idx="4580">
                  <c:v>24.03</c:v>
                </c:pt>
                <c:pt idx="4581">
                  <c:v>24.34</c:v>
                </c:pt>
                <c:pt idx="4582">
                  <c:v>24.3</c:v>
                </c:pt>
                <c:pt idx="4583">
                  <c:v>24.97</c:v>
                </c:pt>
                <c:pt idx="4584">
                  <c:v>25.135000000000002</c:v>
                </c:pt>
                <c:pt idx="4585">
                  <c:v>25.64</c:v>
                </c:pt>
                <c:pt idx="4586">
                  <c:v>25.11</c:v>
                </c:pt>
                <c:pt idx="4587">
                  <c:v>25.065000000000001</c:v>
                </c:pt>
                <c:pt idx="4588">
                  <c:v>25.49</c:v>
                </c:pt>
                <c:pt idx="4589">
                  <c:v>26.135000000000002</c:v>
                </c:pt>
                <c:pt idx="4590">
                  <c:v>25.574999999999999</c:v>
                </c:pt>
                <c:pt idx="4591">
                  <c:v>25.184999999999999</c:v>
                </c:pt>
                <c:pt idx="4592">
                  <c:v>25.16</c:v>
                </c:pt>
                <c:pt idx="4593">
                  <c:v>25.33</c:v>
                </c:pt>
                <c:pt idx="4594">
                  <c:v>25.175000000000001</c:v>
                </c:pt>
                <c:pt idx="4595">
                  <c:v>24.76</c:v>
                </c:pt>
                <c:pt idx="4596">
                  <c:v>25.41</c:v>
                </c:pt>
                <c:pt idx="4597">
                  <c:v>25.55</c:v>
                </c:pt>
                <c:pt idx="4598">
                  <c:v>26.26</c:v>
                </c:pt>
                <c:pt idx="4599">
                  <c:v>26.21</c:v>
                </c:pt>
                <c:pt idx="4600">
                  <c:v>26.03</c:v>
                </c:pt>
                <c:pt idx="4601">
                  <c:v>26.155000000000001</c:v>
                </c:pt>
                <c:pt idx="4602">
                  <c:v>26.54</c:v>
                </c:pt>
                <c:pt idx="4603">
                  <c:v>26.524999999999999</c:v>
                </c:pt>
                <c:pt idx="4604">
                  <c:v>26.9</c:v>
                </c:pt>
                <c:pt idx="4605">
                  <c:v>26.33</c:v>
                </c:pt>
                <c:pt idx="4606">
                  <c:v>26.31</c:v>
                </c:pt>
                <c:pt idx="4607">
                  <c:v>26.18</c:v>
                </c:pt>
                <c:pt idx="4608">
                  <c:v>27.04</c:v>
                </c:pt>
                <c:pt idx="4609">
                  <c:v>26.96</c:v>
                </c:pt>
                <c:pt idx="4610">
                  <c:v>27.445</c:v>
                </c:pt>
                <c:pt idx="4611">
                  <c:v>27.84</c:v>
                </c:pt>
                <c:pt idx="4612">
                  <c:v>27.38</c:v>
                </c:pt>
                <c:pt idx="4613">
                  <c:v>27.05</c:v>
                </c:pt>
                <c:pt idx="4614">
                  <c:v>27.204999999999998</c:v>
                </c:pt>
                <c:pt idx="4615">
                  <c:v>27.704999999999998</c:v>
                </c:pt>
                <c:pt idx="4616">
                  <c:v>28</c:v>
                </c:pt>
                <c:pt idx="4617">
                  <c:v>27.07</c:v>
                </c:pt>
                <c:pt idx="4618">
                  <c:v>27.454999999999998</c:v>
                </c:pt>
                <c:pt idx="4619">
                  <c:v>26.6</c:v>
                </c:pt>
                <c:pt idx="4620">
                  <c:v>25.945</c:v>
                </c:pt>
                <c:pt idx="4621">
                  <c:v>25.85</c:v>
                </c:pt>
                <c:pt idx="4622">
                  <c:v>25.74</c:v>
                </c:pt>
                <c:pt idx="4623">
                  <c:v>26.05</c:v>
                </c:pt>
                <c:pt idx="4624">
                  <c:v>25.805</c:v>
                </c:pt>
                <c:pt idx="4625">
                  <c:v>26.085000000000001</c:v>
                </c:pt>
                <c:pt idx="4626">
                  <c:v>26.31</c:v>
                </c:pt>
                <c:pt idx="4627">
                  <c:v>25.98</c:v>
                </c:pt>
                <c:pt idx="4628">
                  <c:v>25.96</c:v>
                </c:pt>
                <c:pt idx="4629">
                  <c:v>25.905000000000001</c:v>
                </c:pt>
                <c:pt idx="4630">
                  <c:v>25.82</c:v>
                </c:pt>
                <c:pt idx="4631">
                  <c:v>25.82</c:v>
                </c:pt>
                <c:pt idx="4632">
                  <c:v>25.83</c:v>
                </c:pt>
                <c:pt idx="4633">
                  <c:v>24.73</c:v>
                </c:pt>
                <c:pt idx="4634">
                  <c:v>24.63</c:v>
                </c:pt>
                <c:pt idx="4635">
                  <c:v>24.37</c:v>
                </c:pt>
                <c:pt idx="4636">
                  <c:v>24.625</c:v>
                </c:pt>
                <c:pt idx="4637">
                  <c:v>23.99</c:v>
                </c:pt>
                <c:pt idx="4638">
                  <c:v>24.135000000000002</c:v>
                </c:pt>
                <c:pt idx="4639">
                  <c:v>24.11</c:v>
                </c:pt>
                <c:pt idx="4640">
                  <c:v>23.684999999999999</c:v>
                </c:pt>
                <c:pt idx="4641">
                  <c:v>23.774999999999999</c:v>
                </c:pt>
                <c:pt idx="4642">
                  <c:v>23.2</c:v>
                </c:pt>
                <c:pt idx="4643">
                  <c:v>22.99</c:v>
                </c:pt>
                <c:pt idx="4644">
                  <c:v>23.074999999999999</c:v>
                </c:pt>
                <c:pt idx="4645">
                  <c:v>23.315000000000001</c:v>
                </c:pt>
                <c:pt idx="4646">
                  <c:v>23.215</c:v>
                </c:pt>
                <c:pt idx="4647">
                  <c:v>23.045000000000002</c:v>
                </c:pt>
                <c:pt idx="4648">
                  <c:v>23.055</c:v>
                </c:pt>
                <c:pt idx="4649">
                  <c:v>22.85</c:v>
                </c:pt>
                <c:pt idx="4650">
                  <c:v>22.65</c:v>
                </c:pt>
                <c:pt idx="4651">
                  <c:v>22.27</c:v>
                </c:pt>
                <c:pt idx="4652">
                  <c:v>22.21</c:v>
                </c:pt>
                <c:pt idx="4653">
                  <c:v>21.86</c:v>
                </c:pt>
                <c:pt idx="4654">
                  <c:v>21.61</c:v>
                </c:pt>
                <c:pt idx="4655">
                  <c:v>21.71</c:v>
                </c:pt>
                <c:pt idx="4656">
                  <c:v>21.67</c:v>
                </c:pt>
                <c:pt idx="4657">
                  <c:v>21.58</c:v>
                </c:pt>
                <c:pt idx="4658">
                  <c:v>21.11</c:v>
                </c:pt>
                <c:pt idx="4659">
                  <c:v>21.11</c:v>
                </c:pt>
                <c:pt idx="4660">
                  <c:v>21.64</c:v>
                </c:pt>
                <c:pt idx="4661">
                  <c:v>21.97</c:v>
                </c:pt>
                <c:pt idx="4662">
                  <c:v>21.44</c:v>
                </c:pt>
                <c:pt idx="4663">
                  <c:v>22.37</c:v>
                </c:pt>
                <c:pt idx="4664">
                  <c:v>22.5</c:v>
                </c:pt>
                <c:pt idx="4665">
                  <c:v>22.78</c:v>
                </c:pt>
                <c:pt idx="4666">
                  <c:v>22.56</c:v>
                </c:pt>
                <c:pt idx="4667">
                  <c:v>22.48</c:v>
                </c:pt>
                <c:pt idx="4668">
                  <c:v>22.43</c:v>
                </c:pt>
                <c:pt idx="4669">
                  <c:v>22.73</c:v>
                </c:pt>
                <c:pt idx="4670">
                  <c:v>23.12</c:v>
                </c:pt>
                <c:pt idx="4671">
                  <c:v>22.67</c:v>
                </c:pt>
                <c:pt idx="4672">
                  <c:v>23.1</c:v>
                </c:pt>
                <c:pt idx="4673">
                  <c:v>23.71</c:v>
                </c:pt>
                <c:pt idx="4674">
                  <c:v>23.96</c:v>
                </c:pt>
                <c:pt idx="4675">
                  <c:v>24.38</c:v>
                </c:pt>
                <c:pt idx="4676">
                  <c:v>24.5</c:v>
                </c:pt>
                <c:pt idx="4677">
                  <c:v>24.51</c:v>
                </c:pt>
                <c:pt idx="4678">
                  <c:v>24.23</c:v>
                </c:pt>
                <c:pt idx="4679">
                  <c:v>24.02</c:v>
                </c:pt>
                <c:pt idx="4680">
                  <c:v>23.85</c:v>
                </c:pt>
                <c:pt idx="4681">
                  <c:v>24.24</c:v>
                </c:pt>
                <c:pt idx="4682">
                  <c:v>23.61</c:v>
                </c:pt>
                <c:pt idx="4683">
                  <c:v>24.22</c:v>
                </c:pt>
                <c:pt idx="4684">
                  <c:v>24.25</c:v>
                </c:pt>
                <c:pt idx="4685">
                  <c:v>24.13</c:v>
                </c:pt>
                <c:pt idx="4686">
                  <c:v>23.1</c:v>
                </c:pt>
                <c:pt idx="4687">
                  <c:v>23.14</c:v>
                </c:pt>
                <c:pt idx="4688">
                  <c:v>23.09</c:v>
                </c:pt>
                <c:pt idx="4689">
                  <c:v>23.69</c:v>
                </c:pt>
                <c:pt idx="4690">
                  <c:v>23.7</c:v>
                </c:pt>
                <c:pt idx="4691">
                  <c:v>24.15</c:v>
                </c:pt>
                <c:pt idx="4692">
                  <c:v>23.97</c:v>
                </c:pt>
                <c:pt idx="4693">
                  <c:v>24.05</c:v>
                </c:pt>
                <c:pt idx="4694">
                  <c:v>24.08</c:v>
                </c:pt>
                <c:pt idx="4695">
                  <c:v>24.35</c:v>
                </c:pt>
                <c:pt idx="4696">
                  <c:v>24.47</c:v>
                </c:pt>
                <c:pt idx="4697">
                  <c:v>24.75</c:v>
                </c:pt>
                <c:pt idx="4698">
                  <c:v>24.62</c:v>
                </c:pt>
                <c:pt idx="4699">
                  <c:v>23.3</c:v>
                </c:pt>
                <c:pt idx="4700">
                  <c:v>24.6</c:v>
                </c:pt>
                <c:pt idx="4701">
                  <c:v>25.75</c:v>
                </c:pt>
                <c:pt idx="4702">
                  <c:v>26.2</c:v>
                </c:pt>
                <c:pt idx="4703">
                  <c:v>26.62</c:v>
                </c:pt>
                <c:pt idx="4704">
                  <c:v>27.09</c:v>
                </c:pt>
                <c:pt idx="4705">
                  <c:v>27.69</c:v>
                </c:pt>
                <c:pt idx="4706">
                  <c:v>27.75</c:v>
                </c:pt>
                <c:pt idx="4707">
                  <c:v>28.2</c:v>
                </c:pt>
                <c:pt idx="4708">
                  <c:v>28.73</c:v>
                </c:pt>
                <c:pt idx="4709">
                  <c:v>28.67</c:v>
                </c:pt>
                <c:pt idx="4710">
                  <c:v>29.35</c:v>
                </c:pt>
                <c:pt idx="4711">
                  <c:v>28.71</c:v>
                </c:pt>
                <c:pt idx="4712">
                  <c:v>29.15</c:v>
                </c:pt>
                <c:pt idx="4713">
                  <c:v>28.58</c:v>
                </c:pt>
                <c:pt idx="4714">
                  <c:v>28.75</c:v>
                </c:pt>
                <c:pt idx="4715">
                  <c:v>28.81</c:v>
                </c:pt>
                <c:pt idx="4716">
                  <c:v>29.04</c:v>
                </c:pt>
                <c:pt idx="4717">
                  <c:v>28.83</c:v>
                </c:pt>
                <c:pt idx="4718">
                  <c:v>28.83</c:v>
                </c:pt>
                <c:pt idx="4719">
                  <c:v>28.9</c:v>
                </c:pt>
                <c:pt idx="4720">
                  <c:v>28.67</c:v>
                </c:pt>
                <c:pt idx="4721">
                  <c:v>28.29</c:v>
                </c:pt>
                <c:pt idx="4722">
                  <c:v>27.9</c:v>
                </c:pt>
                <c:pt idx="4723">
                  <c:v>28</c:v>
                </c:pt>
                <c:pt idx="4724">
                  <c:v>28.25</c:v>
                </c:pt>
                <c:pt idx="4725">
                  <c:v>27.91</c:v>
                </c:pt>
                <c:pt idx="4726">
                  <c:v>28.17</c:v>
                </c:pt>
                <c:pt idx="4727">
                  <c:v>27.76</c:v>
                </c:pt>
                <c:pt idx="4728">
                  <c:v>27.72</c:v>
                </c:pt>
                <c:pt idx="4729">
                  <c:v>27.91</c:v>
                </c:pt>
                <c:pt idx="4730">
                  <c:v>27.97</c:v>
                </c:pt>
                <c:pt idx="4731">
                  <c:v>27.96</c:v>
                </c:pt>
                <c:pt idx="4732">
                  <c:v>27.3</c:v>
                </c:pt>
                <c:pt idx="4733">
                  <c:v>27.36</c:v>
                </c:pt>
                <c:pt idx="4734">
                  <c:v>27.57</c:v>
                </c:pt>
                <c:pt idx="4735">
                  <c:v>27.34</c:v>
                </c:pt>
                <c:pt idx="4736">
                  <c:v>27.43</c:v>
                </c:pt>
                <c:pt idx="4737">
                  <c:v>27.2</c:v>
                </c:pt>
                <c:pt idx="4738">
                  <c:v>27.43</c:v>
                </c:pt>
                <c:pt idx="4739">
                  <c:v>27.65</c:v>
                </c:pt>
                <c:pt idx="4740">
                  <c:v>28.03</c:v>
                </c:pt>
                <c:pt idx="4741">
                  <c:v>27.71</c:v>
                </c:pt>
                <c:pt idx="4742">
                  <c:v>27.21</c:v>
                </c:pt>
                <c:pt idx="4743">
                  <c:v>27.26</c:v>
                </c:pt>
                <c:pt idx="4744">
                  <c:v>27.35</c:v>
                </c:pt>
                <c:pt idx="4745">
                  <c:v>27.62</c:v>
                </c:pt>
                <c:pt idx="4746">
                  <c:v>27.55</c:v>
                </c:pt>
                <c:pt idx="4747">
                  <c:v>28.05</c:v>
                </c:pt>
                <c:pt idx="4748">
                  <c:v>28.45</c:v>
                </c:pt>
                <c:pt idx="4749">
                  <c:v>28.93</c:v>
                </c:pt>
                <c:pt idx="4750">
                  <c:v>29.29</c:v>
                </c:pt>
                <c:pt idx="4751">
                  <c:v>28.98</c:v>
                </c:pt>
                <c:pt idx="4752">
                  <c:v>29.2</c:v>
                </c:pt>
                <c:pt idx="4753">
                  <c:v>29.44</c:v>
                </c:pt>
                <c:pt idx="4754">
                  <c:v>29.71</c:v>
                </c:pt>
                <c:pt idx="4755">
                  <c:v>30.22</c:v>
                </c:pt>
                <c:pt idx="4756">
                  <c:v>30.19</c:v>
                </c:pt>
                <c:pt idx="4757">
                  <c:v>30.55</c:v>
                </c:pt>
                <c:pt idx="4758">
                  <c:v>30.37</c:v>
                </c:pt>
                <c:pt idx="4759">
                  <c:v>29.59</c:v>
                </c:pt>
                <c:pt idx="4760">
                  <c:v>29.64</c:v>
                </c:pt>
                <c:pt idx="4761">
                  <c:v>29.21</c:v>
                </c:pt>
                <c:pt idx="4762">
                  <c:v>29.13</c:v>
                </c:pt>
                <c:pt idx="4763">
                  <c:v>29.54</c:v>
                </c:pt>
                <c:pt idx="4764">
                  <c:v>29.79</c:v>
                </c:pt>
                <c:pt idx="4765">
                  <c:v>29.88</c:v>
                </c:pt>
                <c:pt idx="4766">
                  <c:v>29.9</c:v>
                </c:pt>
                <c:pt idx="4767">
                  <c:v>29.53</c:v>
                </c:pt>
                <c:pt idx="4768">
                  <c:v>29.35</c:v>
                </c:pt>
                <c:pt idx="4769">
                  <c:v>29.09</c:v>
                </c:pt>
                <c:pt idx="4770">
                  <c:v>28.64</c:v>
                </c:pt>
                <c:pt idx="4771">
                  <c:v>28.66</c:v>
                </c:pt>
                <c:pt idx="4772">
                  <c:v>28.18</c:v>
                </c:pt>
                <c:pt idx="4773">
                  <c:v>28.24</c:v>
                </c:pt>
                <c:pt idx="4774">
                  <c:v>28.12</c:v>
                </c:pt>
                <c:pt idx="4775">
                  <c:v>28.19</c:v>
                </c:pt>
                <c:pt idx="4776">
                  <c:v>28.59</c:v>
                </c:pt>
                <c:pt idx="4777">
                  <c:v>29.05</c:v>
                </c:pt>
                <c:pt idx="4778">
                  <c:v>28.96</c:v>
                </c:pt>
                <c:pt idx="4779">
                  <c:v>29.16</c:v>
                </c:pt>
                <c:pt idx="4780">
                  <c:v>29.14</c:v>
                </c:pt>
                <c:pt idx="4781">
                  <c:v>29.2</c:v>
                </c:pt>
                <c:pt idx="4782">
                  <c:v>29.85</c:v>
                </c:pt>
                <c:pt idx="4783">
                  <c:v>29.85</c:v>
                </c:pt>
                <c:pt idx="4784">
                  <c:v>29.93</c:v>
                </c:pt>
                <c:pt idx="4785">
                  <c:v>29.86</c:v>
                </c:pt>
                <c:pt idx="4786">
                  <c:v>29.34</c:v>
                </c:pt>
                <c:pt idx="4787">
                  <c:v>29.12</c:v>
                </c:pt>
                <c:pt idx="4788">
                  <c:v>29.44</c:v>
                </c:pt>
                <c:pt idx="4789">
                  <c:v>29.74</c:v>
                </c:pt>
                <c:pt idx="4790">
                  <c:v>29.28</c:v>
                </c:pt>
                <c:pt idx="4791">
                  <c:v>29.05</c:v>
                </c:pt>
                <c:pt idx="4792">
                  <c:v>28.79</c:v>
                </c:pt>
                <c:pt idx="4793">
                  <c:v>28.89</c:v>
                </c:pt>
                <c:pt idx="4794">
                  <c:v>29.39</c:v>
                </c:pt>
                <c:pt idx="4795">
                  <c:v>28.94</c:v>
                </c:pt>
                <c:pt idx="4796">
                  <c:v>29.22</c:v>
                </c:pt>
                <c:pt idx="4797">
                  <c:v>28.46</c:v>
                </c:pt>
                <c:pt idx="4798">
                  <c:v>27.98</c:v>
                </c:pt>
                <c:pt idx="4799">
                  <c:v>27.38</c:v>
                </c:pt>
                <c:pt idx="4800">
                  <c:v>27.1</c:v>
                </c:pt>
                <c:pt idx="4801">
                  <c:v>27.48</c:v>
                </c:pt>
                <c:pt idx="4802">
                  <c:v>27.73</c:v>
                </c:pt>
                <c:pt idx="4803">
                  <c:v>27.5</c:v>
                </c:pt>
                <c:pt idx="4804">
                  <c:v>27.39</c:v>
                </c:pt>
                <c:pt idx="4805">
                  <c:v>27.24</c:v>
                </c:pt>
                <c:pt idx="4806">
                  <c:v>27.2</c:v>
                </c:pt>
                <c:pt idx="4807">
                  <c:v>27.02</c:v>
                </c:pt>
                <c:pt idx="4808">
                  <c:v>26.24</c:v>
                </c:pt>
                <c:pt idx="4809">
                  <c:v>27.38</c:v>
                </c:pt>
                <c:pt idx="4810">
                  <c:v>27.1</c:v>
                </c:pt>
                <c:pt idx="4811">
                  <c:v>27.38</c:v>
                </c:pt>
                <c:pt idx="4812">
                  <c:v>26.7</c:v>
                </c:pt>
                <c:pt idx="4813">
                  <c:v>27.55</c:v>
                </c:pt>
                <c:pt idx="4814">
                  <c:v>28.12</c:v>
                </c:pt>
                <c:pt idx="4815">
                  <c:v>27.66</c:v>
                </c:pt>
                <c:pt idx="4816">
                  <c:v>27.2</c:v>
                </c:pt>
                <c:pt idx="4817">
                  <c:v>27.45</c:v>
                </c:pt>
                <c:pt idx="4818">
                  <c:v>27.96</c:v>
                </c:pt>
                <c:pt idx="4819">
                  <c:v>28.33</c:v>
                </c:pt>
                <c:pt idx="4820">
                  <c:v>28.65</c:v>
                </c:pt>
                <c:pt idx="4821">
                  <c:v>28.28</c:v>
                </c:pt>
                <c:pt idx="4822">
                  <c:v>28.33</c:v>
                </c:pt>
                <c:pt idx="4823">
                  <c:v>28.95</c:v>
                </c:pt>
                <c:pt idx="4824">
                  <c:v>29.47</c:v>
                </c:pt>
                <c:pt idx="4825">
                  <c:v>29.42</c:v>
                </c:pt>
                <c:pt idx="4826">
                  <c:v>30.14</c:v>
                </c:pt>
                <c:pt idx="4827">
                  <c:v>29.73</c:v>
                </c:pt>
                <c:pt idx="4828">
                  <c:v>30.21</c:v>
                </c:pt>
                <c:pt idx="4829">
                  <c:v>30.05</c:v>
                </c:pt>
                <c:pt idx="4830">
                  <c:v>30.42</c:v>
                </c:pt>
                <c:pt idx="4831">
                  <c:v>30.16</c:v>
                </c:pt>
                <c:pt idx="4832">
                  <c:v>30.57</c:v>
                </c:pt>
                <c:pt idx="4833">
                  <c:v>30.89</c:v>
                </c:pt>
                <c:pt idx="4834">
                  <c:v>30.52</c:v>
                </c:pt>
                <c:pt idx="4835">
                  <c:v>30.85</c:v>
                </c:pt>
                <c:pt idx="4836">
                  <c:v>31.18</c:v>
                </c:pt>
                <c:pt idx="4837">
                  <c:v>31.26</c:v>
                </c:pt>
                <c:pt idx="4838">
                  <c:v>30.44</c:v>
                </c:pt>
                <c:pt idx="4839">
                  <c:v>30.79</c:v>
                </c:pt>
                <c:pt idx="4840">
                  <c:v>30.6</c:v>
                </c:pt>
                <c:pt idx="4841">
                  <c:v>30.19</c:v>
                </c:pt>
                <c:pt idx="4842">
                  <c:v>29.81</c:v>
                </c:pt>
                <c:pt idx="4843">
                  <c:v>29.09</c:v>
                </c:pt>
                <c:pt idx="4844">
                  <c:v>29.25</c:v>
                </c:pt>
                <c:pt idx="4845">
                  <c:v>29.52</c:v>
                </c:pt>
                <c:pt idx="4846">
                  <c:v>29.48</c:v>
                </c:pt>
                <c:pt idx="4847">
                  <c:v>29.73</c:v>
                </c:pt>
                <c:pt idx="4848">
                  <c:v>29.51</c:v>
                </c:pt>
                <c:pt idx="4849">
                  <c:v>29.56</c:v>
                </c:pt>
                <c:pt idx="4850">
                  <c:v>29.64</c:v>
                </c:pt>
                <c:pt idx="4851">
                  <c:v>29.6</c:v>
                </c:pt>
                <c:pt idx="4852">
                  <c:v>28.99</c:v>
                </c:pt>
                <c:pt idx="4853">
                  <c:v>28.33</c:v>
                </c:pt>
                <c:pt idx="4854">
                  <c:v>28.23</c:v>
                </c:pt>
                <c:pt idx="4855">
                  <c:v>28.52</c:v>
                </c:pt>
                <c:pt idx="4856">
                  <c:v>28.68</c:v>
                </c:pt>
                <c:pt idx="4857">
                  <c:v>28.45</c:v>
                </c:pt>
                <c:pt idx="4858">
                  <c:v>28.32</c:v>
                </c:pt>
                <c:pt idx="4859">
                  <c:v>28.43</c:v>
                </c:pt>
                <c:pt idx="4860">
                  <c:v>28.28</c:v>
                </c:pt>
                <c:pt idx="4861">
                  <c:v>28.01</c:v>
                </c:pt>
                <c:pt idx="4862">
                  <c:v>27.67</c:v>
                </c:pt>
                <c:pt idx="4863">
                  <c:v>27.33</c:v>
                </c:pt>
                <c:pt idx="4864">
                  <c:v>27.59</c:v>
                </c:pt>
                <c:pt idx="4865">
                  <c:v>27.74</c:v>
                </c:pt>
                <c:pt idx="4866">
                  <c:v>27.88</c:v>
                </c:pt>
                <c:pt idx="4867">
                  <c:v>28</c:v>
                </c:pt>
                <c:pt idx="4868">
                  <c:v>27.84</c:v>
                </c:pt>
                <c:pt idx="4869">
                  <c:v>27.9</c:v>
                </c:pt>
                <c:pt idx="4870">
                  <c:v>27.41</c:v>
                </c:pt>
                <c:pt idx="4871">
                  <c:v>26.81</c:v>
                </c:pt>
                <c:pt idx="4872">
                  <c:v>25.97</c:v>
                </c:pt>
                <c:pt idx="4873">
                  <c:v>25.95</c:v>
                </c:pt>
                <c:pt idx="4874">
                  <c:v>26.01</c:v>
                </c:pt>
                <c:pt idx="4875">
                  <c:v>25.88</c:v>
                </c:pt>
                <c:pt idx="4876">
                  <c:v>25.78</c:v>
                </c:pt>
                <c:pt idx="4877">
                  <c:v>26.09</c:v>
                </c:pt>
                <c:pt idx="4878">
                  <c:v>26.41</c:v>
                </c:pt>
                <c:pt idx="4879">
                  <c:v>26.48</c:v>
                </c:pt>
                <c:pt idx="4880">
                  <c:v>26.68</c:v>
                </c:pt>
                <c:pt idx="4881">
                  <c:v>26.39</c:v>
                </c:pt>
                <c:pt idx="4882">
                  <c:v>25.9</c:v>
                </c:pt>
                <c:pt idx="4883">
                  <c:v>25.63</c:v>
                </c:pt>
                <c:pt idx="4884">
                  <c:v>25.63</c:v>
                </c:pt>
                <c:pt idx="4885">
                  <c:v>25.53</c:v>
                </c:pt>
                <c:pt idx="4886">
                  <c:v>25.79</c:v>
                </c:pt>
                <c:pt idx="4887">
                  <c:v>25.79</c:v>
                </c:pt>
                <c:pt idx="4888">
                  <c:v>25.62</c:v>
                </c:pt>
                <c:pt idx="4889">
                  <c:v>25.85</c:v>
                </c:pt>
                <c:pt idx="4890">
                  <c:v>25.7</c:v>
                </c:pt>
                <c:pt idx="4891">
                  <c:v>25.6</c:v>
                </c:pt>
                <c:pt idx="4892">
                  <c:v>25.7</c:v>
                </c:pt>
                <c:pt idx="4893">
                  <c:v>25.78</c:v>
                </c:pt>
                <c:pt idx="4894">
                  <c:v>25.62</c:v>
                </c:pt>
                <c:pt idx="4895">
                  <c:v>25.47</c:v>
                </c:pt>
                <c:pt idx="4896">
                  <c:v>24.96</c:v>
                </c:pt>
                <c:pt idx="4897">
                  <c:v>24.97</c:v>
                </c:pt>
                <c:pt idx="4898">
                  <c:v>24.8</c:v>
                </c:pt>
                <c:pt idx="4899">
                  <c:v>24.89</c:v>
                </c:pt>
                <c:pt idx="4900">
                  <c:v>24.89</c:v>
                </c:pt>
                <c:pt idx="4901">
                  <c:v>24.82</c:v>
                </c:pt>
                <c:pt idx="4902">
                  <c:v>24.92</c:v>
                </c:pt>
                <c:pt idx="4903">
                  <c:v>24.94</c:v>
                </c:pt>
                <c:pt idx="4904">
                  <c:v>24.9</c:v>
                </c:pt>
                <c:pt idx="4905">
                  <c:v>25.25</c:v>
                </c:pt>
                <c:pt idx="4906">
                  <c:v>25.04</c:v>
                </c:pt>
                <c:pt idx="4907">
                  <c:v>24.89</c:v>
                </c:pt>
                <c:pt idx="4908">
                  <c:v>24.86</c:v>
                </c:pt>
                <c:pt idx="4909">
                  <c:v>24.83</c:v>
                </c:pt>
                <c:pt idx="4910">
                  <c:v>24.51</c:v>
                </c:pt>
                <c:pt idx="4911">
                  <c:v>24.2</c:v>
                </c:pt>
                <c:pt idx="4912">
                  <c:v>24.09</c:v>
                </c:pt>
                <c:pt idx="4913">
                  <c:v>24.12</c:v>
                </c:pt>
                <c:pt idx="4914">
                  <c:v>23.88</c:v>
                </c:pt>
                <c:pt idx="4915">
                  <c:v>24.18</c:v>
                </c:pt>
                <c:pt idx="4916">
                  <c:v>24.02</c:v>
                </c:pt>
                <c:pt idx="4917">
                  <c:v>24.43</c:v>
                </c:pt>
                <c:pt idx="4918">
                  <c:v>24.59</c:v>
                </c:pt>
                <c:pt idx="4919">
                  <c:v>24.87</c:v>
                </c:pt>
                <c:pt idx="4920">
                  <c:v>24.77</c:v>
                </c:pt>
                <c:pt idx="4921">
                  <c:v>24.58</c:v>
                </c:pt>
                <c:pt idx="4922">
                  <c:v>24.46</c:v>
                </c:pt>
                <c:pt idx="4923">
                  <c:v>24.18</c:v>
                </c:pt>
                <c:pt idx="4924">
                  <c:v>24.45</c:v>
                </c:pt>
                <c:pt idx="4925">
                  <c:v>25.06</c:v>
                </c:pt>
                <c:pt idx="4926">
                  <c:v>24.61</c:v>
                </c:pt>
                <c:pt idx="4927">
                  <c:v>25.36</c:v>
                </c:pt>
                <c:pt idx="4928">
                  <c:v>25.56</c:v>
                </c:pt>
                <c:pt idx="4929">
                  <c:v>25.44</c:v>
                </c:pt>
                <c:pt idx="4930">
                  <c:v>25.16</c:v>
                </c:pt>
                <c:pt idx="4931">
                  <c:v>25.03</c:v>
                </c:pt>
                <c:pt idx="4932">
                  <c:v>25.05</c:v>
                </c:pt>
                <c:pt idx="4933">
                  <c:v>25.35</c:v>
                </c:pt>
                <c:pt idx="4934">
                  <c:v>25.51</c:v>
                </c:pt>
                <c:pt idx="4935">
                  <c:v>25.54</c:v>
                </c:pt>
                <c:pt idx="4936">
                  <c:v>25.55</c:v>
                </c:pt>
                <c:pt idx="4937">
                  <c:v>25.52</c:v>
                </c:pt>
                <c:pt idx="4938">
                  <c:v>25.69</c:v>
                </c:pt>
                <c:pt idx="4939">
                  <c:v>25.77</c:v>
                </c:pt>
                <c:pt idx="4940">
                  <c:v>26</c:v>
                </c:pt>
                <c:pt idx="4941">
                  <c:v>26.23</c:v>
                </c:pt>
                <c:pt idx="4942">
                  <c:v>26.33</c:v>
                </c:pt>
                <c:pt idx="4943">
                  <c:v>26.12</c:v>
                </c:pt>
                <c:pt idx="4944">
                  <c:v>26.5</c:v>
                </c:pt>
                <c:pt idx="4945">
                  <c:v>25.97</c:v>
                </c:pt>
                <c:pt idx="4946">
                  <c:v>26.26</c:v>
                </c:pt>
                <c:pt idx="4947">
                  <c:v>26.19</c:v>
                </c:pt>
                <c:pt idx="4948">
                  <c:v>26.29</c:v>
                </c:pt>
                <c:pt idx="4949">
                  <c:v>26.34</c:v>
                </c:pt>
                <c:pt idx="4950">
                  <c:v>26.54</c:v>
                </c:pt>
                <c:pt idx="4951">
                  <c:v>26.38</c:v>
                </c:pt>
                <c:pt idx="4952">
                  <c:v>26.31</c:v>
                </c:pt>
                <c:pt idx="4953">
                  <c:v>26.42</c:v>
                </c:pt>
                <c:pt idx="4954">
                  <c:v>26.25</c:v>
                </c:pt>
                <c:pt idx="4955">
                  <c:v>26.25</c:v>
                </c:pt>
                <c:pt idx="4956">
                  <c:v>26.15</c:v>
                </c:pt>
                <c:pt idx="4957">
                  <c:v>26.04</c:v>
                </c:pt>
                <c:pt idx="4958">
                  <c:v>26</c:v>
                </c:pt>
                <c:pt idx="4959">
                  <c:v>25.54</c:v>
                </c:pt>
                <c:pt idx="4960">
                  <c:v>25.51</c:v>
                </c:pt>
                <c:pt idx="4961">
                  <c:v>25.61</c:v>
                </c:pt>
                <c:pt idx="4962">
                  <c:v>25.76</c:v>
                </c:pt>
                <c:pt idx="4963">
                  <c:v>26.41</c:v>
                </c:pt>
                <c:pt idx="4964">
                  <c:v>26.76</c:v>
                </c:pt>
                <c:pt idx="4965">
                  <c:v>26.72</c:v>
                </c:pt>
                <c:pt idx="4966">
                  <c:v>26.79</c:v>
                </c:pt>
                <c:pt idx="4967">
                  <c:v>26.9</c:v>
                </c:pt>
                <c:pt idx="4968">
                  <c:v>26.43</c:v>
                </c:pt>
                <c:pt idx="4969">
                  <c:v>26.43</c:v>
                </c:pt>
                <c:pt idx="4970">
                  <c:v>26.77</c:v>
                </c:pt>
                <c:pt idx="4971">
                  <c:v>26.77</c:v>
                </c:pt>
                <c:pt idx="4972">
                  <c:v>27.01</c:v>
                </c:pt>
                <c:pt idx="4973">
                  <c:v>26.98</c:v>
                </c:pt>
                <c:pt idx="4974">
                  <c:v>27.18</c:v>
                </c:pt>
                <c:pt idx="4975">
                  <c:v>27</c:v>
                </c:pt>
                <c:pt idx="4976">
                  <c:v>26.84</c:v>
                </c:pt>
                <c:pt idx="4977">
                  <c:v>26.61</c:v>
                </c:pt>
                <c:pt idx="4978">
                  <c:v>26.75</c:v>
                </c:pt>
                <c:pt idx="4979">
                  <c:v>26.84</c:v>
                </c:pt>
                <c:pt idx="4980">
                  <c:v>26.75</c:v>
                </c:pt>
                <c:pt idx="4981">
                  <c:v>26.82</c:v>
                </c:pt>
                <c:pt idx="4982">
                  <c:v>26.82</c:v>
                </c:pt>
                <c:pt idx="4983">
                  <c:v>26.4</c:v>
                </c:pt>
                <c:pt idx="4984">
                  <c:v>26.59</c:v>
                </c:pt>
                <c:pt idx="4985">
                  <c:v>26.66</c:v>
                </c:pt>
                <c:pt idx="4986">
                  <c:v>26.89</c:v>
                </c:pt>
                <c:pt idx="4987">
                  <c:v>26.79</c:v>
                </c:pt>
                <c:pt idx="4988">
                  <c:v>26.71</c:v>
                </c:pt>
                <c:pt idx="4989">
                  <c:v>26.85</c:v>
                </c:pt>
                <c:pt idx="4990">
                  <c:v>27.06</c:v>
                </c:pt>
                <c:pt idx="4991">
                  <c:v>27.2</c:v>
                </c:pt>
                <c:pt idx="4992">
                  <c:v>27.2</c:v>
                </c:pt>
                <c:pt idx="4993">
                  <c:v>27.31</c:v>
                </c:pt>
                <c:pt idx="4994">
                  <c:v>27.7</c:v>
                </c:pt>
                <c:pt idx="4995">
                  <c:v>27.7</c:v>
                </c:pt>
                <c:pt idx="4996">
                  <c:v>27.67</c:v>
                </c:pt>
                <c:pt idx="4997">
                  <c:v>27.67</c:v>
                </c:pt>
                <c:pt idx="4998">
                  <c:v>27.86</c:v>
                </c:pt>
                <c:pt idx="4999">
                  <c:v>27.76</c:v>
                </c:pt>
                <c:pt idx="5000">
                  <c:v>27.71</c:v>
                </c:pt>
                <c:pt idx="5001">
                  <c:v>27.56</c:v>
                </c:pt>
                <c:pt idx="5002">
                  <c:v>27.42</c:v>
                </c:pt>
                <c:pt idx="5003">
                  <c:v>27.19</c:v>
                </c:pt>
                <c:pt idx="5004">
                  <c:v>26.82</c:v>
                </c:pt>
                <c:pt idx="5005">
                  <c:v>26.91</c:v>
                </c:pt>
                <c:pt idx="5006">
                  <c:v>27.15</c:v>
                </c:pt>
                <c:pt idx="5007">
                  <c:v>27.23</c:v>
                </c:pt>
                <c:pt idx="5008">
                  <c:v>27.2</c:v>
                </c:pt>
                <c:pt idx="5009">
                  <c:v>27.31</c:v>
                </c:pt>
                <c:pt idx="5010">
                  <c:v>26.72</c:v>
                </c:pt>
                <c:pt idx="5011">
                  <c:v>26.5</c:v>
                </c:pt>
                <c:pt idx="5012">
                  <c:v>26.34</c:v>
                </c:pt>
                <c:pt idx="5013">
                  <c:v>26.42</c:v>
                </c:pt>
                <c:pt idx="5014">
                  <c:v>26.46</c:v>
                </c:pt>
                <c:pt idx="5015">
                  <c:v>26.55</c:v>
                </c:pt>
                <c:pt idx="5016">
                  <c:v>26.64</c:v>
                </c:pt>
                <c:pt idx="5017">
                  <c:v>26.51</c:v>
                </c:pt>
                <c:pt idx="5018">
                  <c:v>26.19</c:v>
                </c:pt>
                <c:pt idx="5019">
                  <c:v>26</c:v>
                </c:pt>
                <c:pt idx="5020">
                  <c:v>25.89</c:v>
                </c:pt>
                <c:pt idx="5021">
                  <c:v>25.89</c:v>
                </c:pt>
                <c:pt idx="5022">
                  <c:v>25.68</c:v>
                </c:pt>
                <c:pt idx="5023">
                  <c:v>25.62</c:v>
                </c:pt>
                <c:pt idx="5024">
                  <c:v>25.6</c:v>
                </c:pt>
                <c:pt idx="5025">
                  <c:v>25.46</c:v>
                </c:pt>
                <c:pt idx="5026">
                  <c:v>25.64</c:v>
                </c:pt>
                <c:pt idx="5027">
                  <c:v>25.97</c:v>
                </c:pt>
                <c:pt idx="5028">
                  <c:v>25.97</c:v>
                </c:pt>
                <c:pt idx="5029">
                  <c:v>26.03</c:v>
                </c:pt>
                <c:pt idx="5030">
                  <c:v>25.76</c:v>
                </c:pt>
                <c:pt idx="5031">
                  <c:v>25.58</c:v>
                </c:pt>
                <c:pt idx="5032">
                  <c:v>25.29</c:v>
                </c:pt>
                <c:pt idx="5033">
                  <c:v>25.49</c:v>
                </c:pt>
                <c:pt idx="5034">
                  <c:v>25.8</c:v>
                </c:pt>
                <c:pt idx="5035">
                  <c:v>25.64</c:v>
                </c:pt>
                <c:pt idx="5036">
                  <c:v>25.63</c:v>
                </c:pt>
                <c:pt idx="5037">
                  <c:v>25.76</c:v>
                </c:pt>
                <c:pt idx="5038">
                  <c:v>25.66</c:v>
                </c:pt>
                <c:pt idx="5039">
                  <c:v>25.83</c:v>
                </c:pt>
                <c:pt idx="5040">
                  <c:v>25.93</c:v>
                </c:pt>
                <c:pt idx="5041">
                  <c:v>25.99</c:v>
                </c:pt>
                <c:pt idx="5042">
                  <c:v>25.96</c:v>
                </c:pt>
                <c:pt idx="5043">
                  <c:v>26.46</c:v>
                </c:pt>
                <c:pt idx="5044">
                  <c:v>26.46</c:v>
                </c:pt>
                <c:pt idx="5045">
                  <c:v>26.8</c:v>
                </c:pt>
                <c:pt idx="5046">
                  <c:v>27.06</c:v>
                </c:pt>
                <c:pt idx="5047">
                  <c:v>27.05</c:v>
                </c:pt>
                <c:pt idx="5048">
                  <c:v>26.99</c:v>
                </c:pt>
                <c:pt idx="5049">
                  <c:v>27.34</c:v>
                </c:pt>
                <c:pt idx="5050">
                  <c:v>27.31</c:v>
                </c:pt>
                <c:pt idx="5051">
                  <c:v>27.6</c:v>
                </c:pt>
                <c:pt idx="5052">
                  <c:v>27.73</c:v>
                </c:pt>
                <c:pt idx="5053">
                  <c:v>27.72</c:v>
                </c:pt>
                <c:pt idx="5054">
                  <c:v>27.73</c:v>
                </c:pt>
                <c:pt idx="5055">
                  <c:v>27.88</c:v>
                </c:pt>
                <c:pt idx="5056">
                  <c:v>27.96</c:v>
                </c:pt>
                <c:pt idx="5057">
                  <c:v>27.66</c:v>
                </c:pt>
                <c:pt idx="5058">
                  <c:v>27.3</c:v>
                </c:pt>
                <c:pt idx="5059">
                  <c:v>27.59</c:v>
                </c:pt>
                <c:pt idx="5060">
                  <c:v>27.66</c:v>
                </c:pt>
                <c:pt idx="5061">
                  <c:v>27.57</c:v>
                </c:pt>
                <c:pt idx="5062">
                  <c:v>27.56</c:v>
                </c:pt>
                <c:pt idx="5063">
                  <c:v>27.55</c:v>
                </c:pt>
                <c:pt idx="5064">
                  <c:v>27.92</c:v>
                </c:pt>
                <c:pt idx="5065">
                  <c:v>27.64</c:v>
                </c:pt>
                <c:pt idx="5066">
                  <c:v>27.74</c:v>
                </c:pt>
                <c:pt idx="5067">
                  <c:v>27.67</c:v>
                </c:pt>
                <c:pt idx="5068">
                  <c:v>27.5</c:v>
                </c:pt>
                <c:pt idx="5069">
                  <c:v>27.82</c:v>
                </c:pt>
                <c:pt idx="5070">
                  <c:v>27.67</c:v>
                </c:pt>
                <c:pt idx="5071">
                  <c:v>27.67</c:v>
                </c:pt>
                <c:pt idx="5072">
                  <c:v>28.01</c:v>
                </c:pt>
                <c:pt idx="5073">
                  <c:v>28.03</c:v>
                </c:pt>
                <c:pt idx="5074">
                  <c:v>27.36</c:v>
                </c:pt>
                <c:pt idx="5075">
                  <c:v>26.93</c:v>
                </c:pt>
                <c:pt idx="5076">
                  <c:v>26.87</c:v>
                </c:pt>
                <c:pt idx="5077">
                  <c:v>26.5</c:v>
                </c:pt>
                <c:pt idx="5078">
                  <c:v>26.54</c:v>
                </c:pt>
                <c:pt idx="5079">
                  <c:v>26.66</c:v>
                </c:pt>
                <c:pt idx="5080">
                  <c:v>26.52</c:v>
                </c:pt>
                <c:pt idx="5081">
                  <c:v>26.62</c:v>
                </c:pt>
                <c:pt idx="5082">
                  <c:v>26.61</c:v>
                </c:pt>
                <c:pt idx="5083">
                  <c:v>26.65</c:v>
                </c:pt>
                <c:pt idx="5084">
                  <c:v>26.78</c:v>
                </c:pt>
                <c:pt idx="5085">
                  <c:v>26.78</c:v>
                </c:pt>
                <c:pt idx="5086">
                  <c:v>26.79</c:v>
                </c:pt>
                <c:pt idx="5087">
                  <c:v>26.62</c:v>
                </c:pt>
                <c:pt idx="5088">
                  <c:v>26.44</c:v>
                </c:pt>
                <c:pt idx="5089">
                  <c:v>26.37</c:v>
                </c:pt>
                <c:pt idx="5090">
                  <c:v>26.5</c:v>
                </c:pt>
                <c:pt idx="5091">
                  <c:v>26.3</c:v>
                </c:pt>
                <c:pt idx="5092">
                  <c:v>26.05</c:v>
                </c:pt>
                <c:pt idx="5093">
                  <c:v>25.61</c:v>
                </c:pt>
                <c:pt idx="5094">
                  <c:v>25.23</c:v>
                </c:pt>
                <c:pt idx="5095">
                  <c:v>25.18</c:v>
                </c:pt>
                <c:pt idx="5096">
                  <c:v>25.45</c:v>
                </c:pt>
                <c:pt idx="5097">
                  <c:v>25.15</c:v>
                </c:pt>
                <c:pt idx="5098">
                  <c:v>25</c:v>
                </c:pt>
                <c:pt idx="5099">
                  <c:v>25.08</c:v>
                </c:pt>
                <c:pt idx="5100">
                  <c:v>24.87</c:v>
                </c:pt>
                <c:pt idx="5101">
                  <c:v>24.98</c:v>
                </c:pt>
                <c:pt idx="5102">
                  <c:v>25.02</c:v>
                </c:pt>
                <c:pt idx="5103">
                  <c:v>24.48</c:v>
                </c:pt>
                <c:pt idx="5104">
                  <c:v>24.68</c:v>
                </c:pt>
                <c:pt idx="5105">
                  <c:v>25.04</c:v>
                </c:pt>
                <c:pt idx="5106">
                  <c:v>25.07</c:v>
                </c:pt>
                <c:pt idx="5107">
                  <c:v>24.59</c:v>
                </c:pt>
                <c:pt idx="5108">
                  <c:v>25.33</c:v>
                </c:pt>
                <c:pt idx="5109">
                  <c:v>25.27</c:v>
                </c:pt>
                <c:pt idx="5110">
                  <c:v>25.68</c:v>
                </c:pt>
                <c:pt idx="5111">
                  <c:v>25.54</c:v>
                </c:pt>
                <c:pt idx="5112">
                  <c:v>25.69</c:v>
                </c:pt>
                <c:pt idx="5113">
                  <c:v>25.69</c:v>
                </c:pt>
                <c:pt idx="5114">
                  <c:v>25.59</c:v>
                </c:pt>
                <c:pt idx="5115">
                  <c:v>26.08</c:v>
                </c:pt>
                <c:pt idx="5116">
                  <c:v>25.87</c:v>
                </c:pt>
                <c:pt idx="5117">
                  <c:v>25.36</c:v>
                </c:pt>
                <c:pt idx="5118">
                  <c:v>25.67</c:v>
                </c:pt>
                <c:pt idx="5119">
                  <c:v>25.09</c:v>
                </c:pt>
                <c:pt idx="5120">
                  <c:v>25.48</c:v>
                </c:pt>
                <c:pt idx="5121">
                  <c:v>25.5</c:v>
                </c:pt>
                <c:pt idx="5122">
                  <c:v>25.49</c:v>
                </c:pt>
                <c:pt idx="5123">
                  <c:v>26.17</c:v>
                </c:pt>
                <c:pt idx="5124">
                  <c:v>26.08</c:v>
                </c:pt>
                <c:pt idx="5125">
                  <c:v>26.39</c:v>
                </c:pt>
                <c:pt idx="5126">
                  <c:v>27.01</c:v>
                </c:pt>
                <c:pt idx="5127">
                  <c:v>26.76</c:v>
                </c:pt>
                <c:pt idx="5128">
                  <c:v>27.2</c:v>
                </c:pt>
                <c:pt idx="5129">
                  <c:v>27.03</c:v>
                </c:pt>
                <c:pt idx="5130">
                  <c:v>27.32</c:v>
                </c:pt>
                <c:pt idx="5131">
                  <c:v>27.23</c:v>
                </c:pt>
                <c:pt idx="5132">
                  <c:v>27.19</c:v>
                </c:pt>
                <c:pt idx="5133">
                  <c:v>27.59</c:v>
                </c:pt>
                <c:pt idx="5134">
                  <c:v>27.18</c:v>
                </c:pt>
                <c:pt idx="5135">
                  <c:v>27.18</c:v>
                </c:pt>
                <c:pt idx="5136">
                  <c:v>27.54</c:v>
                </c:pt>
                <c:pt idx="5137">
                  <c:v>28.11</c:v>
                </c:pt>
                <c:pt idx="5138">
                  <c:v>28.07</c:v>
                </c:pt>
                <c:pt idx="5139">
                  <c:v>28.26</c:v>
                </c:pt>
                <c:pt idx="5140">
                  <c:v>28.08</c:v>
                </c:pt>
                <c:pt idx="5141">
                  <c:v>27.37</c:v>
                </c:pt>
                <c:pt idx="5142">
                  <c:v>27.59</c:v>
                </c:pt>
                <c:pt idx="5143">
                  <c:v>27.58</c:v>
                </c:pt>
                <c:pt idx="5144">
                  <c:v>27.17</c:v>
                </c:pt>
                <c:pt idx="5145">
                  <c:v>27.17</c:v>
                </c:pt>
                <c:pt idx="5146">
                  <c:v>27.12</c:v>
                </c:pt>
                <c:pt idx="5147">
                  <c:v>27.27</c:v>
                </c:pt>
                <c:pt idx="5148">
                  <c:v>27.05</c:v>
                </c:pt>
                <c:pt idx="5149">
                  <c:v>26.51</c:v>
                </c:pt>
                <c:pt idx="5150">
                  <c:v>26.34</c:v>
                </c:pt>
                <c:pt idx="5151">
                  <c:v>26.15</c:v>
                </c:pt>
                <c:pt idx="5152">
                  <c:v>25.91</c:v>
                </c:pt>
                <c:pt idx="5153">
                  <c:v>26.11</c:v>
                </c:pt>
                <c:pt idx="5154">
                  <c:v>25.82</c:v>
                </c:pt>
                <c:pt idx="5155">
                  <c:v>26.12</c:v>
                </c:pt>
                <c:pt idx="5156">
                  <c:v>25.89</c:v>
                </c:pt>
                <c:pt idx="5157">
                  <c:v>25.68</c:v>
                </c:pt>
                <c:pt idx="5158">
                  <c:v>25.61</c:v>
                </c:pt>
                <c:pt idx="5159">
                  <c:v>25.61</c:v>
                </c:pt>
                <c:pt idx="5160">
                  <c:v>25.22</c:v>
                </c:pt>
                <c:pt idx="5161">
                  <c:v>25.24</c:v>
                </c:pt>
                <c:pt idx="5162">
                  <c:v>25.18</c:v>
                </c:pt>
                <c:pt idx="5163">
                  <c:v>25.28</c:v>
                </c:pt>
                <c:pt idx="5164">
                  <c:v>25.49</c:v>
                </c:pt>
                <c:pt idx="5165">
                  <c:v>25.72</c:v>
                </c:pt>
                <c:pt idx="5166">
                  <c:v>25.8</c:v>
                </c:pt>
                <c:pt idx="5167">
                  <c:v>25.77</c:v>
                </c:pt>
                <c:pt idx="5168">
                  <c:v>25.83</c:v>
                </c:pt>
                <c:pt idx="5169">
                  <c:v>25.8</c:v>
                </c:pt>
                <c:pt idx="5170">
                  <c:v>25.6</c:v>
                </c:pt>
                <c:pt idx="5171">
                  <c:v>25.63</c:v>
                </c:pt>
                <c:pt idx="5172">
                  <c:v>25.59</c:v>
                </c:pt>
                <c:pt idx="5173">
                  <c:v>25.62</c:v>
                </c:pt>
                <c:pt idx="5174">
                  <c:v>25.78</c:v>
                </c:pt>
                <c:pt idx="5175">
                  <c:v>25.64</c:v>
                </c:pt>
                <c:pt idx="5176">
                  <c:v>26</c:v>
                </c:pt>
                <c:pt idx="5177">
                  <c:v>25.33</c:v>
                </c:pt>
                <c:pt idx="5178">
                  <c:v>25.75</c:v>
                </c:pt>
                <c:pt idx="5179">
                  <c:v>25.7</c:v>
                </c:pt>
                <c:pt idx="5180">
                  <c:v>25.71</c:v>
                </c:pt>
                <c:pt idx="5181">
                  <c:v>25.9</c:v>
                </c:pt>
                <c:pt idx="5182">
                  <c:v>26.28</c:v>
                </c:pt>
                <c:pt idx="5183">
                  <c:v>26.22</c:v>
                </c:pt>
                <c:pt idx="5184">
                  <c:v>26.1</c:v>
                </c:pt>
                <c:pt idx="5185">
                  <c:v>26.3</c:v>
                </c:pt>
                <c:pt idx="5186">
                  <c:v>26.05</c:v>
                </c:pt>
                <c:pt idx="5187">
                  <c:v>26.4</c:v>
                </c:pt>
                <c:pt idx="5188">
                  <c:v>26.2</c:v>
                </c:pt>
                <c:pt idx="5189">
                  <c:v>26.39</c:v>
                </c:pt>
                <c:pt idx="5190">
                  <c:v>26.24</c:v>
                </c:pt>
                <c:pt idx="5191">
                  <c:v>26.73</c:v>
                </c:pt>
                <c:pt idx="5192">
                  <c:v>27.13</c:v>
                </c:pt>
                <c:pt idx="5193">
                  <c:v>27.12</c:v>
                </c:pt>
                <c:pt idx="5194">
                  <c:v>27.39</c:v>
                </c:pt>
                <c:pt idx="5195">
                  <c:v>28.13</c:v>
                </c:pt>
                <c:pt idx="5196">
                  <c:v>28.02</c:v>
                </c:pt>
                <c:pt idx="5197">
                  <c:v>27.91</c:v>
                </c:pt>
                <c:pt idx="5198">
                  <c:v>27.44</c:v>
                </c:pt>
                <c:pt idx="5199">
                  <c:v>26.8</c:v>
                </c:pt>
                <c:pt idx="5200">
                  <c:v>26.69</c:v>
                </c:pt>
                <c:pt idx="5201">
                  <c:v>26.62</c:v>
                </c:pt>
                <c:pt idx="5202">
                  <c:v>26.74</c:v>
                </c:pt>
                <c:pt idx="5203">
                  <c:v>26.79</c:v>
                </c:pt>
                <c:pt idx="5204">
                  <c:v>26.65</c:v>
                </c:pt>
                <c:pt idx="5205">
                  <c:v>26.9</c:v>
                </c:pt>
                <c:pt idx="5206">
                  <c:v>26.97</c:v>
                </c:pt>
                <c:pt idx="5207">
                  <c:v>26.82</c:v>
                </c:pt>
                <c:pt idx="5208">
                  <c:v>27.09</c:v>
                </c:pt>
                <c:pt idx="5209">
                  <c:v>26.84</c:v>
                </c:pt>
                <c:pt idx="5210">
                  <c:v>26.84</c:v>
                </c:pt>
                <c:pt idx="5211">
                  <c:v>26.89</c:v>
                </c:pt>
                <c:pt idx="5212">
                  <c:v>26.87</c:v>
                </c:pt>
                <c:pt idx="5213">
                  <c:v>26.52</c:v>
                </c:pt>
                <c:pt idx="5214">
                  <c:v>26.69</c:v>
                </c:pt>
                <c:pt idx="5215">
                  <c:v>26.48</c:v>
                </c:pt>
                <c:pt idx="5216">
                  <c:v>25.78</c:v>
                </c:pt>
                <c:pt idx="5217">
                  <c:v>25.82</c:v>
                </c:pt>
                <c:pt idx="5218">
                  <c:v>25.79</c:v>
                </c:pt>
                <c:pt idx="5219">
                  <c:v>25.86</c:v>
                </c:pt>
                <c:pt idx="5220">
                  <c:v>26</c:v>
                </c:pt>
                <c:pt idx="5221">
                  <c:v>26.06</c:v>
                </c:pt>
                <c:pt idx="5222">
                  <c:v>26.09</c:v>
                </c:pt>
                <c:pt idx="5223">
                  <c:v>25.85</c:v>
                </c:pt>
                <c:pt idx="5224">
                  <c:v>25.83</c:v>
                </c:pt>
                <c:pt idx="5225">
                  <c:v>26.16</c:v>
                </c:pt>
                <c:pt idx="5226">
                  <c:v>26.13</c:v>
                </c:pt>
                <c:pt idx="5227">
                  <c:v>26.41</c:v>
                </c:pt>
                <c:pt idx="5228">
                  <c:v>26.75</c:v>
                </c:pt>
                <c:pt idx="5229">
                  <c:v>26.55</c:v>
                </c:pt>
                <c:pt idx="5230">
                  <c:v>26.82</c:v>
                </c:pt>
                <c:pt idx="5231">
                  <c:v>27.1</c:v>
                </c:pt>
                <c:pt idx="5232">
                  <c:v>26.68</c:v>
                </c:pt>
                <c:pt idx="5233">
                  <c:v>26.92</c:v>
                </c:pt>
                <c:pt idx="5234">
                  <c:v>26.93</c:v>
                </c:pt>
                <c:pt idx="5235">
                  <c:v>26.84</c:v>
                </c:pt>
                <c:pt idx="5236">
                  <c:v>26.53</c:v>
                </c:pt>
                <c:pt idx="5237">
                  <c:v>26.12</c:v>
                </c:pt>
                <c:pt idx="5238">
                  <c:v>26.49</c:v>
                </c:pt>
                <c:pt idx="5239">
                  <c:v>26.37</c:v>
                </c:pt>
                <c:pt idx="5240">
                  <c:v>26.8</c:v>
                </c:pt>
                <c:pt idx="5241">
                  <c:v>26.95</c:v>
                </c:pt>
                <c:pt idx="5242">
                  <c:v>26.96</c:v>
                </c:pt>
                <c:pt idx="5243">
                  <c:v>26.74</c:v>
                </c:pt>
                <c:pt idx="5244">
                  <c:v>26.5</c:v>
                </c:pt>
                <c:pt idx="5245">
                  <c:v>26.21</c:v>
                </c:pt>
                <c:pt idx="5246">
                  <c:v>25.93</c:v>
                </c:pt>
                <c:pt idx="5247">
                  <c:v>26.03</c:v>
                </c:pt>
                <c:pt idx="5248">
                  <c:v>25.77</c:v>
                </c:pt>
                <c:pt idx="5249">
                  <c:v>25.6</c:v>
                </c:pt>
                <c:pt idx="5250">
                  <c:v>25.73</c:v>
                </c:pt>
                <c:pt idx="5251">
                  <c:v>25.98</c:v>
                </c:pt>
                <c:pt idx="5252">
                  <c:v>25.95</c:v>
                </c:pt>
                <c:pt idx="5253">
                  <c:v>25.85</c:v>
                </c:pt>
                <c:pt idx="5254">
                  <c:v>26.05</c:v>
                </c:pt>
                <c:pt idx="5255">
                  <c:v>25.93</c:v>
                </c:pt>
                <c:pt idx="5256">
                  <c:v>25.55</c:v>
                </c:pt>
                <c:pt idx="5257">
                  <c:v>25.66</c:v>
                </c:pt>
                <c:pt idx="5258">
                  <c:v>25.73</c:v>
                </c:pt>
                <c:pt idx="5259">
                  <c:v>25.24</c:v>
                </c:pt>
                <c:pt idx="5260">
                  <c:v>25.06</c:v>
                </c:pt>
                <c:pt idx="5261">
                  <c:v>24.95</c:v>
                </c:pt>
                <c:pt idx="5262">
                  <c:v>24.63</c:v>
                </c:pt>
                <c:pt idx="5263">
                  <c:v>24.68</c:v>
                </c:pt>
                <c:pt idx="5264">
                  <c:v>24.32</c:v>
                </c:pt>
                <c:pt idx="5265">
                  <c:v>24.65</c:v>
                </c:pt>
                <c:pt idx="5266">
                  <c:v>24.7</c:v>
                </c:pt>
                <c:pt idx="5267">
                  <c:v>25.31</c:v>
                </c:pt>
                <c:pt idx="5268">
                  <c:v>25.35</c:v>
                </c:pt>
                <c:pt idx="5269">
                  <c:v>25.24</c:v>
                </c:pt>
                <c:pt idx="5270">
                  <c:v>25.42</c:v>
                </c:pt>
                <c:pt idx="5271">
                  <c:v>25.67</c:v>
                </c:pt>
                <c:pt idx="5272">
                  <c:v>25.96</c:v>
                </c:pt>
                <c:pt idx="5273">
                  <c:v>25.91</c:v>
                </c:pt>
                <c:pt idx="5274">
                  <c:v>26</c:v>
                </c:pt>
                <c:pt idx="5275">
                  <c:v>26.06</c:v>
                </c:pt>
                <c:pt idx="5276">
                  <c:v>26.66</c:v>
                </c:pt>
                <c:pt idx="5277">
                  <c:v>27.08</c:v>
                </c:pt>
                <c:pt idx="5278">
                  <c:v>27.66</c:v>
                </c:pt>
                <c:pt idx="5279">
                  <c:v>27.47</c:v>
                </c:pt>
                <c:pt idx="5280">
                  <c:v>27.38</c:v>
                </c:pt>
                <c:pt idx="5281">
                  <c:v>27.24</c:v>
                </c:pt>
                <c:pt idx="5282">
                  <c:v>27.03</c:v>
                </c:pt>
                <c:pt idx="5283">
                  <c:v>27</c:v>
                </c:pt>
                <c:pt idx="5284">
                  <c:v>27</c:v>
                </c:pt>
                <c:pt idx="5285">
                  <c:v>27.28</c:v>
                </c:pt>
                <c:pt idx="5286">
                  <c:v>27.21</c:v>
                </c:pt>
                <c:pt idx="5287">
                  <c:v>27.26</c:v>
                </c:pt>
                <c:pt idx="5288">
                  <c:v>27.32</c:v>
                </c:pt>
                <c:pt idx="5289">
                  <c:v>26.87</c:v>
                </c:pt>
                <c:pt idx="5290">
                  <c:v>26.54</c:v>
                </c:pt>
                <c:pt idx="5291">
                  <c:v>26.03</c:v>
                </c:pt>
                <c:pt idx="5292">
                  <c:v>25.94</c:v>
                </c:pt>
                <c:pt idx="5293">
                  <c:v>26.14</c:v>
                </c:pt>
                <c:pt idx="5294">
                  <c:v>26.1</c:v>
                </c:pt>
                <c:pt idx="5295">
                  <c:v>25.97</c:v>
                </c:pt>
                <c:pt idx="5296">
                  <c:v>26.26</c:v>
                </c:pt>
                <c:pt idx="5297">
                  <c:v>26.6</c:v>
                </c:pt>
                <c:pt idx="5298">
                  <c:v>26.58</c:v>
                </c:pt>
                <c:pt idx="5299">
                  <c:v>26.75</c:v>
                </c:pt>
                <c:pt idx="5300">
                  <c:v>26.44</c:v>
                </c:pt>
                <c:pt idx="5301">
                  <c:v>25.99</c:v>
                </c:pt>
                <c:pt idx="5302">
                  <c:v>25.74</c:v>
                </c:pt>
                <c:pt idx="5303">
                  <c:v>25.88</c:v>
                </c:pt>
                <c:pt idx="5304">
                  <c:v>25.88</c:v>
                </c:pt>
                <c:pt idx="5305">
                  <c:v>25.97</c:v>
                </c:pt>
                <c:pt idx="5306">
                  <c:v>26.19</c:v>
                </c:pt>
                <c:pt idx="5307">
                  <c:v>26.38</c:v>
                </c:pt>
                <c:pt idx="5308">
                  <c:v>26.41</c:v>
                </c:pt>
                <c:pt idx="5309">
                  <c:v>26.22</c:v>
                </c:pt>
                <c:pt idx="5310">
                  <c:v>26.68</c:v>
                </c:pt>
                <c:pt idx="5311">
                  <c:v>26.8</c:v>
                </c:pt>
                <c:pt idx="5312">
                  <c:v>27.11</c:v>
                </c:pt>
                <c:pt idx="5313">
                  <c:v>27.08</c:v>
                </c:pt>
                <c:pt idx="5314">
                  <c:v>27.19</c:v>
                </c:pt>
                <c:pt idx="5315">
                  <c:v>27.02</c:v>
                </c:pt>
                <c:pt idx="5316">
                  <c:v>26.45</c:v>
                </c:pt>
                <c:pt idx="5317">
                  <c:v>25.96</c:v>
                </c:pt>
                <c:pt idx="5318">
                  <c:v>25.73</c:v>
                </c:pt>
                <c:pt idx="5319">
                  <c:v>25.75</c:v>
                </c:pt>
                <c:pt idx="5320">
                  <c:v>25.97</c:v>
                </c:pt>
                <c:pt idx="5321">
                  <c:v>26.01</c:v>
                </c:pt>
                <c:pt idx="5322">
                  <c:v>25.75</c:v>
                </c:pt>
                <c:pt idx="5323">
                  <c:v>25.36</c:v>
                </c:pt>
                <c:pt idx="5324">
                  <c:v>24.75</c:v>
                </c:pt>
                <c:pt idx="5325">
                  <c:v>25.06</c:v>
                </c:pt>
                <c:pt idx="5326">
                  <c:v>25.3</c:v>
                </c:pt>
                <c:pt idx="5327">
                  <c:v>25.4</c:v>
                </c:pt>
                <c:pt idx="5328">
                  <c:v>25.15</c:v>
                </c:pt>
                <c:pt idx="5329">
                  <c:v>25.29</c:v>
                </c:pt>
                <c:pt idx="5330">
                  <c:v>25.4</c:v>
                </c:pt>
                <c:pt idx="5331">
                  <c:v>26.524999999999999</c:v>
                </c:pt>
                <c:pt idx="5332">
                  <c:v>26.4</c:v>
                </c:pt>
                <c:pt idx="5333">
                  <c:v>26.725000000000001</c:v>
                </c:pt>
                <c:pt idx="5334">
                  <c:v>26.975000000000001</c:v>
                </c:pt>
                <c:pt idx="5335">
                  <c:v>26.875</c:v>
                </c:pt>
                <c:pt idx="5336">
                  <c:v>26.7</c:v>
                </c:pt>
                <c:pt idx="5337">
                  <c:v>27</c:v>
                </c:pt>
                <c:pt idx="5338">
                  <c:v>27.675000000000001</c:v>
                </c:pt>
                <c:pt idx="5339">
                  <c:v>27.45</c:v>
                </c:pt>
                <c:pt idx="5340">
                  <c:v>28.2</c:v>
                </c:pt>
                <c:pt idx="5341">
                  <c:v>27.975000000000001</c:v>
                </c:pt>
                <c:pt idx="5342">
                  <c:v>27.475000000000001</c:v>
                </c:pt>
                <c:pt idx="5343">
                  <c:v>27</c:v>
                </c:pt>
                <c:pt idx="5344">
                  <c:v>27</c:v>
                </c:pt>
                <c:pt idx="5345">
                  <c:v>27.425000000000001</c:v>
                </c:pt>
                <c:pt idx="5346">
                  <c:v>26.5</c:v>
                </c:pt>
                <c:pt idx="5347">
                  <c:v>26.3</c:v>
                </c:pt>
                <c:pt idx="5348">
                  <c:v>26.225000000000001</c:v>
                </c:pt>
                <c:pt idx="5349">
                  <c:v>25.925000000000001</c:v>
                </c:pt>
                <c:pt idx="5350">
                  <c:v>25.975000000000001</c:v>
                </c:pt>
                <c:pt idx="5351">
                  <c:v>26.05</c:v>
                </c:pt>
                <c:pt idx="5352">
                  <c:v>25.774999999999999</c:v>
                </c:pt>
                <c:pt idx="5353">
                  <c:v>25.5</c:v>
                </c:pt>
                <c:pt idx="5354">
                  <c:v>25.125</c:v>
                </c:pt>
                <c:pt idx="5355">
                  <c:v>25.2</c:v>
                </c:pt>
                <c:pt idx="5356">
                  <c:v>24.925000000000001</c:v>
                </c:pt>
                <c:pt idx="5357">
                  <c:v>24.56</c:v>
                </c:pt>
                <c:pt idx="5358">
                  <c:v>24.21</c:v>
                </c:pt>
                <c:pt idx="5359">
                  <c:v>24.195</c:v>
                </c:pt>
                <c:pt idx="5360">
                  <c:v>24.315000000000001</c:v>
                </c:pt>
                <c:pt idx="5361">
                  <c:v>24.074999999999999</c:v>
                </c:pt>
                <c:pt idx="5362">
                  <c:v>24.175000000000001</c:v>
                </c:pt>
                <c:pt idx="5363">
                  <c:v>24.32</c:v>
                </c:pt>
                <c:pt idx="5364">
                  <c:v>24.215</c:v>
                </c:pt>
                <c:pt idx="5365">
                  <c:v>23.65</c:v>
                </c:pt>
                <c:pt idx="5366">
                  <c:v>23.715</c:v>
                </c:pt>
                <c:pt idx="5367">
                  <c:v>23.77</c:v>
                </c:pt>
                <c:pt idx="5368">
                  <c:v>23.524999999999999</c:v>
                </c:pt>
                <c:pt idx="5369">
                  <c:v>23.48</c:v>
                </c:pt>
                <c:pt idx="5370">
                  <c:v>23.35</c:v>
                </c:pt>
                <c:pt idx="5371">
                  <c:v>23.225000000000001</c:v>
                </c:pt>
                <c:pt idx="5372">
                  <c:v>23.18</c:v>
                </c:pt>
                <c:pt idx="5373">
                  <c:v>22.875</c:v>
                </c:pt>
                <c:pt idx="5374">
                  <c:v>22.445</c:v>
                </c:pt>
                <c:pt idx="5375">
                  <c:v>22.37</c:v>
                </c:pt>
                <c:pt idx="5376">
                  <c:v>22.574999999999999</c:v>
                </c:pt>
                <c:pt idx="5377">
                  <c:v>22.8</c:v>
                </c:pt>
                <c:pt idx="5378">
                  <c:v>22.78</c:v>
                </c:pt>
                <c:pt idx="5379">
                  <c:v>22.99</c:v>
                </c:pt>
                <c:pt idx="5380">
                  <c:v>23.04</c:v>
                </c:pt>
                <c:pt idx="5381">
                  <c:v>23.265000000000001</c:v>
                </c:pt>
                <c:pt idx="5382">
                  <c:v>23.035</c:v>
                </c:pt>
                <c:pt idx="5383">
                  <c:v>22.68</c:v>
                </c:pt>
                <c:pt idx="5384">
                  <c:v>22.72</c:v>
                </c:pt>
                <c:pt idx="5385">
                  <c:v>22.74</c:v>
                </c:pt>
                <c:pt idx="5386">
                  <c:v>22.614999999999998</c:v>
                </c:pt>
                <c:pt idx="5387">
                  <c:v>22.67</c:v>
                </c:pt>
                <c:pt idx="5388">
                  <c:v>22.75</c:v>
                </c:pt>
                <c:pt idx="5389">
                  <c:v>23.164999999999999</c:v>
                </c:pt>
                <c:pt idx="5390">
                  <c:v>23.16</c:v>
                </c:pt>
                <c:pt idx="5391">
                  <c:v>22.925000000000001</c:v>
                </c:pt>
                <c:pt idx="5392">
                  <c:v>22.574999999999999</c:v>
                </c:pt>
                <c:pt idx="5393">
                  <c:v>22.725000000000001</c:v>
                </c:pt>
                <c:pt idx="5394">
                  <c:v>23.004999999999999</c:v>
                </c:pt>
                <c:pt idx="5395">
                  <c:v>22.725000000000001</c:v>
                </c:pt>
                <c:pt idx="5396">
                  <c:v>23.145</c:v>
                </c:pt>
                <c:pt idx="5397">
                  <c:v>23.46</c:v>
                </c:pt>
                <c:pt idx="5398">
                  <c:v>23.54</c:v>
                </c:pt>
                <c:pt idx="5399">
                  <c:v>23.6</c:v>
                </c:pt>
                <c:pt idx="5400">
                  <c:v>23.635000000000002</c:v>
                </c:pt>
                <c:pt idx="5401">
                  <c:v>23.824999999999999</c:v>
                </c:pt>
                <c:pt idx="5402">
                  <c:v>24</c:v>
                </c:pt>
                <c:pt idx="5403">
                  <c:v>23.54</c:v>
                </c:pt>
                <c:pt idx="5404">
                  <c:v>23.614999999999998</c:v>
                </c:pt>
                <c:pt idx="5405">
                  <c:v>23.35</c:v>
                </c:pt>
                <c:pt idx="5406">
                  <c:v>23.06</c:v>
                </c:pt>
                <c:pt idx="5407">
                  <c:v>23.06</c:v>
                </c:pt>
                <c:pt idx="5408">
                  <c:v>23.12</c:v>
                </c:pt>
                <c:pt idx="5409">
                  <c:v>23.215</c:v>
                </c:pt>
                <c:pt idx="5410">
                  <c:v>23.1</c:v>
                </c:pt>
                <c:pt idx="5411">
                  <c:v>23.1</c:v>
                </c:pt>
                <c:pt idx="5412">
                  <c:v>23.11</c:v>
                </c:pt>
                <c:pt idx="5413">
                  <c:v>23.45</c:v>
                </c:pt>
                <c:pt idx="5414">
                  <c:v>23.364999999999998</c:v>
                </c:pt>
                <c:pt idx="5415">
                  <c:v>23.43</c:v>
                </c:pt>
                <c:pt idx="5416">
                  <c:v>23.145</c:v>
                </c:pt>
                <c:pt idx="5417">
                  <c:v>23.315000000000001</c:v>
                </c:pt>
                <c:pt idx="5418">
                  <c:v>23.67</c:v>
                </c:pt>
                <c:pt idx="5419">
                  <c:v>23.51</c:v>
                </c:pt>
                <c:pt idx="5420">
                  <c:v>23.535</c:v>
                </c:pt>
                <c:pt idx="5421">
                  <c:v>23.45</c:v>
                </c:pt>
                <c:pt idx="5422">
                  <c:v>23.954999999999998</c:v>
                </c:pt>
                <c:pt idx="5423">
                  <c:v>24.245000000000001</c:v>
                </c:pt>
                <c:pt idx="5424">
                  <c:v>24.324999999999999</c:v>
                </c:pt>
                <c:pt idx="5425">
                  <c:v>24.52</c:v>
                </c:pt>
                <c:pt idx="5426">
                  <c:v>24.26</c:v>
                </c:pt>
                <c:pt idx="5427">
                  <c:v>24.035</c:v>
                </c:pt>
                <c:pt idx="5428">
                  <c:v>23.94</c:v>
                </c:pt>
                <c:pt idx="5429">
                  <c:v>23.8</c:v>
                </c:pt>
                <c:pt idx="5430">
                  <c:v>23.745000000000001</c:v>
                </c:pt>
                <c:pt idx="5431">
                  <c:v>23.3</c:v>
                </c:pt>
                <c:pt idx="5432">
                  <c:v>23.33</c:v>
                </c:pt>
                <c:pt idx="5433">
                  <c:v>23.71</c:v>
                </c:pt>
                <c:pt idx="5434">
                  <c:v>23.61</c:v>
                </c:pt>
                <c:pt idx="5435">
                  <c:v>23.434999999999999</c:v>
                </c:pt>
                <c:pt idx="5436">
                  <c:v>23.22</c:v>
                </c:pt>
                <c:pt idx="5437">
                  <c:v>23.05</c:v>
                </c:pt>
                <c:pt idx="5438">
                  <c:v>22.77</c:v>
                </c:pt>
                <c:pt idx="5439">
                  <c:v>22.875</c:v>
                </c:pt>
                <c:pt idx="5440">
                  <c:v>22.74</c:v>
                </c:pt>
                <c:pt idx="5441">
                  <c:v>22.74</c:v>
                </c:pt>
                <c:pt idx="5442">
                  <c:v>22.99</c:v>
                </c:pt>
                <c:pt idx="5443">
                  <c:v>22.97</c:v>
                </c:pt>
                <c:pt idx="5444">
                  <c:v>22.905000000000001</c:v>
                </c:pt>
                <c:pt idx="5445">
                  <c:v>22.785</c:v>
                </c:pt>
                <c:pt idx="5446">
                  <c:v>23.1</c:v>
                </c:pt>
                <c:pt idx="5447">
                  <c:v>22.925000000000001</c:v>
                </c:pt>
                <c:pt idx="5448">
                  <c:v>22.274999999999999</c:v>
                </c:pt>
                <c:pt idx="5449">
                  <c:v>22.155000000000001</c:v>
                </c:pt>
                <c:pt idx="5450">
                  <c:v>22.23</c:v>
                </c:pt>
                <c:pt idx="5451">
                  <c:v>22.22</c:v>
                </c:pt>
                <c:pt idx="5452">
                  <c:v>22.085000000000001</c:v>
                </c:pt>
                <c:pt idx="5453">
                  <c:v>22.055</c:v>
                </c:pt>
                <c:pt idx="5454">
                  <c:v>21.87</c:v>
                </c:pt>
                <c:pt idx="5455">
                  <c:v>21.515000000000001</c:v>
                </c:pt>
                <c:pt idx="5456">
                  <c:v>21.47</c:v>
                </c:pt>
                <c:pt idx="5457">
                  <c:v>21.385000000000002</c:v>
                </c:pt>
                <c:pt idx="5458">
                  <c:v>21.315000000000001</c:v>
                </c:pt>
                <c:pt idx="5459">
                  <c:v>21.31</c:v>
                </c:pt>
                <c:pt idx="5460">
                  <c:v>21.05</c:v>
                </c:pt>
                <c:pt idx="5461">
                  <c:v>21.25</c:v>
                </c:pt>
                <c:pt idx="5462">
                  <c:v>21.3</c:v>
                </c:pt>
                <c:pt idx="5463">
                  <c:v>21.295000000000002</c:v>
                </c:pt>
                <c:pt idx="5464">
                  <c:v>21.18</c:v>
                </c:pt>
                <c:pt idx="5465">
                  <c:v>20.99</c:v>
                </c:pt>
                <c:pt idx="5466">
                  <c:v>21.074999999999999</c:v>
                </c:pt>
                <c:pt idx="5467">
                  <c:v>21.13</c:v>
                </c:pt>
                <c:pt idx="5468">
                  <c:v>21.175000000000001</c:v>
                </c:pt>
                <c:pt idx="5469">
                  <c:v>21.06</c:v>
                </c:pt>
                <c:pt idx="5470">
                  <c:v>21.004999999999999</c:v>
                </c:pt>
                <c:pt idx="5471">
                  <c:v>21.105</c:v>
                </c:pt>
                <c:pt idx="5472">
                  <c:v>21.02</c:v>
                </c:pt>
                <c:pt idx="5473">
                  <c:v>21.105</c:v>
                </c:pt>
                <c:pt idx="5474">
                  <c:v>20.975000000000001</c:v>
                </c:pt>
                <c:pt idx="5475">
                  <c:v>20.965</c:v>
                </c:pt>
                <c:pt idx="5476">
                  <c:v>20.934999999999999</c:v>
                </c:pt>
                <c:pt idx="5477">
                  <c:v>20.9</c:v>
                </c:pt>
                <c:pt idx="5478">
                  <c:v>21.085000000000001</c:v>
                </c:pt>
                <c:pt idx="5479">
                  <c:v>21.16</c:v>
                </c:pt>
                <c:pt idx="5480">
                  <c:v>21.265000000000001</c:v>
                </c:pt>
                <c:pt idx="5481">
                  <c:v>21.28</c:v>
                </c:pt>
                <c:pt idx="5482">
                  <c:v>21.19</c:v>
                </c:pt>
                <c:pt idx="5483">
                  <c:v>21.14</c:v>
                </c:pt>
                <c:pt idx="5484">
                  <c:v>21.195</c:v>
                </c:pt>
                <c:pt idx="5485">
                  <c:v>21.24</c:v>
                </c:pt>
                <c:pt idx="5486">
                  <c:v>21.26</c:v>
                </c:pt>
                <c:pt idx="5487">
                  <c:v>21.405000000000001</c:v>
                </c:pt>
                <c:pt idx="5488">
                  <c:v>21.405000000000001</c:v>
                </c:pt>
                <c:pt idx="5489">
                  <c:v>21.675000000000001</c:v>
                </c:pt>
                <c:pt idx="5490">
                  <c:v>21.55</c:v>
                </c:pt>
                <c:pt idx="5491">
                  <c:v>21.62</c:v>
                </c:pt>
                <c:pt idx="5492">
                  <c:v>21.75</c:v>
                </c:pt>
                <c:pt idx="5493">
                  <c:v>21.285</c:v>
                </c:pt>
                <c:pt idx="5494">
                  <c:v>21.385000000000002</c:v>
                </c:pt>
                <c:pt idx="5495">
                  <c:v>21.38</c:v>
                </c:pt>
                <c:pt idx="5496">
                  <c:v>21.5</c:v>
                </c:pt>
                <c:pt idx="5497">
                  <c:v>21.41</c:v>
                </c:pt>
                <c:pt idx="5498">
                  <c:v>21.5</c:v>
                </c:pt>
                <c:pt idx="5499">
                  <c:v>21.39</c:v>
                </c:pt>
                <c:pt idx="5500">
                  <c:v>21.45</c:v>
                </c:pt>
                <c:pt idx="5501">
                  <c:v>21.59</c:v>
                </c:pt>
                <c:pt idx="5502">
                  <c:v>21.62</c:v>
                </c:pt>
                <c:pt idx="5503">
                  <c:v>21.495000000000001</c:v>
                </c:pt>
                <c:pt idx="5504">
                  <c:v>21.425000000000001</c:v>
                </c:pt>
                <c:pt idx="5505">
                  <c:v>21.39</c:v>
                </c:pt>
                <c:pt idx="5506">
                  <c:v>21.4</c:v>
                </c:pt>
                <c:pt idx="5507">
                  <c:v>21.32</c:v>
                </c:pt>
                <c:pt idx="5508">
                  <c:v>21.324999999999999</c:v>
                </c:pt>
                <c:pt idx="5509">
                  <c:v>21.25</c:v>
                </c:pt>
                <c:pt idx="5510">
                  <c:v>21.23</c:v>
                </c:pt>
                <c:pt idx="5511">
                  <c:v>21.295000000000002</c:v>
                </c:pt>
                <c:pt idx="5512">
                  <c:v>21.405000000000001</c:v>
                </c:pt>
                <c:pt idx="5513">
                  <c:v>21.145</c:v>
                </c:pt>
                <c:pt idx="5514">
                  <c:v>20.715</c:v>
                </c:pt>
                <c:pt idx="5515">
                  <c:v>20.754999999999999</c:v>
                </c:pt>
                <c:pt idx="5516">
                  <c:v>21.184999999999999</c:v>
                </c:pt>
                <c:pt idx="5517">
                  <c:v>21.17</c:v>
                </c:pt>
                <c:pt idx="5518">
                  <c:v>21.015000000000001</c:v>
                </c:pt>
                <c:pt idx="5519">
                  <c:v>21.16</c:v>
                </c:pt>
                <c:pt idx="5520">
                  <c:v>21.175000000000001</c:v>
                </c:pt>
                <c:pt idx="5521">
                  <c:v>21.19</c:v>
                </c:pt>
                <c:pt idx="5522">
                  <c:v>21.245000000000001</c:v>
                </c:pt>
                <c:pt idx="5523">
                  <c:v>21.145</c:v>
                </c:pt>
                <c:pt idx="5524">
                  <c:v>21.295000000000002</c:v>
                </c:pt>
                <c:pt idx="5525">
                  <c:v>21.45</c:v>
                </c:pt>
                <c:pt idx="5526">
                  <c:v>21.34</c:v>
                </c:pt>
                <c:pt idx="5527">
                  <c:v>21.4</c:v>
                </c:pt>
                <c:pt idx="5528">
                  <c:v>21.335000000000001</c:v>
                </c:pt>
                <c:pt idx="5529">
                  <c:v>21.204999999999998</c:v>
                </c:pt>
                <c:pt idx="5530">
                  <c:v>21.085000000000001</c:v>
                </c:pt>
                <c:pt idx="5531">
                  <c:v>21.135000000000002</c:v>
                </c:pt>
                <c:pt idx="5532">
                  <c:v>20.734999999999999</c:v>
                </c:pt>
                <c:pt idx="5533">
                  <c:v>20.725000000000001</c:v>
                </c:pt>
                <c:pt idx="5534">
                  <c:v>20.824999999999999</c:v>
                </c:pt>
                <c:pt idx="5535">
                  <c:v>20.774999999999999</c:v>
                </c:pt>
                <c:pt idx="5536">
                  <c:v>20.725000000000001</c:v>
                </c:pt>
                <c:pt idx="5537">
                  <c:v>20.78</c:v>
                </c:pt>
                <c:pt idx="5538">
                  <c:v>21.135000000000002</c:v>
                </c:pt>
                <c:pt idx="5539">
                  <c:v>21.655000000000001</c:v>
                </c:pt>
                <c:pt idx="5540">
                  <c:v>21.405000000000001</c:v>
                </c:pt>
                <c:pt idx="5541">
                  <c:v>21.335000000000001</c:v>
                </c:pt>
                <c:pt idx="5542">
                  <c:v>21.155000000000001</c:v>
                </c:pt>
                <c:pt idx="5543">
                  <c:v>21.2</c:v>
                </c:pt>
                <c:pt idx="5544">
                  <c:v>21.1</c:v>
                </c:pt>
                <c:pt idx="5545">
                  <c:v>21.23</c:v>
                </c:pt>
                <c:pt idx="5546">
                  <c:v>21.155000000000001</c:v>
                </c:pt>
                <c:pt idx="5547">
                  <c:v>21.175000000000001</c:v>
                </c:pt>
                <c:pt idx="5548">
                  <c:v>21.234999999999999</c:v>
                </c:pt>
                <c:pt idx="5549">
                  <c:v>21.305</c:v>
                </c:pt>
                <c:pt idx="5550">
                  <c:v>21.29</c:v>
                </c:pt>
                <c:pt idx="5551">
                  <c:v>21.105</c:v>
                </c:pt>
                <c:pt idx="5552">
                  <c:v>20.885000000000002</c:v>
                </c:pt>
                <c:pt idx="5553">
                  <c:v>20.73</c:v>
                </c:pt>
                <c:pt idx="5554">
                  <c:v>20.86</c:v>
                </c:pt>
                <c:pt idx="5555">
                  <c:v>20.94</c:v>
                </c:pt>
                <c:pt idx="5556">
                  <c:v>20.704999999999998</c:v>
                </c:pt>
                <c:pt idx="5557">
                  <c:v>20.56</c:v>
                </c:pt>
                <c:pt idx="5558">
                  <c:v>20.54</c:v>
                </c:pt>
                <c:pt idx="5559">
                  <c:v>20.745000000000001</c:v>
                </c:pt>
                <c:pt idx="5560">
                  <c:v>20.475000000000001</c:v>
                </c:pt>
                <c:pt idx="5561">
                  <c:v>20.364999999999998</c:v>
                </c:pt>
                <c:pt idx="5562">
                  <c:v>20.364999999999998</c:v>
                </c:pt>
                <c:pt idx="5563">
                  <c:v>20.305</c:v>
                </c:pt>
                <c:pt idx="5564">
                  <c:v>20.45</c:v>
                </c:pt>
                <c:pt idx="5565">
                  <c:v>20.085000000000001</c:v>
                </c:pt>
                <c:pt idx="5566">
                  <c:v>20.28</c:v>
                </c:pt>
                <c:pt idx="5567">
                  <c:v>20.145</c:v>
                </c:pt>
                <c:pt idx="5568">
                  <c:v>20.329999999999998</c:v>
                </c:pt>
                <c:pt idx="5569">
                  <c:v>20.145</c:v>
                </c:pt>
                <c:pt idx="5570">
                  <c:v>20.094999999999999</c:v>
                </c:pt>
                <c:pt idx="5571">
                  <c:v>20.734999999999999</c:v>
                </c:pt>
                <c:pt idx="5572">
                  <c:v>20.96</c:v>
                </c:pt>
                <c:pt idx="5573">
                  <c:v>21.045000000000002</c:v>
                </c:pt>
                <c:pt idx="5574">
                  <c:v>20.684999999999999</c:v>
                </c:pt>
                <c:pt idx="5575">
                  <c:v>20.835000000000001</c:v>
                </c:pt>
                <c:pt idx="5576">
                  <c:v>21.164999999999999</c:v>
                </c:pt>
                <c:pt idx="5577">
                  <c:v>20.704999999999998</c:v>
                </c:pt>
                <c:pt idx="5578">
                  <c:v>20.63</c:v>
                </c:pt>
                <c:pt idx="5579">
                  <c:v>20.465</c:v>
                </c:pt>
                <c:pt idx="5580">
                  <c:v>20.77</c:v>
                </c:pt>
                <c:pt idx="5581">
                  <c:v>20.71</c:v>
                </c:pt>
                <c:pt idx="5582">
                  <c:v>21.065000000000001</c:v>
                </c:pt>
                <c:pt idx="5583">
                  <c:v>21.045000000000002</c:v>
                </c:pt>
                <c:pt idx="5584">
                  <c:v>21.02</c:v>
                </c:pt>
                <c:pt idx="5585">
                  <c:v>21.16</c:v>
                </c:pt>
                <c:pt idx="5586">
                  <c:v>21.09</c:v>
                </c:pt>
                <c:pt idx="5587">
                  <c:v>21.055</c:v>
                </c:pt>
                <c:pt idx="5588">
                  <c:v>21.024999999999999</c:v>
                </c:pt>
                <c:pt idx="5589">
                  <c:v>21.1</c:v>
                </c:pt>
                <c:pt idx="5590">
                  <c:v>21.265000000000001</c:v>
                </c:pt>
                <c:pt idx="5591">
                  <c:v>21.074999999999999</c:v>
                </c:pt>
                <c:pt idx="5592">
                  <c:v>21.015000000000001</c:v>
                </c:pt>
                <c:pt idx="5593">
                  <c:v>20.975000000000001</c:v>
                </c:pt>
                <c:pt idx="5594">
                  <c:v>20.965</c:v>
                </c:pt>
                <c:pt idx="5595">
                  <c:v>21.145</c:v>
                </c:pt>
                <c:pt idx="5596">
                  <c:v>21.09</c:v>
                </c:pt>
                <c:pt idx="5597">
                  <c:v>21.434999999999999</c:v>
                </c:pt>
                <c:pt idx="5598">
                  <c:v>21.605</c:v>
                </c:pt>
                <c:pt idx="5599">
                  <c:v>21.65</c:v>
                </c:pt>
                <c:pt idx="5600">
                  <c:v>21.65</c:v>
                </c:pt>
                <c:pt idx="5601">
                  <c:v>21.414999999999999</c:v>
                </c:pt>
                <c:pt idx="5602">
                  <c:v>21.38</c:v>
                </c:pt>
                <c:pt idx="5603">
                  <c:v>21.74</c:v>
                </c:pt>
                <c:pt idx="5604">
                  <c:v>21.835000000000001</c:v>
                </c:pt>
                <c:pt idx="5605">
                  <c:v>21.55</c:v>
                </c:pt>
                <c:pt idx="5606">
                  <c:v>21.36</c:v>
                </c:pt>
                <c:pt idx="5607">
                  <c:v>20.824999999999999</c:v>
                </c:pt>
                <c:pt idx="5608">
                  <c:v>20.77</c:v>
                </c:pt>
                <c:pt idx="5609">
                  <c:v>20.9</c:v>
                </c:pt>
                <c:pt idx="5610">
                  <c:v>20.684999999999999</c:v>
                </c:pt>
                <c:pt idx="5611">
                  <c:v>20.77</c:v>
                </c:pt>
                <c:pt idx="5612">
                  <c:v>20.71</c:v>
                </c:pt>
                <c:pt idx="5613">
                  <c:v>20.605</c:v>
                </c:pt>
                <c:pt idx="5614">
                  <c:v>20.69</c:v>
                </c:pt>
                <c:pt idx="5615">
                  <c:v>20.664999999999999</c:v>
                </c:pt>
                <c:pt idx="5616">
                  <c:v>20.504999999999999</c:v>
                </c:pt>
                <c:pt idx="5617">
                  <c:v>20.5</c:v>
                </c:pt>
                <c:pt idx="5618">
                  <c:v>20.6</c:v>
                </c:pt>
                <c:pt idx="5619">
                  <c:v>20.704999999999998</c:v>
                </c:pt>
                <c:pt idx="5620">
                  <c:v>20.51</c:v>
                </c:pt>
                <c:pt idx="5621">
                  <c:v>20.399999999999999</c:v>
                </c:pt>
                <c:pt idx="5622">
                  <c:v>20.254999999999999</c:v>
                </c:pt>
                <c:pt idx="5623">
                  <c:v>20.260000000000002</c:v>
                </c:pt>
                <c:pt idx="5624">
                  <c:v>20.375</c:v>
                </c:pt>
                <c:pt idx="5625">
                  <c:v>20.170000000000002</c:v>
                </c:pt>
                <c:pt idx="5626">
                  <c:v>20.260000000000002</c:v>
                </c:pt>
                <c:pt idx="5627">
                  <c:v>20.61</c:v>
                </c:pt>
                <c:pt idx="5628">
                  <c:v>20.614999999999998</c:v>
                </c:pt>
                <c:pt idx="5629">
                  <c:v>20.515000000000001</c:v>
                </c:pt>
                <c:pt idx="5630">
                  <c:v>20.6</c:v>
                </c:pt>
                <c:pt idx="5631">
                  <c:v>20.37</c:v>
                </c:pt>
                <c:pt idx="5632">
                  <c:v>20.85</c:v>
                </c:pt>
                <c:pt idx="5633">
                  <c:v>20.774999999999999</c:v>
                </c:pt>
                <c:pt idx="5634">
                  <c:v>20.84</c:v>
                </c:pt>
                <c:pt idx="5635">
                  <c:v>20.645</c:v>
                </c:pt>
                <c:pt idx="5636">
                  <c:v>20.475000000000001</c:v>
                </c:pt>
                <c:pt idx="5637">
                  <c:v>20.285</c:v>
                </c:pt>
                <c:pt idx="5638">
                  <c:v>20.32</c:v>
                </c:pt>
                <c:pt idx="5639">
                  <c:v>20.175000000000001</c:v>
                </c:pt>
                <c:pt idx="5640">
                  <c:v>20.36</c:v>
                </c:pt>
                <c:pt idx="5641">
                  <c:v>20.355</c:v>
                </c:pt>
                <c:pt idx="5642">
                  <c:v>20.83</c:v>
                </c:pt>
                <c:pt idx="5643">
                  <c:v>20.79</c:v>
                </c:pt>
                <c:pt idx="5644">
                  <c:v>20.734999999999999</c:v>
                </c:pt>
                <c:pt idx="5645">
                  <c:v>20.85</c:v>
                </c:pt>
                <c:pt idx="5646">
                  <c:v>20.795000000000002</c:v>
                </c:pt>
                <c:pt idx="5647">
                  <c:v>20.824999999999999</c:v>
                </c:pt>
                <c:pt idx="5648">
                  <c:v>20.675000000000001</c:v>
                </c:pt>
                <c:pt idx="5649">
                  <c:v>20.34</c:v>
                </c:pt>
                <c:pt idx="5650">
                  <c:v>20.45</c:v>
                </c:pt>
                <c:pt idx="5651">
                  <c:v>20.059999999999999</c:v>
                </c:pt>
                <c:pt idx="5652">
                  <c:v>20.059999999999999</c:v>
                </c:pt>
                <c:pt idx="5653">
                  <c:v>20.04</c:v>
                </c:pt>
                <c:pt idx="5654">
                  <c:v>20.074999999999999</c:v>
                </c:pt>
                <c:pt idx="5655">
                  <c:v>19.96</c:v>
                </c:pt>
                <c:pt idx="5656">
                  <c:v>19.739999999999998</c:v>
                </c:pt>
                <c:pt idx="5657">
                  <c:v>19.405000000000001</c:v>
                </c:pt>
                <c:pt idx="5658">
                  <c:v>19.324999999999999</c:v>
                </c:pt>
                <c:pt idx="5659">
                  <c:v>19.45</c:v>
                </c:pt>
                <c:pt idx="5660">
                  <c:v>19.34</c:v>
                </c:pt>
                <c:pt idx="5661">
                  <c:v>19.149999999999999</c:v>
                </c:pt>
                <c:pt idx="5662">
                  <c:v>18.96</c:v>
                </c:pt>
                <c:pt idx="5663">
                  <c:v>18.914999999999999</c:v>
                </c:pt>
                <c:pt idx="5664">
                  <c:v>18.795000000000002</c:v>
                </c:pt>
                <c:pt idx="5665">
                  <c:v>18.885000000000002</c:v>
                </c:pt>
                <c:pt idx="5666">
                  <c:v>19.155000000000001</c:v>
                </c:pt>
                <c:pt idx="5667">
                  <c:v>19.114999999999998</c:v>
                </c:pt>
                <c:pt idx="5668">
                  <c:v>19.774999999999999</c:v>
                </c:pt>
                <c:pt idx="5669">
                  <c:v>19.55</c:v>
                </c:pt>
                <c:pt idx="5670">
                  <c:v>19.62</c:v>
                </c:pt>
                <c:pt idx="5671">
                  <c:v>19.875</c:v>
                </c:pt>
                <c:pt idx="5672">
                  <c:v>19.824999999999999</c:v>
                </c:pt>
                <c:pt idx="5673">
                  <c:v>20.45</c:v>
                </c:pt>
                <c:pt idx="5674">
                  <c:v>20.175000000000001</c:v>
                </c:pt>
                <c:pt idx="5675">
                  <c:v>20.395</c:v>
                </c:pt>
                <c:pt idx="5676">
                  <c:v>20.170000000000002</c:v>
                </c:pt>
                <c:pt idx="5677">
                  <c:v>20.555</c:v>
                </c:pt>
                <c:pt idx="5678">
                  <c:v>20.68</c:v>
                </c:pt>
                <c:pt idx="5679">
                  <c:v>20.38</c:v>
                </c:pt>
                <c:pt idx="5680">
                  <c:v>20.2</c:v>
                </c:pt>
                <c:pt idx="5681">
                  <c:v>19.850000000000001</c:v>
                </c:pt>
                <c:pt idx="5682">
                  <c:v>19.77</c:v>
                </c:pt>
                <c:pt idx="5683">
                  <c:v>19.420000000000002</c:v>
                </c:pt>
                <c:pt idx="5684">
                  <c:v>19.2</c:v>
                </c:pt>
                <c:pt idx="5685">
                  <c:v>19.385000000000002</c:v>
                </c:pt>
                <c:pt idx="5686">
                  <c:v>19.18</c:v>
                </c:pt>
                <c:pt idx="5687">
                  <c:v>19.045000000000002</c:v>
                </c:pt>
                <c:pt idx="5688">
                  <c:v>18.82</c:v>
                </c:pt>
                <c:pt idx="5689">
                  <c:v>18.87</c:v>
                </c:pt>
                <c:pt idx="5690">
                  <c:v>18.664999999999999</c:v>
                </c:pt>
                <c:pt idx="5691">
                  <c:v>18.774999999999999</c:v>
                </c:pt>
                <c:pt idx="5692">
                  <c:v>18.71</c:v>
                </c:pt>
                <c:pt idx="5693">
                  <c:v>18.670000000000002</c:v>
                </c:pt>
                <c:pt idx="5694">
                  <c:v>18.574999999999999</c:v>
                </c:pt>
                <c:pt idx="5695">
                  <c:v>18.38</c:v>
                </c:pt>
                <c:pt idx="5696">
                  <c:v>18.75</c:v>
                </c:pt>
                <c:pt idx="5697">
                  <c:v>19</c:v>
                </c:pt>
                <c:pt idx="5698">
                  <c:v>19.024999999999999</c:v>
                </c:pt>
                <c:pt idx="5699">
                  <c:v>19.045000000000002</c:v>
                </c:pt>
                <c:pt idx="5700">
                  <c:v>18.995000000000001</c:v>
                </c:pt>
                <c:pt idx="5701">
                  <c:v>19.25</c:v>
                </c:pt>
                <c:pt idx="5702">
                  <c:v>19.204999999999998</c:v>
                </c:pt>
                <c:pt idx="5703">
                  <c:v>19.045000000000002</c:v>
                </c:pt>
                <c:pt idx="5704">
                  <c:v>18.97</c:v>
                </c:pt>
                <c:pt idx="5705">
                  <c:v>18.93</c:v>
                </c:pt>
                <c:pt idx="5706">
                  <c:v>18.98</c:v>
                </c:pt>
                <c:pt idx="5707">
                  <c:v>19.135000000000002</c:v>
                </c:pt>
                <c:pt idx="5708">
                  <c:v>18.95</c:v>
                </c:pt>
                <c:pt idx="5709">
                  <c:v>18.905000000000001</c:v>
                </c:pt>
                <c:pt idx="5710">
                  <c:v>18.91</c:v>
                </c:pt>
                <c:pt idx="5711">
                  <c:v>18.93</c:v>
                </c:pt>
                <c:pt idx="5712">
                  <c:v>19.085000000000001</c:v>
                </c:pt>
                <c:pt idx="5713">
                  <c:v>19.07</c:v>
                </c:pt>
                <c:pt idx="5714">
                  <c:v>19.13</c:v>
                </c:pt>
                <c:pt idx="5715">
                  <c:v>20.715</c:v>
                </c:pt>
                <c:pt idx="5716">
                  <c:v>20.73</c:v>
                </c:pt>
                <c:pt idx="5717">
                  <c:v>21.08</c:v>
                </c:pt>
                <c:pt idx="5718">
                  <c:v>21</c:v>
                </c:pt>
                <c:pt idx="5719">
                  <c:v>21</c:v>
                </c:pt>
                <c:pt idx="5720">
                  <c:v>20.9</c:v>
                </c:pt>
                <c:pt idx="5721">
                  <c:v>20.75</c:v>
                </c:pt>
                <c:pt idx="5722">
                  <c:v>20.625</c:v>
                </c:pt>
                <c:pt idx="5723">
                  <c:v>20.45</c:v>
                </c:pt>
                <c:pt idx="5724">
                  <c:v>20.45</c:v>
                </c:pt>
                <c:pt idx="5725">
                  <c:v>20.395</c:v>
                </c:pt>
                <c:pt idx="5726">
                  <c:v>20.5</c:v>
                </c:pt>
                <c:pt idx="5727">
                  <c:v>20.574999999999999</c:v>
                </c:pt>
                <c:pt idx="5728">
                  <c:v>20.350000000000001</c:v>
                </c:pt>
                <c:pt idx="5729">
                  <c:v>20</c:v>
                </c:pt>
                <c:pt idx="5730">
                  <c:v>19.715</c:v>
                </c:pt>
                <c:pt idx="5731">
                  <c:v>19.61</c:v>
                </c:pt>
                <c:pt idx="5732">
                  <c:v>19.64</c:v>
                </c:pt>
                <c:pt idx="5733">
                  <c:v>19.664999999999999</c:v>
                </c:pt>
                <c:pt idx="5734">
                  <c:v>19.515000000000001</c:v>
                </c:pt>
                <c:pt idx="5735">
                  <c:v>19.504999999999999</c:v>
                </c:pt>
                <c:pt idx="5736">
                  <c:v>19.055</c:v>
                </c:pt>
                <c:pt idx="5737">
                  <c:v>19.18</c:v>
                </c:pt>
                <c:pt idx="5738">
                  <c:v>19.14</c:v>
                </c:pt>
                <c:pt idx="5739">
                  <c:v>19.135000000000002</c:v>
                </c:pt>
                <c:pt idx="5740">
                  <c:v>19.07</c:v>
                </c:pt>
                <c:pt idx="5741">
                  <c:v>19.055</c:v>
                </c:pt>
                <c:pt idx="5742">
                  <c:v>18.739999999999998</c:v>
                </c:pt>
                <c:pt idx="5743">
                  <c:v>18.864999999999998</c:v>
                </c:pt>
                <c:pt idx="5744">
                  <c:v>18.925000000000001</c:v>
                </c:pt>
                <c:pt idx="5745">
                  <c:v>19.03</c:v>
                </c:pt>
                <c:pt idx="5746">
                  <c:v>18.684999999999999</c:v>
                </c:pt>
                <c:pt idx="5747">
                  <c:v>18.75</c:v>
                </c:pt>
                <c:pt idx="5748">
                  <c:v>18.704999999999998</c:v>
                </c:pt>
                <c:pt idx="5749">
                  <c:v>18.7</c:v>
                </c:pt>
                <c:pt idx="5750">
                  <c:v>18.850000000000001</c:v>
                </c:pt>
                <c:pt idx="5751">
                  <c:v>19.184999999999999</c:v>
                </c:pt>
                <c:pt idx="5752">
                  <c:v>19.105</c:v>
                </c:pt>
                <c:pt idx="5753">
                  <c:v>19.079999999999998</c:v>
                </c:pt>
                <c:pt idx="5754">
                  <c:v>19.28</c:v>
                </c:pt>
                <c:pt idx="5755">
                  <c:v>19.39</c:v>
                </c:pt>
                <c:pt idx="5756">
                  <c:v>19.535</c:v>
                </c:pt>
                <c:pt idx="5757">
                  <c:v>19.434999999999999</c:v>
                </c:pt>
                <c:pt idx="5758">
                  <c:v>19.315000000000001</c:v>
                </c:pt>
                <c:pt idx="5759">
                  <c:v>19.475000000000001</c:v>
                </c:pt>
                <c:pt idx="5760">
                  <c:v>19.465</c:v>
                </c:pt>
                <c:pt idx="5761">
                  <c:v>19.085000000000001</c:v>
                </c:pt>
                <c:pt idx="5762">
                  <c:v>18.875</c:v>
                </c:pt>
                <c:pt idx="5763">
                  <c:v>18.940000000000001</c:v>
                </c:pt>
                <c:pt idx="5764">
                  <c:v>18.984999999999999</c:v>
                </c:pt>
                <c:pt idx="5765">
                  <c:v>18.95</c:v>
                </c:pt>
                <c:pt idx="5766">
                  <c:v>18.954999999999998</c:v>
                </c:pt>
                <c:pt idx="5767">
                  <c:v>19.125</c:v>
                </c:pt>
                <c:pt idx="5768">
                  <c:v>19.63</c:v>
                </c:pt>
                <c:pt idx="5769">
                  <c:v>19.899999999999999</c:v>
                </c:pt>
                <c:pt idx="5770">
                  <c:v>19.920000000000002</c:v>
                </c:pt>
                <c:pt idx="5771">
                  <c:v>20.004999999999999</c:v>
                </c:pt>
                <c:pt idx="5772">
                  <c:v>20.004999999999999</c:v>
                </c:pt>
                <c:pt idx="5773">
                  <c:v>20.035</c:v>
                </c:pt>
                <c:pt idx="5774">
                  <c:v>19.864999999999998</c:v>
                </c:pt>
                <c:pt idx="5775">
                  <c:v>19.95</c:v>
                </c:pt>
                <c:pt idx="5776">
                  <c:v>19.545000000000002</c:v>
                </c:pt>
                <c:pt idx="5777">
                  <c:v>19.47</c:v>
                </c:pt>
                <c:pt idx="5778">
                  <c:v>19.164999999999999</c:v>
                </c:pt>
                <c:pt idx="5779">
                  <c:v>19.3</c:v>
                </c:pt>
                <c:pt idx="5780">
                  <c:v>19.440000000000001</c:v>
                </c:pt>
                <c:pt idx="5781">
                  <c:v>19.545000000000002</c:v>
                </c:pt>
                <c:pt idx="5782">
                  <c:v>19.045000000000002</c:v>
                </c:pt>
                <c:pt idx="5783">
                  <c:v>19.14</c:v>
                </c:pt>
                <c:pt idx="5784">
                  <c:v>18.855</c:v>
                </c:pt>
                <c:pt idx="5785">
                  <c:v>19.21</c:v>
                </c:pt>
                <c:pt idx="5786">
                  <c:v>19.34</c:v>
                </c:pt>
                <c:pt idx="5787">
                  <c:v>19.8</c:v>
                </c:pt>
                <c:pt idx="5788">
                  <c:v>19.625</c:v>
                </c:pt>
                <c:pt idx="5789">
                  <c:v>19.43</c:v>
                </c:pt>
                <c:pt idx="5790">
                  <c:v>19.555</c:v>
                </c:pt>
                <c:pt idx="5791">
                  <c:v>19.8</c:v>
                </c:pt>
                <c:pt idx="5792">
                  <c:v>19.88</c:v>
                </c:pt>
                <c:pt idx="5793">
                  <c:v>20.135000000000002</c:v>
                </c:pt>
                <c:pt idx="5794">
                  <c:v>20.225000000000001</c:v>
                </c:pt>
                <c:pt idx="5795">
                  <c:v>20.059999999999999</c:v>
                </c:pt>
                <c:pt idx="5796">
                  <c:v>20.170000000000002</c:v>
                </c:pt>
                <c:pt idx="5797">
                  <c:v>20.43</c:v>
                </c:pt>
                <c:pt idx="5798">
                  <c:v>20.395</c:v>
                </c:pt>
                <c:pt idx="5799">
                  <c:v>20.6</c:v>
                </c:pt>
                <c:pt idx="5800">
                  <c:v>20.914999999999999</c:v>
                </c:pt>
                <c:pt idx="5801">
                  <c:v>20.754999999999999</c:v>
                </c:pt>
                <c:pt idx="5802">
                  <c:v>20.925000000000001</c:v>
                </c:pt>
                <c:pt idx="5803">
                  <c:v>20.95</c:v>
                </c:pt>
                <c:pt idx="5804">
                  <c:v>20.7</c:v>
                </c:pt>
                <c:pt idx="5805">
                  <c:v>20.324999999999999</c:v>
                </c:pt>
                <c:pt idx="5806">
                  <c:v>20.6</c:v>
                </c:pt>
                <c:pt idx="5807">
                  <c:v>20.475000000000001</c:v>
                </c:pt>
                <c:pt idx="5808">
                  <c:v>20.36</c:v>
                </c:pt>
                <c:pt idx="5809">
                  <c:v>20.585000000000001</c:v>
                </c:pt>
                <c:pt idx="5810">
                  <c:v>20.73</c:v>
                </c:pt>
                <c:pt idx="5811">
                  <c:v>20.63</c:v>
                </c:pt>
                <c:pt idx="5812">
                  <c:v>20.355</c:v>
                </c:pt>
                <c:pt idx="5813">
                  <c:v>20.515000000000001</c:v>
                </c:pt>
                <c:pt idx="5814">
                  <c:v>20.645</c:v>
                </c:pt>
                <c:pt idx="5815">
                  <c:v>20.475000000000001</c:v>
                </c:pt>
                <c:pt idx="5816">
                  <c:v>20.524999999999999</c:v>
                </c:pt>
                <c:pt idx="5817">
                  <c:v>20.135000000000002</c:v>
                </c:pt>
                <c:pt idx="5818">
                  <c:v>20.225000000000001</c:v>
                </c:pt>
                <c:pt idx="5819">
                  <c:v>20.239999999999998</c:v>
                </c:pt>
                <c:pt idx="5820">
                  <c:v>19.75</c:v>
                </c:pt>
                <c:pt idx="5821">
                  <c:v>19.45</c:v>
                </c:pt>
                <c:pt idx="5822">
                  <c:v>19.09</c:v>
                </c:pt>
                <c:pt idx="5823">
                  <c:v>19.149999999999999</c:v>
                </c:pt>
                <c:pt idx="5824">
                  <c:v>19.010000000000002</c:v>
                </c:pt>
                <c:pt idx="5825">
                  <c:v>19.05</c:v>
                </c:pt>
                <c:pt idx="5826">
                  <c:v>19.5</c:v>
                </c:pt>
                <c:pt idx="5827">
                  <c:v>19.024999999999999</c:v>
                </c:pt>
                <c:pt idx="5828">
                  <c:v>19.079999999999998</c:v>
                </c:pt>
                <c:pt idx="5829">
                  <c:v>19.475000000000001</c:v>
                </c:pt>
                <c:pt idx="5830">
                  <c:v>19.324999999999999</c:v>
                </c:pt>
                <c:pt idx="5831">
                  <c:v>20.145</c:v>
                </c:pt>
                <c:pt idx="5832">
                  <c:v>20.149999999999999</c:v>
                </c:pt>
                <c:pt idx="5833">
                  <c:v>20.25</c:v>
                </c:pt>
                <c:pt idx="5834">
                  <c:v>20</c:v>
                </c:pt>
                <c:pt idx="5835">
                  <c:v>20.170000000000002</c:v>
                </c:pt>
                <c:pt idx="5836">
                  <c:v>20.12</c:v>
                </c:pt>
                <c:pt idx="5837">
                  <c:v>19.88</c:v>
                </c:pt>
                <c:pt idx="5838">
                  <c:v>19.88</c:v>
                </c:pt>
                <c:pt idx="5839">
                  <c:v>20.28</c:v>
                </c:pt>
                <c:pt idx="5840">
                  <c:v>20.105</c:v>
                </c:pt>
                <c:pt idx="5841">
                  <c:v>19.835000000000001</c:v>
                </c:pt>
                <c:pt idx="5842">
                  <c:v>20.13</c:v>
                </c:pt>
                <c:pt idx="5843">
                  <c:v>20.445</c:v>
                </c:pt>
                <c:pt idx="5844">
                  <c:v>20.524999999999999</c:v>
                </c:pt>
                <c:pt idx="5845">
                  <c:v>20.079999999999998</c:v>
                </c:pt>
                <c:pt idx="5846">
                  <c:v>20.195</c:v>
                </c:pt>
                <c:pt idx="5847">
                  <c:v>19.93</c:v>
                </c:pt>
                <c:pt idx="5848">
                  <c:v>20.21</c:v>
                </c:pt>
                <c:pt idx="5849">
                  <c:v>20.555</c:v>
                </c:pt>
                <c:pt idx="5850">
                  <c:v>20.6</c:v>
                </c:pt>
                <c:pt idx="5851">
                  <c:v>20.68</c:v>
                </c:pt>
                <c:pt idx="5852">
                  <c:v>20.625</c:v>
                </c:pt>
                <c:pt idx="5853">
                  <c:v>20.625</c:v>
                </c:pt>
                <c:pt idx="5854">
                  <c:v>20.925000000000001</c:v>
                </c:pt>
                <c:pt idx="5855">
                  <c:v>20.614999999999998</c:v>
                </c:pt>
                <c:pt idx="5856">
                  <c:v>20.93</c:v>
                </c:pt>
                <c:pt idx="5857">
                  <c:v>20.795000000000002</c:v>
                </c:pt>
                <c:pt idx="5858">
                  <c:v>20.87</c:v>
                </c:pt>
                <c:pt idx="5859">
                  <c:v>20.52</c:v>
                </c:pt>
                <c:pt idx="5860">
                  <c:v>20.984999999999999</c:v>
                </c:pt>
                <c:pt idx="5861">
                  <c:v>20.58</c:v>
                </c:pt>
                <c:pt idx="5862">
                  <c:v>20.125</c:v>
                </c:pt>
                <c:pt idx="5863">
                  <c:v>19.864999999999998</c:v>
                </c:pt>
                <c:pt idx="5864">
                  <c:v>20.05</c:v>
                </c:pt>
                <c:pt idx="5865">
                  <c:v>19.690000000000001</c:v>
                </c:pt>
                <c:pt idx="5866">
                  <c:v>19.965</c:v>
                </c:pt>
                <c:pt idx="5867">
                  <c:v>19.555</c:v>
                </c:pt>
                <c:pt idx="5868">
                  <c:v>19.524999999999999</c:v>
                </c:pt>
                <c:pt idx="5869">
                  <c:v>19.22</c:v>
                </c:pt>
                <c:pt idx="5870">
                  <c:v>19.329999999999998</c:v>
                </c:pt>
                <c:pt idx="5871">
                  <c:v>19.5</c:v>
                </c:pt>
                <c:pt idx="5872">
                  <c:v>19.184999999999999</c:v>
                </c:pt>
                <c:pt idx="5873">
                  <c:v>19.170000000000002</c:v>
                </c:pt>
                <c:pt idx="5874">
                  <c:v>19.254999999999999</c:v>
                </c:pt>
                <c:pt idx="5875">
                  <c:v>18.945</c:v>
                </c:pt>
                <c:pt idx="5876">
                  <c:v>19.21</c:v>
                </c:pt>
                <c:pt idx="5877">
                  <c:v>19.05</c:v>
                </c:pt>
                <c:pt idx="5878">
                  <c:v>19.605</c:v>
                </c:pt>
                <c:pt idx="5879">
                  <c:v>19.535</c:v>
                </c:pt>
                <c:pt idx="5880">
                  <c:v>19.399999999999999</c:v>
                </c:pt>
                <c:pt idx="5881">
                  <c:v>19.350000000000001</c:v>
                </c:pt>
                <c:pt idx="5882">
                  <c:v>19.25</c:v>
                </c:pt>
                <c:pt idx="5883">
                  <c:v>19.149999999999999</c:v>
                </c:pt>
                <c:pt idx="5884">
                  <c:v>18.91</c:v>
                </c:pt>
                <c:pt idx="5885">
                  <c:v>19.21</c:v>
                </c:pt>
                <c:pt idx="5886">
                  <c:v>19.274999999999999</c:v>
                </c:pt>
                <c:pt idx="5887">
                  <c:v>18.96</c:v>
                </c:pt>
                <c:pt idx="5888">
                  <c:v>18.8</c:v>
                </c:pt>
                <c:pt idx="5889">
                  <c:v>18.324999999999999</c:v>
                </c:pt>
                <c:pt idx="5890">
                  <c:v>18.324999999999999</c:v>
                </c:pt>
                <c:pt idx="5891">
                  <c:v>18.579999999999998</c:v>
                </c:pt>
                <c:pt idx="5892">
                  <c:v>18.895</c:v>
                </c:pt>
                <c:pt idx="5893">
                  <c:v>18.45</c:v>
                </c:pt>
                <c:pt idx="5894">
                  <c:v>18.925000000000001</c:v>
                </c:pt>
                <c:pt idx="5895">
                  <c:v>19.835000000000001</c:v>
                </c:pt>
                <c:pt idx="5896">
                  <c:v>19.71</c:v>
                </c:pt>
                <c:pt idx="5897">
                  <c:v>19.824999999999999</c:v>
                </c:pt>
                <c:pt idx="5898">
                  <c:v>19.824999999999999</c:v>
                </c:pt>
                <c:pt idx="5899">
                  <c:v>19.7</c:v>
                </c:pt>
                <c:pt idx="5900">
                  <c:v>19.87</c:v>
                </c:pt>
                <c:pt idx="5901">
                  <c:v>19.655000000000001</c:v>
                </c:pt>
                <c:pt idx="5902">
                  <c:v>19.559999999999999</c:v>
                </c:pt>
                <c:pt idx="5903">
                  <c:v>19.375</c:v>
                </c:pt>
                <c:pt idx="5904">
                  <c:v>19.850000000000001</c:v>
                </c:pt>
                <c:pt idx="5905">
                  <c:v>19.8</c:v>
                </c:pt>
                <c:pt idx="5906">
                  <c:v>20.145</c:v>
                </c:pt>
                <c:pt idx="5907">
                  <c:v>19.649999999999999</c:v>
                </c:pt>
                <c:pt idx="5908">
                  <c:v>19.559999999999999</c:v>
                </c:pt>
                <c:pt idx="5909">
                  <c:v>19.440000000000001</c:v>
                </c:pt>
                <c:pt idx="5910">
                  <c:v>19.175000000000001</c:v>
                </c:pt>
                <c:pt idx="5911">
                  <c:v>18.655000000000001</c:v>
                </c:pt>
                <c:pt idx="5912">
                  <c:v>19.434999999999999</c:v>
                </c:pt>
                <c:pt idx="5913">
                  <c:v>19.09</c:v>
                </c:pt>
                <c:pt idx="5914">
                  <c:v>19.614999999999998</c:v>
                </c:pt>
                <c:pt idx="5915">
                  <c:v>19.399999999999999</c:v>
                </c:pt>
                <c:pt idx="5916">
                  <c:v>18.805</c:v>
                </c:pt>
                <c:pt idx="5917">
                  <c:v>19.425000000000001</c:v>
                </c:pt>
                <c:pt idx="5918">
                  <c:v>18.954999999999998</c:v>
                </c:pt>
                <c:pt idx="5919">
                  <c:v>19.239999999999998</c:v>
                </c:pt>
                <c:pt idx="5920">
                  <c:v>18.87</c:v>
                </c:pt>
                <c:pt idx="5921">
                  <c:v>19</c:v>
                </c:pt>
                <c:pt idx="5922">
                  <c:v>18.239999999999998</c:v>
                </c:pt>
                <c:pt idx="5923">
                  <c:v>17.72</c:v>
                </c:pt>
                <c:pt idx="5924">
                  <c:v>16.745000000000001</c:v>
                </c:pt>
                <c:pt idx="5925">
                  <c:v>17.68</c:v>
                </c:pt>
                <c:pt idx="5926">
                  <c:v>17.649999999999999</c:v>
                </c:pt>
                <c:pt idx="5927">
                  <c:v>17.78</c:v>
                </c:pt>
                <c:pt idx="5928">
                  <c:v>18.274999999999999</c:v>
                </c:pt>
                <c:pt idx="5929">
                  <c:v>18.350000000000001</c:v>
                </c:pt>
                <c:pt idx="5930">
                  <c:v>18.55</c:v>
                </c:pt>
                <c:pt idx="5931">
                  <c:v>18.675000000000001</c:v>
                </c:pt>
                <c:pt idx="5932">
                  <c:v>18.375</c:v>
                </c:pt>
                <c:pt idx="5933">
                  <c:v>18.105</c:v>
                </c:pt>
                <c:pt idx="5934">
                  <c:v>17.95</c:v>
                </c:pt>
                <c:pt idx="5935">
                  <c:v>18.215</c:v>
                </c:pt>
                <c:pt idx="5936">
                  <c:v>18.600000000000001</c:v>
                </c:pt>
                <c:pt idx="5937">
                  <c:v>18.489999999999998</c:v>
                </c:pt>
                <c:pt idx="5938">
                  <c:v>18.23</c:v>
                </c:pt>
                <c:pt idx="5939">
                  <c:v>18.355</c:v>
                </c:pt>
                <c:pt idx="5940">
                  <c:v>18.715</c:v>
                </c:pt>
                <c:pt idx="5941">
                  <c:v>18.170000000000002</c:v>
                </c:pt>
                <c:pt idx="5942">
                  <c:v>17.82</c:v>
                </c:pt>
                <c:pt idx="5943">
                  <c:v>18.094999999999999</c:v>
                </c:pt>
                <c:pt idx="5944">
                  <c:v>18.63</c:v>
                </c:pt>
                <c:pt idx="5945">
                  <c:v>18.425000000000001</c:v>
                </c:pt>
                <c:pt idx="5946">
                  <c:v>18.225000000000001</c:v>
                </c:pt>
                <c:pt idx="5947">
                  <c:v>18.515000000000001</c:v>
                </c:pt>
                <c:pt idx="5948">
                  <c:v>19.32</c:v>
                </c:pt>
                <c:pt idx="5949">
                  <c:v>19.010000000000002</c:v>
                </c:pt>
                <c:pt idx="5950">
                  <c:v>19.48</c:v>
                </c:pt>
                <c:pt idx="5951">
                  <c:v>19.285</c:v>
                </c:pt>
                <c:pt idx="5952">
                  <c:v>19.22</c:v>
                </c:pt>
                <c:pt idx="5953">
                  <c:v>18.875</c:v>
                </c:pt>
                <c:pt idx="5954">
                  <c:v>18.3</c:v>
                </c:pt>
                <c:pt idx="5955">
                  <c:v>18.145</c:v>
                </c:pt>
                <c:pt idx="5956">
                  <c:v>18.824999999999999</c:v>
                </c:pt>
                <c:pt idx="5957">
                  <c:v>19.035</c:v>
                </c:pt>
                <c:pt idx="5958">
                  <c:v>19.125</c:v>
                </c:pt>
                <c:pt idx="5959">
                  <c:v>19.574999999999999</c:v>
                </c:pt>
                <c:pt idx="5960">
                  <c:v>20.58</c:v>
                </c:pt>
                <c:pt idx="5961">
                  <c:v>20.945</c:v>
                </c:pt>
                <c:pt idx="5962">
                  <c:v>20.914999999999999</c:v>
                </c:pt>
                <c:pt idx="5963">
                  <c:v>21.1</c:v>
                </c:pt>
                <c:pt idx="5964">
                  <c:v>21.315000000000001</c:v>
                </c:pt>
                <c:pt idx="5965">
                  <c:v>21.5</c:v>
                </c:pt>
                <c:pt idx="5966">
                  <c:v>21.6</c:v>
                </c:pt>
                <c:pt idx="5967">
                  <c:v>21.48</c:v>
                </c:pt>
                <c:pt idx="5968">
                  <c:v>21.824999999999999</c:v>
                </c:pt>
                <c:pt idx="5969">
                  <c:v>21.995000000000001</c:v>
                </c:pt>
                <c:pt idx="5970">
                  <c:v>21.414999999999999</c:v>
                </c:pt>
                <c:pt idx="5971">
                  <c:v>21.734999999999999</c:v>
                </c:pt>
                <c:pt idx="5972">
                  <c:v>20.975000000000001</c:v>
                </c:pt>
                <c:pt idx="5973">
                  <c:v>21.135000000000002</c:v>
                </c:pt>
                <c:pt idx="5974">
                  <c:v>20.954999999999998</c:v>
                </c:pt>
                <c:pt idx="5975">
                  <c:v>21.9</c:v>
                </c:pt>
                <c:pt idx="5976">
                  <c:v>21.9</c:v>
                </c:pt>
                <c:pt idx="5977">
                  <c:v>21.535</c:v>
                </c:pt>
                <c:pt idx="5978">
                  <c:v>21.01</c:v>
                </c:pt>
                <c:pt idx="5979">
                  <c:v>20.83</c:v>
                </c:pt>
                <c:pt idx="5980">
                  <c:v>20.695</c:v>
                </c:pt>
                <c:pt idx="5981">
                  <c:v>21.08</c:v>
                </c:pt>
                <c:pt idx="5982">
                  <c:v>21.36</c:v>
                </c:pt>
                <c:pt idx="5983">
                  <c:v>20.75</c:v>
                </c:pt>
                <c:pt idx="5984">
                  <c:v>20.93</c:v>
                </c:pt>
                <c:pt idx="5985">
                  <c:v>21.125</c:v>
                </c:pt>
                <c:pt idx="5986">
                  <c:v>20.9</c:v>
                </c:pt>
                <c:pt idx="5987">
                  <c:v>21.05</c:v>
                </c:pt>
                <c:pt idx="5988">
                  <c:v>21.175000000000001</c:v>
                </c:pt>
                <c:pt idx="5989">
                  <c:v>21.15</c:v>
                </c:pt>
                <c:pt idx="5990">
                  <c:v>21.24</c:v>
                </c:pt>
                <c:pt idx="5991">
                  <c:v>21.695</c:v>
                </c:pt>
                <c:pt idx="5992">
                  <c:v>21.774999999999999</c:v>
                </c:pt>
                <c:pt idx="5993">
                  <c:v>22.02</c:v>
                </c:pt>
                <c:pt idx="5994">
                  <c:v>22.05</c:v>
                </c:pt>
                <c:pt idx="5995">
                  <c:v>21.484999999999999</c:v>
                </c:pt>
                <c:pt idx="5996">
                  <c:v>21.715</c:v>
                </c:pt>
                <c:pt idx="5997">
                  <c:v>21.89</c:v>
                </c:pt>
                <c:pt idx="5998">
                  <c:v>22.195</c:v>
                </c:pt>
                <c:pt idx="5999">
                  <c:v>21.725000000000001</c:v>
                </c:pt>
                <c:pt idx="6000">
                  <c:v>22.08</c:v>
                </c:pt>
                <c:pt idx="6001">
                  <c:v>21.975000000000001</c:v>
                </c:pt>
                <c:pt idx="6002">
                  <c:v>21.84</c:v>
                </c:pt>
                <c:pt idx="6003">
                  <c:v>21.524999999999999</c:v>
                </c:pt>
                <c:pt idx="6004">
                  <c:v>21.39</c:v>
                </c:pt>
                <c:pt idx="6005">
                  <c:v>21.6</c:v>
                </c:pt>
                <c:pt idx="6006">
                  <c:v>21.524999999999999</c:v>
                </c:pt>
                <c:pt idx="6007">
                  <c:v>21.425000000000001</c:v>
                </c:pt>
                <c:pt idx="6008">
                  <c:v>21.324999999999999</c:v>
                </c:pt>
                <c:pt idx="6009">
                  <c:v>21.9</c:v>
                </c:pt>
                <c:pt idx="6010">
                  <c:v>21.995000000000001</c:v>
                </c:pt>
                <c:pt idx="6011">
                  <c:v>21.995000000000001</c:v>
                </c:pt>
                <c:pt idx="6012">
                  <c:v>21.65</c:v>
                </c:pt>
                <c:pt idx="6013">
                  <c:v>21.84</c:v>
                </c:pt>
                <c:pt idx="6014">
                  <c:v>21.1</c:v>
                </c:pt>
                <c:pt idx="6015">
                  <c:v>20.2</c:v>
                </c:pt>
                <c:pt idx="6016">
                  <c:v>21.524999999999999</c:v>
                </c:pt>
                <c:pt idx="6017">
                  <c:v>21.6</c:v>
                </c:pt>
                <c:pt idx="6018">
                  <c:v>21.895</c:v>
                </c:pt>
                <c:pt idx="6019">
                  <c:v>21.41</c:v>
                </c:pt>
                <c:pt idx="6020">
                  <c:v>21.914999999999999</c:v>
                </c:pt>
                <c:pt idx="6021">
                  <c:v>22.725000000000001</c:v>
                </c:pt>
                <c:pt idx="6022">
                  <c:v>22.85</c:v>
                </c:pt>
                <c:pt idx="6023">
                  <c:v>22.745000000000001</c:v>
                </c:pt>
                <c:pt idx="6024">
                  <c:v>22.094999999999999</c:v>
                </c:pt>
                <c:pt idx="6025">
                  <c:v>22.344999999999999</c:v>
                </c:pt>
                <c:pt idx="6026">
                  <c:v>21.324999999999999</c:v>
                </c:pt>
                <c:pt idx="6027">
                  <c:v>21.625</c:v>
                </c:pt>
                <c:pt idx="6028">
                  <c:v>20.995000000000001</c:v>
                </c:pt>
                <c:pt idx="6029">
                  <c:v>20.47</c:v>
                </c:pt>
                <c:pt idx="6030">
                  <c:v>20.635000000000002</c:v>
                </c:pt>
                <c:pt idx="6031">
                  <c:v>21.125</c:v>
                </c:pt>
                <c:pt idx="6032">
                  <c:v>21.295000000000002</c:v>
                </c:pt>
                <c:pt idx="6033">
                  <c:v>21.625</c:v>
                </c:pt>
                <c:pt idx="6034">
                  <c:v>22.125</c:v>
                </c:pt>
                <c:pt idx="6035">
                  <c:v>21.32</c:v>
                </c:pt>
                <c:pt idx="6036">
                  <c:v>20.425000000000001</c:v>
                </c:pt>
                <c:pt idx="6037">
                  <c:v>21.625</c:v>
                </c:pt>
                <c:pt idx="6038">
                  <c:v>21.4</c:v>
                </c:pt>
                <c:pt idx="6039">
                  <c:v>20</c:v>
                </c:pt>
                <c:pt idx="6040">
                  <c:v>20.02</c:v>
                </c:pt>
                <c:pt idx="6041">
                  <c:v>20.43</c:v>
                </c:pt>
                <c:pt idx="6042">
                  <c:v>20.47</c:v>
                </c:pt>
                <c:pt idx="6043">
                  <c:v>20.625</c:v>
                </c:pt>
                <c:pt idx="6044">
                  <c:v>20.885000000000002</c:v>
                </c:pt>
                <c:pt idx="6045">
                  <c:v>21.675000000000001</c:v>
                </c:pt>
                <c:pt idx="6046">
                  <c:v>22.074999999999999</c:v>
                </c:pt>
                <c:pt idx="6047">
                  <c:v>21.725000000000001</c:v>
                </c:pt>
                <c:pt idx="6048">
                  <c:v>22.114999999999998</c:v>
                </c:pt>
                <c:pt idx="6049">
                  <c:v>23.1</c:v>
                </c:pt>
                <c:pt idx="6050">
                  <c:v>22.475000000000001</c:v>
                </c:pt>
                <c:pt idx="6051">
                  <c:v>21.8</c:v>
                </c:pt>
                <c:pt idx="6052">
                  <c:v>22.15</c:v>
                </c:pt>
                <c:pt idx="6053">
                  <c:v>21.225000000000001</c:v>
                </c:pt>
                <c:pt idx="6054">
                  <c:v>21.35</c:v>
                </c:pt>
                <c:pt idx="6055">
                  <c:v>21.43</c:v>
                </c:pt>
                <c:pt idx="6056">
                  <c:v>23</c:v>
                </c:pt>
                <c:pt idx="6057">
                  <c:v>22.545000000000002</c:v>
                </c:pt>
                <c:pt idx="6058">
                  <c:v>23.055</c:v>
                </c:pt>
                <c:pt idx="6059">
                  <c:v>24.074999999999999</c:v>
                </c:pt>
                <c:pt idx="6060">
                  <c:v>23.355</c:v>
                </c:pt>
                <c:pt idx="6061">
                  <c:v>23.85</c:v>
                </c:pt>
                <c:pt idx="6062">
                  <c:v>24.09</c:v>
                </c:pt>
                <c:pt idx="6063">
                  <c:v>23.125</c:v>
                </c:pt>
                <c:pt idx="6064">
                  <c:v>23.125</c:v>
                </c:pt>
                <c:pt idx="6065">
                  <c:v>23.45</c:v>
                </c:pt>
                <c:pt idx="6066">
                  <c:v>23.32</c:v>
                </c:pt>
                <c:pt idx="6067">
                  <c:v>23.25</c:v>
                </c:pt>
                <c:pt idx="6068">
                  <c:v>22.35</c:v>
                </c:pt>
                <c:pt idx="6069">
                  <c:v>23.05</c:v>
                </c:pt>
                <c:pt idx="6070">
                  <c:v>22.774999999999999</c:v>
                </c:pt>
                <c:pt idx="6071">
                  <c:v>23.7</c:v>
                </c:pt>
                <c:pt idx="6072">
                  <c:v>23.315000000000001</c:v>
                </c:pt>
                <c:pt idx="6073">
                  <c:v>22.425000000000001</c:v>
                </c:pt>
                <c:pt idx="6074">
                  <c:v>22.39</c:v>
                </c:pt>
                <c:pt idx="6075">
                  <c:v>21.375</c:v>
                </c:pt>
                <c:pt idx="6076">
                  <c:v>21.524999999999999</c:v>
                </c:pt>
                <c:pt idx="6077">
                  <c:v>21.75</c:v>
                </c:pt>
                <c:pt idx="6078">
                  <c:v>23.3</c:v>
                </c:pt>
                <c:pt idx="6079">
                  <c:v>22.5</c:v>
                </c:pt>
                <c:pt idx="6080">
                  <c:v>22.625</c:v>
                </c:pt>
                <c:pt idx="6081">
                  <c:v>21.574999999999999</c:v>
                </c:pt>
                <c:pt idx="6082">
                  <c:v>21.445</c:v>
                </c:pt>
                <c:pt idx="6083">
                  <c:v>20.81</c:v>
                </c:pt>
                <c:pt idx="6084">
                  <c:v>21.05</c:v>
                </c:pt>
                <c:pt idx="6085">
                  <c:v>20.52</c:v>
                </c:pt>
                <c:pt idx="6086">
                  <c:v>22.75</c:v>
                </c:pt>
                <c:pt idx="6087">
                  <c:v>23.245000000000001</c:v>
                </c:pt>
                <c:pt idx="6088">
                  <c:v>23.175000000000001</c:v>
                </c:pt>
                <c:pt idx="6089">
                  <c:v>22.35</c:v>
                </c:pt>
                <c:pt idx="6090">
                  <c:v>22.79</c:v>
                </c:pt>
                <c:pt idx="6091">
                  <c:v>24.9</c:v>
                </c:pt>
                <c:pt idx="6092">
                  <c:v>25.324999999999999</c:v>
                </c:pt>
                <c:pt idx="6093">
                  <c:v>26.225000000000001</c:v>
                </c:pt>
                <c:pt idx="6094">
                  <c:v>28.625</c:v>
                </c:pt>
                <c:pt idx="6095">
                  <c:v>28.925000000000001</c:v>
                </c:pt>
                <c:pt idx="6096">
                  <c:v>29.2</c:v>
                </c:pt>
                <c:pt idx="6097">
                  <c:v>27.375</c:v>
                </c:pt>
                <c:pt idx="6098">
                  <c:v>27.7</c:v>
                </c:pt>
                <c:pt idx="6099">
                  <c:v>28.324999999999999</c:v>
                </c:pt>
                <c:pt idx="6100">
                  <c:v>28.2</c:v>
                </c:pt>
                <c:pt idx="6101">
                  <c:v>26.95</c:v>
                </c:pt>
                <c:pt idx="6102">
                  <c:v>26.75</c:v>
                </c:pt>
                <c:pt idx="6103">
                  <c:v>27.45</c:v>
                </c:pt>
                <c:pt idx="6104">
                  <c:v>26.324999999999999</c:v>
                </c:pt>
                <c:pt idx="6105">
                  <c:v>26.85</c:v>
                </c:pt>
                <c:pt idx="6106">
                  <c:v>27.225000000000001</c:v>
                </c:pt>
                <c:pt idx="6107">
                  <c:v>27.7</c:v>
                </c:pt>
                <c:pt idx="6108">
                  <c:v>28.024999999999999</c:v>
                </c:pt>
                <c:pt idx="6109">
                  <c:v>27.925000000000001</c:v>
                </c:pt>
                <c:pt idx="6110">
                  <c:v>26.824999999999999</c:v>
                </c:pt>
                <c:pt idx="6111">
                  <c:v>27.725000000000001</c:v>
                </c:pt>
                <c:pt idx="6112">
                  <c:v>27.75</c:v>
                </c:pt>
                <c:pt idx="6113">
                  <c:v>28.5</c:v>
                </c:pt>
                <c:pt idx="6114">
                  <c:v>28.024999999999999</c:v>
                </c:pt>
                <c:pt idx="6115">
                  <c:v>28.524999999999999</c:v>
                </c:pt>
                <c:pt idx="6116">
                  <c:v>28.9</c:v>
                </c:pt>
                <c:pt idx="6117">
                  <c:v>28.675000000000001</c:v>
                </c:pt>
                <c:pt idx="6118">
                  <c:v>28.524999999999999</c:v>
                </c:pt>
                <c:pt idx="6119">
                  <c:v>29.425000000000001</c:v>
                </c:pt>
                <c:pt idx="6120">
                  <c:v>29.95</c:v>
                </c:pt>
                <c:pt idx="6121">
                  <c:v>28.95</c:v>
                </c:pt>
                <c:pt idx="6122">
                  <c:v>29.475000000000001</c:v>
                </c:pt>
                <c:pt idx="6123">
                  <c:v>29.675000000000001</c:v>
                </c:pt>
                <c:pt idx="6124">
                  <c:v>30.375</c:v>
                </c:pt>
                <c:pt idx="6125">
                  <c:v>30.05</c:v>
                </c:pt>
                <c:pt idx="6126">
                  <c:v>29.625</c:v>
                </c:pt>
                <c:pt idx="6127">
                  <c:v>29.875</c:v>
                </c:pt>
                <c:pt idx="6128">
                  <c:v>29.75</c:v>
                </c:pt>
                <c:pt idx="6129">
                  <c:v>29.95</c:v>
                </c:pt>
                <c:pt idx="6130">
                  <c:v>30.824999999999999</c:v>
                </c:pt>
                <c:pt idx="6131">
                  <c:v>30.774999999999999</c:v>
                </c:pt>
                <c:pt idx="6132">
                  <c:v>30.7</c:v>
                </c:pt>
                <c:pt idx="6133">
                  <c:v>30.074999999999999</c:v>
                </c:pt>
                <c:pt idx="6134">
                  <c:v>29.9</c:v>
                </c:pt>
                <c:pt idx="6135">
                  <c:v>29.875</c:v>
                </c:pt>
                <c:pt idx="6136">
                  <c:v>29.774999999999999</c:v>
                </c:pt>
                <c:pt idx="6137">
                  <c:v>29.35</c:v>
                </c:pt>
                <c:pt idx="6138">
                  <c:v>29.4</c:v>
                </c:pt>
                <c:pt idx="6139">
                  <c:v>30.15</c:v>
                </c:pt>
                <c:pt idx="6140">
                  <c:v>29.574999999999999</c:v>
                </c:pt>
                <c:pt idx="6141">
                  <c:v>29.4</c:v>
                </c:pt>
                <c:pt idx="6142">
                  <c:v>29.4</c:v>
                </c:pt>
                <c:pt idx="6143">
                  <c:v>28.7</c:v>
                </c:pt>
                <c:pt idx="6144">
                  <c:v>29</c:v>
                </c:pt>
                <c:pt idx="6145">
                  <c:v>29.274999999999999</c:v>
                </c:pt>
                <c:pt idx="6146">
                  <c:v>29.4</c:v>
                </c:pt>
                <c:pt idx="6147">
                  <c:v>30</c:v>
                </c:pt>
                <c:pt idx="6148">
                  <c:v>30.55</c:v>
                </c:pt>
                <c:pt idx="6149">
                  <c:v>30.574999999999999</c:v>
                </c:pt>
                <c:pt idx="6150">
                  <c:v>30.65</c:v>
                </c:pt>
                <c:pt idx="6151">
                  <c:v>30.35</c:v>
                </c:pt>
                <c:pt idx="6152">
                  <c:v>30.45</c:v>
                </c:pt>
                <c:pt idx="6153">
                  <c:v>29.8</c:v>
                </c:pt>
                <c:pt idx="6154">
                  <c:v>29.375</c:v>
                </c:pt>
                <c:pt idx="6155">
                  <c:v>29.824999999999999</c:v>
                </c:pt>
                <c:pt idx="6156">
                  <c:v>30.225000000000001</c:v>
                </c:pt>
                <c:pt idx="6157">
                  <c:v>30.074999999999999</c:v>
                </c:pt>
                <c:pt idx="6158">
                  <c:v>30.175000000000001</c:v>
                </c:pt>
                <c:pt idx="6159">
                  <c:v>30.324999999999999</c:v>
                </c:pt>
                <c:pt idx="6160">
                  <c:v>30.55</c:v>
                </c:pt>
                <c:pt idx="6161">
                  <c:v>31.225000000000001</c:v>
                </c:pt>
                <c:pt idx="6162">
                  <c:v>31.45</c:v>
                </c:pt>
                <c:pt idx="6163">
                  <c:v>31.375</c:v>
                </c:pt>
                <c:pt idx="6164">
                  <c:v>31.375</c:v>
                </c:pt>
                <c:pt idx="6165">
                  <c:v>30.9</c:v>
                </c:pt>
                <c:pt idx="6166">
                  <c:v>30.45</c:v>
                </c:pt>
                <c:pt idx="6167">
                  <c:v>30.274999999999999</c:v>
                </c:pt>
                <c:pt idx="6168">
                  <c:v>30.85</c:v>
                </c:pt>
                <c:pt idx="6169">
                  <c:v>30.5</c:v>
                </c:pt>
                <c:pt idx="6170">
                  <c:v>31.175000000000001</c:v>
                </c:pt>
                <c:pt idx="6171">
                  <c:v>31.25</c:v>
                </c:pt>
                <c:pt idx="6172">
                  <c:v>31.024999999999999</c:v>
                </c:pt>
                <c:pt idx="6173">
                  <c:v>31.125</c:v>
                </c:pt>
                <c:pt idx="6174">
                  <c:v>30.85</c:v>
                </c:pt>
                <c:pt idx="6175">
                  <c:v>31.15</c:v>
                </c:pt>
                <c:pt idx="6176">
                  <c:v>31.35</c:v>
                </c:pt>
                <c:pt idx="6177">
                  <c:v>31.05</c:v>
                </c:pt>
                <c:pt idx="6178">
                  <c:v>30.6</c:v>
                </c:pt>
                <c:pt idx="6179">
                  <c:v>30.65</c:v>
                </c:pt>
                <c:pt idx="6180">
                  <c:v>30.125</c:v>
                </c:pt>
                <c:pt idx="6181">
                  <c:v>30.05</c:v>
                </c:pt>
                <c:pt idx="6182">
                  <c:v>30.3</c:v>
                </c:pt>
                <c:pt idx="6183">
                  <c:v>29.85</c:v>
                </c:pt>
                <c:pt idx="6184">
                  <c:v>29.824999999999999</c:v>
                </c:pt>
                <c:pt idx="6185">
                  <c:v>29.85</c:v>
                </c:pt>
                <c:pt idx="6186">
                  <c:v>29.35</c:v>
                </c:pt>
                <c:pt idx="6187">
                  <c:v>29.175000000000001</c:v>
                </c:pt>
                <c:pt idx="6188">
                  <c:v>28.725000000000001</c:v>
                </c:pt>
                <c:pt idx="6189">
                  <c:v>28.7</c:v>
                </c:pt>
                <c:pt idx="6190">
                  <c:v>28</c:v>
                </c:pt>
                <c:pt idx="6191">
                  <c:v>28.274999999999999</c:v>
                </c:pt>
                <c:pt idx="6192">
                  <c:v>28.65</c:v>
                </c:pt>
                <c:pt idx="6193">
                  <c:v>28.55</c:v>
                </c:pt>
                <c:pt idx="6194">
                  <c:v>28.25</c:v>
                </c:pt>
                <c:pt idx="6195">
                  <c:v>28.324999999999999</c:v>
                </c:pt>
                <c:pt idx="6196">
                  <c:v>28</c:v>
                </c:pt>
                <c:pt idx="6197">
                  <c:v>28.024999999999999</c:v>
                </c:pt>
                <c:pt idx="6198">
                  <c:v>28.425000000000001</c:v>
                </c:pt>
                <c:pt idx="6199">
                  <c:v>28.65</c:v>
                </c:pt>
                <c:pt idx="6200">
                  <c:v>28.45</c:v>
                </c:pt>
                <c:pt idx="6201">
                  <c:v>29.05</c:v>
                </c:pt>
                <c:pt idx="6202">
                  <c:v>29.15</c:v>
                </c:pt>
                <c:pt idx="6203">
                  <c:v>28.7</c:v>
                </c:pt>
                <c:pt idx="6204">
                  <c:v>28.2</c:v>
                </c:pt>
                <c:pt idx="6205">
                  <c:v>28.35</c:v>
                </c:pt>
                <c:pt idx="6206">
                  <c:v>28.8</c:v>
                </c:pt>
                <c:pt idx="6207">
                  <c:v>28.5</c:v>
                </c:pt>
                <c:pt idx="6208">
                  <c:v>27.975000000000001</c:v>
                </c:pt>
                <c:pt idx="6209">
                  <c:v>27.425000000000001</c:v>
                </c:pt>
                <c:pt idx="6210">
                  <c:v>26.7</c:v>
                </c:pt>
                <c:pt idx="6211">
                  <c:v>26.65</c:v>
                </c:pt>
                <c:pt idx="6212">
                  <c:v>26.75</c:v>
                </c:pt>
                <c:pt idx="6213">
                  <c:v>26.7</c:v>
                </c:pt>
                <c:pt idx="6214">
                  <c:v>27.074999999999999</c:v>
                </c:pt>
                <c:pt idx="6215">
                  <c:v>26.65</c:v>
                </c:pt>
                <c:pt idx="6216">
                  <c:v>27.425000000000001</c:v>
                </c:pt>
                <c:pt idx="6217">
                  <c:v>27.175000000000001</c:v>
                </c:pt>
                <c:pt idx="6218">
                  <c:v>27.3</c:v>
                </c:pt>
                <c:pt idx="6219">
                  <c:v>27.074999999999999</c:v>
                </c:pt>
                <c:pt idx="6220">
                  <c:v>27.225000000000001</c:v>
                </c:pt>
                <c:pt idx="6221">
                  <c:v>27.4</c:v>
                </c:pt>
                <c:pt idx="6222">
                  <c:v>27.45</c:v>
                </c:pt>
                <c:pt idx="6223">
                  <c:v>27.2</c:v>
                </c:pt>
                <c:pt idx="6224">
                  <c:v>28.45</c:v>
                </c:pt>
                <c:pt idx="6225">
                  <c:v>28.45</c:v>
                </c:pt>
                <c:pt idx="6226">
                  <c:v>28.024999999999999</c:v>
                </c:pt>
                <c:pt idx="6227">
                  <c:v>27.574999999999999</c:v>
                </c:pt>
                <c:pt idx="6228">
                  <c:v>27.574999999999999</c:v>
                </c:pt>
                <c:pt idx="6229">
                  <c:v>27.274999999999999</c:v>
                </c:pt>
                <c:pt idx="6230">
                  <c:v>26.15</c:v>
                </c:pt>
                <c:pt idx="6231">
                  <c:v>26.25</c:v>
                </c:pt>
                <c:pt idx="6232">
                  <c:v>26.524999999999999</c:v>
                </c:pt>
                <c:pt idx="6233">
                  <c:v>26.8</c:v>
                </c:pt>
                <c:pt idx="6234">
                  <c:v>26</c:v>
                </c:pt>
                <c:pt idx="6235">
                  <c:v>26.15</c:v>
                </c:pt>
                <c:pt idx="6236">
                  <c:v>26.7</c:v>
                </c:pt>
                <c:pt idx="6237">
                  <c:v>27.225000000000001</c:v>
                </c:pt>
                <c:pt idx="6238">
                  <c:v>26.925000000000001</c:v>
                </c:pt>
                <c:pt idx="6239">
                  <c:v>27.125</c:v>
                </c:pt>
                <c:pt idx="6240">
                  <c:v>27.75</c:v>
                </c:pt>
                <c:pt idx="6241">
                  <c:v>28.15</c:v>
                </c:pt>
                <c:pt idx="6242">
                  <c:v>27.6</c:v>
                </c:pt>
                <c:pt idx="6243">
                  <c:v>27.35</c:v>
                </c:pt>
                <c:pt idx="6244">
                  <c:v>27</c:v>
                </c:pt>
                <c:pt idx="6245">
                  <c:v>27.375</c:v>
                </c:pt>
                <c:pt idx="6246">
                  <c:v>27.15</c:v>
                </c:pt>
                <c:pt idx="6247">
                  <c:v>27.524999999999999</c:v>
                </c:pt>
                <c:pt idx="6248">
                  <c:v>27.55</c:v>
                </c:pt>
                <c:pt idx="6249">
                  <c:v>28.324999999999999</c:v>
                </c:pt>
                <c:pt idx="6250">
                  <c:v>28</c:v>
                </c:pt>
                <c:pt idx="6251">
                  <c:v>28.2</c:v>
                </c:pt>
                <c:pt idx="6252">
                  <c:v>27.125</c:v>
                </c:pt>
                <c:pt idx="6253">
                  <c:v>26.824999999999999</c:v>
                </c:pt>
                <c:pt idx="6254">
                  <c:v>25.975000000000001</c:v>
                </c:pt>
                <c:pt idx="6255">
                  <c:v>27.95</c:v>
                </c:pt>
                <c:pt idx="6256">
                  <c:v>29.5</c:v>
                </c:pt>
                <c:pt idx="6257">
                  <c:v>28.35</c:v>
                </c:pt>
                <c:pt idx="6258">
                  <c:v>28.95</c:v>
                </c:pt>
                <c:pt idx="6259">
                  <c:v>28.5</c:v>
                </c:pt>
                <c:pt idx="6260">
                  <c:v>27.9</c:v>
                </c:pt>
                <c:pt idx="6261">
                  <c:v>27.875</c:v>
                </c:pt>
                <c:pt idx="6262">
                  <c:v>28.574999999999999</c:v>
                </c:pt>
                <c:pt idx="6263">
                  <c:v>28.25</c:v>
                </c:pt>
                <c:pt idx="6264">
                  <c:v>28.6</c:v>
                </c:pt>
                <c:pt idx="6265">
                  <c:v>28.25</c:v>
                </c:pt>
                <c:pt idx="6266">
                  <c:v>28.024999999999999</c:v>
                </c:pt>
                <c:pt idx="6267">
                  <c:v>28.9</c:v>
                </c:pt>
                <c:pt idx="6268">
                  <c:v>29.245000000000001</c:v>
                </c:pt>
                <c:pt idx="6269">
                  <c:v>28.2</c:v>
                </c:pt>
                <c:pt idx="6270">
                  <c:v>28.67</c:v>
                </c:pt>
                <c:pt idx="6271">
                  <c:v>29.184999999999999</c:v>
                </c:pt>
                <c:pt idx="6272">
                  <c:v>28.265000000000001</c:v>
                </c:pt>
                <c:pt idx="6273">
                  <c:v>27.745000000000001</c:v>
                </c:pt>
                <c:pt idx="6274">
                  <c:v>28.7</c:v>
                </c:pt>
                <c:pt idx="6275">
                  <c:v>29.925000000000001</c:v>
                </c:pt>
                <c:pt idx="6276">
                  <c:v>29</c:v>
                </c:pt>
                <c:pt idx="6277">
                  <c:v>28.95</c:v>
                </c:pt>
                <c:pt idx="6278">
                  <c:v>29.6</c:v>
                </c:pt>
                <c:pt idx="6279">
                  <c:v>29.42</c:v>
                </c:pt>
                <c:pt idx="6280">
                  <c:v>29.234999999999999</c:v>
                </c:pt>
                <c:pt idx="6281">
                  <c:v>27.86</c:v>
                </c:pt>
                <c:pt idx="6282">
                  <c:v>27.86</c:v>
                </c:pt>
                <c:pt idx="6283">
                  <c:v>27.905000000000001</c:v>
                </c:pt>
                <c:pt idx="6284">
                  <c:v>28.6</c:v>
                </c:pt>
                <c:pt idx="6285">
                  <c:v>27.175000000000001</c:v>
                </c:pt>
                <c:pt idx="6286">
                  <c:v>27.45</c:v>
                </c:pt>
                <c:pt idx="6287">
                  <c:v>26.524999999999999</c:v>
                </c:pt>
                <c:pt idx="6288">
                  <c:v>27.61</c:v>
                </c:pt>
                <c:pt idx="6289">
                  <c:v>26.225000000000001</c:v>
                </c:pt>
                <c:pt idx="6290">
                  <c:v>25.37</c:v>
                </c:pt>
                <c:pt idx="6291">
                  <c:v>25.074999999999999</c:v>
                </c:pt>
                <c:pt idx="6292">
                  <c:v>24.94</c:v>
                </c:pt>
                <c:pt idx="6293">
                  <c:v>22.89</c:v>
                </c:pt>
                <c:pt idx="6294">
                  <c:v>24.39</c:v>
                </c:pt>
                <c:pt idx="6295">
                  <c:v>26.175000000000001</c:v>
                </c:pt>
                <c:pt idx="6296">
                  <c:v>27.82</c:v>
                </c:pt>
                <c:pt idx="6297">
                  <c:v>28.15</c:v>
                </c:pt>
                <c:pt idx="6298">
                  <c:v>29.78</c:v>
                </c:pt>
                <c:pt idx="6299">
                  <c:v>30.14</c:v>
                </c:pt>
                <c:pt idx="6300">
                  <c:v>31.05</c:v>
                </c:pt>
                <c:pt idx="6301">
                  <c:v>31.445</c:v>
                </c:pt>
                <c:pt idx="6302">
                  <c:v>31.39</c:v>
                </c:pt>
                <c:pt idx="6303">
                  <c:v>31.215</c:v>
                </c:pt>
                <c:pt idx="6304">
                  <c:v>31.43</c:v>
                </c:pt>
                <c:pt idx="6305">
                  <c:v>31.824999999999999</c:v>
                </c:pt>
                <c:pt idx="6306">
                  <c:v>31.555</c:v>
                </c:pt>
                <c:pt idx="6307">
                  <c:v>32.115000000000002</c:v>
                </c:pt>
                <c:pt idx="6308">
                  <c:v>32.01</c:v>
                </c:pt>
                <c:pt idx="6309">
                  <c:v>31.55</c:v>
                </c:pt>
                <c:pt idx="6310">
                  <c:v>31.204999999999998</c:v>
                </c:pt>
                <c:pt idx="6311">
                  <c:v>30.895</c:v>
                </c:pt>
                <c:pt idx="6312">
                  <c:v>30.774999999999999</c:v>
                </c:pt>
                <c:pt idx="6313">
                  <c:v>30.934999999999999</c:v>
                </c:pt>
                <c:pt idx="6314">
                  <c:v>31.34</c:v>
                </c:pt>
                <c:pt idx="6315">
                  <c:v>30.954999999999998</c:v>
                </c:pt>
                <c:pt idx="6316">
                  <c:v>31.15</c:v>
                </c:pt>
                <c:pt idx="6317">
                  <c:v>30.86</c:v>
                </c:pt>
                <c:pt idx="6318">
                  <c:v>30.4</c:v>
                </c:pt>
                <c:pt idx="6319">
                  <c:v>30.774999999999999</c:v>
                </c:pt>
                <c:pt idx="6320">
                  <c:v>31.4</c:v>
                </c:pt>
                <c:pt idx="6321">
                  <c:v>31.7</c:v>
                </c:pt>
                <c:pt idx="6322">
                  <c:v>31.785</c:v>
                </c:pt>
                <c:pt idx="6323">
                  <c:v>31.225000000000001</c:v>
                </c:pt>
                <c:pt idx="6324">
                  <c:v>32.174999999999997</c:v>
                </c:pt>
                <c:pt idx="6325">
                  <c:v>33.42</c:v>
                </c:pt>
                <c:pt idx="6326">
                  <c:v>33.325000000000003</c:v>
                </c:pt>
                <c:pt idx="6327">
                  <c:v>33.145000000000003</c:v>
                </c:pt>
                <c:pt idx="6328">
                  <c:v>32.93</c:v>
                </c:pt>
                <c:pt idx="6329">
                  <c:v>32.505000000000003</c:v>
                </c:pt>
                <c:pt idx="6330">
                  <c:v>31.53</c:v>
                </c:pt>
                <c:pt idx="6331">
                  <c:v>31.8</c:v>
                </c:pt>
                <c:pt idx="6332">
                  <c:v>32.104999999999997</c:v>
                </c:pt>
                <c:pt idx="6333">
                  <c:v>31.844999999999999</c:v>
                </c:pt>
                <c:pt idx="6334">
                  <c:v>31.635000000000002</c:v>
                </c:pt>
                <c:pt idx="6335">
                  <c:v>31.515000000000001</c:v>
                </c:pt>
                <c:pt idx="6336">
                  <c:v>32.76</c:v>
                </c:pt>
                <c:pt idx="6337">
                  <c:v>32.74</c:v>
                </c:pt>
                <c:pt idx="6338">
                  <c:v>33.244999999999997</c:v>
                </c:pt>
                <c:pt idx="6339">
                  <c:v>32.865000000000002</c:v>
                </c:pt>
                <c:pt idx="6340">
                  <c:v>32.6</c:v>
                </c:pt>
                <c:pt idx="6341">
                  <c:v>32.94</c:v>
                </c:pt>
                <c:pt idx="6342">
                  <c:v>33.475000000000001</c:v>
                </c:pt>
                <c:pt idx="6343">
                  <c:v>33.594999999999999</c:v>
                </c:pt>
                <c:pt idx="6344">
                  <c:v>34.06</c:v>
                </c:pt>
                <c:pt idx="6345">
                  <c:v>33.6</c:v>
                </c:pt>
                <c:pt idx="6346">
                  <c:v>34.405000000000001</c:v>
                </c:pt>
                <c:pt idx="6347">
                  <c:v>33.99</c:v>
                </c:pt>
                <c:pt idx="6348">
                  <c:v>33.454999999999998</c:v>
                </c:pt>
                <c:pt idx="6349">
                  <c:v>34.380000000000003</c:v>
                </c:pt>
                <c:pt idx="6350">
                  <c:v>34.85</c:v>
                </c:pt>
                <c:pt idx="6351">
                  <c:v>35.174999999999997</c:v>
                </c:pt>
                <c:pt idx="6352">
                  <c:v>34.935000000000002</c:v>
                </c:pt>
                <c:pt idx="6353">
                  <c:v>35.1</c:v>
                </c:pt>
                <c:pt idx="6354">
                  <c:v>35.475000000000001</c:v>
                </c:pt>
                <c:pt idx="6355">
                  <c:v>35.33</c:v>
                </c:pt>
                <c:pt idx="6356">
                  <c:v>35.450000000000003</c:v>
                </c:pt>
                <c:pt idx="6357">
                  <c:v>35.875</c:v>
                </c:pt>
                <c:pt idx="6358">
                  <c:v>35.76</c:v>
                </c:pt>
                <c:pt idx="6359">
                  <c:v>36.15</c:v>
                </c:pt>
                <c:pt idx="6360">
                  <c:v>36</c:v>
                </c:pt>
                <c:pt idx="6361">
                  <c:v>36.11</c:v>
                </c:pt>
                <c:pt idx="6362">
                  <c:v>35.909999999999997</c:v>
                </c:pt>
                <c:pt idx="6363">
                  <c:v>36.049999999999997</c:v>
                </c:pt>
                <c:pt idx="6364">
                  <c:v>36.049999999999997</c:v>
                </c:pt>
                <c:pt idx="6365">
                  <c:v>36.51</c:v>
                </c:pt>
                <c:pt idx="6366">
                  <c:v>36.174999999999997</c:v>
                </c:pt>
                <c:pt idx="6367">
                  <c:v>36.174999999999997</c:v>
                </c:pt>
                <c:pt idx="6368">
                  <c:v>35.835000000000001</c:v>
                </c:pt>
                <c:pt idx="6369">
                  <c:v>35.774999999999999</c:v>
                </c:pt>
                <c:pt idx="6370">
                  <c:v>35.71</c:v>
                </c:pt>
                <c:pt idx="6371">
                  <c:v>35.33</c:v>
                </c:pt>
                <c:pt idx="6372">
                  <c:v>35.325000000000003</c:v>
                </c:pt>
                <c:pt idx="6373">
                  <c:v>35.15</c:v>
                </c:pt>
                <c:pt idx="6374">
                  <c:v>35.354999999999997</c:v>
                </c:pt>
                <c:pt idx="6375">
                  <c:v>35.375</c:v>
                </c:pt>
                <c:pt idx="6376">
                  <c:v>35.125</c:v>
                </c:pt>
                <c:pt idx="6377">
                  <c:v>34.625</c:v>
                </c:pt>
                <c:pt idx="6378">
                  <c:v>34.15</c:v>
                </c:pt>
                <c:pt idx="6379">
                  <c:v>34.145000000000003</c:v>
                </c:pt>
                <c:pt idx="6380">
                  <c:v>33.575000000000003</c:v>
                </c:pt>
                <c:pt idx="6381">
                  <c:v>33.484999999999999</c:v>
                </c:pt>
                <c:pt idx="6382">
                  <c:v>33.85</c:v>
                </c:pt>
                <c:pt idx="6383">
                  <c:v>33.5</c:v>
                </c:pt>
                <c:pt idx="6384">
                  <c:v>33.1</c:v>
                </c:pt>
                <c:pt idx="6385">
                  <c:v>32.9</c:v>
                </c:pt>
                <c:pt idx="6386">
                  <c:v>32.314999999999998</c:v>
                </c:pt>
                <c:pt idx="6387">
                  <c:v>32.225000000000001</c:v>
                </c:pt>
                <c:pt idx="6388">
                  <c:v>33.125</c:v>
                </c:pt>
                <c:pt idx="6389">
                  <c:v>33.564999999999998</c:v>
                </c:pt>
                <c:pt idx="6390">
                  <c:v>33.700000000000003</c:v>
                </c:pt>
                <c:pt idx="6391">
                  <c:v>33.700000000000003</c:v>
                </c:pt>
                <c:pt idx="6392">
                  <c:v>33.369999999999997</c:v>
                </c:pt>
                <c:pt idx="6393">
                  <c:v>32.865000000000002</c:v>
                </c:pt>
                <c:pt idx="6394">
                  <c:v>32.674999999999997</c:v>
                </c:pt>
                <c:pt idx="6395">
                  <c:v>31.95</c:v>
                </c:pt>
                <c:pt idx="6396">
                  <c:v>31.88</c:v>
                </c:pt>
                <c:pt idx="6397">
                  <c:v>31.75</c:v>
                </c:pt>
                <c:pt idx="6398">
                  <c:v>32.85</c:v>
                </c:pt>
                <c:pt idx="6399">
                  <c:v>32.604999999999997</c:v>
                </c:pt>
                <c:pt idx="6400">
                  <c:v>32.274999999999999</c:v>
                </c:pt>
                <c:pt idx="6401">
                  <c:v>32.274999999999999</c:v>
                </c:pt>
                <c:pt idx="6402">
                  <c:v>32.145000000000003</c:v>
                </c:pt>
                <c:pt idx="6403">
                  <c:v>32.46</c:v>
                </c:pt>
                <c:pt idx="6404">
                  <c:v>31.504999999999999</c:v>
                </c:pt>
                <c:pt idx="6405">
                  <c:v>30.695</c:v>
                </c:pt>
                <c:pt idx="6406">
                  <c:v>30.524999999999999</c:v>
                </c:pt>
                <c:pt idx="6407">
                  <c:v>30.145</c:v>
                </c:pt>
                <c:pt idx="6408">
                  <c:v>30.57</c:v>
                </c:pt>
                <c:pt idx="6409">
                  <c:v>31.39</c:v>
                </c:pt>
                <c:pt idx="6410">
                  <c:v>31.495000000000001</c:v>
                </c:pt>
                <c:pt idx="6411">
                  <c:v>31.445</c:v>
                </c:pt>
                <c:pt idx="6412">
                  <c:v>31.274999999999999</c:v>
                </c:pt>
                <c:pt idx="6413">
                  <c:v>31.695</c:v>
                </c:pt>
                <c:pt idx="6414">
                  <c:v>31.25</c:v>
                </c:pt>
                <c:pt idx="6415">
                  <c:v>30.58</c:v>
                </c:pt>
                <c:pt idx="6416">
                  <c:v>31.25</c:v>
                </c:pt>
                <c:pt idx="6417">
                  <c:v>31.675000000000001</c:v>
                </c:pt>
                <c:pt idx="6418">
                  <c:v>31.824999999999999</c:v>
                </c:pt>
                <c:pt idx="6419">
                  <c:v>31.574999999999999</c:v>
                </c:pt>
                <c:pt idx="6420">
                  <c:v>31.875</c:v>
                </c:pt>
                <c:pt idx="6421">
                  <c:v>32.085000000000001</c:v>
                </c:pt>
                <c:pt idx="6422">
                  <c:v>31.45</c:v>
                </c:pt>
                <c:pt idx="6423">
                  <c:v>31.28</c:v>
                </c:pt>
                <c:pt idx="6424">
                  <c:v>31.9</c:v>
                </c:pt>
                <c:pt idx="6425">
                  <c:v>32.335000000000001</c:v>
                </c:pt>
                <c:pt idx="6426">
                  <c:v>32.26</c:v>
                </c:pt>
                <c:pt idx="6427">
                  <c:v>32.475000000000001</c:v>
                </c:pt>
                <c:pt idx="6428">
                  <c:v>32.265000000000001</c:v>
                </c:pt>
                <c:pt idx="6429">
                  <c:v>32</c:v>
                </c:pt>
                <c:pt idx="6430">
                  <c:v>31.704999999999998</c:v>
                </c:pt>
                <c:pt idx="6431">
                  <c:v>31.5</c:v>
                </c:pt>
                <c:pt idx="6432">
                  <c:v>32.229999999999997</c:v>
                </c:pt>
                <c:pt idx="6433">
                  <c:v>32.685000000000002</c:v>
                </c:pt>
                <c:pt idx="6434">
                  <c:v>32.344999999999999</c:v>
                </c:pt>
                <c:pt idx="6435">
                  <c:v>32.24</c:v>
                </c:pt>
                <c:pt idx="6436">
                  <c:v>32.450000000000003</c:v>
                </c:pt>
                <c:pt idx="6437">
                  <c:v>32.700000000000003</c:v>
                </c:pt>
                <c:pt idx="6438">
                  <c:v>33.094999999999999</c:v>
                </c:pt>
                <c:pt idx="6439">
                  <c:v>33.229999999999997</c:v>
                </c:pt>
                <c:pt idx="6440">
                  <c:v>33.024999999999999</c:v>
                </c:pt>
                <c:pt idx="6441">
                  <c:v>33.5</c:v>
                </c:pt>
                <c:pt idx="6442">
                  <c:v>33.36</c:v>
                </c:pt>
                <c:pt idx="6443">
                  <c:v>33.784999999999997</c:v>
                </c:pt>
                <c:pt idx="6444">
                  <c:v>34.174999999999997</c:v>
                </c:pt>
                <c:pt idx="6445">
                  <c:v>33.270000000000003</c:v>
                </c:pt>
                <c:pt idx="6446">
                  <c:v>32.825000000000003</c:v>
                </c:pt>
                <c:pt idx="6447">
                  <c:v>33.034999999999997</c:v>
                </c:pt>
                <c:pt idx="6448">
                  <c:v>32.924999999999997</c:v>
                </c:pt>
                <c:pt idx="6449">
                  <c:v>32.305</c:v>
                </c:pt>
                <c:pt idx="6450">
                  <c:v>31.85</c:v>
                </c:pt>
                <c:pt idx="6451">
                  <c:v>32.295000000000002</c:v>
                </c:pt>
                <c:pt idx="6452">
                  <c:v>31.87</c:v>
                </c:pt>
                <c:pt idx="6453">
                  <c:v>32.42</c:v>
                </c:pt>
                <c:pt idx="6454">
                  <c:v>32.125</c:v>
                </c:pt>
                <c:pt idx="6455">
                  <c:v>32.174999999999997</c:v>
                </c:pt>
                <c:pt idx="6456">
                  <c:v>31.475000000000001</c:v>
                </c:pt>
                <c:pt idx="6457">
                  <c:v>30.75</c:v>
                </c:pt>
                <c:pt idx="6458">
                  <c:v>31.524999999999999</c:v>
                </c:pt>
                <c:pt idx="6459">
                  <c:v>31.31</c:v>
                </c:pt>
                <c:pt idx="6460">
                  <c:v>31.504999999999999</c:v>
                </c:pt>
                <c:pt idx="6461">
                  <c:v>32.125</c:v>
                </c:pt>
                <c:pt idx="6462">
                  <c:v>32.125</c:v>
                </c:pt>
                <c:pt idx="6463">
                  <c:v>31.855</c:v>
                </c:pt>
                <c:pt idx="6464">
                  <c:v>31.725000000000001</c:v>
                </c:pt>
                <c:pt idx="6465">
                  <c:v>31</c:v>
                </c:pt>
                <c:pt idx="6466">
                  <c:v>31.645</c:v>
                </c:pt>
                <c:pt idx="6467">
                  <c:v>32.265000000000001</c:v>
                </c:pt>
                <c:pt idx="6468">
                  <c:v>32.35</c:v>
                </c:pt>
                <c:pt idx="6469">
                  <c:v>32.524999999999999</c:v>
                </c:pt>
                <c:pt idx="6470">
                  <c:v>32.975000000000001</c:v>
                </c:pt>
                <c:pt idx="6471">
                  <c:v>32.715000000000003</c:v>
                </c:pt>
                <c:pt idx="6472">
                  <c:v>32.630000000000003</c:v>
                </c:pt>
                <c:pt idx="6473">
                  <c:v>33.185000000000002</c:v>
                </c:pt>
                <c:pt idx="6474">
                  <c:v>32.895000000000003</c:v>
                </c:pt>
                <c:pt idx="6475">
                  <c:v>31.855</c:v>
                </c:pt>
                <c:pt idx="6476">
                  <c:v>31.855</c:v>
                </c:pt>
                <c:pt idx="6477">
                  <c:v>32.119999999999997</c:v>
                </c:pt>
                <c:pt idx="6478">
                  <c:v>32.04</c:v>
                </c:pt>
                <c:pt idx="6479">
                  <c:v>32.89</c:v>
                </c:pt>
                <c:pt idx="6480">
                  <c:v>31.465</c:v>
                </c:pt>
                <c:pt idx="6481">
                  <c:v>31.58</c:v>
                </c:pt>
                <c:pt idx="6482">
                  <c:v>31.87</c:v>
                </c:pt>
                <c:pt idx="6483">
                  <c:v>32.340000000000003</c:v>
                </c:pt>
                <c:pt idx="6484">
                  <c:v>31.785</c:v>
                </c:pt>
                <c:pt idx="6485">
                  <c:v>31.45</c:v>
                </c:pt>
                <c:pt idx="6486">
                  <c:v>31.68</c:v>
                </c:pt>
                <c:pt idx="6487">
                  <c:v>32.174999999999997</c:v>
                </c:pt>
                <c:pt idx="6488">
                  <c:v>31.914999999999999</c:v>
                </c:pt>
                <c:pt idx="6489">
                  <c:v>33.89</c:v>
                </c:pt>
                <c:pt idx="6490">
                  <c:v>33.655000000000001</c:v>
                </c:pt>
                <c:pt idx="6491">
                  <c:v>33.725000000000001</c:v>
                </c:pt>
                <c:pt idx="6492">
                  <c:v>34.450000000000003</c:v>
                </c:pt>
                <c:pt idx="6493">
                  <c:v>35.695</c:v>
                </c:pt>
                <c:pt idx="6494">
                  <c:v>35.94</c:v>
                </c:pt>
                <c:pt idx="6495">
                  <c:v>35.994999999999997</c:v>
                </c:pt>
                <c:pt idx="6496">
                  <c:v>35.924999999999997</c:v>
                </c:pt>
                <c:pt idx="6497">
                  <c:v>35.909999999999997</c:v>
                </c:pt>
                <c:pt idx="6498">
                  <c:v>35.975000000000001</c:v>
                </c:pt>
                <c:pt idx="6499">
                  <c:v>35.31</c:v>
                </c:pt>
                <c:pt idx="6500">
                  <c:v>35.744999999999997</c:v>
                </c:pt>
                <c:pt idx="6501">
                  <c:v>35.6</c:v>
                </c:pt>
                <c:pt idx="6502">
                  <c:v>35.53</c:v>
                </c:pt>
                <c:pt idx="6503">
                  <c:v>34.914999999999999</c:v>
                </c:pt>
                <c:pt idx="6504">
                  <c:v>34.92</c:v>
                </c:pt>
                <c:pt idx="6505">
                  <c:v>35.085000000000001</c:v>
                </c:pt>
                <c:pt idx="6506">
                  <c:v>34.5</c:v>
                </c:pt>
                <c:pt idx="6507">
                  <c:v>34.625</c:v>
                </c:pt>
                <c:pt idx="6508">
                  <c:v>34.54</c:v>
                </c:pt>
                <c:pt idx="6509">
                  <c:v>33.85</c:v>
                </c:pt>
                <c:pt idx="6510">
                  <c:v>33.594999999999999</c:v>
                </c:pt>
                <c:pt idx="6511">
                  <c:v>34.075000000000003</c:v>
                </c:pt>
                <c:pt idx="6512">
                  <c:v>35.265000000000001</c:v>
                </c:pt>
                <c:pt idx="6513">
                  <c:v>34.945</c:v>
                </c:pt>
                <c:pt idx="6514">
                  <c:v>34.869999999999997</c:v>
                </c:pt>
                <c:pt idx="6515">
                  <c:v>35.35</c:v>
                </c:pt>
                <c:pt idx="6516">
                  <c:v>35.409999999999997</c:v>
                </c:pt>
                <c:pt idx="6517">
                  <c:v>36.174999999999997</c:v>
                </c:pt>
                <c:pt idx="6518">
                  <c:v>36.575000000000003</c:v>
                </c:pt>
                <c:pt idx="6519">
                  <c:v>36.74</c:v>
                </c:pt>
                <c:pt idx="6520">
                  <c:v>36.6</c:v>
                </c:pt>
                <c:pt idx="6521">
                  <c:v>36.055</c:v>
                </c:pt>
                <c:pt idx="6522">
                  <c:v>36.200000000000003</c:v>
                </c:pt>
                <c:pt idx="6523">
                  <c:v>36.685000000000002</c:v>
                </c:pt>
                <c:pt idx="6524">
                  <c:v>36.65</c:v>
                </c:pt>
                <c:pt idx="6525">
                  <c:v>36.965000000000003</c:v>
                </c:pt>
                <c:pt idx="6526">
                  <c:v>37.5</c:v>
                </c:pt>
                <c:pt idx="6527">
                  <c:v>36.76</c:v>
                </c:pt>
                <c:pt idx="6528">
                  <c:v>36.03</c:v>
                </c:pt>
                <c:pt idx="6529">
                  <c:v>35.155000000000001</c:v>
                </c:pt>
                <c:pt idx="6530">
                  <c:v>35.475000000000001</c:v>
                </c:pt>
                <c:pt idx="6531">
                  <c:v>34.9</c:v>
                </c:pt>
                <c:pt idx="6532">
                  <c:v>35.125</c:v>
                </c:pt>
                <c:pt idx="6533">
                  <c:v>34.875</c:v>
                </c:pt>
                <c:pt idx="6534">
                  <c:v>34.604999999999997</c:v>
                </c:pt>
                <c:pt idx="6535">
                  <c:v>34.244999999999997</c:v>
                </c:pt>
                <c:pt idx="6536">
                  <c:v>34.174999999999997</c:v>
                </c:pt>
                <c:pt idx="6537">
                  <c:v>34.085000000000001</c:v>
                </c:pt>
                <c:pt idx="6538">
                  <c:v>33.975000000000001</c:v>
                </c:pt>
                <c:pt idx="6539">
                  <c:v>33.674999999999997</c:v>
                </c:pt>
                <c:pt idx="6540">
                  <c:v>35.174999999999997</c:v>
                </c:pt>
                <c:pt idx="6541">
                  <c:v>35.770000000000003</c:v>
                </c:pt>
                <c:pt idx="6542">
                  <c:v>36.445</c:v>
                </c:pt>
                <c:pt idx="6543">
                  <c:v>36.479999999999997</c:v>
                </c:pt>
                <c:pt idx="6544">
                  <c:v>36.575000000000003</c:v>
                </c:pt>
                <c:pt idx="6545">
                  <c:v>36.380000000000003</c:v>
                </c:pt>
                <c:pt idx="6546">
                  <c:v>35.549999999999997</c:v>
                </c:pt>
                <c:pt idx="6547">
                  <c:v>36.284999999999997</c:v>
                </c:pt>
                <c:pt idx="6548">
                  <c:v>37.115000000000002</c:v>
                </c:pt>
                <c:pt idx="6549">
                  <c:v>37.1</c:v>
                </c:pt>
                <c:pt idx="6550">
                  <c:v>35.799999999999997</c:v>
                </c:pt>
                <c:pt idx="6551">
                  <c:v>36.125</c:v>
                </c:pt>
                <c:pt idx="6552">
                  <c:v>35.594999999999999</c:v>
                </c:pt>
                <c:pt idx="6553">
                  <c:v>34.840000000000003</c:v>
                </c:pt>
                <c:pt idx="6554">
                  <c:v>34.555</c:v>
                </c:pt>
                <c:pt idx="6555">
                  <c:v>34.25</c:v>
                </c:pt>
                <c:pt idx="6556">
                  <c:v>34.68</c:v>
                </c:pt>
                <c:pt idx="6557">
                  <c:v>34.58</c:v>
                </c:pt>
                <c:pt idx="6558">
                  <c:v>34.414999999999999</c:v>
                </c:pt>
                <c:pt idx="6559">
                  <c:v>34.21</c:v>
                </c:pt>
                <c:pt idx="6560">
                  <c:v>34.375</c:v>
                </c:pt>
                <c:pt idx="6561">
                  <c:v>35.78</c:v>
                </c:pt>
                <c:pt idx="6562">
                  <c:v>34.89</c:v>
                </c:pt>
                <c:pt idx="6563">
                  <c:v>34.234999999999999</c:v>
                </c:pt>
                <c:pt idx="6564">
                  <c:v>34.424999999999997</c:v>
                </c:pt>
                <c:pt idx="6565">
                  <c:v>34.049999999999997</c:v>
                </c:pt>
                <c:pt idx="6566">
                  <c:v>33.274999999999999</c:v>
                </c:pt>
                <c:pt idx="6567">
                  <c:v>33.33</c:v>
                </c:pt>
                <c:pt idx="6568">
                  <c:v>33.25</c:v>
                </c:pt>
                <c:pt idx="6569">
                  <c:v>33.145000000000003</c:v>
                </c:pt>
                <c:pt idx="6570">
                  <c:v>33.115000000000002</c:v>
                </c:pt>
                <c:pt idx="6571">
                  <c:v>32.924999999999997</c:v>
                </c:pt>
                <c:pt idx="6572">
                  <c:v>32.465000000000003</c:v>
                </c:pt>
                <c:pt idx="6573">
                  <c:v>32.79</c:v>
                </c:pt>
                <c:pt idx="6574">
                  <c:v>32.15</c:v>
                </c:pt>
                <c:pt idx="6575">
                  <c:v>33.265000000000001</c:v>
                </c:pt>
                <c:pt idx="6576">
                  <c:v>32.299999999999997</c:v>
                </c:pt>
                <c:pt idx="6577">
                  <c:v>31.67</c:v>
                </c:pt>
                <c:pt idx="6578">
                  <c:v>32</c:v>
                </c:pt>
                <c:pt idx="6579">
                  <c:v>31.7</c:v>
                </c:pt>
                <c:pt idx="6580">
                  <c:v>31.13</c:v>
                </c:pt>
                <c:pt idx="6581">
                  <c:v>30.995000000000001</c:v>
                </c:pt>
                <c:pt idx="6582">
                  <c:v>31.1</c:v>
                </c:pt>
                <c:pt idx="6583">
                  <c:v>31.175000000000001</c:v>
                </c:pt>
                <c:pt idx="6584">
                  <c:v>31.234999999999999</c:v>
                </c:pt>
                <c:pt idx="6585">
                  <c:v>31.93</c:v>
                </c:pt>
                <c:pt idx="6586">
                  <c:v>32.200000000000003</c:v>
                </c:pt>
                <c:pt idx="6587">
                  <c:v>31.95</c:v>
                </c:pt>
                <c:pt idx="6588">
                  <c:v>32.015000000000001</c:v>
                </c:pt>
                <c:pt idx="6589">
                  <c:v>32.325000000000003</c:v>
                </c:pt>
                <c:pt idx="6590">
                  <c:v>32.945</c:v>
                </c:pt>
                <c:pt idx="6591">
                  <c:v>33.1</c:v>
                </c:pt>
                <c:pt idx="6592">
                  <c:v>32.875</c:v>
                </c:pt>
                <c:pt idx="6593">
                  <c:v>32.799999999999997</c:v>
                </c:pt>
                <c:pt idx="6594">
                  <c:v>32.700000000000003</c:v>
                </c:pt>
                <c:pt idx="6595">
                  <c:v>32.36</c:v>
                </c:pt>
                <c:pt idx="6596">
                  <c:v>32.375</c:v>
                </c:pt>
                <c:pt idx="6597">
                  <c:v>32.65</c:v>
                </c:pt>
                <c:pt idx="6598">
                  <c:v>32.549999999999997</c:v>
                </c:pt>
                <c:pt idx="6599">
                  <c:v>32.56</c:v>
                </c:pt>
                <c:pt idx="6600">
                  <c:v>32.83</c:v>
                </c:pt>
                <c:pt idx="6601">
                  <c:v>33.25</c:v>
                </c:pt>
                <c:pt idx="6602">
                  <c:v>33.475000000000001</c:v>
                </c:pt>
                <c:pt idx="6603">
                  <c:v>33.075000000000003</c:v>
                </c:pt>
                <c:pt idx="6604">
                  <c:v>33.375</c:v>
                </c:pt>
                <c:pt idx="6605">
                  <c:v>32.4</c:v>
                </c:pt>
                <c:pt idx="6606">
                  <c:v>32.26</c:v>
                </c:pt>
                <c:pt idx="6607">
                  <c:v>32.869999999999997</c:v>
                </c:pt>
                <c:pt idx="6608">
                  <c:v>33.049999999999997</c:v>
                </c:pt>
                <c:pt idx="6609">
                  <c:v>33.15</c:v>
                </c:pt>
                <c:pt idx="6610">
                  <c:v>33.75</c:v>
                </c:pt>
                <c:pt idx="6611">
                  <c:v>34.075000000000003</c:v>
                </c:pt>
                <c:pt idx="6612">
                  <c:v>33.15</c:v>
                </c:pt>
                <c:pt idx="6613">
                  <c:v>33.15</c:v>
                </c:pt>
                <c:pt idx="6614">
                  <c:v>32.715000000000003</c:v>
                </c:pt>
                <c:pt idx="6615">
                  <c:v>32.795000000000002</c:v>
                </c:pt>
                <c:pt idx="6616">
                  <c:v>32.795000000000002</c:v>
                </c:pt>
                <c:pt idx="6617">
                  <c:v>32.75</c:v>
                </c:pt>
                <c:pt idx="6618">
                  <c:v>33.344999999999999</c:v>
                </c:pt>
                <c:pt idx="6619">
                  <c:v>33.015000000000001</c:v>
                </c:pt>
                <c:pt idx="6620">
                  <c:v>33.015000000000001</c:v>
                </c:pt>
                <c:pt idx="6621">
                  <c:v>32.835000000000001</c:v>
                </c:pt>
                <c:pt idx="6622">
                  <c:v>33</c:v>
                </c:pt>
                <c:pt idx="6623">
                  <c:v>32.9</c:v>
                </c:pt>
                <c:pt idx="6624">
                  <c:v>33.674999999999997</c:v>
                </c:pt>
                <c:pt idx="6625">
                  <c:v>34.299999999999997</c:v>
                </c:pt>
                <c:pt idx="6626">
                  <c:v>34.96</c:v>
                </c:pt>
                <c:pt idx="6627">
                  <c:v>35.06</c:v>
                </c:pt>
                <c:pt idx="6628">
                  <c:v>34.64</c:v>
                </c:pt>
                <c:pt idx="6629">
                  <c:v>33.935000000000002</c:v>
                </c:pt>
                <c:pt idx="6630">
                  <c:v>34.015000000000001</c:v>
                </c:pt>
                <c:pt idx="6631">
                  <c:v>34.164999999999999</c:v>
                </c:pt>
                <c:pt idx="6632">
                  <c:v>33.82</c:v>
                </c:pt>
                <c:pt idx="6633">
                  <c:v>33.15</c:v>
                </c:pt>
                <c:pt idx="6634">
                  <c:v>32.424999999999997</c:v>
                </c:pt>
                <c:pt idx="6635">
                  <c:v>33.174999999999997</c:v>
                </c:pt>
                <c:pt idx="6636">
                  <c:v>32.674999999999997</c:v>
                </c:pt>
                <c:pt idx="6637">
                  <c:v>32.549999999999997</c:v>
                </c:pt>
                <c:pt idx="6638">
                  <c:v>31.7</c:v>
                </c:pt>
                <c:pt idx="6639">
                  <c:v>32</c:v>
                </c:pt>
                <c:pt idx="6640">
                  <c:v>32.19</c:v>
                </c:pt>
                <c:pt idx="6641">
                  <c:v>31.45</c:v>
                </c:pt>
                <c:pt idx="6642">
                  <c:v>31.7</c:v>
                </c:pt>
                <c:pt idx="6643">
                  <c:v>31.274999999999999</c:v>
                </c:pt>
                <c:pt idx="6644">
                  <c:v>30.875</c:v>
                </c:pt>
                <c:pt idx="6645">
                  <c:v>30.344999999999999</c:v>
                </c:pt>
                <c:pt idx="6646">
                  <c:v>29.8</c:v>
                </c:pt>
                <c:pt idx="6647">
                  <c:v>29.8</c:v>
                </c:pt>
                <c:pt idx="6648">
                  <c:v>29.39</c:v>
                </c:pt>
                <c:pt idx="6649">
                  <c:v>29.6</c:v>
                </c:pt>
                <c:pt idx="6650">
                  <c:v>29.62</c:v>
                </c:pt>
                <c:pt idx="6651">
                  <c:v>29.954999999999998</c:v>
                </c:pt>
                <c:pt idx="6652">
                  <c:v>30.094999999999999</c:v>
                </c:pt>
                <c:pt idx="6653">
                  <c:v>30.15</c:v>
                </c:pt>
                <c:pt idx="6654">
                  <c:v>30.18</c:v>
                </c:pt>
                <c:pt idx="6655">
                  <c:v>29.75</c:v>
                </c:pt>
                <c:pt idx="6656">
                  <c:v>29.99</c:v>
                </c:pt>
                <c:pt idx="6657">
                  <c:v>29.984999999999999</c:v>
                </c:pt>
                <c:pt idx="6658">
                  <c:v>30.074999999999999</c:v>
                </c:pt>
                <c:pt idx="6659">
                  <c:v>30.574999999999999</c:v>
                </c:pt>
                <c:pt idx="6660">
                  <c:v>30.04</c:v>
                </c:pt>
                <c:pt idx="6661">
                  <c:v>30.504999999999999</c:v>
                </c:pt>
                <c:pt idx="6662">
                  <c:v>30.1</c:v>
                </c:pt>
                <c:pt idx="6663">
                  <c:v>28.824999999999999</c:v>
                </c:pt>
                <c:pt idx="6664">
                  <c:v>28.8</c:v>
                </c:pt>
                <c:pt idx="6665">
                  <c:v>28.574999999999999</c:v>
                </c:pt>
                <c:pt idx="6666">
                  <c:v>29.5</c:v>
                </c:pt>
                <c:pt idx="6667">
                  <c:v>29.2</c:v>
                </c:pt>
                <c:pt idx="6668">
                  <c:v>29.995000000000001</c:v>
                </c:pt>
                <c:pt idx="6669">
                  <c:v>30</c:v>
                </c:pt>
                <c:pt idx="6670">
                  <c:v>29.25</c:v>
                </c:pt>
                <c:pt idx="6671">
                  <c:v>29.625</c:v>
                </c:pt>
                <c:pt idx="6672">
                  <c:v>29.58</c:v>
                </c:pt>
                <c:pt idx="6673">
                  <c:v>28.8</c:v>
                </c:pt>
                <c:pt idx="6674">
                  <c:v>28.574999999999999</c:v>
                </c:pt>
                <c:pt idx="6675">
                  <c:v>28.66</c:v>
                </c:pt>
                <c:pt idx="6676">
                  <c:v>29.11</c:v>
                </c:pt>
                <c:pt idx="6677">
                  <c:v>28.85</c:v>
                </c:pt>
                <c:pt idx="6678">
                  <c:v>29.4</c:v>
                </c:pt>
                <c:pt idx="6679">
                  <c:v>28.125</c:v>
                </c:pt>
                <c:pt idx="6680">
                  <c:v>27.35</c:v>
                </c:pt>
                <c:pt idx="6681">
                  <c:v>27.725000000000001</c:v>
                </c:pt>
                <c:pt idx="6682">
                  <c:v>27.495000000000001</c:v>
                </c:pt>
                <c:pt idx="6683">
                  <c:v>26.92</c:v>
                </c:pt>
                <c:pt idx="6684">
                  <c:v>27.145</c:v>
                </c:pt>
                <c:pt idx="6685">
                  <c:v>26.47</c:v>
                </c:pt>
                <c:pt idx="6686">
                  <c:v>26.425000000000001</c:v>
                </c:pt>
                <c:pt idx="6687">
                  <c:v>25.95</c:v>
                </c:pt>
                <c:pt idx="6688">
                  <c:v>26.475000000000001</c:v>
                </c:pt>
                <c:pt idx="6689">
                  <c:v>27.125</c:v>
                </c:pt>
                <c:pt idx="6690">
                  <c:v>28.48</c:v>
                </c:pt>
                <c:pt idx="6691">
                  <c:v>29.64</c:v>
                </c:pt>
                <c:pt idx="6692">
                  <c:v>28.91</c:v>
                </c:pt>
                <c:pt idx="6693">
                  <c:v>28.08</c:v>
                </c:pt>
                <c:pt idx="6694">
                  <c:v>27.425000000000001</c:v>
                </c:pt>
                <c:pt idx="6695">
                  <c:v>28.54</c:v>
                </c:pt>
                <c:pt idx="6696">
                  <c:v>27.324999999999999</c:v>
                </c:pt>
                <c:pt idx="6697">
                  <c:v>26.655000000000001</c:v>
                </c:pt>
                <c:pt idx="6698">
                  <c:v>28.15</c:v>
                </c:pt>
                <c:pt idx="6699">
                  <c:v>27.454999999999998</c:v>
                </c:pt>
                <c:pt idx="6700">
                  <c:v>27.475000000000001</c:v>
                </c:pt>
                <c:pt idx="6701">
                  <c:v>27.765000000000001</c:v>
                </c:pt>
                <c:pt idx="6702">
                  <c:v>28.65</c:v>
                </c:pt>
                <c:pt idx="6703">
                  <c:v>28.175000000000001</c:v>
                </c:pt>
                <c:pt idx="6704">
                  <c:v>27.27</c:v>
                </c:pt>
                <c:pt idx="6705">
                  <c:v>28.2</c:v>
                </c:pt>
                <c:pt idx="6706">
                  <c:v>28.925000000000001</c:v>
                </c:pt>
                <c:pt idx="6707">
                  <c:v>29.125</c:v>
                </c:pt>
                <c:pt idx="6708">
                  <c:v>29.78</c:v>
                </c:pt>
                <c:pt idx="6709">
                  <c:v>30.28</c:v>
                </c:pt>
                <c:pt idx="6710">
                  <c:v>29.414999999999999</c:v>
                </c:pt>
                <c:pt idx="6711">
                  <c:v>29.25</c:v>
                </c:pt>
                <c:pt idx="6712">
                  <c:v>29.875</c:v>
                </c:pt>
                <c:pt idx="6713">
                  <c:v>29.53</c:v>
                </c:pt>
                <c:pt idx="6714">
                  <c:v>30.5</c:v>
                </c:pt>
                <c:pt idx="6715">
                  <c:v>30.074999999999999</c:v>
                </c:pt>
                <c:pt idx="6716">
                  <c:v>30.55</c:v>
                </c:pt>
                <c:pt idx="6717">
                  <c:v>29.925000000000001</c:v>
                </c:pt>
                <c:pt idx="6718">
                  <c:v>30.42</c:v>
                </c:pt>
                <c:pt idx="6719">
                  <c:v>30.734999999999999</c:v>
                </c:pt>
                <c:pt idx="6720">
                  <c:v>29.184999999999999</c:v>
                </c:pt>
                <c:pt idx="6721">
                  <c:v>28.925000000000001</c:v>
                </c:pt>
                <c:pt idx="6722">
                  <c:v>28.7</c:v>
                </c:pt>
                <c:pt idx="6723">
                  <c:v>29.725000000000001</c:v>
                </c:pt>
              </c:numCache>
            </c:numRef>
          </c:val>
          <c:smooth val="0"/>
          <c:extLst>
            <c:ext xmlns:c16="http://schemas.microsoft.com/office/drawing/2014/chart" uri="{C3380CC4-5D6E-409C-BE32-E72D297353CC}">
              <c16:uniqueId val="{00000002-3D07-4B1A-9BCA-EAA9EA67BA70}"/>
            </c:ext>
          </c:extLst>
        </c:ser>
        <c:dLbls>
          <c:showLegendKey val="0"/>
          <c:showVal val="0"/>
          <c:showCatName val="0"/>
          <c:showSerName val="0"/>
          <c:showPercent val="0"/>
          <c:showBubbleSize val="0"/>
        </c:dLbls>
        <c:smooth val="0"/>
        <c:axId val="1961823807"/>
        <c:axId val="1797567759"/>
      </c:lineChart>
      <c:dateAx>
        <c:axId val="1961823807"/>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1797567759"/>
        <c:crosses val="autoZero"/>
        <c:auto val="1"/>
        <c:lblOffset val="100"/>
        <c:baseTimeUnit val="days"/>
      </c:dateAx>
      <c:valAx>
        <c:axId val="179756775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1961823807"/>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vl1pPr>
          </a:lstStyle>
          <a:p>
            <a:endParaRPr lang="en-GB">
              <a:latin typeface="Futura Medium" pitchFamily="2" charset="0"/>
            </a:endParaRPr>
          </a:p>
        </p:txBody>
      </p:sp>
      <p:sp>
        <p:nvSpPr>
          <p:cNvPr id="3" name="Date Placeholder 2"/>
          <p:cNvSpPr>
            <a:spLocks noGrp="1"/>
          </p:cNvSpPr>
          <p:nvPr>
            <p:ph type="dt" sz="quarter" idx="1"/>
          </p:nvPr>
        </p:nvSpPr>
        <p:spPr>
          <a:xfrm>
            <a:off x="5622802" y="0"/>
            <a:ext cx="4301543" cy="717788"/>
          </a:xfrm>
          <a:prstGeom prst="rect">
            <a:avLst/>
          </a:prstGeom>
        </p:spPr>
        <p:txBody>
          <a:bodyPr vert="horz" lIns="134275" tIns="67137" rIns="134275" bIns="67137" rtlCol="0"/>
          <a:lstStyle>
            <a:lvl1pPr algn="r">
              <a:defRPr sz="1700"/>
            </a:lvl1pPr>
          </a:lstStyle>
          <a:p>
            <a:fld id="{78688C09-A274-4C07-9395-CBE67C0DE912}" type="datetimeFigureOut">
              <a:rPr lang="en-GB" smtClean="0">
                <a:latin typeface="Futura Medium" pitchFamily="2" charset="0"/>
              </a:rPr>
              <a:pPr/>
              <a:t>02/09/2026</a:t>
            </a:fld>
            <a:endParaRPr lang="en-GB">
              <a:latin typeface="Futura Medium" pitchFamily="2" charset="0"/>
            </a:endParaRPr>
          </a:p>
        </p:txBody>
      </p:sp>
      <p:sp>
        <p:nvSpPr>
          <p:cNvPr id="4" name="Footer Placeholder 3"/>
          <p:cNvSpPr>
            <a:spLocks noGrp="1"/>
          </p:cNvSpPr>
          <p:nvPr>
            <p:ph type="ftr" sz="quarter" idx="2"/>
          </p:nvPr>
        </p:nvSpPr>
        <p:spPr>
          <a:xfrm>
            <a:off x="2" y="13635483"/>
            <a:ext cx="4301543" cy="717788"/>
          </a:xfrm>
          <a:prstGeom prst="rect">
            <a:avLst/>
          </a:prstGeom>
        </p:spPr>
        <p:txBody>
          <a:bodyPr vert="horz" lIns="134275" tIns="67137" rIns="134275" bIns="67137" rtlCol="0" anchor="b"/>
          <a:lstStyle>
            <a:lvl1pPr algn="l">
              <a:defRPr sz="1700"/>
            </a:lvl1pPr>
          </a:lstStyle>
          <a:p>
            <a:endParaRPr lang="en-GB">
              <a:latin typeface="Futura Medium" pitchFamily="2" charset="0"/>
            </a:endParaRPr>
          </a:p>
        </p:txBody>
      </p:sp>
      <p:sp>
        <p:nvSpPr>
          <p:cNvPr id="5" name="Slide Number Placeholder 4"/>
          <p:cNvSpPr>
            <a:spLocks noGrp="1"/>
          </p:cNvSpPr>
          <p:nvPr>
            <p:ph type="sldNum" sz="quarter" idx="3"/>
          </p:nvPr>
        </p:nvSpPr>
        <p:spPr>
          <a:xfrm>
            <a:off x="5622802" y="13635483"/>
            <a:ext cx="4301543" cy="717788"/>
          </a:xfrm>
          <a:prstGeom prst="rect">
            <a:avLst/>
          </a:prstGeom>
        </p:spPr>
        <p:txBody>
          <a:bodyPr vert="horz" lIns="134275" tIns="67137" rIns="134275" bIns="67137" rtlCol="0" anchor="b"/>
          <a:lstStyle>
            <a:lvl1pPr algn="r">
              <a:defRPr sz="1700"/>
            </a:lvl1pPr>
          </a:lstStyle>
          <a:p>
            <a:fld id="{18B005D9-1AAC-4E6D-B9B3-BB8CB4FD9D30}" type="slidenum">
              <a:rPr lang="en-GB" smtClean="0">
                <a:latin typeface="Futura Medium" pitchFamily="2" charset="0"/>
              </a:rPr>
              <a:pPr/>
              <a:t>‹#›</a:t>
            </a:fld>
            <a:endParaRPr lang="en-GB">
              <a:latin typeface="Futura Medium" pitchFamily="2"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atin typeface="Futura Medium" pitchFamily="2" charset="0"/>
              </a:defRPr>
            </a:lvl1pPr>
          </a:lstStyle>
          <a:p>
            <a:endParaRPr lang="en-GB"/>
          </a:p>
        </p:txBody>
      </p:sp>
      <p:sp>
        <p:nvSpPr>
          <p:cNvPr id="3" name="Date Placeholder 2"/>
          <p:cNvSpPr>
            <a:spLocks noGrp="1"/>
          </p:cNvSpPr>
          <p:nvPr>
            <p:ph type="dt" idx="1"/>
          </p:nvPr>
        </p:nvSpPr>
        <p:spPr>
          <a:xfrm>
            <a:off x="5622802" y="0"/>
            <a:ext cx="4301543" cy="717788"/>
          </a:xfrm>
          <a:prstGeom prst="rect">
            <a:avLst/>
          </a:prstGeom>
        </p:spPr>
        <p:txBody>
          <a:bodyPr vert="horz" lIns="134275" tIns="67137" rIns="134275" bIns="67137" rtlCol="0"/>
          <a:lstStyle>
            <a:lvl1pPr algn="r">
              <a:defRPr sz="1700">
                <a:latin typeface="Futura Medium" pitchFamily="2" charset="0"/>
              </a:defRPr>
            </a:lvl1pPr>
          </a:lstStyle>
          <a:p>
            <a:fld id="{E8910CE4-810D-4C84-B7AD-48C304FEA169}" type="datetimeFigureOut">
              <a:rPr lang="en-GB" smtClean="0"/>
              <a:pPr/>
              <a:t>02/09/2026</a:t>
            </a:fld>
            <a:endParaRPr lang="en-GB"/>
          </a:p>
        </p:txBody>
      </p:sp>
      <p:sp>
        <p:nvSpPr>
          <p:cNvPr id="4" name="Slide Image Placeholder 3"/>
          <p:cNvSpPr>
            <a:spLocks noGrp="1" noRot="1" noChangeAspect="1"/>
          </p:cNvSpPr>
          <p:nvPr>
            <p:ph type="sldImg" idx="2"/>
          </p:nvPr>
        </p:nvSpPr>
        <p:spPr>
          <a:xfrm>
            <a:off x="3059113" y="1074738"/>
            <a:ext cx="3808412" cy="5386387"/>
          </a:xfrm>
          <a:prstGeom prst="rect">
            <a:avLst/>
          </a:prstGeom>
          <a:noFill/>
          <a:ln w="12700">
            <a:solidFill>
              <a:prstClr val="black"/>
            </a:solidFill>
          </a:ln>
        </p:spPr>
        <p:txBody>
          <a:bodyPr vert="horz" lIns="134275" tIns="67137" rIns="134275" bIns="67137" rtlCol="0" anchor="ctr"/>
          <a:lstStyle/>
          <a:p>
            <a:endParaRPr lang="en-GB"/>
          </a:p>
        </p:txBody>
      </p:sp>
      <p:sp>
        <p:nvSpPr>
          <p:cNvPr id="5" name="Notes Placeholder 4"/>
          <p:cNvSpPr>
            <a:spLocks noGrp="1"/>
          </p:cNvSpPr>
          <p:nvPr>
            <p:ph type="body" sz="quarter" idx="3"/>
          </p:nvPr>
        </p:nvSpPr>
        <p:spPr>
          <a:xfrm>
            <a:off x="992665" y="6818990"/>
            <a:ext cx="7941310" cy="6460093"/>
          </a:xfrm>
          <a:prstGeom prst="rect">
            <a:avLst/>
          </a:prstGeom>
        </p:spPr>
        <p:txBody>
          <a:bodyPr vert="horz" lIns="134275" tIns="67137" rIns="134275" bIns="67137"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2" y="13635483"/>
            <a:ext cx="4301543" cy="717788"/>
          </a:xfrm>
          <a:prstGeom prst="rect">
            <a:avLst/>
          </a:prstGeom>
        </p:spPr>
        <p:txBody>
          <a:bodyPr vert="horz" lIns="134275" tIns="67137" rIns="134275" bIns="67137" rtlCol="0" anchor="b"/>
          <a:lstStyle>
            <a:lvl1pPr algn="l">
              <a:defRPr sz="1700">
                <a:latin typeface="Futura Medium" pitchFamily="2" charset="0"/>
              </a:defRPr>
            </a:lvl1pPr>
          </a:lstStyle>
          <a:p>
            <a:endParaRPr lang="en-GB"/>
          </a:p>
        </p:txBody>
      </p:sp>
      <p:sp>
        <p:nvSpPr>
          <p:cNvPr id="7" name="Slide Number Placeholder 6"/>
          <p:cNvSpPr>
            <a:spLocks noGrp="1"/>
          </p:cNvSpPr>
          <p:nvPr>
            <p:ph type="sldNum" sz="quarter" idx="5"/>
          </p:nvPr>
        </p:nvSpPr>
        <p:spPr>
          <a:xfrm>
            <a:off x="5622802" y="13635483"/>
            <a:ext cx="4301543" cy="717788"/>
          </a:xfrm>
          <a:prstGeom prst="rect">
            <a:avLst/>
          </a:prstGeom>
        </p:spPr>
        <p:txBody>
          <a:bodyPr vert="horz" lIns="134275" tIns="67137" rIns="134275" bIns="67137" rtlCol="0" anchor="b"/>
          <a:lstStyle>
            <a:lvl1pPr algn="r">
              <a:defRPr sz="1700">
                <a:latin typeface="Futura Medium" pitchFamily="2" charset="0"/>
              </a:defRPr>
            </a:lvl1pPr>
          </a:lstStyle>
          <a:p>
            <a:fld id="{DE799493-6412-4470-9830-D005B358D66E}" type="slidenum">
              <a:rPr lang="en-GB" smtClean="0"/>
              <a:pPr/>
              <a:t>‹#›</a:t>
            </a:fld>
            <a:endParaRPr lang="en-GB"/>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4676973" rtl="0" eaLnBrk="1" latinLnBrk="0" hangingPunct="1">
      <a:defRPr sz="6138" kern="1200">
        <a:solidFill>
          <a:schemeClr val="tx1"/>
        </a:solidFill>
        <a:latin typeface="Futura Medium" pitchFamily="2" charset="0"/>
        <a:ea typeface="+mn-ea"/>
        <a:cs typeface="+mn-cs"/>
      </a:defRPr>
    </a:lvl1pPr>
    <a:lvl2pPr marL="2338487" algn="l" defTabSz="4676973" rtl="0" eaLnBrk="1" latinLnBrk="0" hangingPunct="1">
      <a:defRPr sz="6138" kern="1200">
        <a:solidFill>
          <a:schemeClr val="tx1"/>
        </a:solidFill>
        <a:latin typeface="Futura Medium"/>
        <a:ea typeface="+mn-ea"/>
        <a:cs typeface="+mn-cs"/>
      </a:defRPr>
    </a:lvl2pPr>
    <a:lvl3pPr marL="4676973" algn="l" defTabSz="4676973" rtl="0" eaLnBrk="1" latinLnBrk="0" hangingPunct="1">
      <a:defRPr sz="6138" kern="1200">
        <a:solidFill>
          <a:schemeClr val="tx1"/>
        </a:solidFill>
        <a:latin typeface="Futura Medium"/>
        <a:ea typeface="+mn-ea"/>
        <a:cs typeface="+mn-cs"/>
      </a:defRPr>
    </a:lvl3pPr>
    <a:lvl4pPr marL="7015460" algn="l" defTabSz="4676973" rtl="0" eaLnBrk="1" latinLnBrk="0" hangingPunct="1">
      <a:defRPr sz="6138" kern="1200">
        <a:solidFill>
          <a:schemeClr val="tx1"/>
        </a:solidFill>
        <a:latin typeface="Futura Medium"/>
        <a:ea typeface="+mn-ea"/>
        <a:cs typeface="+mn-cs"/>
      </a:defRPr>
    </a:lvl4pPr>
    <a:lvl5pPr marL="9353946" algn="l" defTabSz="4676973" rtl="0" eaLnBrk="1" latinLnBrk="0" hangingPunct="1">
      <a:defRPr sz="6138" kern="1200">
        <a:solidFill>
          <a:schemeClr val="tx1"/>
        </a:solidFill>
        <a:latin typeface="Futura Medium"/>
        <a:ea typeface="+mn-ea"/>
        <a:cs typeface="+mn-cs"/>
      </a:defRPr>
    </a:lvl5pPr>
    <a:lvl6pPr marL="11692433" algn="l" defTabSz="4676973" rtl="0" eaLnBrk="1" latinLnBrk="0" hangingPunct="1">
      <a:defRPr sz="6138" kern="1200">
        <a:solidFill>
          <a:schemeClr val="tx1"/>
        </a:solidFill>
        <a:latin typeface="+mn-lt"/>
        <a:ea typeface="+mn-ea"/>
        <a:cs typeface="+mn-cs"/>
      </a:defRPr>
    </a:lvl6pPr>
    <a:lvl7pPr marL="14030919" algn="l" defTabSz="4676973" rtl="0" eaLnBrk="1" latinLnBrk="0" hangingPunct="1">
      <a:defRPr sz="6138" kern="1200">
        <a:solidFill>
          <a:schemeClr val="tx1"/>
        </a:solidFill>
        <a:latin typeface="+mn-lt"/>
        <a:ea typeface="+mn-ea"/>
        <a:cs typeface="+mn-cs"/>
      </a:defRPr>
    </a:lvl7pPr>
    <a:lvl8pPr marL="16369406" algn="l" defTabSz="4676973" rtl="0" eaLnBrk="1" latinLnBrk="0" hangingPunct="1">
      <a:defRPr sz="6138" kern="1200">
        <a:solidFill>
          <a:schemeClr val="tx1"/>
        </a:solidFill>
        <a:latin typeface="+mn-lt"/>
        <a:ea typeface="+mn-ea"/>
        <a:cs typeface="+mn-cs"/>
      </a:defRPr>
    </a:lvl8pPr>
    <a:lvl9pPr marL="18707892" algn="l" defTabSz="4676973" rtl="0" eaLnBrk="1" latinLnBrk="0" hangingPunct="1">
      <a:defRPr sz="61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29D9-BDBF-9475-4AE2-96B4186DB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CB0C5-DF24-9EEA-FD81-D01304605EB9}"/>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5C062101-7428-7D7A-8468-1B571AC8812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D4A2C2E-640E-4A4D-F264-9C8A40B64D0D}"/>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24247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ext Box 11" descr="&lt;COMPANY_NAME&gt;{19.13386,233.3002,382.1078,36.87504}"/>
          <p:cNvSpPr txBox="1">
            <a:spLocks noChangeArrowheads="1"/>
          </p:cNvSpPr>
          <p:nvPr userDrawn="1"/>
        </p:nvSpPr>
        <p:spPr bwMode="auto">
          <a:xfrm>
            <a:off x="1550555" y="41650920"/>
            <a:ext cx="9810017" cy="755630"/>
          </a:xfrm>
          <a:prstGeom prst="rect">
            <a:avLst/>
          </a:prstGeom>
          <a:noFill/>
          <a:ln w="9525" algn="ctr">
            <a:noFill/>
            <a:miter lim="800000"/>
            <a:headEnd/>
            <a:tailEnd/>
          </a:ln>
          <a:effectLst/>
        </p:spPr>
        <p:txBody>
          <a:bodyPr wrap="none" lIns="0" tIns="0" rIns="0" anchor="ctr" anchorCtr="0">
            <a:noAutofit/>
          </a:bodyPr>
          <a:lstStyle/>
          <a:p>
            <a:pPr>
              <a:defRPr/>
            </a:pPr>
            <a:r>
              <a:rPr lang="en-GB" sz="2800">
                <a:solidFill>
                  <a:schemeClr val="tx1"/>
                </a:solidFill>
                <a:latin typeface="+mn-lt"/>
                <a:cs typeface="Arial" pitchFamily="34" charset="0"/>
              </a:rPr>
              <a:t>Shape. Connect. Accelerate </a:t>
            </a:r>
          </a:p>
        </p:txBody>
      </p:sp>
      <p:sp>
        <p:nvSpPr>
          <p:cNvPr id="20" name="Text Box 11" descr="&lt;COMPANY_NAME&gt;{19.13386,233.3002,382.1078,36.87504}"/>
          <p:cNvSpPr txBox="1">
            <a:spLocks noChangeArrowheads="1"/>
          </p:cNvSpPr>
          <p:nvPr userDrawn="1"/>
        </p:nvSpPr>
        <p:spPr bwMode="auto">
          <a:xfrm>
            <a:off x="19762355" y="41650920"/>
            <a:ext cx="9810017" cy="755630"/>
          </a:xfrm>
          <a:prstGeom prst="rect">
            <a:avLst/>
          </a:prstGeom>
          <a:noFill/>
          <a:ln w="9525" algn="ctr">
            <a:noFill/>
            <a:miter lim="800000"/>
            <a:headEnd/>
            <a:tailEnd/>
          </a:ln>
          <a:effectLst/>
        </p:spPr>
        <p:txBody>
          <a:bodyPr wrap="none" lIns="0" tIns="0" rIns="0" anchor="ctr" anchorCtr="0">
            <a:noAutofit/>
          </a:bodyPr>
          <a:lstStyle/>
          <a:p>
            <a:pPr algn="r"/>
            <a:r>
              <a:rPr lang="en-GB" sz="2800"/>
              <a:t>September 7-8, 2026</a:t>
            </a:r>
          </a:p>
        </p:txBody>
      </p:sp>
      <p:sp>
        <p:nvSpPr>
          <p:cNvPr id="7" name="Rectangle 6">
            <a:extLst>
              <a:ext uri="{FF2B5EF4-FFF2-40B4-BE49-F238E27FC236}">
                <a16:creationId xmlns:a16="http://schemas.microsoft.com/office/drawing/2014/main" id="{BAD0CE2F-1DFA-1F89-3C04-6693D0E978E9}"/>
              </a:ext>
            </a:extLst>
          </p:cNvPr>
          <p:cNvSpPr/>
          <p:nvPr userDrawn="1"/>
        </p:nvSpPr>
        <p:spPr>
          <a:xfrm>
            <a:off x="-1" y="1"/>
            <a:ext cx="30275213" cy="6827520"/>
          </a:xfrm>
          <a:prstGeom prst="rect">
            <a:avLst/>
          </a:prstGeom>
          <a:solidFill>
            <a:srgbClr val="F7D1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2032B41E-CA7B-293B-0827-739C4AA7C32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2120" r="-991"/>
          <a:stretch/>
        </p:blipFill>
        <p:spPr>
          <a:xfrm>
            <a:off x="24260896" y="1321092"/>
            <a:ext cx="3359440" cy="3255921"/>
          </a:xfrm>
          <a:prstGeom prst="rect">
            <a:avLst/>
          </a:prstGeom>
        </p:spPr>
      </p:pic>
    </p:spTree>
  </p:cSld>
  <p:clrMapOvr>
    <a:masterClrMapping/>
  </p:clrMapOvr>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672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CD8318-F598-F22A-F46C-E91BE846BE7B}"/>
              </a:ext>
            </a:extLst>
          </p:cNvPr>
          <p:cNvGraphicFramePr>
            <a:graphicFrameLocks/>
          </p:cNvGraphicFramePr>
          <p:nvPr userDrawn="1">
            <p:custDataLst>
              <p:tags r:id="rId4"/>
            </p:custDataLst>
            <p:extLst>
              <p:ext uri="{D42A27DB-BD31-4B8C-83A1-F6EECF244321}">
                <p14:modId xmlns:p14="http://schemas.microsoft.com/office/powerpoint/2010/main" val="3000939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2" name="think-cell data - do not delete" hidden="1">
                        <a:extLst>
                          <a:ext uri="{FF2B5EF4-FFF2-40B4-BE49-F238E27FC236}">
                            <a16:creationId xmlns:a16="http://schemas.microsoft.com/office/drawing/2014/main" id="{C1CD8318-F598-F22A-F46C-E91BE846BE7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3" r:id="rId1"/>
    <p:sldLayoutId id="2147483694" r:id="rId2"/>
  </p:sldLayoutIdLst>
  <p:transition>
    <p:fade/>
  </p:transition>
  <p:hf sldNum="0" hdr="0" dt="0"/>
  <p:txStyles>
    <p:titleStyle>
      <a:lvl1pPr algn="l" defTabSz="914400" rtl="0" eaLnBrk="1" latinLnBrk="0" hangingPunct="1">
        <a:spcBef>
          <a:spcPct val="0"/>
        </a:spcBef>
        <a:buNone/>
        <a:defRPr sz="2000" b="1" kern="1200" cap="none" baseline="0">
          <a:solidFill>
            <a:schemeClr val="accent2"/>
          </a:solidFill>
          <a:latin typeface="+mj-lt"/>
          <a:ea typeface="+mj-ea"/>
          <a:cs typeface="+mj-cs"/>
        </a:defRPr>
      </a:lvl1pPr>
    </p:titleStyle>
    <p:body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13" Type="http://schemas.openxmlformats.org/officeDocument/2006/relationships/image" Target="../media/image11.svg"/><Relationship Id="rId3" Type="http://schemas.openxmlformats.org/officeDocument/2006/relationships/notesSlide" Target="../notesSlides/notesSlide1.xml"/><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emf"/><Relationship Id="rId10" Type="http://schemas.openxmlformats.org/officeDocument/2006/relationships/image" Target="../media/image8.svg"/><Relationship Id="rId4" Type="http://schemas.openxmlformats.org/officeDocument/2006/relationships/oleObject" Target="../embeddings/oleObject2.bin"/><Relationship Id="rId9" Type="http://schemas.openxmlformats.org/officeDocument/2006/relationships/image" Target="../media/image7.svg"/><Relationship Id="rId1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4985-DBD9-CF27-AE1E-52D1E485D26D}"/>
            </a:ext>
          </a:extLst>
        </p:cNvPr>
        <p:cNvGrpSpPr/>
        <p:nvPr/>
      </p:nvGrpSpPr>
      <p:grpSpPr>
        <a:xfrm>
          <a:off x="0" y="0"/>
          <a:ext cx="0" cy="0"/>
          <a:chOff x="0" y="0"/>
          <a:chExt cx="0" cy="0"/>
        </a:xfrm>
      </p:grpSpPr>
      <p:graphicFrame>
        <p:nvGraphicFramePr>
          <p:cNvPr id="52" name="think-cell data - do not delete" hidden="1">
            <a:extLst>
              <a:ext uri="{FF2B5EF4-FFF2-40B4-BE49-F238E27FC236}">
                <a16:creationId xmlns:a16="http://schemas.microsoft.com/office/drawing/2014/main" id="{05E5FE7E-554D-8639-90B3-975E98BF8662}"/>
              </a:ext>
            </a:extLst>
          </p:cNvPr>
          <p:cNvGraphicFramePr>
            <a:graphicFrameLocks/>
          </p:cNvGraphicFramePr>
          <p:nvPr>
            <p:custDataLst>
              <p:tags r:id="rId1"/>
            </p:custDataLst>
            <p:extLst>
              <p:ext uri="{D42A27DB-BD31-4B8C-83A1-F6EECF244321}">
                <p14:modId xmlns:p14="http://schemas.microsoft.com/office/powerpoint/2010/main" val="2330127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2" name="think-cell data - do not delete" hidden="1">
                        <a:extLst>
                          <a:ext uri="{FF2B5EF4-FFF2-40B4-BE49-F238E27FC236}">
                            <a16:creationId xmlns:a16="http://schemas.microsoft.com/office/drawing/2014/main" id="{05E5FE7E-554D-8639-90B3-975E98BF86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Shape 8">
            <a:extLst>
              <a:ext uri="{FF2B5EF4-FFF2-40B4-BE49-F238E27FC236}">
                <a16:creationId xmlns:a16="http://schemas.microsoft.com/office/drawing/2014/main" id="{7643B936-50D2-2904-E11A-F0797383635D}"/>
              </a:ext>
            </a:extLst>
          </p:cNvPr>
          <p:cNvSpPr/>
          <p:nvPr/>
        </p:nvSpPr>
        <p:spPr>
          <a:xfrm>
            <a:off x="800100" y="10805572"/>
            <a:ext cx="28803600" cy="22105765"/>
          </a:xfrm>
          <a:prstGeom prst="rect">
            <a:avLst/>
          </a:prstGeom>
          <a:solidFill>
            <a:srgbClr val="FFFFFF">
              <a:alpha val="0"/>
            </a:srgbClr>
          </a:solidFill>
          <a:ln w="11430">
            <a:solidFill>
              <a:srgbClr val="C9C9C9"/>
            </a:solidFill>
            <a:prstDash val="solid"/>
          </a:ln>
        </p:spPr>
        <p:txBody>
          <a:bodyPr/>
          <a:lstStyle/>
          <a:p>
            <a:endParaRPr lang="en-GB" sz="38310"/>
          </a:p>
        </p:txBody>
      </p:sp>
      <p:pic>
        <p:nvPicPr>
          <p:cNvPr id="2" name="Image 0" descr="/mnt/data/48c52803bb.png">
            <a:extLst>
              <a:ext uri="{FF2B5EF4-FFF2-40B4-BE49-F238E27FC236}">
                <a16:creationId xmlns:a16="http://schemas.microsoft.com/office/drawing/2014/main" id="{A5F5F23A-84E5-ADDE-D089-458F0C735D35}"/>
              </a:ext>
            </a:extLst>
          </p:cNvPr>
          <p:cNvPicPr>
            <a:picLocks noChangeAspect="1"/>
          </p:cNvPicPr>
          <p:nvPr/>
        </p:nvPicPr>
        <p:blipFill>
          <a:blip r:embed="rId6"/>
          <a:srcRect t="22800" b="22800"/>
          <a:stretch/>
        </p:blipFill>
        <p:spPr>
          <a:xfrm>
            <a:off x="0" y="0"/>
            <a:ext cx="30275213" cy="10348999"/>
          </a:xfrm>
          <a:prstGeom prst="rect">
            <a:avLst/>
          </a:prstGeom>
        </p:spPr>
      </p:pic>
      <p:sp>
        <p:nvSpPr>
          <p:cNvPr id="3" name="Shape 0">
            <a:extLst>
              <a:ext uri="{FF2B5EF4-FFF2-40B4-BE49-F238E27FC236}">
                <a16:creationId xmlns:a16="http://schemas.microsoft.com/office/drawing/2014/main" id="{BFCCFFC1-7188-8E71-67B9-36D5E29B14A7}"/>
              </a:ext>
            </a:extLst>
          </p:cNvPr>
          <p:cNvSpPr/>
          <p:nvPr/>
        </p:nvSpPr>
        <p:spPr>
          <a:xfrm>
            <a:off x="2087214" y="1065338"/>
            <a:ext cx="14142863" cy="1141434"/>
          </a:xfrm>
          <a:prstGeom prst="roundRect">
            <a:avLst>
              <a:gd name="adj" fmla="val 3333"/>
            </a:avLst>
          </a:prstGeom>
          <a:solidFill>
            <a:srgbClr val="D71920"/>
          </a:solidFill>
          <a:ln w="12700">
            <a:solidFill>
              <a:srgbClr val="D71920"/>
            </a:solidFill>
            <a:prstDash val="solid"/>
          </a:ln>
        </p:spPr>
        <p:txBody>
          <a:bodyPr/>
          <a:lstStyle/>
          <a:p>
            <a:endParaRPr lang="en-GB" sz="38310"/>
          </a:p>
        </p:txBody>
      </p:sp>
      <p:sp>
        <p:nvSpPr>
          <p:cNvPr id="4" name="Text 1">
            <a:extLst>
              <a:ext uri="{FF2B5EF4-FFF2-40B4-BE49-F238E27FC236}">
                <a16:creationId xmlns:a16="http://schemas.microsoft.com/office/drawing/2014/main" id="{A4D22B97-93C2-D943-EF69-480A0121348B}"/>
              </a:ext>
            </a:extLst>
          </p:cNvPr>
          <p:cNvSpPr/>
          <p:nvPr/>
        </p:nvSpPr>
        <p:spPr>
          <a:xfrm>
            <a:off x="2467692" y="1293625"/>
            <a:ext cx="13762385" cy="760955"/>
          </a:xfrm>
          <a:prstGeom prst="rect">
            <a:avLst/>
          </a:prstGeom>
          <a:noFill/>
          <a:ln/>
        </p:spPr>
        <p:txBody>
          <a:bodyPr wrap="square" lIns="0" tIns="0" rIns="0" bIns="0" rtlCol="0" anchor="ctr">
            <a:normAutofit fontScale="92500" lnSpcReduction="10000"/>
          </a:bodyPr>
          <a:lstStyle/>
          <a:p>
            <a:r>
              <a:rPr lang="en-US" sz="5617" b="1">
                <a:solidFill>
                  <a:srgbClr val="FFFFFF"/>
                </a:solidFill>
                <a:latin typeface="Aptos Display" pitchFamily="34" charset="0"/>
              </a:rPr>
              <a:t>MARKET ENGAGEMENT &amp; EXTERNAL INSIGHTS </a:t>
            </a:r>
            <a:endParaRPr lang="en-US" sz="5617"/>
          </a:p>
        </p:txBody>
      </p:sp>
      <p:sp>
        <p:nvSpPr>
          <p:cNvPr id="5" name="Text 2">
            <a:extLst>
              <a:ext uri="{FF2B5EF4-FFF2-40B4-BE49-F238E27FC236}">
                <a16:creationId xmlns:a16="http://schemas.microsoft.com/office/drawing/2014/main" id="{62186913-D328-2299-2899-E837C3B50F34}"/>
              </a:ext>
            </a:extLst>
          </p:cNvPr>
          <p:cNvSpPr/>
          <p:nvPr/>
        </p:nvSpPr>
        <p:spPr>
          <a:xfrm>
            <a:off x="2087215" y="3157966"/>
            <a:ext cx="19404372" cy="1788246"/>
          </a:xfrm>
          <a:prstGeom prst="rect">
            <a:avLst/>
          </a:prstGeom>
          <a:noFill/>
          <a:ln/>
        </p:spPr>
        <p:txBody>
          <a:bodyPr wrap="square" lIns="0" tIns="0" rIns="0" bIns="0" rtlCol="0" anchor="ctr">
            <a:normAutofit fontScale="47500" lnSpcReduction="20000"/>
          </a:bodyPr>
          <a:lstStyle/>
          <a:p>
            <a:r>
              <a:rPr lang="en-US" sz="14147" b="1" dirty="0">
                <a:solidFill>
                  <a:srgbClr val="2F3033"/>
                </a:solidFill>
                <a:latin typeface="Aptos Display" pitchFamily="34" charset="0"/>
                <a:ea typeface="Aptos Display" pitchFamily="34" charset="-122"/>
                <a:cs typeface="Aptos Display" pitchFamily="34" charset="-120"/>
              </a:rPr>
              <a:t>COORDINATING SHELL’S QUARTERLY RESULTS PRESENTATIONS </a:t>
            </a:r>
            <a:endParaRPr lang="en-US" sz="14147" dirty="0"/>
          </a:p>
        </p:txBody>
      </p:sp>
      <p:sp>
        <p:nvSpPr>
          <p:cNvPr id="6" name="Text 3">
            <a:extLst>
              <a:ext uri="{FF2B5EF4-FFF2-40B4-BE49-F238E27FC236}">
                <a16:creationId xmlns:a16="http://schemas.microsoft.com/office/drawing/2014/main" id="{31619C01-3778-ACD5-6CC4-608106BD917B}"/>
              </a:ext>
            </a:extLst>
          </p:cNvPr>
          <p:cNvSpPr/>
          <p:nvPr/>
        </p:nvSpPr>
        <p:spPr>
          <a:xfrm>
            <a:off x="2087215" y="5098404"/>
            <a:ext cx="19214133" cy="1065338"/>
          </a:xfrm>
          <a:prstGeom prst="rect">
            <a:avLst/>
          </a:prstGeom>
          <a:noFill/>
          <a:ln/>
        </p:spPr>
        <p:txBody>
          <a:bodyPr wrap="square" lIns="0" tIns="0" rIns="0" bIns="0" rtlCol="0" anchor="ctr">
            <a:normAutofit fontScale="92500"/>
          </a:bodyPr>
          <a:lstStyle/>
          <a:p>
            <a:r>
              <a:rPr lang="en-US" sz="5617" dirty="0">
                <a:solidFill>
                  <a:srgbClr val="2F3033"/>
                </a:solidFill>
                <a:latin typeface="Aptos" pitchFamily="34" charset="0"/>
                <a:ea typeface="Aptos" pitchFamily="34" charset="-122"/>
                <a:cs typeface="Aptos" pitchFamily="34" charset="-120"/>
              </a:rPr>
              <a:t>Turning a complex performance, into one clear, credible equity story </a:t>
            </a:r>
            <a:endParaRPr lang="en-US" sz="5617" dirty="0"/>
          </a:p>
        </p:txBody>
      </p:sp>
      <p:sp>
        <p:nvSpPr>
          <p:cNvPr id="7" name="Shape 4">
            <a:extLst>
              <a:ext uri="{FF2B5EF4-FFF2-40B4-BE49-F238E27FC236}">
                <a16:creationId xmlns:a16="http://schemas.microsoft.com/office/drawing/2014/main" id="{6D125D07-5FA0-0591-888C-D0518BDC8A48}"/>
              </a:ext>
            </a:extLst>
          </p:cNvPr>
          <p:cNvSpPr/>
          <p:nvPr/>
        </p:nvSpPr>
        <p:spPr>
          <a:xfrm>
            <a:off x="2087214" y="6772506"/>
            <a:ext cx="19138038" cy="0"/>
          </a:xfrm>
          <a:prstGeom prst="line">
            <a:avLst/>
          </a:prstGeom>
          <a:noFill/>
          <a:ln w="12700">
            <a:solidFill>
              <a:srgbClr val="E9571F"/>
            </a:solidFill>
            <a:prstDash val="solid"/>
          </a:ln>
        </p:spPr>
        <p:txBody>
          <a:bodyPr/>
          <a:lstStyle/>
          <a:p>
            <a:endParaRPr lang="en-GB" sz="38310"/>
          </a:p>
        </p:txBody>
      </p:sp>
      <p:pic>
        <p:nvPicPr>
          <p:cNvPr id="8" name="Image 1" descr="preencoded.png">
            <a:extLst>
              <a:ext uri="{FF2B5EF4-FFF2-40B4-BE49-F238E27FC236}">
                <a16:creationId xmlns:a16="http://schemas.microsoft.com/office/drawing/2014/main" id="{9A52B342-4BD1-E632-F5F2-E563042CE0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87214" y="7533462"/>
            <a:ext cx="1255577" cy="837051"/>
          </a:xfrm>
          <a:prstGeom prst="rect">
            <a:avLst/>
          </a:prstGeom>
        </p:spPr>
      </p:pic>
      <p:sp>
        <p:nvSpPr>
          <p:cNvPr id="9" name="Text 5">
            <a:extLst>
              <a:ext uri="{FF2B5EF4-FFF2-40B4-BE49-F238E27FC236}">
                <a16:creationId xmlns:a16="http://schemas.microsoft.com/office/drawing/2014/main" id="{6AABE600-C6D2-28B3-F3E0-18987308DFD2}"/>
              </a:ext>
            </a:extLst>
          </p:cNvPr>
          <p:cNvSpPr/>
          <p:nvPr/>
        </p:nvSpPr>
        <p:spPr>
          <a:xfrm>
            <a:off x="3456935" y="7571510"/>
            <a:ext cx="18262939" cy="1065338"/>
          </a:xfrm>
          <a:prstGeom prst="rect">
            <a:avLst/>
          </a:prstGeom>
          <a:noFill/>
          <a:ln/>
        </p:spPr>
        <p:txBody>
          <a:bodyPr wrap="square" lIns="0" tIns="0" rIns="0" bIns="0" rtlCol="0" anchor="ctr">
            <a:normAutofit/>
          </a:bodyPr>
          <a:lstStyle/>
          <a:p>
            <a:r>
              <a:rPr lang="en-US" sz="5617" b="1" dirty="0">
                <a:solidFill>
                  <a:srgbClr val="2F3033"/>
                </a:solidFill>
                <a:latin typeface="Aptos" pitchFamily="34" charset="0"/>
                <a:ea typeface="Aptos" pitchFamily="34" charset="-122"/>
                <a:cs typeface="Aptos" pitchFamily="34" charset="-120"/>
              </a:rPr>
              <a:t>Michael Mota Augusto &amp; Priscilla Elsen</a:t>
            </a:r>
          </a:p>
        </p:txBody>
      </p:sp>
      <p:sp>
        <p:nvSpPr>
          <p:cNvPr id="10" name="Text 6">
            <a:extLst>
              <a:ext uri="{FF2B5EF4-FFF2-40B4-BE49-F238E27FC236}">
                <a16:creationId xmlns:a16="http://schemas.microsoft.com/office/drawing/2014/main" id="{0520489F-BDE3-AD59-0BD5-43B28FACECC5}"/>
              </a:ext>
            </a:extLst>
          </p:cNvPr>
          <p:cNvSpPr/>
          <p:nvPr/>
        </p:nvSpPr>
        <p:spPr>
          <a:xfrm>
            <a:off x="2087215" y="8941230"/>
            <a:ext cx="19214133" cy="951195"/>
          </a:xfrm>
          <a:prstGeom prst="rect">
            <a:avLst/>
          </a:prstGeom>
          <a:noFill/>
          <a:ln/>
        </p:spPr>
        <p:txBody>
          <a:bodyPr wrap="square" lIns="0" tIns="0" rIns="0" bIns="0" rtlCol="0" anchor="ctr">
            <a:normAutofit/>
          </a:bodyPr>
          <a:lstStyle/>
          <a:p>
            <a:r>
              <a:rPr lang="en-US" sz="5326">
                <a:solidFill>
                  <a:srgbClr val="2F3033"/>
                </a:solidFill>
                <a:latin typeface="Aptos" pitchFamily="34" charset="0"/>
                <a:ea typeface="Aptos" pitchFamily="34" charset="-122"/>
                <a:cs typeface="Aptos" pitchFamily="34" charset="-120"/>
              </a:rPr>
              <a:t>SCA Global Team F2F 2026   |   7–8 September</a:t>
            </a:r>
            <a:endParaRPr lang="en-US" sz="5326"/>
          </a:p>
        </p:txBody>
      </p:sp>
      <p:sp>
        <p:nvSpPr>
          <p:cNvPr id="12" name="Text 7">
            <a:extLst>
              <a:ext uri="{FF2B5EF4-FFF2-40B4-BE49-F238E27FC236}">
                <a16:creationId xmlns:a16="http://schemas.microsoft.com/office/drawing/2014/main" id="{1BD43725-EC63-2102-A6DE-04C497865703}"/>
              </a:ext>
            </a:extLst>
          </p:cNvPr>
          <p:cNvSpPr/>
          <p:nvPr/>
        </p:nvSpPr>
        <p:spPr>
          <a:xfrm>
            <a:off x="23850549" y="5402786"/>
            <a:ext cx="4565735" cy="2435058"/>
          </a:xfrm>
          <a:prstGeom prst="rect">
            <a:avLst/>
          </a:prstGeom>
          <a:noFill/>
          <a:ln/>
        </p:spPr>
        <p:txBody>
          <a:bodyPr wrap="square" lIns="0" tIns="0" rIns="0" bIns="0" rtlCol="0" anchor="ctr">
            <a:normAutofit lnSpcReduction="10000"/>
          </a:bodyPr>
          <a:lstStyle/>
          <a:p>
            <a:pPr algn="ctr"/>
            <a:r>
              <a:rPr lang="en-US" sz="5409" b="1">
                <a:solidFill>
                  <a:srgbClr val="D71920"/>
                </a:solidFill>
                <a:latin typeface="Aptos Display" pitchFamily="34" charset="0"/>
                <a:ea typeface="Aptos Display" pitchFamily="34" charset="-122"/>
                <a:cs typeface="Aptos Display" pitchFamily="34" charset="-120"/>
              </a:rPr>
              <a:t>SHAPE</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CONNECT</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ACCELERATE</a:t>
            </a:r>
            <a:endParaRPr lang="en-US" sz="5409"/>
          </a:p>
        </p:txBody>
      </p:sp>
      <p:sp>
        <p:nvSpPr>
          <p:cNvPr id="14" name="Shape 9">
            <a:extLst>
              <a:ext uri="{FF2B5EF4-FFF2-40B4-BE49-F238E27FC236}">
                <a16:creationId xmlns:a16="http://schemas.microsoft.com/office/drawing/2014/main" id="{328351E1-C643-096C-3FD4-DA4E227EAAF5}"/>
              </a:ext>
            </a:extLst>
          </p:cNvPr>
          <p:cNvSpPr/>
          <p:nvPr/>
        </p:nvSpPr>
        <p:spPr>
          <a:xfrm>
            <a:off x="800100" y="10805572"/>
            <a:ext cx="28803600" cy="1788246"/>
          </a:xfrm>
          <a:prstGeom prst="rect">
            <a:avLst/>
          </a:prstGeom>
          <a:solidFill>
            <a:srgbClr val="E8E8E8"/>
          </a:solidFill>
          <a:ln w="12700">
            <a:solidFill>
              <a:srgbClr val="E8E8E8"/>
            </a:solidFill>
            <a:prstDash val="solid"/>
          </a:ln>
        </p:spPr>
        <p:txBody>
          <a:bodyPr/>
          <a:lstStyle/>
          <a:p>
            <a:endParaRPr lang="en-GB" sz="38310"/>
          </a:p>
        </p:txBody>
      </p:sp>
      <p:sp>
        <p:nvSpPr>
          <p:cNvPr id="15" name="Text 10">
            <a:extLst>
              <a:ext uri="{FF2B5EF4-FFF2-40B4-BE49-F238E27FC236}">
                <a16:creationId xmlns:a16="http://schemas.microsoft.com/office/drawing/2014/main" id="{74CE8488-2B6A-D75E-6A3A-DEC827CC4E72}"/>
              </a:ext>
            </a:extLst>
          </p:cNvPr>
          <p:cNvSpPr/>
          <p:nvPr/>
        </p:nvSpPr>
        <p:spPr>
          <a:xfrm>
            <a:off x="1250163" y="11109954"/>
            <a:ext cx="27774886" cy="1141434"/>
          </a:xfrm>
          <a:prstGeom prst="rect">
            <a:avLst/>
          </a:prstGeom>
          <a:noFill/>
          <a:ln/>
        </p:spPr>
        <p:txBody>
          <a:bodyPr wrap="square" lIns="0" tIns="0" rIns="0" bIns="0" rtlCol="0" anchor="ctr">
            <a:normAutofit fontScale="92500" lnSpcReduction="20000"/>
          </a:bodyPr>
          <a:lstStyle/>
          <a:p>
            <a:pPr algn="ctr"/>
            <a:r>
              <a:rPr lang="en-US" sz="9154" b="1">
                <a:solidFill>
                  <a:srgbClr val="2F3033"/>
                </a:solidFill>
                <a:latin typeface="Aptos Display" pitchFamily="34" charset="0"/>
                <a:ea typeface="Aptos Display" pitchFamily="34" charset="-122"/>
                <a:cs typeface="Aptos Display" pitchFamily="34" charset="-120"/>
              </a:rPr>
              <a:t>MAIN CONTENT</a:t>
            </a:r>
            <a:endParaRPr lang="en-US" sz="9154"/>
          </a:p>
        </p:txBody>
      </p:sp>
      <p:sp>
        <p:nvSpPr>
          <p:cNvPr id="16" name="Shape 11">
            <a:extLst>
              <a:ext uri="{FF2B5EF4-FFF2-40B4-BE49-F238E27FC236}">
                <a16:creationId xmlns:a16="http://schemas.microsoft.com/office/drawing/2014/main" id="{997DD34A-88FF-2EA0-7EC0-6EBB0DAB813C}"/>
              </a:ext>
            </a:extLst>
          </p:cNvPr>
          <p:cNvSpPr/>
          <p:nvPr/>
        </p:nvSpPr>
        <p:spPr>
          <a:xfrm>
            <a:off x="800100" y="34661535"/>
            <a:ext cx="28803600" cy="6315933"/>
          </a:xfrm>
          <a:prstGeom prst="rect">
            <a:avLst/>
          </a:prstGeom>
          <a:solidFill>
            <a:srgbClr val="FFFFFF">
              <a:alpha val="0"/>
            </a:srgbClr>
          </a:solidFill>
          <a:ln w="11430">
            <a:solidFill>
              <a:srgbClr val="C9C9C9"/>
            </a:solidFill>
            <a:prstDash val="solid"/>
          </a:ln>
        </p:spPr>
        <p:txBody>
          <a:bodyPr/>
          <a:lstStyle/>
          <a:p>
            <a:endParaRPr lang="en-GB" sz="38310"/>
          </a:p>
        </p:txBody>
      </p:sp>
      <p:sp>
        <p:nvSpPr>
          <p:cNvPr id="17" name="Shape 12">
            <a:extLst>
              <a:ext uri="{FF2B5EF4-FFF2-40B4-BE49-F238E27FC236}">
                <a16:creationId xmlns:a16="http://schemas.microsoft.com/office/drawing/2014/main" id="{B98B9814-28F5-50DA-7978-751722DDA44D}"/>
              </a:ext>
            </a:extLst>
          </p:cNvPr>
          <p:cNvSpPr/>
          <p:nvPr/>
        </p:nvSpPr>
        <p:spPr>
          <a:xfrm>
            <a:off x="800100" y="32911337"/>
            <a:ext cx="28803600" cy="1788246"/>
          </a:xfrm>
          <a:prstGeom prst="rect">
            <a:avLst/>
          </a:prstGeom>
          <a:solidFill>
            <a:srgbClr val="E8E8E8"/>
          </a:solidFill>
          <a:ln w="12700">
            <a:solidFill>
              <a:srgbClr val="E8E8E8"/>
            </a:solidFill>
            <a:prstDash val="solid"/>
          </a:ln>
        </p:spPr>
        <p:txBody>
          <a:bodyPr/>
          <a:lstStyle/>
          <a:p>
            <a:endParaRPr lang="en-GB" sz="38310"/>
          </a:p>
        </p:txBody>
      </p:sp>
      <p:sp>
        <p:nvSpPr>
          <p:cNvPr id="18" name="Text 13">
            <a:extLst>
              <a:ext uri="{FF2B5EF4-FFF2-40B4-BE49-F238E27FC236}">
                <a16:creationId xmlns:a16="http://schemas.microsoft.com/office/drawing/2014/main" id="{AE609870-8840-77DF-C39F-38FA9A9A83B1}"/>
              </a:ext>
            </a:extLst>
          </p:cNvPr>
          <p:cNvSpPr/>
          <p:nvPr/>
        </p:nvSpPr>
        <p:spPr>
          <a:xfrm>
            <a:off x="1250163" y="33215719"/>
            <a:ext cx="27774886" cy="1141434"/>
          </a:xfrm>
          <a:prstGeom prst="rect">
            <a:avLst/>
          </a:prstGeom>
          <a:noFill/>
          <a:ln/>
        </p:spPr>
        <p:txBody>
          <a:bodyPr wrap="square" lIns="0" tIns="0" rIns="0" bIns="0" rtlCol="0" anchor="ctr">
            <a:normAutofit fontScale="92500" lnSpcReduction="10000"/>
          </a:bodyPr>
          <a:lstStyle/>
          <a:p>
            <a:pPr algn="ctr"/>
            <a:r>
              <a:rPr lang="en-US" sz="8738" b="1">
                <a:solidFill>
                  <a:srgbClr val="2F3033"/>
                </a:solidFill>
                <a:latin typeface="Aptos Display" pitchFamily="34" charset="0"/>
                <a:ea typeface="Aptos Display" pitchFamily="34" charset="-122"/>
                <a:cs typeface="Aptos Display" pitchFamily="34" charset="-120"/>
              </a:rPr>
              <a:t>KEY LEARNINGS</a:t>
            </a:r>
            <a:endParaRPr lang="en-US" sz="8738"/>
          </a:p>
        </p:txBody>
      </p:sp>
      <p:sp>
        <p:nvSpPr>
          <p:cNvPr id="21" name="Text 16">
            <a:extLst>
              <a:ext uri="{FF2B5EF4-FFF2-40B4-BE49-F238E27FC236}">
                <a16:creationId xmlns:a16="http://schemas.microsoft.com/office/drawing/2014/main" id="{A36AB58D-36CE-C138-27BE-6F6B42A99C34}"/>
              </a:ext>
            </a:extLst>
          </p:cNvPr>
          <p:cNvSpPr/>
          <p:nvPr/>
        </p:nvSpPr>
        <p:spPr>
          <a:xfrm>
            <a:off x="1706736" y="41776472"/>
            <a:ext cx="7609558" cy="684860"/>
          </a:xfrm>
          <a:prstGeom prst="rect">
            <a:avLst/>
          </a:prstGeom>
          <a:noFill/>
          <a:ln/>
        </p:spPr>
        <p:txBody>
          <a:bodyPr wrap="square" lIns="0" tIns="0" rIns="0" bIns="0" rtlCol="0" anchor="ctr">
            <a:normAutofit/>
          </a:bodyPr>
          <a:lstStyle/>
          <a:p>
            <a:r>
              <a:rPr lang="en-US" sz="3537">
                <a:solidFill>
                  <a:srgbClr val="5A5A5A"/>
                </a:solidFill>
                <a:latin typeface="Aptos" pitchFamily="34" charset="0"/>
                <a:ea typeface="Aptos" pitchFamily="34" charset="-122"/>
                <a:cs typeface="Aptos" pitchFamily="34" charset="-120"/>
              </a:rPr>
              <a:t>Shape. Connect. Accelerate.</a:t>
            </a:r>
            <a:endParaRPr lang="en-US" sz="3537"/>
          </a:p>
        </p:txBody>
      </p:sp>
      <p:sp>
        <p:nvSpPr>
          <p:cNvPr id="22" name="Text 17">
            <a:extLst>
              <a:ext uri="{FF2B5EF4-FFF2-40B4-BE49-F238E27FC236}">
                <a16:creationId xmlns:a16="http://schemas.microsoft.com/office/drawing/2014/main" id="{7D640198-A758-DB3F-78E2-98E3E729BBA7}"/>
              </a:ext>
            </a:extLst>
          </p:cNvPr>
          <p:cNvSpPr/>
          <p:nvPr/>
        </p:nvSpPr>
        <p:spPr>
          <a:xfrm>
            <a:off x="22747164" y="41776472"/>
            <a:ext cx="5897407" cy="684860"/>
          </a:xfrm>
          <a:prstGeom prst="rect">
            <a:avLst/>
          </a:prstGeom>
          <a:noFill/>
          <a:ln/>
        </p:spPr>
        <p:txBody>
          <a:bodyPr wrap="square" lIns="0" tIns="0" rIns="0" bIns="0" rtlCol="0" anchor="ctr">
            <a:normAutofit/>
          </a:bodyPr>
          <a:lstStyle/>
          <a:p>
            <a:pPr algn="r"/>
            <a:r>
              <a:rPr lang="en-US" sz="3537">
                <a:solidFill>
                  <a:srgbClr val="5A5A5A"/>
                </a:solidFill>
                <a:latin typeface="Aptos" pitchFamily="34" charset="0"/>
                <a:ea typeface="Aptos" pitchFamily="34" charset="-122"/>
                <a:cs typeface="Aptos" pitchFamily="34" charset="-120"/>
              </a:rPr>
              <a:t>September 7–8, 2026</a:t>
            </a:r>
            <a:endParaRPr lang="en-US" sz="3537"/>
          </a:p>
        </p:txBody>
      </p:sp>
      <p:pic>
        <p:nvPicPr>
          <p:cNvPr id="24" name="Picture 23">
            <a:extLst>
              <a:ext uri="{FF2B5EF4-FFF2-40B4-BE49-F238E27FC236}">
                <a16:creationId xmlns:a16="http://schemas.microsoft.com/office/drawing/2014/main" id="{067B3806-4F05-BFCB-B391-C7373B230E7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50549" y="1385284"/>
            <a:ext cx="4306322" cy="4306322"/>
          </a:xfrm>
          <a:prstGeom prst="rect">
            <a:avLst/>
          </a:prstGeom>
          <a:ln>
            <a:noFill/>
          </a:ln>
        </p:spPr>
      </p:pic>
      <p:sp>
        <p:nvSpPr>
          <p:cNvPr id="27" name="Rectangle 26">
            <a:extLst>
              <a:ext uri="{FF2B5EF4-FFF2-40B4-BE49-F238E27FC236}">
                <a16:creationId xmlns:a16="http://schemas.microsoft.com/office/drawing/2014/main" id="{6369A56F-4351-2AA1-6AC1-44997BED94EA}"/>
              </a:ext>
            </a:extLst>
          </p:cNvPr>
          <p:cNvSpPr/>
          <p:nvPr/>
        </p:nvSpPr>
        <p:spPr>
          <a:xfrm>
            <a:off x="1478449" y="35003965"/>
            <a:ext cx="8066131" cy="5490892"/>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29" name="Rectangle 28">
            <a:extLst>
              <a:ext uri="{FF2B5EF4-FFF2-40B4-BE49-F238E27FC236}">
                <a16:creationId xmlns:a16="http://schemas.microsoft.com/office/drawing/2014/main" id="{F322DF6D-07EB-A4CB-B21A-605F7B40907D}"/>
              </a:ext>
            </a:extLst>
          </p:cNvPr>
          <p:cNvSpPr/>
          <p:nvPr/>
        </p:nvSpPr>
        <p:spPr>
          <a:xfrm>
            <a:off x="11245514" y="35003965"/>
            <a:ext cx="8066131" cy="5490892"/>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31" name="Rectangle 30">
            <a:extLst>
              <a:ext uri="{FF2B5EF4-FFF2-40B4-BE49-F238E27FC236}">
                <a16:creationId xmlns:a16="http://schemas.microsoft.com/office/drawing/2014/main" id="{41BC756F-8E9E-A672-1BB5-FB8E4D2B3B75}"/>
              </a:ext>
            </a:extLst>
          </p:cNvPr>
          <p:cNvSpPr/>
          <p:nvPr/>
        </p:nvSpPr>
        <p:spPr>
          <a:xfrm>
            <a:off x="21012579" y="34959913"/>
            <a:ext cx="8066131" cy="5490892"/>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cxnSp>
        <p:nvCxnSpPr>
          <p:cNvPr id="32" name="Straight Connector 31">
            <a:extLst>
              <a:ext uri="{FF2B5EF4-FFF2-40B4-BE49-F238E27FC236}">
                <a16:creationId xmlns:a16="http://schemas.microsoft.com/office/drawing/2014/main" id="{026BCF52-CBBA-4D53-D8D0-30CBA6BC12BC}"/>
              </a:ext>
            </a:extLst>
          </p:cNvPr>
          <p:cNvCxnSpPr>
            <a:cxnSpLocks/>
          </p:cNvCxnSpPr>
          <p:nvPr/>
        </p:nvCxnSpPr>
        <p:spPr>
          <a:xfrm>
            <a:off x="1479572" y="40494857"/>
            <a:ext cx="8065008"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E27003A-49E3-29C2-1636-D6683A39F6A6}"/>
              </a:ext>
            </a:extLst>
          </p:cNvPr>
          <p:cNvCxnSpPr>
            <a:cxnSpLocks/>
          </p:cNvCxnSpPr>
          <p:nvPr/>
        </p:nvCxnSpPr>
        <p:spPr>
          <a:xfrm>
            <a:off x="11246637" y="40494857"/>
            <a:ext cx="8065008"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614F753-9FE3-BEBF-48A7-7D5D98598970}"/>
              </a:ext>
            </a:extLst>
          </p:cNvPr>
          <p:cNvCxnSpPr>
            <a:cxnSpLocks/>
          </p:cNvCxnSpPr>
          <p:nvPr/>
        </p:nvCxnSpPr>
        <p:spPr>
          <a:xfrm>
            <a:off x="21013702" y="40494857"/>
            <a:ext cx="8065008"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sp>
        <p:nvSpPr>
          <p:cNvPr id="37" name="Text 14">
            <a:extLst>
              <a:ext uri="{FF2B5EF4-FFF2-40B4-BE49-F238E27FC236}">
                <a16:creationId xmlns:a16="http://schemas.microsoft.com/office/drawing/2014/main" id="{B9D3A0D4-C66D-0A68-E321-0AE4B585542F}"/>
              </a:ext>
            </a:extLst>
          </p:cNvPr>
          <p:cNvSpPr/>
          <p:nvPr/>
        </p:nvSpPr>
        <p:spPr>
          <a:xfrm>
            <a:off x="1630642" y="35232254"/>
            <a:ext cx="7913938"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EXTERNAL – DON’T BE ERRATIC</a:t>
            </a:r>
            <a:endParaRPr lang="en-GB" sz="3600" u="sng" dirty="0">
              <a:solidFill>
                <a:srgbClr val="A0A0A0"/>
              </a:solidFill>
              <a:latin typeface="Aptos" pitchFamily="34" charset="0"/>
              <a:ea typeface="Aptos" pitchFamily="34" charset="-122"/>
              <a:cs typeface="Aptos" pitchFamily="34" charset="-120"/>
            </a:endParaRPr>
          </a:p>
        </p:txBody>
      </p:sp>
      <p:sp>
        <p:nvSpPr>
          <p:cNvPr id="39" name="Text 14">
            <a:extLst>
              <a:ext uri="{FF2B5EF4-FFF2-40B4-BE49-F238E27FC236}">
                <a16:creationId xmlns:a16="http://schemas.microsoft.com/office/drawing/2014/main" id="{1D66891E-E020-0BED-8D74-F033C34B634F}"/>
              </a:ext>
            </a:extLst>
          </p:cNvPr>
          <p:cNvSpPr/>
          <p:nvPr/>
        </p:nvSpPr>
        <p:spPr>
          <a:xfrm>
            <a:off x="11256735" y="35232254"/>
            <a:ext cx="7913938"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EQUITY STORY – WORDS MATTER</a:t>
            </a:r>
            <a:endParaRPr lang="en-GB" sz="3600" u="sng" dirty="0">
              <a:solidFill>
                <a:srgbClr val="A0A0A0"/>
              </a:solidFill>
              <a:latin typeface="Aptos" pitchFamily="34" charset="0"/>
              <a:ea typeface="Aptos" pitchFamily="34" charset="-122"/>
              <a:cs typeface="Aptos" pitchFamily="34" charset="-120"/>
            </a:endParaRPr>
          </a:p>
        </p:txBody>
      </p:sp>
      <p:sp>
        <p:nvSpPr>
          <p:cNvPr id="41" name="Text 14">
            <a:extLst>
              <a:ext uri="{FF2B5EF4-FFF2-40B4-BE49-F238E27FC236}">
                <a16:creationId xmlns:a16="http://schemas.microsoft.com/office/drawing/2014/main" id="{CE40EA82-0E85-D449-7ECC-43269787CA6E}"/>
              </a:ext>
            </a:extLst>
          </p:cNvPr>
          <p:cNvSpPr/>
          <p:nvPr/>
        </p:nvSpPr>
        <p:spPr>
          <a:xfrm>
            <a:off x="21085289" y="35232254"/>
            <a:ext cx="7913938"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INTERNAL – TUNE INTO WIIFM RADIO</a:t>
            </a:r>
            <a:endParaRPr lang="en-GB" sz="3600" u="sng" dirty="0">
              <a:solidFill>
                <a:srgbClr val="A0A0A0"/>
              </a:solidFill>
              <a:latin typeface="Aptos" pitchFamily="34" charset="0"/>
              <a:ea typeface="Aptos" pitchFamily="34" charset="-122"/>
              <a:cs typeface="Aptos" pitchFamily="34" charset="-120"/>
            </a:endParaRPr>
          </a:p>
        </p:txBody>
      </p:sp>
      <p:sp>
        <p:nvSpPr>
          <p:cNvPr id="43" name="Text 14">
            <a:extLst>
              <a:ext uri="{FF2B5EF4-FFF2-40B4-BE49-F238E27FC236}">
                <a16:creationId xmlns:a16="http://schemas.microsoft.com/office/drawing/2014/main" id="{F43CFA47-3053-8746-82BD-3E8C721A1E59}"/>
              </a:ext>
            </a:extLst>
          </p:cNvPr>
          <p:cNvSpPr/>
          <p:nvPr/>
        </p:nvSpPr>
        <p:spPr>
          <a:xfrm>
            <a:off x="1815177" y="36107351"/>
            <a:ext cx="7501117" cy="3740694"/>
          </a:xfrm>
          <a:prstGeom prst="rect">
            <a:avLst/>
          </a:prstGeom>
          <a:noFill/>
          <a:ln/>
        </p:spPr>
        <p:txBody>
          <a:bodyPr wrap="square" lIns="0" tIns="0" rIns="0" bIns="0" rtlCol="0" anchor="t"/>
          <a:lstStyle/>
          <a:p>
            <a:pPr algn="just"/>
            <a:r>
              <a:rPr lang="en-GB" sz="3600" dirty="0">
                <a:latin typeface="Aptos" pitchFamily="34" charset="0"/>
                <a:ea typeface="Aptos" pitchFamily="34" charset="-122"/>
                <a:cs typeface="Aptos" pitchFamily="34" charset="-120"/>
              </a:rPr>
              <a:t>Investors value consistency in the message, strategic priorities and delivery against targets. Credibility builds over time when words are matched by actions and a strong track record of delivery.</a:t>
            </a:r>
          </a:p>
        </p:txBody>
      </p:sp>
      <p:sp>
        <p:nvSpPr>
          <p:cNvPr id="45" name="Text 14">
            <a:extLst>
              <a:ext uri="{FF2B5EF4-FFF2-40B4-BE49-F238E27FC236}">
                <a16:creationId xmlns:a16="http://schemas.microsoft.com/office/drawing/2014/main" id="{C7D39787-BB3E-7649-8949-953F2BE9630D}"/>
              </a:ext>
            </a:extLst>
          </p:cNvPr>
          <p:cNvSpPr/>
          <p:nvPr/>
        </p:nvSpPr>
        <p:spPr>
          <a:xfrm>
            <a:off x="11578931" y="36107351"/>
            <a:ext cx="7501117" cy="3740694"/>
          </a:xfrm>
          <a:prstGeom prst="rect">
            <a:avLst/>
          </a:prstGeom>
          <a:noFill/>
          <a:ln/>
        </p:spPr>
        <p:txBody>
          <a:bodyPr wrap="square" lIns="0" tIns="0" rIns="0" bIns="0" rtlCol="0" anchor="t"/>
          <a:lstStyle/>
          <a:p>
            <a:pPr algn="just"/>
            <a:r>
              <a:rPr lang="en-GB" sz="3600" dirty="0">
                <a:latin typeface="Aptos" pitchFamily="34" charset="0"/>
                <a:ea typeface="Aptos" pitchFamily="34" charset="-122"/>
                <a:cs typeface="Aptos" pitchFamily="34" charset="-120"/>
              </a:rPr>
              <a:t>Strong strategy and strong delivery need the right language to be understood and valued. Translate complexity into a clear, compelling equity story and bring out the advantages that are difficult for others to replicate.</a:t>
            </a:r>
          </a:p>
        </p:txBody>
      </p:sp>
      <p:sp>
        <p:nvSpPr>
          <p:cNvPr id="49" name="Text 14">
            <a:extLst>
              <a:ext uri="{FF2B5EF4-FFF2-40B4-BE49-F238E27FC236}">
                <a16:creationId xmlns:a16="http://schemas.microsoft.com/office/drawing/2014/main" id="{4D5F1C11-BBD9-85D2-D492-D0CED4824C58}"/>
              </a:ext>
            </a:extLst>
          </p:cNvPr>
          <p:cNvSpPr/>
          <p:nvPr/>
        </p:nvSpPr>
        <p:spPr>
          <a:xfrm>
            <a:off x="21258618" y="36107351"/>
            <a:ext cx="7501117" cy="3740694"/>
          </a:xfrm>
          <a:prstGeom prst="rect">
            <a:avLst/>
          </a:prstGeom>
          <a:noFill/>
          <a:ln/>
        </p:spPr>
        <p:txBody>
          <a:bodyPr wrap="square" lIns="0" tIns="0" rIns="0" bIns="0" rtlCol="0" anchor="t"/>
          <a:lstStyle/>
          <a:p>
            <a:pPr algn="just"/>
            <a:r>
              <a:rPr lang="en-GB" sz="3600" dirty="0">
                <a:latin typeface="Aptos" pitchFamily="34" charset="0"/>
                <a:ea typeface="Aptos" pitchFamily="34" charset="-122"/>
                <a:cs typeface="Aptos" pitchFamily="34" charset="-120"/>
              </a:rPr>
              <a:t>People remember how you make them feel and whether the collaboration matters to them. Align early, explain why their contribution matters, recognise their effort and always close the loop, especially when their input isn’t used.</a:t>
            </a:r>
          </a:p>
        </p:txBody>
      </p:sp>
      <p:sp>
        <p:nvSpPr>
          <p:cNvPr id="25" name="Rectangle 24">
            <a:extLst>
              <a:ext uri="{FF2B5EF4-FFF2-40B4-BE49-F238E27FC236}">
                <a16:creationId xmlns:a16="http://schemas.microsoft.com/office/drawing/2014/main" id="{BBE4BB66-1A67-3DFB-9C87-F9F11E24A385}"/>
              </a:ext>
            </a:extLst>
          </p:cNvPr>
          <p:cNvSpPr/>
          <p:nvPr/>
        </p:nvSpPr>
        <p:spPr>
          <a:xfrm>
            <a:off x="1413573" y="27020943"/>
            <a:ext cx="27600261" cy="5490892"/>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28" name="Text 14">
            <a:extLst>
              <a:ext uri="{FF2B5EF4-FFF2-40B4-BE49-F238E27FC236}">
                <a16:creationId xmlns:a16="http://schemas.microsoft.com/office/drawing/2014/main" id="{81751D90-859A-B485-7F7C-00A5D25A4E68}"/>
              </a:ext>
            </a:extLst>
          </p:cNvPr>
          <p:cNvSpPr/>
          <p:nvPr/>
        </p:nvSpPr>
        <p:spPr>
          <a:xfrm>
            <a:off x="11413202" y="27197585"/>
            <a:ext cx="7913938"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WHY IT MATTERS</a:t>
            </a:r>
            <a:endParaRPr lang="en-GB" sz="3600" u="sng" dirty="0">
              <a:solidFill>
                <a:srgbClr val="A0A0A0"/>
              </a:solidFill>
              <a:latin typeface="Aptos" pitchFamily="34" charset="0"/>
              <a:ea typeface="Aptos" pitchFamily="34" charset="-122"/>
              <a:cs typeface="Aptos" pitchFamily="34" charset="-120"/>
            </a:endParaRPr>
          </a:p>
        </p:txBody>
      </p:sp>
      <p:cxnSp>
        <p:nvCxnSpPr>
          <p:cNvPr id="35" name="Straight Connector 34">
            <a:extLst>
              <a:ext uri="{FF2B5EF4-FFF2-40B4-BE49-F238E27FC236}">
                <a16:creationId xmlns:a16="http://schemas.microsoft.com/office/drawing/2014/main" id="{CEAECA24-83D6-CEB1-BF91-FCAF954351B9}"/>
              </a:ext>
            </a:extLst>
          </p:cNvPr>
          <p:cNvCxnSpPr/>
          <p:nvPr/>
        </p:nvCxnSpPr>
        <p:spPr>
          <a:xfrm flipH="1">
            <a:off x="2087214" y="27474530"/>
            <a:ext cx="10501190" cy="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BD2A68AD-10C0-D4E2-FD56-E279F4D12749}"/>
              </a:ext>
            </a:extLst>
          </p:cNvPr>
          <p:cNvCxnSpPr/>
          <p:nvPr/>
        </p:nvCxnSpPr>
        <p:spPr>
          <a:xfrm flipH="1">
            <a:off x="18080981" y="27541869"/>
            <a:ext cx="10501190" cy="0"/>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0" name="Rectangle 39">
            <a:extLst>
              <a:ext uri="{FF2B5EF4-FFF2-40B4-BE49-F238E27FC236}">
                <a16:creationId xmlns:a16="http://schemas.microsoft.com/office/drawing/2014/main" id="{A958F085-90DA-C712-946E-D7F1260147EE}"/>
              </a:ext>
            </a:extLst>
          </p:cNvPr>
          <p:cNvSpPr/>
          <p:nvPr/>
        </p:nvSpPr>
        <p:spPr>
          <a:xfrm>
            <a:off x="21012579" y="27764729"/>
            <a:ext cx="7803507" cy="4499794"/>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47" name="Rectangle 46">
            <a:extLst>
              <a:ext uri="{FF2B5EF4-FFF2-40B4-BE49-F238E27FC236}">
                <a16:creationId xmlns:a16="http://schemas.microsoft.com/office/drawing/2014/main" id="{5A5AA3E3-4D1C-6E6C-6303-037AD5BADC1D}"/>
              </a:ext>
            </a:extLst>
          </p:cNvPr>
          <p:cNvSpPr/>
          <p:nvPr/>
        </p:nvSpPr>
        <p:spPr>
          <a:xfrm>
            <a:off x="1815177" y="28121343"/>
            <a:ext cx="5967856" cy="4143182"/>
          </a:xfrm>
          <a:prstGeom prst="rect">
            <a:avLst/>
          </a:prstGeom>
          <a:solidFill>
            <a:srgbClr val="F5F5F5"/>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50" name="Rectangle 49">
            <a:extLst>
              <a:ext uri="{FF2B5EF4-FFF2-40B4-BE49-F238E27FC236}">
                <a16:creationId xmlns:a16="http://schemas.microsoft.com/office/drawing/2014/main" id="{56475B19-1A48-28F9-1636-2C3E6F30B27D}"/>
              </a:ext>
            </a:extLst>
          </p:cNvPr>
          <p:cNvSpPr/>
          <p:nvPr/>
        </p:nvSpPr>
        <p:spPr>
          <a:xfrm>
            <a:off x="8184637" y="28121341"/>
            <a:ext cx="5967856" cy="4143183"/>
          </a:xfrm>
          <a:prstGeom prst="rect">
            <a:avLst/>
          </a:prstGeom>
          <a:solidFill>
            <a:srgbClr val="F5F5F5"/>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53" name="Rectangle 52">
            <a:extLst>
              <a:ext uri="{FF2B5EF4-FFF2-40B4-BE49-F238E27FC236}">
                <a16:creationId xmlns:a16="http://schemas.microsoft.com/office/drawing/2014/main" id="{2300D329-3B6E-9F0E-0205-4474A2042867}"/>
              </a:ext>
            </a:extLst>
          </p:cNvPr>
          <p:cNvSpPr/>
          <p:nvPr/>
        </p:nvSpPr>
        <p:spPr>
          <a:xfrm>
            <a:off x="14554097" y="28121342"/>
            <a:ext cx="5967856" cy="4147544"/>
          </a:xfrm>
          <a:prstGeom prst="rect">
            <a:avLst/>
          </a:prstGeom>
          <a:solidFill>
            <a:srgbClr val="F5F5F5"/>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cxnSp>
        <p:nvCxnSpPr>
          <p:cNvPr id="54" name="Straight Connector 53">
            <a:extLst>
              <a:ext uri="{FF2B5EF4-FFF2-40B4-BE49-F238E27FC236}">
                <a16:creationId xmlns:a16="http://schemas.microsoft.com/office/drawing/2014/main" id="{94F0E72D-03EA-2D9D-6808-114F8871D2AE}"/>
              </a:ext>
            </a:extLst>
          </p:cNvPr>
          <p:cNvCxnSpPr>
            <a:cxnSpLocks/>
          </p:cNvCxnSpPr>
          <p:nvPr/>
        </p:nvCxnSpPr>
        <p:spPr>
          <a:xfrm>
            <a:off x="1815177" y="32264525"/>
            <a:ext cx="5971032"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8EC871-9930-EFD3-861E-31FBEEE20DB0}"/>
              </a:ext>
            </a:extLst>
          </p:cNvPr>
          <p:cNvCxnSpPr>
            <a:cxnSpLocks/>
          </p:cNvCxnSpPr>
          <p:nvPr/>
        </p:nvCxnSpPr>
        <p:spPr>
          <a:xfrm>
            <a:off x="8184637" y="32264524"/>
            <a:ext cx="5971032"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77CF81A-7207-3BB1-A29B-3803AD0D453B}"/>
              </a:ext>
            </a:extLst>
          </p:cNvPr>
          <p:cNvCxnSpPr>
            <a:cxnSpLocks/>
          </p:cNvCxnSpPr>
          <p:nvPr/>
        </p:nvCxnSpPr>
        <p:spPr>
          <a:xfrm>
            <a:off x="14554097" y="32268886"/>
            <a:ext cx="5971032" cy="0"/>
          </a:xfrm>
          <a:prstGeom prst="line">
            <a:avLst/>
          </a:prstGeom>
          <a:ln w="57150">
            <a:solidFill>
              <a:srgbClr val="FFC600"/>
            </a:solidFill>
          </a:ln>
        </p:spPr>
        <p:style>
          <a:lnRef idx="1">
            <a:schemeClr val="accent1"/>
          </a:lnRef>
          <a:fillRef idx="0">
            <a:schemeClr val="accent1"/>
          </a:fillRef>
          <a:effectRef idx="0">
            <a:schemeClr val="accent1"/>
          </a:effectRef>
          <a:fontRef idx="minor">
            <a:schemeClr val="tx1"/>
          </a:fontRef>
        </p:style>
      </p:cxnSp>
      <p:sp>
        <p:nvSpPr>
          <p:cNvPr id="61" name="Text 14">
            <a:extLst>
              <a:ext uri="{FF2B5EF4-FFF2-40B4-BE49-F238E27FC236}">
                <a16:creationId xmlns:a16="http://schemas.microsoft.com/office/drawing/2014/main" id="{B84F8AA0-8665-590E-9939-1515C358C53D}"/>
              </a:ext>
            </a:extLst>
          </p:cNvPr>
          <p:cNvSpPr/>
          <p:nvPr/>
        </p:nvSpPr>
        <p:spPr>
          <a:xfrm>
            <a:off x="20947702" y="27893489"/>
            <a:ext cx="7913938"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ALL-TIME HIGH SHARE PRICE</a:t>
            </a:r>
            <a:endParaRPr lang="en-GB" sz="3600" u="sng" dirty="0">
              <a:solidFill>
                <a:srgbClr val="A0A0A0"/>
              </a:solidFill>
              <a:latin typeface="Aptos" pitchFamily="34" charset="0"/>
              <a:ea typeface="Aptos" pitchFamily="34" charset="-122"/>
              <a:cs typeface="Aptos" pitchFamily="34" charset="-120"/>
            </a:endParaRPr>
          </a:p>
        </p:txBody>
      </p:sp>
      <p:sp>
        <p:nvSpPr>
          <p:cNvPr id="63" name="Text 14">
            <a:extLst>
              <a:ext uri="{FF2B5EF4-FFF2-40B4-BE49-F238E27FC236}">
                <a16:creationId xmlns:a16="http://schemas.microsoft.com/office/drawing/2014/main" id="{D8C1EC68-9467-40E1-32B8-BF9C1B34C361}"/>
              </a:ext>
            </a:extLst>
          </p:cNvPr>
          <p:cNvSpPr/>
          <p:nvPr/>
        </p:nvSpPr>
        <p:spPr>
          <a:xfrm>
            <a:off x="1815177" y="28164511"/>
            <a:ext cx="5967856"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Investor Clarity</a:t>
            </a:r>
            <a:endParaRPr lang="en-GB" sz="3600" u="sng" dirty="0">
              <a:solidFill>
                <a:srgbClr val="A0A0A0"/>
              </a:solidFill>
              <a:latin typeface="Aptos" pitchFamily="34" charset="0"/>
              <a:ea typeface="Aptos" pitchFamily="34" charset="-122"/>
              <a:cs typeface="Aptos" pitchFamily="34" charset="-120"/>
            </a:endParaRPr>
          </a:p>
        </p:txBody>
      </p:sp>
      <p:sp>
        <p:nvSpPr>
          <p:cNvPr id="65" name="Text 14">
            <a:extLst>
              <a:ext uri="{FF2B5EF4-FFF2-40B4-BE49-F238E27FC236}">
                <a16:creationId xmlns:a16="http://schemas.microsoft.com/office/drawing/2014/main" id="{51C6C4E4-3D63-8F9E-45ED-37C22EBB8876}"/>
              </a:ext>
            </a:extLst>
          </p:cNvPr>
          <p:cNvSpPr/>
          <p:nvPr/>
        </p:nvSpPr>
        <p:spPr>
          <a:xfrm>
            <a:off x="8279505" y="28164511"/>
            <a:ext cx="5967856"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Market Credibility</a:t>
            </a:r>
            <a:endParaRPr lang="en-GB" sz="3600" u="sng" dirty="0">
              <a:solidFill>
                <a:srgbClr val="A0A0A0"/>
              </a:solidFill>
              <a:latin typeface="Aptos" pitchFamily="34" charset="0"/>
              <a:ea typeface="Aptos" pitchFamily="34" charset="-122"/>
              <a:cs typeface="Aptos" pitchFamily="34" charset="-120"/>
            </a:endParaRPr>
          </a:p>
        </p:txBody>
      </p:sp>
      <p:sp>
        <p:nvSpPr>
          <p:cNvPr id="67" name="Text 14">
            <a:extLst>
              <a:ext uri="{FF2B5EF4-FFF2-40B4-BE49-F238E27FC236}">
                <a16:creationId xmlns:a16="http://schemas.microsoft.com/office/drawing/2014/main" id="{A4FCAF9A-B00A-6E1E-5EBB-A96E24F2F33A}"/>
              </a:ext>
            </a:extLst>
          </p:cNvPr>
          <p:cNvSpPr/>
          <p:nvPr/>
        </p:nvSpPr>
        <p:spPr>
          <a:xfrm>
            <a:off x="14511022" y="28164511"/>
            <a:ext cx="5967856" cy="1217527"/>
          </a:xfrm>
          <a:prstGeom prst="rect">
            <a:avLst/>
          </a:prstGeom>
          <a:noFill/>
          <a:ln/>
        </p:spPr>
        <p:txBody>
          <a:bodyPr wrap="square" lIns="0" tIns="0" rIns="0" bIns="0" rtlCol="0" anchor="t"/>
          <a:lstStyle/>
          <a:p>
            <a:pPr algn="ctr"/>
            <a:r>
              <a:rPr lang="en-GB" sz="3600" b="1" u="sng" dirty="0">
                <a:solidFill>
                  <a:schemeClr val="accent2"/>
                </a:solidFill>
                <a:latin typeface="Aptos" pitchFamily="34" charset="0"/>
                <a:ea typeface="Aptos" pitchFamily="34" charset="-122"/>
                <a:cs typeface="Aptos" pitchFamily="34" charset="-120"/>
              </a:rPr>
              <a:t>SCA Capability</a:t>
            </a:r>
            <a:endParaRPr lang="en-GB" sz="3600" u="sng" dirty="0">
              <a:solidFill>
                <a:srgbClr val="A0A0A0"/>
              </a:solidFill>
              <a:latin typeface="Aptos" pitchFamily="34" charset="0"/>
              <a:ea typeface="Aptos" pitchFamily="34" charset="-122"/>
              <a:cs typeface="Aptos" pitchFamily="34" charset="-120"/>
            </a:endParaRPr>
          </a:p>
        </p:txBody>
      </p:sp>
      <p:sp>
        <p:nvSpPr>
          <p:cNvPr id="69" name="Text 14">
            <a:extLst>
              <a:ext uri="{FF2B5EF4-FFF2-40B4-BE49-F238E27FC236}">
                <a16:creationId xmlns:a16="http://schemas.microsoft.com/office/drawing/2014/main" id="{C605BA71-03ED-0209-FCB8-39526B0F40AE}"/>
              </a:ext>
            </a:extLst>
          </p:cNvPr>
          <p:cNvSpPr/>
          <p:nvPr/>
        </p:nvSpPr>
        <p:spPr>
          <a:xfrm>
            <a:off x="1815178" y="28835393"/>
            <a:ext cx="5874462" cy="2966720"/>
          </a:xfrm>
          <a:prstGeom prst="rect">
            <a:avLst/>
          </a:prstGeom>
          <a:noFill/>
          <a:ln/>
        </p:spPr>
        <p:txBody>
          <a:bodyPr wrap="square" lIns="0" tIns="0" rIns="0" bIns="0" rtlCol="0" anchor="t"/>
          <a:lstStyle/>
          <a:p>
            <a:pPr algn="ctr"/>
            <a:r>
              <a:rPr lang="en-GB" sz="3600" dirty="0">
                <a:latin typeface="Aptos" pitchFamily="34" charset="0"/>
                <a:ea typeface="Aptos" pitchFamily="34" charset="-122"/>
                <a:cs typeface="Aptos" pitchFamily="34" charset="-120"/>
              </a:rPr>
              <a:t>Provides a transparent view of results, operational performance and strategic decisions, making Shell easier to understand.</a:t>
            </a:r>
          </a:p>
        </p:txBody>
      </p:sp>
      <p:sp>
        <p:nvSpPr>
          <p:cNvPr id="71" name="Text 14">
            <a:extLst>
              <a:ext uri="{FF2B5EF4-FFF2-40B4-BE49-F238E27FC236}">
                <a16:creationId xmlns:a16="http://schemas.microsoft.com/office/drawing/2014/main" id="{E549189B-1B44-A7FF-AE64-8A20BEF7C9F5}"/>
              </a:ext>
            </a:extLst>
          </p:cNvPr>
          <p:cNvSpPr/>
          <p:nvPr/>
        </p:nvSpPr>
        <p:spPr>
          <a:xfrm>
            <a:off x="8231334" y="28835393"/>
            <a:ext cx="5874462" cy="2966720"/>
          </a:xfrm>
          <a:prstGeom prst="rect">
            <a:avLst/>
          </a:prstGeom>
          <a:noFill/>
          <a:ln/>
        </p:spPr>
        <p:txBody>
          <a:bodyPr wrap="square" lIns="0" tIns="0" rIns="0" bIns="0" rtlCol="0" anchor="t"/>
          <a:lstStyle/>
          <a:p>
            <a:pPr algn="ctr"/>
            <a:r>
              <a:rPr lang="en-GB" sz="3600" dirty="0">
                <a:latin typeface="Aptos" pitchFamily="34" charset="0"/>
                <a:ea typeface="Aptos" pitchFamily="34" charset="-122"/>
                <a:cs typeface="Aptos" pitchFamily="34" charset="-120"/>
              </a:rPr>
              <a:t>One consistent, evidence-based voice that builds trust, reinforces credibility and strengthens confidence in Shell’s direction.</a:t>
            </a:r>
          </a:p>
        </p:txBody>
      </p:sp>
      <p:sp>
        <p:nvSpPr>
          <p:cNvPr id="73" name="Text 14">
            <a:extLst>
              <a:ext uri="{FF2B5EF4-FFF2-40B4-BE49-F238E27FC236}">
                <a16:creationId xmlns:a16="http://schemas.microsoft.com/office/drawing/2014/main" id="{0715979D-0A55-5048-1CF6-7D7296F257D8}"/>
              </a:ext>
            </a:extLst>
          </p:cNvPr>
          <p:cNvSpPr/>
          <p:nvPr/>
        </p:nvSpPr>
        <p:spPr>
          <a:xfrm>
            <a:off x="14511022" y="28835393"/>
            <a:ext cx="5874462" cy="2966720"/>
          </a:xfrm>
          <a:prstGeom prst="rect">
            <a:avLst/>
          </a:prstGeom>
          <a:noFill/>
          <a:ln/>
        </p:spPr>
        <p:txBody>
          <a:bodyPr wrap="square" lIns="0" tIns="0" rIns="0" bIns="0" rtlCol="0" anchor="t"/>
          <a:lstStyle/>
          <a:p>
            <a:pPr algn="ctr"/>
            <a:r>
              <a:rPr lang="en-GB" sz="3600" dirty="0">
                <a:latin typeface="Aptos" pitchFamily="34" charset="0"/>
                <a:ea typeface="Aptos" pitchFamily="34" charset="-122"/>
                <a:cs typeface="Aptos" pitchFamily="34" charset="-120"/>
              </a:rPr>
              <a:t>A cross functional model that strengthens collaboration and a proven capability to deliver critical external events (quarterly results, CMDs, </a:t>
            </a:r>
            <a:r>
              <a:rPr lang="en-GB" sz="3600">
                <a:latin typeface="Aptos" pitchFamily="34" charset="0"/>
                <a:ea typeface="Aptos" pitchFamily="34" charset="-122"/>
                <a:cs typeface="Aptos" pitchFamily="34" charset="-120"/>
              </a:rPr>
              <a:t>and </a:t>
            </a:r>
            <a:r>
              <a:rPr lang="en-GB" sz="3600" dirty="0">
                <a:latin typeface="Aptos" pitchFamily="34" charset="0"/>
                <a:ea typeface="Aptos" pitchFamily="34" charset="-122"/>
                <a:cs typeface="Aptos" pitchFamily="34" charset="-120"/>
              </a:rPr>
              <a:t>a</a:t>
            </a:r>
            <a:r>
              <a:rPr lang="en-GB" sz="3600">
                <a:latin typeface="Aptos" pitchFamily="34" charset="0"/>
                <a:ea typeface="Aptos" pitchFamily="34" charset="-122"/>
                <a:cs typeface="Aptos" pitchFamily="34" charset="-120"/>
              </a:rPr>
              <a:t>nnual </a:t>
            </a:r>
            <a:r>
              <a:rPr lang="en-GB" sz="3600" dirty="0">
                <a:latin typeface="Aptos" pitchFamily="34" charset="0"/>
                <a:ea typeface="Aptos" pitchFamily="34" charset="-122"/>
                <a:cs typeface="Aptos" pitchFamily="34" charset="-120"/>
              </a:rPr>
              <a:t>ESGs).</a:t>
            </a:r>
          </a:p>
        </p:txBody>
      </p:sp>
      <p:sp>
        <p:nvSpPr>
          <p:cNvPr id="75" name="Rectangle 74">
            <a:extLst>
              <a:ext uri="{FF2B5EF4-FFF2-40B4-BE49-F238E27FC236}">
                <a16:creationId xmlns:a16="http://schemas.microsoft.com/office/drawing/2014/main" id="{4FAA2D36-5267-2750-6607-76C3629579D1}"/>
              </a:ext>
            </a:extLst>
          </p:cNvPr>
          <p:cNvSpPr/>
          <p:nvPr/>
        </p:nvSpPr>
        <p:spPr>
          <a:xfrm>
            <a:off x="1413573" y="15154712"/>
            <a:ext cx="9304046" cy="11075947"/>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77" name="Rectangle 76">
            <a:extLst>
              <a:ext uri="{FF2B5EF4-FFF2-40B4-BE49-F238E27FC236}">
                <a16:creationId xmlns:a16="http://schemas.microsoft.com/office/drawing/2014/main" id="{F7CECE9E-3A52-5612-34A2-B8CB9323DD58}"/>
              </a:ext>
            </a:extLst>
          </p:cNvPr>
          <p:cNvSpPr/>
          <p:nvPr/>
        </p:nvSpPr>
        <p:spPr>
          <a:xfrm>
            <a:off x="20282182" y="15154712"/>
            <a:ext cx="8796528" cy="11075947"/>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sp>
        <p:nvSpPr>
          <p:cNvPr id="79" name="Rectangle 78">
            <a:extLst>
              <a:ext uri="{FF2B5EF4-FFF2-40B4-BE49-F238E27FC236}">
                <a16:creationId xmlns:a16="http://schemas.microsoft.com/office/drawing/2014/main" id="{D7B32A27-1CE6-179C-FFDF-38BAFF67881B}"/>
              </a:ext>
            </a:extLst>
          </p:cNvPr>
          <p:cNvSpPr/>
          <p:nvPr/>
        </p:nvSpPr>
        <p:spPr>
          <a:xfrm>
            <a:off x="11101637" y="15154712"/>
            <a:ext cx="8796528" cy="11075947"/>
          </a:xfrm>
          <a:prstGeom prst="rect">
            <a:avLst/>
          </a:prstGeom>
          <a:solidFill>
            <a:srgbClr val="FFFFFF"/>
          </a:solidFill>
          <a:ln>
            <a:noFill/>
          </a:ln>
          <a:effectLst>
            <a:outerShdw blurRad="127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ShellMedium"/>
              <a:ea typeface="+mn-ea"/>
              <a:cs typeface="+mn-cs"/>
            </a:endParaRPr>
          </a:p>
        </p:txBody>
      </p:sp>
      <p:pic>
        <p:nvPicPr>
          <p:cNvPr id="84" name="Graphic 83" descr="Arrow: Slight curve with solid fill">
            <a:extLst>
              <a:ext uri="{FF2B5EF4-FFF2-40B4-BE49-F238E27FC236}">
                <a16:creationId xmlns:a16="http://schemas.microsoft.com/office/drawing/2014/main" id="{7B700F2A-CC76-1536-D399-530BF8DFF25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57334" y="21008856"/>
            <a:ext cx="914400" cy="914400"/>
          </a:xfrm>
          <a:prstGeom prst="rect">
            <a:avLst/>
          </a:prstGeom>
        </p:spPr>
      </p:pic>
      <p:pic>
        <p:nvPicPr>
          <p:cNvPr id="86" name="Graphic 85" descr="Arrow: Slight curve with solid fill">
            <a:extLst>
              <a:ext uri="{FF2B5EF4-FFF2-40B4-BE49-F238E27FC236}">
                <a16:creationId xmlns:a16="http://schemas.microsoft.com/office/drawing/2014/main" id="{E61574E2-335F-769C-BC93-552F7428F5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544207" y="21008856"/>
            <a:ext cx="914400" cy="914400"/>
          </a:xfrm>
          <a:prstGeom prst="rect">
            <a:avLst/>
          </a:prstGeom>
        </p:spPr>
      </p:pic>
      <p:sp>
        <p:nvSpPr>
          <p:cNvPr id="87" name="Oval 86">
            <a:extLst>
              <a:ext uri="{FF2B5EF4-FFF2-40B4-BE49-F238E27FC236}">
                <a16:creationId xmlns:a16="http://schemas.microsoft.com/office/drawing/2014/main" id="{58F8C9A2-A9B9-1B2F-27B4-D2413EC9786C}"/>
              </a:ext>
            </a:extLst>
          </p:cNvPr>
          <p:cNvSpPr/>
          <p:nvPr/>
        </p:nvSpPr>
        <p:spPr>
          <a:xfrm>
            <a:off x="1630642" y="15442256"/>
            <a:ext cx="1179070" cy="11790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000" dirty="0">
                <a:latin typeface="Aptos" panose="020B0004020202020204" pitchFamily="34" charset="0"/>
              </a:rPr>
              <a:t>1</a:t>
            </a:r>
          </a:p>
        </p:txBody>
      </p:sp>
      <p:sp>
        <p:nvSpPr>
          <p:cNvPr id="89" name="Oval 88">
            <a:extLst>
              <a:ext uri="{FF2B5EF4-FFF2-40B4-BE49-F238E27FC236}">
                <a16:creationId xmlns:a16="http://schemas.microsoft.com/office/drawing/2014/main" id="{A264BA12-4772-E276-02F4-FD3898417A9A}"/>
              </a:ext>
            </a:extLst>
          </p:cNvPr>
          <p:cNvSpPr/>
          <p:nvPr/>
        </p:nvSpPr>
        <p:spPr>
          <a:xfrm>
            <a:off x="11351839" y="15442256"/>
            <a:ext cx="1179070" cy="11790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000" dirty="0">
                <a:latin typeface="Aptos" panose="020B0004020202020204" pitchFamily="34" charset="0"/>
              </a:rPr>
              <a:t>2</a:t>
            </a:r>
          </a:p>
        </p:txBody>
      </p:sp>
      <p:sp>
        <p:nvSpPr>
          <p:cNvPr id="91" name="Oval 90">
            <a:extLst>
              <a:ext uri="{FF2B5EF4-FFF2-40B4-BE49-F238E27FC236}">
                <a16:creationId xmlns:a16="http://schemas.microsoft.com/office/drawing/2014/main" id="{BC6C4AA6-9608-6679-4482-A821E1570D01}"/>
              </a:ext>
            </a:extLst>
          </p:cNvPr>
          <p:cNvSpPr/>
          <p:nvPr/>
        </p:nvSpPr>
        <p:spPr>
          <a:xfrm>
            <a:off x="20947702" y="15442256"/>
            <a:ext cx="1179070" cy="11790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000" dirty="0">
                <a:latin typeface="Aptos" panose="020B0004020202020204" pitchFamily="34" charset="0"/>
              </a:rPr>
              <a:t>3</a:t>
            </a:r>
          </a:p>
        </p:txBody>
      </p:sp>
      <p:sp>
        <p:nvSpPr>
          <p:cNvPr id="93" name="Text 14">
            <a:extLst>
              <a:ext uri="{FF2B5EF4-FFF2-40B4-BE49-F238E27FC236}">
                <a16:creationId xmlns:a16="http://schemas.microsoft.com/office/drawing/2014/main" id="{C7441FCF-E5A3-1ACF-D808-305F437ACA80}"/>
              </a:ext>
            </a:extLst>
          </p:cNvPr>
          <p:cNvSpPr/>
          <p:nvPr/>
        </p:nvSpPr>
        <p:spPr>
          <a:xfrm>
            <a:off x="2809711" y="15429245"/>
            <a:ext cx="7907907" cy="1217527"/>
          </a:xfrm>
          <a:prstGeom prst="rect">
            <a:avLst/>
          </a:prstGeom>
          <a:noFill/>
          <a:ln/>
        </p:spPr>
        <p:txBody>
          <a:bodyPr wrap="square" lIns="0" tIns="0" rIns="0" bIns="0" rtlCol="0" anchor="ctr"/>
          <a:lstStyle/>
          <a:p>
            <a:pPr algn="ctr"/>
            <a:r>
              <a:rPr lang="en-GB" sz="3600" b="1" u="sng" dirty="0">
                <a:solidFill>
                  <a:schemeClr val="accent2"/>
                </a:solidFill>
                <a:latin typeface="Aptos" pitchFamily="34" charset="0"/>
                <a:ea typeface="Aptos" pitchFamily="34" charset="-122"/>
                <a:cs typeface="Aptos" pitchFamily="34" charset="-120"/>
              </a:rPr>
              <a:t>MANY INPUTS</a:t>
            </a:r>
            <a:endParaRPr lang="en-GB" sz="3600" u="sng" dirty="0">
              <a:solidFill>
                <a:srgbClr val="A0A0A0"/>
              </a:solidFill>
              <a:latin typeface="Aptos" pitchFamily="34" charset="0"/>
              <a:ea typeface="Aptos" pitchFamily="34" charset="-122"/>
              <a:cs typeface="Aptos" pitchFamily="34" charset="-120"/>
            </a:endParaRPr>
          </a:p>
        </p:txBody>
      </p:sp>
      <p:sp>
        <p:nvSpPr>
          <p:cNvPr id="95" name="Text 14">
            <a:extLst>
              <a:ext uri="{FF2B5EF4-FFF2-40B4-BE49-F238E27FC236}">
                <a16:creationId xmlns:a16="http://schemas.microsoft.com/office/drawing/2014/main" id="{E0E39781-0EA4-B091-A5BF-1C2FC0B9E814}"/>
              </a:ext>
            </a:extLst>
          </p:cNvPr>
          <p:cNvSpPr/>
          <p:nvPr/>
        </p:nvSpPr>
        <p:spPr>
          <a:xfrm>
            <a:off x="12530910" y="15429245"/>
            <a:ext cx="7367256" cy="1217527"/>
          </a:xfrm>
          <a:prstGeom prst="rect">
            <a:avLst/>
          </a:prstGeom>
          <a:noFill/>
          <a:ln/>
        </p:spPr>
        <p:txBody>
          <a:bodyPr wrap="square" lIns="0" tIns="0" rIns="0" bIns="0" rtlCol="0" anchor="ctr"/>
          <a:lstStyle/>
          <a:p>
            <a:pPr algn="ctr"/>
            <a:r>
              <a:rPr lang="en-GB" sz="3600" b="1" u="sng" dirty="0">
                <a:solidFill>
                  <a:schemeClr val="accent2"/>
                </a:solidFill>
                <a:latin typeface="Aptos" pitchFamily="34" charset="0"/>
                <a:ea typeface="Aptos" pitchFamily="34" charset="-122"/>
                <a:cs typeface="Aptos" pitchFamily="34" charset="-120"/>
              </a:rPr>
              <a:t>SELECTION</a:t>
            </a:r>
            <a:endParaRPr lang="en-GB" sz="3600" u="sng" dirty="0">
              <a:solidFill>
                <a:srgbClr val="A0A0A0"/>
              </a:solidFill>
              <a:latin typeface="Aptos" pitchFamily="34" charset="0"/>
              <a:ea typeface="Aptos" pitchFamily="34" charset="-122"/>
              <a:cs typeface="Aptos" pitchFamily="34" charset="-120"/>
            </a:endParaRPr>
          </a:p>
        </p:txBody>
      </p:sp>
      <p:sp>
        <p:nvSpPr>
          <p:cNvPr id="97" name="Text 14">
            <a:extLst>
              <a:ext uri="{FF2B5EF4-FFF2-40B4-BE49-F238E27FC236}">
                <a16:creationId xmlns:a16="http://schemas.microsoft.com/office/drawing/2014/main" id="{E9F502E8-9DF7-1039-A363-971082C8A48B}"/>
              </a:ext>
            </a:extLst>
          </p:cNvPr>
          <p:cNvSpPr/>
          <p:nvPr/>
        </p:nvSpPr>
        <p:spPr>
          <a:xfrm>
            <a:off x="848226" y="12700042"/>
            <a:ext cx="28675013" cy="1217527"/>
          </a:xfrm>
          <a:prstGeom prst="rect">
            <a:avLst/>
          </a:prstGeom>
          <a:noFill/>
          <a:ln/>
        </p:spPr>
        <p:txBody>
          <a:bodyPr wrap="square" lIns="0" tIns="0" rIns="0" bIns="0" rtlCol="0" anchor="t"/>
          <a:lstStyle/>
          <a:p>
            <a:r>
              <a:rPr lang="en-GB" sz="3600" dirty="0">
                <a:latin typeface="Aptos" pitchFamily="34" charset="0"/>
                <a:ea typeface="Aptos" pitchFamily="34" charset="-122"/>
                <a:cs typeface="Aptos" pitchFamily="34" charset="-120"/>
              </a:rPr>
              <a:t>The quarterly results presentation is one of Shell’s most important opportunities to explain performance, strategic progress and capital allocation priorities. A clear and credible narrative, has helped reinforce investor confidence in Shell’s direction, as Shell’s shares reached all-time highs across all 3 listings. The format has also evolved from audio-only delivery into a best-in-class video presentation, setting a new standard that peers are increasingly adopting.</a:t>
            </a:r>
          </a:p>
        </p:txBody>
      </p:sp>
      <p:sp>
        <p:nvSpPr>
          <p:cNvPr id="99" name="Text 14">
            <a:extLst>
              <a:ext uri="{FF2B5EF4-FFF2-40B4-BE49-F238E27FC236}">
                <a16:creationId xmlns:a16="http://schemas.microsoft.com/office/drawing/2014/main" id="{B1A518FC-F511-3BF2-992C-F2D19C4CCFD0}"/>
              </a:ext>
            </a:extLst>
          </p:cNvPr>
          <p:cNvSpPr/>
          <p:nvPr/>
        </p:nvSpPr>
        <p:spPr>
          <a:xfrm>
            <a:off x="22126772" y="15453695"/>
            <a:ext cx="6951938" cy="1217527"/>
          </a:xfrm>
          <a:prstGeom prst="rect">
            <a:avLst/>
          </a:prstGeom>
          <a:noFill/>
          <a:ln/>
        </p:spPr>
        <p:txBody>
          <a:bodyPr wrap="square" lIns="0" tIns="0" rIns="0" bIns="0" rtlCol="0" anchor="ctr"/>
          <a:lstStyle/>
          <a:p>
            <a:pPr algn="ctr"/>
            <a:r>
              <a:rPr lang="en-GB" sz="3600" b="1" u="sng" dirty="0">
                <a:solidFill>
                  <a:schemeClr val="accent2"/>
                </a:solidFill>
                <a:latin typeface="Aptos" pitchFamily="34" charset="0"/>
                <a:ea typeface="Aptos" pitchFamily="34" charset="-122"/>
                <a:cs typeface="Aptos" pitchFamily="34" charset="-120"/>
              </a:rPr>
              <a:t>DELIVERY</a:t>
            </a:r>
            <a:endParaRPr lang="en-GB" sz="3600" u="sng" dirty="0">
              <a:solidFill>
                <a:srgbClr val="A0A0A0"/>
              </a:solidFill>
              <a:latin typeface="Aptos" pitchFamily="34" charset="0"/>
              <a:ea typeface="Aptos" pitchFamily="34" charset="-122"/>
              <a:cs typeface="Aptos" pitchFamily="34" charset="-120"/>
            </a:endParaRPr>
          </a:p>
        </p:txBody>
      </p:sp>
      <p:sp>
        <p:nvSpPr>
          <p:cNvPr id="100" name="Rectangle 99">
            <a:extLst>
              <a:ext uri="{FF2B5EF4-FFF2-40B4-BE49-F238E27FC236}">
                <a16:creationId xmlns:a16="http://schemas.microsoft.com/office/drawing/2014/main" id="{AC47E990-6985-E775-D547-E6A9C4683113}"/>
              </a:ext>
            </a:extLst>
          </p:cNvPr>
          <p:cNvSpPr/>
          <p:nvPr/>
        </p:nvSpPr>
        <p:spPr>
          <a:xfrm>
            <a:off x="4060099" y="19970706"/>
            <a:ext cx="4010993" cy="2799310"/>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t"/>
          <a:lstStyle/>
          <a:p>
            <a:pPr algn="ctr"/>
            <a:r>
              <a:rPr lang="en-GB" sz="2800" dirty="0">
                <a:solidFill>
                  <a:srgbClr val="D42E12"/>
                </a:solidFill>
                <a:latin typeface="Aptos" panose="020B0004020202020204" pitchFamily="34" charset="0"/>
              </a:rPr>
              <a:t>IR Reporting &amp; Insights</a:t>
            </a:r>
          </a:p>
          <a:p>
            <a:pPr algn="ctr"/>
            <a:endParaRPr lang="en-GB" sz="2000" dirty="0">
              <a:solidFill>
                <a:srgbClr val="D42E12"/>
              </a:solidFill>
              <a:latin typeface="Aptos" panose="020B0004020202020204" pitchFamily="34" charset="0"/>
            </a:endParaRPr>
          </a:p>
          <a:p>
            <a:pPr algn="ctr"/>
            <a:r>
              <a:rPr lang="en-GB" sz="2000" dirty="0">
                <a:solidFill>
                  <a:schemeClr val="tx1"/>
                </a:solidFill>
                <a:latin typeface="Aptos" panose="020B0004020202020204" pitchFamily="34" charset="0"/>
              </a:rPr>
              <a:t>Narrative owner + coordination</a:t>
            </a:r>
          </a:p>
          <a:p>
            <a:pPr algn="ctr"/>
            <a:endParaRPr lang="en-GB" sz="2000" dirty="0">
              <a:solidFill>
                <a:schemeClr val="tx1"/>
              </a:solidFill>
              <a:latin typeface="Aptos" panose="020B0004020202020204" pitchFamily="34" charset="0"/>
            </a:endParaRPr>
          </a:p>
          <a:p>
            <a:pPr algn="ctr"/>
            <a:r>
              <a:rPr lang="en-GB" sz="2000" dirty="0">
                <a:solidFill>
                  <a:schemeClr val="tx1"/>
                </a:solidFill>
                <a:latin typeface="Aptos" panose="020B0004020202020204" pitchFamily="34" charset="0"/>
              </a:rPr>
              <a:t>Script | Proof points | Review  | Align Senior Leaders &amp; SMEs</a:t>
            </a:r>
          </a:p>
          <a:p>
            <a:pPr algn="ctr"/>
            <a:r>
              <a:rPr lang="en-GB" sz="2000" dirty="0">
                <a:solidFill>
                  <a:srgbClr val="D42E12"/>
                </a:solidFill>
                <a:latin typeface="Aptos" panose="020B0004020202020204" pitchFamily="34" charset="0"/>
              </a:rPr>
              <a:t> </a:t>
            </a:r>
          </a:p>
        </p:txBody>
      </p:sp>
      <p:sp>
        <p:nvSpPr>
          <p:cNvPr id="104" name="Rectangle 103">
            <a:extLst>
              <a:ext uri="{FF2B5EF4-FFF2-40B4-BE49-F238E27FC236}">
                <a16:creationId xmlns:a16="http://schemas.microsoft.com/office/drawing/2014/main" id="{D1001BE2-DD33-3B4E-94E5-43A57BCFB701}"/>
              </a:ext>
            </a:extLst>
          </p:cNvPr>
          <p:cNvSpPr/>
          <p:nvPr/>
        </p:nvSpPr>
        <p:spPr>
          <a:xfrm>
            <a:off x="1706736" y="18103093"/>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IR Market Engagements</a:t>
            </a:r>
          </a:p>
        </p:txBody>
      </p:sp>
      <p:sp>
        <p:nvSpPr>
          <p:cNvPr id="106" name="Rectangle 105">
            <a:extLst>
              <a:ext uri="{FF2B5EF4-FFF2-40B4-BE49-F238E27FC236}">
                <a16:creationId xmlns:a16="http://schemas.microsoft.com/office/drawing/2014/main" id="{FBB26FA6-3E70-2448-D005-BD4C5E93DFA0}"/>
              </a:ext>
            </a:extLst>
          </p:cNvPr>
          <p:cNvSpPr/>
          <p:nvPr/>
        </p:nvSpPr>
        <p:spPr>
          <a:xfrm>
            <a:off x="8138164" y="18097672"/>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Business  PAR teams</a:t>
            </a:r>
          </a:p>
        </p:txBody>
      </p:sp>
      <p:sp>
        <p:nvSpPr>
          <p:cNvPr id="108" name="Rectangle 107">
            <a:extLst>
              <a:ext uri="{FF2B5EF4-FFF2-40B4-BE49-F238E27FC236}">
                <a16:creationId xmlns:a16="http://schemas.microsoft.com/office/drawing/2014/main" id="{8C126B9A-F7CF-D5FC-8C0D-4D78273A368C}"/>
              </a:ext>
            </a:extLst>
          </p:cNvPr>
          <p:cNvSpPr/>
          <p:nvPr/>
        </p:nvSpPr>
        <p:spPr>
          <a:xfrm>
            <a:off x="4879920" y="18096722"/>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Group Reporting</a:t>
            </a:r>
          </a:p>
        </p:txBody>
      </p:sp>
      <p:sp>
        <p:nvSpPr>
          <p:cNvPr id="110" name="Rectangle 109">
            <a:extLst>
              <a:ext uri="{FF2B5EF4-FFF2-40B4-BE49-F238E27FC236}">
                <a16:creationId xmlns:a16="http://schemas.microsoft.com/office/drawing/2014/main" id="{0E17ED19-A6F8-C37B-9EBB-D97A27DD8116}"/>
              </a:ext>
            </a:extLst>
          </p:cNvPr>
          <p:cNvSpPr/>
          <p:nvPr/>
        </p:nvSpPr>
        <p:spPr>
          <a:xfrm>
            <a:off x="1718722" y="23451996"/>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Corporate Relations</a:t>
            </a:r>
          </a:p>
        </p:txBody>
      </p:sp>
      <p:sp>
        <p:nvSpPr>
          <p:cNvPr id="112" name="Rectangle 111">
            <a:extLst>
              <a:ext uri="{FF2B5EF4-FFF2-40B4-BE49-F238E27FC236}">
                <a16:creationId xmlns:a16="http://schemas.microsoft.com/office/drawing/2014/main" id="{806D0DF4-C9DB-7745-0DC3-F685AC75D3C9}"/>
              </a:ext>
            </a:extLst>
          </p:cNvPr>
          <p:cNvSpPr/>
          <p:nvPr/>
        </p:nvSpPr>
        <p:spPr>
          <a:xfrm>
            <a:off x="8138164" y="23451996"/>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Legal</a:t>
            </a:r>
          </a:p>
        </p:txBody>
      </p:sp>
      <p:sp>
        <p:nvSpPr>
          <p:cNvPr id="114" name="Rectangle 113">
            <a:extLst>
              <a:ext uri="{FF2B5EF4-FFF2-40B4-BE49-F238E27FC236}">
                <a16:creationId xmlns:a16="http://schemas.microsoft.com/office/drawing/2014/main" id="{F17B1138-E200-A1F0-1FE3-80DFA1F0ED81}"/>
              </a:ext>
            </a:extLst>
          </p:cNvPr>
          <p:cNvSpPr/>
          <p:nvPr/>
        </p:nvSpPr>
        <p:spPr>
          <a:xfrm>
            <a:off x="4879920" y="23451996"/>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Business  SMEs</a:t>
            </a:r>
          </a:p>
        </p:txBody>
      </p:sp>
      <p:sp>
        <p:nvSpPr>
          <p:cNvPr id="116" name="Rectangle 115">
            <a:extLst>
              <a:ext uri="{FF2B5EF4-FFF2-40B4-BE49-F238E27FC236}">
                <a16:creationId xmlns:a16="http://schemas.microsoft.com/office/drawing/2014/main" id="{9F1B5709-C2B8-DCC7-3E79-42BC1148EEC0}"/>
              </a:ext>
            </a:extLst>
          </p:cNvPr>
          <p:cNvSpPr/>
          <p:nvPr/>
        </p:nvSpPr>
        <p:spPr>
          <a:xfrm>
            <a:off x="8253956" y="19871930"/>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Creative Solutions</a:t>
            </a:r>
          </a:p>
        </p:txBody>
      </p:sp>
      <p:sp>
        <p:nvSpPr>
          <p:cNvPr id="118" name="Rectangle 117">
            <a:extLst>
              <a:ext uri="{FF2B5EF4-FFF2-40B4-BE49-F238E27FC236}">
                <a16:creationId xmlns:a16="http://schemas.microsoft.com/office/drawing/2014/main" id="{8CEFD78E-0E60-7A1B-D06E-BF9BCEC15BDE}"/>
              </a:ext>
            </a:extLst>
          </p:cNvPr>
          <p:cNvSpPr/>
          <p:nvPr/>
        </p:nvSpPr>
        <p:spPr>
          <a:xfrm>
            <a:off x="1516912" y="21741374"/>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Strategic Planning</a:t>
            </a:r>
          </a:p>
        </p:txBody>
      </p:sp>
      <p:sp>
        <p:nvSpPr>
          <p:cNvPr id="120" name="Rectangle 119">
            <a:extLst>
              <a:ext uri="{FF2B5EF4-FFF2-40B4-BE49-F238E27FC236}">
                <a16:creationId xmlns:a16="http://schemas.microsoft.com/office/drawing/2014/main" id="{BBCC66B5-6E36-EDF7-77FA-F737AAAC832F}"/>
              </a:ext>
            </a:extLst>
          </p:cNvPr>
          <p:cNvSpPr/>
          <p:nvPr/>
        </p:nvSpPr>
        <p:spPr>
          <a:xfrm>
            <a:off x="1523362" y="19871930"/>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SEAM / Group Carbon</a:t>
            </a:r>
          </a:p>
        </p:txBody>
      </p:sp>
      <p:sp>
        <p:nvSpPr>
          <p:cNvPr id="122" name="Rectangle 121">
            <a:extLst>
              <a:ext uri="{FF2B5EF4-FFF2-40B4-BE49-F238E27FC236}">
                <a16:creationId xmlns:a16="http://schemas.microsoft.com/office/drawing/2014/main" id="{CC85F40A-3CE6-0037-22AF-A034139D370D}"/>
              </a:ext>
            </a:extLst>
          </p:cNvPr>
          <p:cNvSpPr/>
          <p:nvPr/>
        </p:nvSpPr>
        <p:spPr>
          <a:xfrm>
            <a:off x="8258019" y="21721119"/>
            <a:ext cx="235626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200" dirty="0">
                <a:solidFill>
                  <a:schemeClr val="tx1"/>
                </a:solidFill>
                <a:latin typeface="Aptos" panose="020B0004020202020204" pitchFamily="34" charset="0"/>
              </a:rPr>
              <a:t>IR Events organisation</a:t>
            </a:r>
          </a:p>
        </p:txBody>
      </p:sp>
      <p:cxnSp>
        <p:nvCxnSpPr>
          <p:cNvPr id="124" name="Straight Connector 123">
            <a:extLst>
              <a:ext uri="{FF2B5EF4-FFF2-40B4-BE49-F238E27FC236}">
                <a16:creationId xmlns:a16="http://schemas.microsoft.com/office/drawing/2014/main" id="{D099FDEE-CD72-CA7E-06DA-0404A0AF7269}"/>
              </a:ext>
            </a:extLst>
          </p:cNvPr>
          <p:cNvCxnSpPr>
            <a:stCxn id="104" idx="3"/>
          </p:cNvCxnSpPr>
          <p:nvPr/>
        </p:nvCxnSpPr>
        <p:spPr>
          <a:xfrm>
            <a:off x="4062996" y="18705954"/>
            <a:ext cx="466474" cy="1264752"/>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6" name="Straight Connector 125">
            <a:extLst>
              <a:ext uri="{FF2B5EF4-FFF2-40B4-BE49-F238E27FC236}">
                <a16:creationId xmlns:a16="http://schemas.microsoft.com/office/drawing/2014/main" id="{B5D3E345-CFBE-9253-E3F9-A18B74B280AA}"/>
              </a:ext>
            </a:extLst>
          </p:cNvPr>
          <p:cNvCxnSpPr>
            <a:stCxn id="108" idx="2"/>
            <a:endCxn id="100" idx="0"/>
          </p:cNvCxnSpPr>
          <p:nvPr/>
        </p:nvCxnSpPr>
        <p:spPr>
          <a:xfrm>
            <a:off x="6058050" y="19302443"/>
            <a:ext cx="7546" cy="66826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8" name="Straight Connector 127">
            <a:extLst>
              <a:ext uri="{FF2B5EF4-FFF2-40B4-BE49-F238E27FC236}">
                <a16:creationId xmlns:a16="http://schemas.microsoft.com/office/drawing/2014/main" id="{59AC6AF5-291E-C873-278A-DC9319FA3F5A}"/>
              </a:ext>
            </a:extLst>
          </p:cNvPr>
          <p:cNvCxnSpPr>
            <a:stCxn id="106" idx="1"/>
          </p:cNvCxnSpPr>
          <p:nvPr/>
        </p:nvCxnSpPr>
        <p:spPr>
          <a:xfrm flipH="1">
            <a:off x="7527851" y="18700533"/>
            <a:ext cx="610313" cy="127017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32" name="Straight Connector 131">
            <a:extLst>
              <a:ext uri="{FF2B5EF4-FFF2-40B4-BE49-F238E27FC236}">
                <a16:creationId xmlns:a16="http://schemas.microsoft.com/office/drawing/2014/main" id="{D3DFBAC2-D346-D4BA-107E-4A6AB1268B2D}"/>
              </a:ext>
            </a:extLst>
          </p:cNvPr>
          <p:cNvCxnSpPr>
            <a:stCxn id="100" idx="2"/>
            <a:endCxn id="114" idx="0"/>
          </p:cNvCxnSpPr>
          <p:nvPr/>
        </p:nvCxnSpPr>
        <p:spPr>
          <a:xfrm flipH="1">
            <a:off x="6058050" y="22770016"/>
            <a:ext cx="7546" cy="68198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34" name="Straight Connector 133">
            <a:extLst>
              <a:ext uri="{FF2B5EF4-FFF2-40B4-BE49-F238E27FC236}">
                <a16:creationId xmlns:a16="http://schemas.microsoft.com/office/drawing/2014/main" id="{40CCBCAC-1787-97C6-4407-8E4319A86251}"/>
              </a:ext>
            </a:extLst>
          </p:cNvPr>
          <p:cNvCxnSpPr>
            <a:stCxn id="110" idx="3"/>
          </p:cNvCxnSpPr>
          <p:nvPr/>
        </p:nvCxnSpPr>
        <p:spPr>
          <a:xfrm flipV="1">
            <a:off x="4074982" y="22770016"/>
            <a:ext cx="677427" cy="1284841"/>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36" name="Straight Connector 135">
            <a:extLst>
              <a:ext uri="{FF2B5EF4-FFF2-40B4-BE49-F238E27FC236}">
                <a16:creationId xmlns:a16="http://schemas.microsoft.com/office/drawing/2014/main" id="{4637CFE2-F4F7-7AB7-90A3-366BE334EAC2}"/>
              </a:ext>
            </a:extLst>
          </p:cNvPr>
          <p:cNvCxnSpPr>
            <a:stCxn id="112" idx="1"/>
          </p:cNvCxnSpPr>
          <p:nvPr/>
        </p:nvCxnSpPr>
        <p:spPr>
          <a:xfrm flipH="1" flipV="1">
            <a:off x="7527851" y="22770016"/>
            <a:ext cx="610313" cy="1284841"/>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38" name="Straight Connector 137">
            <a:extLst>
              <a:ext uri="{FF2B5EF4-FFF2-40B4-BE49-F238E27FC236}">
                <a16:creationId xmlns:a16="http://schemas.microsoft.com/office/drawing/2014/main" id="{AECDCAC2-A643-5753-13D4-C38BC43FCD3C}"/>
              </a:ext>
            </a:extLst>
          </p:cNvPr>
          <p:cNvCxnSpPr>
            <a:stCxn id="120" idx="3"/>
            <a:endCxn id="100" idx="1"/>
          </p:cNvCxnSpPr>
          <p:nvPr/>
        </p:nvCxnSpPr>
        <p:spPr>
          <a:xfrm>
            <a:off x="3879622" y="20474791"/>
            <a:ext cx="180477" cy="89557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40" name="Straight Connector 139">
            <a:extLst>
              <a:ext uri="{FF2B5EF4-FFF2-40B4-BE49-F238E27FC236}">
                <a16:creationId xmlns:a16="http://schemas.microsoft.com/office/drawing/2014/main" id="{44261DBA-9485-2850-5002-03E220678F3B}"/>
              </a:ext>
            </a:extLst>
          </p:cNvPr>
          <p:cNvCxnSpPr>
            <a:stCxn id="118" idx="3"/>
            <a:endCxn id="100" idx="1"/>
          </p:cNvCxnSpPr>
          <p:nvPr/>
        </p:nvCxnSpPr>
        <p:spPr>
          <a:xfrm flipV="1">
            <a:off x="3873172" y="21370361"/>
            <a:ext cx="186927" cy="973874"/>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42" name="Straight Connector 141">
            <a:extLst>
              <a:ext uri="{FF2B5EF4-FFF2-40B4-BE49-F238E27FC236}">
                <a16:creationId xmlns:a16="http://schemas.microsoft.com/office/drawing/2014/main" id="{53E546D8-4F2E-DEC8-4236-ED4FDE9B8B7D}"/>
              </a:ext>
            </a:extLst>
          </p:cNvPr>
          <p:cNvCxnSpPr>
            <a:endCxn id="100" idx="3"/>
          </p:cNvCxnSpPr>
          <p:nvPr/>
        </p:nvCxnSpPr>
        <p:spPr>
          <a:xfrm flipH="1">
            <a:off x="8071092" y="20474790"/>
            <a:ext cx="160242" cy="895571"/>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44" name="Straight Connector 143">
            <a:extLst>
              <a:ext uri="{FF2B5EF4-FFF2-40B4-BE49-F238E27FC236}">
                <a16:creationId xmlns:a16="http://schemas.microsoft.com/office/drawing/2014/main" id="{F0ABC759-E224-869D-DC17-A6CC32E22ACF}"/>
              </a:ext>
            </a:extLst>
          </p:cNvPr>
          <p:cNvCxnSpPr>
            <a:stCxn id="122" idx="1"/>
            <a:endCxn id="100" idx="3"/>
          </p:cNvCxnSpPr>
          <p:nvPr/>
        </p:nvCxnSpPr>
        <p:spPr>
          <a:xfrm flipH="1" flipV="1">
            <a:off x="8071092" y="21370361"/>
            <a:ext cx="186927" cy="953619"/>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48" name="Text 14">
            <a:extLst>
              <a:ext uri="{FF2B5EF4-FFF2-40B4-BE49-F238E27FC236}">
                <a16:creationId xmlns:a16="http://schemas.microsoft.com/office/drawing/2014/main" id="{9390023A-E329-8837-7522-04282EF6604A}"/>
              </a:ext>
            </a:extLst>
          </p:cNvPr>
          <p:cNvSpPr/>
          <p:nvPr/>
        </p:nvSpPr>
        <p:spPr>
          <a:xfrm>
            <a:off x="1413573" y="24953323"/>
            <a:ext cx="9304045" cy="1217527"/>
          </a:xfrm>
          <a:prstGeom prst="rect">
            <a:avLst/>
          </a:prstGeom>
          <a:noFill/>
          <a:ln/>
        </p:spPr>
        <p:txBody>
          <a:bodyPr wrap="square" lIns="0" tIns="0" rIns="0" bIns="0" rtlCol="0" anchor="ctr"/>
          <a:lstStyle/>
          <a:p>
            <a:pPr algn="ctr"/>
            <a:r>
              <a:rPr lang="en-GB" sz="3200" b="1" u="sng" dirty="0">
                <a:solidFill>
                  <a:schemeClr val="accent2"/>
                </a:solidFill>
                <a:latin typeface="Aptos" pitchFamily="34" charset="0"/>
                <a:ea typeface="Aptos" pitchFamily="34" charset="-122"/>
                <a:cs typeface="Aptos" pitchFamily="34" charset="-120"/>
              </a:rPr>
              <a:t>PERFORMANCE</a:t>
            </a:r>
            <a:r>
              <a:rPr lang="en-GB" sz="3200" b="1" dirty="0">
                <a:solidFill>
                  <a:schemeClr val="accent2"/>
                </a:solidFill>
                <a:latin typeface="Aptos" pitchFamily="34" charset="0"/>
                <a:ea typeface="Aptos" pitchFamily="34" charset="-122"/>
                <a:cs typeface="Aptos" pitchFamily="34" charset="-120"/>
              </a:rPr>
              <a:t> | </a:t>
            </a:r>
            <a:r>
              <a:rPr lang="en-GB" sz="3200" b="1" u="sng" dirty="0">
                <a:solidFill>
                  <a:schemeClr val="accent2"/>
                </a:solidFill>
                <a:latin typeface="Aptos" pitchFamily="34" charset="0"/>
                <a:ea typeface="Aptos" pitchFamily="34" charset="-122"/>
                <a:cs typeface="Aptos" pitchFamily="34" charset="-120"/>
              </a:rPr>
              <a:t>DISCIPLINE</a:t>
            </a:r>
            <a:r>
              <a:rPr lang="en-GB" sz="3200" b="1" dirty="0">
                <a:solidFill>
                  <a:schemeClr val="accent2"/>
                </a:solidFill>
                <a:latin typeface="Aptos" pitchFamily="34" charset="0"/>
                <a:ea typeface="Aptos" pitchFamily="34" charset="-122"/>
                <a:cs typeface="Aptos" pitchFamily="34" charset="-120"/>
              </a:rPr>
              <a:t>  | </a:t>
            </a:r>
            <a:r>
              <a:rPr lang="en-GB" sz="3200" b="1" u="sng" dirty="0">
                <a:solidFill>
                  <a:schemeClr val="accent2"/>
                </a:solidFill>
                <a:latin typeface="Aptos" pitchFamily="34" charset="0"/>
                <a:ea typeface="Aptos" pitchFamily="34" charset="-122"/>
                <a:cs typeface="Aptos" pitchFamily="34" charset="-120"/>
              </a:rPr>
              <a:t>SIMPLIFICATION</a:t>
            </a:r>
            <a:endParaRPr lang="en-GB" sz="3200" u="sng" dirty="0">
              <a:solidFill>
                <a:srgbClr val="A0A0A0"/>
              </a:solidFill>
              <a:latin typeface="Aptos" pitchFamily="34" charset="0"/>
              <a:ea typeface="Aptos" pitchFamily="34" charset="-122"/>
              <a:cs typeface="Aptos" pitchFamily="34" charset="-120"/>
            </a:endParaRPr>
          </a:p>
        </p:txBody>
      </p:sp>
      <p:sp>
        <p:nvSpPr>
          <p:cNvPr id="150" name="Text 14">
            <a:extLst>
              <a:ext uri="{FF2B5EF4-FFF2-40B4-BE49-F238E27FC236}">
                <a16:creationId xmlns:a16="http://schemas.microsoft.com/office/drawing/2014/main" id="{FF7CD614-6C7B-7FB3-B4B9-2DB978DBEE80}"/>
              </a:ext>
            </a:extLst>
          </p:cNvPr>
          <p:cNvSpPr/>
          <p:nvPr/>
        </p:nvSpPr>
        <p:spPr>
          <a:xfrm>
            <a:off x="11062898" y="24953323"/>
            <a:ext cx="8796528" cy="1217527"/>
          </a:xfrm>
          <a:prstGeom prst="rect">
            <a:avLst/>
          </a:prstGeom>
          <a:noFill/>
          <a:ln/>
        </p:spPr>
        <p:txBody>
          <a:bodyPr wrap="square" lIns="0" tIns="0" rIns="0" bIns="0" rtlCol="0" anchor="ctr"/>
          <a:lstStyle/>
          <a:p>
            <a:pPr algn="ctr"/>
            <a:r>
              <a:rPr lang="en-GB" sz="3200" b="1" u="sng" dirty="0">
                <a:solidFill>
                  <a:schemeClr val="accent2"/>
                </a:solidFill>
                <a:latin typeface="Aptos" pitchFamily="34" charset="0"/>
                <a:ea typeface="Aptos" pitchFamily="34" charset="-122"/>
                <a:cs typeface="Aptos" pitchFamily="34" charset="-120"/>
              </a:rPr>
              <a:t>MORE VALUE, WITH LESS EMISSIONS</a:t>
            </a:r>
            <a:endParaRPr lang="en-GB" sz="3200" u="sng" dirty="0">
              <a:solidFill>
                <a:srgbClr val="A0A0A0"/>
              </a:solidFill>
              <a:latin typeface="Aptos" pitchFamily="34" charset="0"/>
              <a:ea typeface="Aptos" pitchFamily="34" charset="-122"/>
              <a:cs typeface="Aptos" pitchFamily="34" charset="-120"/>
            </a:endParaRPr>
          </a:p>
        </p:txBody>
      </p:sp>
      <p:sp>
        <p:nvSpPr>
          <p:cNvPr id="152" name="Text 14">
            <a:extLst>
              <a:ext uri="{FF2B5EF4-FFF2-40B4-BE49-F238E27FC236}">
                <a16:creationId xmlns:a16="http://schemas.microsoft.com/office/drawing/2014/main" id="{93AEAB3D-2A1C-190A-B5C6-2703B76C0F28}"/>
              </a:ext>
            </a:extLst>
          </p:cNvPr>
          <p:cNvSpPr/>
          <p:nvPr/>
        </p:nvSpPr>
        <p:spPr>
          <a:xfrm>
            <a:off x="1630642" y="16868144"/>
            <a:ext cx="8863782" cy="1217527"/>
          </a:xfrm>
          <a:prstGeom prst="rect">
            <a:avLst/>
          </a:prstGeom>
          <a:noFill/>
          <a:ln/>
        </p:spPr>
        <p:txBody>
          <a:bodyPr wrap="square" lIns="0" tIns="0" rIns="0" bIns="0" rtlCol="0" anchor="t"/>
          <a:lstStyle/>
          <a:p>
            <a:r>
              <a:rPr lang="en-GB" sz="2800" dirty="0">
                <a:latin typeface="Aptos" pitchFamily="34" charset="0"/>
                <a:ea typeface="Aptos" pitchFamily="34" charset="-122"/>
                <a:cs typeface="Aptos" pitchFamily="34" charset="-120"/>
              </a:rPr>
              <a:t>One narrative owner with many partner teams. Early alignment is fundamental.</a:t>
            </a:r>
          </a:p>
        </p:txBody>
      </p:sp>
      <p:sp>
        <p:nvSpPr>
          <p:cNvPr id="154" name="Text 14">
            <a:extLst>
              <a:ext uri="{FF2B5EF4-FFF2-40B4-BE49-F238E27FC236}">
                <a16:creationId xmlns:a16="http://schemas.microsoft.com/office/drawing/2014/main" id="{F8EA2081-1FC5-1A75-AB07-B509F5DF2C37}"/>
              </a:ext>
            </a:extLst>
          </p:cNvPr>
          <p:cNvSpPr/>
          <p:nvPr/>
        </p:nvSpPr>
        <p:spPr>
          <a:xfrm>
            <a:off x="11327932" y="16868144"/>
            <a:ext cx="8863782" cy="1217527"/>
          </a:xfrm>
          <a:prstGeom prst="rect">
            <a:avLst/>
          </a:prstGeom>
          <a:noFill/>
          <a:ln/>
        </p:spPr>
        <p:txBody>
          <a:bodyPr wrap="square" lIns="0" tIns="0" rIns="0" bIns="0" rtlCol="0" anchor="t"/>
          <a:lstStyle/>
          <a:p>
            <a:r>
              <a:rPr lang="en-GB" sz="2800" dirty="0">
                <a:latin typeface="Aptos" pitchFamily="34" charset="0"/>
                <a:ea typeface="Aptos" pitchFamily="34" charset="-122"/>
                <a:cs typeface="Aptos" pitchFamily="34" charset="-120"/>
              </a:rPr>
              <a:t>Focus on what is material and on what matters most to investors.</a:t>
            </a:r>
          </a:p>
        </p:txBody>
      </p:sp>
      <p:sp>
        <p:nvSpPr>
          <p:cNvPr id="156" name="Rectangle 155">
            <a:extLst>
              <a:ext uri="{FF2B5EF4-FFF2-40B4-BE49-F238E27FC236}">
                <a16:creationId xmlns:a16="http://schemas.microsoft.com/office/drawing/2014/main" id="{B4236F83-8BA3-7228-402E-422E69475F33}"/>
              </a:ext>
            </a:extLst>
          </p:cNvPr>
          <p:cNvSpPr/>
          <p:nvPr/>
        </p:nvSpPr>
        <p:spPr>
          <a:xfrm>
            <a:off x="20644116" y="18097672"/>
            <a:ext cx="8086910" cy="1883664"/>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t"/>
          <a:lstStyle/>
          <a:p>
            <a:r>
              <a:rPr lang="en-GB" sz="3400" b="1" dirty="0">
                <a:solidFill>
                  <a:schemeClr val="tx1"/>
                </a:solidFill>
                <a:latin typeface="Aptos" panose="020B0004020202020204" pitchFamily="34" charset="0"/>
              </a:rPr>
              <a:t>Persuasive Script</a:t>
            </a:r>
          </a:p>
          <a:p>
            <a:r>
              <a:rPr lang="en-GB" sz="3000" dirty="0">
                <a:solidFill>
                  <a:schemeClr val="tx1"/>
                </a:solidFill>
                <a:latin typeface="Aptos" panose="020B0004020202020204" pitchFamily="34" charset="0"/>
              </a:rPr>
              <a:t>A simple narrative built around investor questions and proof points.</a:t>
            </a:r>
          </a:p>
        </p:txBody>
      </p:sp>
      <p:sp>
        <p:nvSpPr>
          <p:cNvPr id="158" name="Rectangle 157">
            <a:extLst>
              <a:ext uri="{FF2B5EF4-FFF2-40B4-BE49-F238E27FC236}">
                <a16:creationId xmlns:a16="http://schemas.microsoft.com/office/drawing/2014/main" id="{A8703704-8283-53D7-7AF0-A3C057283ED3}"/>
              </a:ext>
            </a:extLst>
          </p:cNvPr>
          <p:cNvSpPr/>
          <p:nvPr/>
        </p:nvSpPr>
        <p:spPr>
          <a:xfrm>
            <a:off x="11413201" y="19886060"/>
            <a:ext cx="8083296"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endParaRPr lang="en-GB" sz="2800" dirty="0">
              <a:solidFill>
                <a:schemeClr val="tx1"/>
              </a:solidFill>
              <a:latin typeface="Aptos" panose="020B0004020202020204" pitchFamily="34" charset="0"/>
            </a:endParaRPr>
          </a:p>
        </p:txBody>
      </p:sp>
      <p:sp>
        <p:nvSpPr>
          <p:cNvPr id="160" name="Rectangle 159">
            <a:extLst>
              <a:ext uri="{FF2B5EF4-FFF2-40B4-BE49-F238E27FC236}">
                <a16:creationId xmlns:a16="http://schemas.microsoft.com/office/drawing/2014/main" id="{248DDC94-AB84-14B3-89F1-EA0DCE4C139C}"/>
              </a:ext>
            </a:extLst>
          </p:cNvPr>
          <p:cNvSpPr/>
          <p:nvPr/>
        </p:nvSpPr>
        <p:spPr>
          <a:xfrm>
            <a:off x="11413202" y="21669028"/>
            <a:ext cx="8083296"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endParaRPr lang="en-GB" sz="2800" dirty="0">
              <a:solidFill>
                <a:schemeClr val="tx1"/>
              </a:solidFill>
              <a:latin typeface="Aptos" panose="020B0004020202020204" pitchFamily="34" charset="0"/>
            </a:endParaRPr>
          </a:p>
        </p:txBody>
      </p:sp>
      <p:sp>
        <p:nvSpPr>
          <p:cNvPr id="162" name="Rectangle 161">
            <a:extLst>
              <a:ext uri="{FF2B5EF4-FFF2-40B4-BE49-F238E27FC236}">
                <a16:creationId xmlns:a16="http://schemas.microsoft.com/office/drawing/2014/main" id="{4F939054-4F6A-437F-5FF8-7024F349F7BB}"/>
              </a:ext>
            </a:extLst>
          </p:cNvPr>
          <p:cNvSpPr/>
          <p:nvPr/>
        </p:nvSpPr>
        <p:spPr>
          <a:xfrm>
            <a:off x="11396408" y="23451996"/>
            <a:ext cx="8083296"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endParaRPr lang="en-GB" sz="2800" dirty="0">
              <a:solidFill>
                <a:schemeClr val="tx1"/>
              </a:solidFill>
              <a:latin typeface="Aptos" panose="020B0004020202020204" pitchFamily="34" charset="0"/>
            </a:endParaRPr>
          </a:p>
        </p:txBody>
      </p:sp>
      <p:pic>
        <p:nvPicPr>
          <p:cNvPr id="164" name="Graphic 163" descr="Money with solid fill">
            <a:extLst>
              <a:ext uri="{FF2B5EF4-FFF2-40B4-BE49-F238E27FC236}">
                <a16:creationId xmlns:a16="http://schemas.microsoft.com/office/drawing/2014/main" id="{F72CDB25-E57D-AEE9-1F36-FACDF004C7D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682025" y="18201482"/>
            <a:ext cx="914400" cy="914400"/>
          </a:xfrm>
          <a:prstGeom prst="rect">
            <a:avLst/>
          </a:prstGeom>
        </p:spPr>
      </p:pic>
      <p:pic>
        <p:nvPicPr>
          <p:cNvPr id="166" name="Graphic 165" descr="Bar graph with upward trend with solid fill">
            <a:extLst>
              <a:ext uri="{FF2B5EF4-FFF2-40B4-BE49-F238E27FC236}">
                <a16:creationId xmlns:a16="http://schemas.microsoft.com/office/drawing/2014/main" id="{D2C9C2C5-3A3B-45BC-E96A-F1A336DF8B5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621461" y="20067115"/>
            <a:ext cx="914400" cy="914400"/>
          </a:xfrm>
          <a:prstGeom prst="rect">
            <a:avLst/>
          </a:prstGeom>
        </p:spPr>
      </p:pic>
      <p:pic>
        <p:nvPicPr>
          <p:cNvPr id="168" name="Graphic 167" descr="Dollar with solid fill">
            <a:extLst>
              <a:ext uri="{FF2B5EF4-FFF2-40B4-BE49-F238E27FC236}">
                <a16:creationId xmlns:a16="http://schemas.microsoft.com/office/drawing/2014/main" id="{BC75A32B-3921-4777-FFB2-2A30AC85D4A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618232" y="23581555"/>
            <a:ext cx="914400" cy="914400"/>
          </a:xfrm>
          <a:prstGeom prst="rect">
            <a:avLst/>
          </a:prstGeom>
        </p:spPr>
      </p:pic>
      <p:pic>
        <p:nvPicPr>
          <p:cNvPr id="170" name="Graphic 169" descr="Chess pieces with solid fill">
            <a:extLst>
              <a:ext uri="{FF2B5EF4-FFF2-40B4-BE49-F238E27FC236}">
                <a16:creationId xmlns:a16="http://schemas.microsoft.com/office/drawing/2014/main" id="{5EA81CE4-5F08-5D8E-1FDB-2C91AD2C81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639496" y="21837811"/>
            <a:ext cx="914400" cy="914400"/>
          </a:xfrm>
          <a:prstGeom prst="rect">
            <a:avLst/>
          </a:prstGeom>
        </p:spPr>
      </p:pic>
      <p:sp>
        <p:nvSpPr>
          <p:cNvPr id="172" name="Text 14">
            <a:extLst>
              <a:ext uri="{FF2B5EF4-FFF2-40B4-BE49-F238E27FC236}">
                <a16:creationId xmlns:a16="http://schemas.microsoft.com/office/drawing/2014/main" id="{7EAE9FD4-0358-7ABF-E09F-430A3B0A4B61}"/>
              </a:ext>
            </a:extLst>
          </p:cNvPr>
          <p:cNvSpPr/>
          <p:nvPr/>
        </p:nvSpPr>
        <p:spPr>
          <a:xfrm>
            <a:off x="12907379" y="18109788"/>
            <a:ext cx="6587907" cy="1217527"/>
          </a:xfrm>
          <a:prstGeom prst="rect">
            <a:avLst/>
          </a:prstGeom>
          <a:noFill/>
          <a:ln/>
        </p:spPr>
        <p:txBody>
          <a:bodyPr wrap="square" lIns="0" tIns="0" rIns="0" bIns="0" rtlCol="0" anchor="ctr"/>
          <a:lstStyle/>
          <a:p>
            <a:r>
              <a:rPr lang="en-GB" sz="3400" dirty="0">
                <a:latin typeface="Aptos" pitchFamily="34" charset="0"/>
                <a:ea typeface="Aptos" pitchFamily="34" charset="-122"/>
                <a:cs typeface="Aptos" pitchFamily="34" charset="-120"/>
              </a:rPr>
              <a:t>Financial Results</a:t>
            </a:r>
          </a:p>
        </p:txBody>
      </p:sp>
      <p:sp>
        <p:nvSpPr>
          <p:cNvPr id="174" name="Text 14">
            <a:extLst>
              <a:ext uri="{FF2B5EF4-FFF2-40B4-BE49-F238E27FC236}">
                <a16:creationId xmlns:a16="http://schemas.microsoft.com/office/drawing/2014/main" id="{866EFB0C-2FA3-A15C-4B4F-B23ADCB30684}"/>
              </a:ext>
            </a:extLst>
          </p:cNvPr>
          <p:cNvSpPr/>
          <p:nvPr/>
        </p:nvSpPr>
        <p:spPr>
          <a:xfrm>
            <a:off x="12907379" y="19927791"/>
            <a:ext cx="6587907" cy="1217527"/>
          </a:xfrm>
          <a:prstGeom prst="rect">
            <a:avLst/>
          </a:prstGeom>
          <a:noFill/>
          <a:ln/>
        </p:spPr>
        <p:txBody>
          <a:bodyPr wrap="square" lIns="0" tIns="0" rIns="0" bIns="0" rtlCol="0" anchor="ctr"/>
          <a:lstStyle/>
          <a:p>
            <a:r>
              <a:rPr lang="en-GB" sz="3400" dirty="0">
                <a:latin typeface="Aptos" pitchFamily="34" charset="0"/>
                <a:ea typeface="Aptos" pitchFamily="34" charset="-122"/>
                <a:cs typeface="Aptos" pitchFamily="34" charset="-120"/>
              </a:rPr>
              <a:t>Operational Performance</a:t>
            </a:r>
          </a:p>
        </p:txBody>
      </p:sp>
      <p:sp>
        <p:nvSpPr>
          <p:cNvPr id="176" name="Text 14">
            <a:extLst>
              <a:ext uri="{FF2B5EF4-FFF2-40B4-BE49-F238E27FC236}">
                <a16:creationId xmlns:a16="http://schemas.microsoft.com/office/drawing/2014/main" id="{9ACDC044-9D22-91A9-5225-92AA6B4384E1}"/>
              </a:ext>
            </a:extLst>
          </p:cNvPr>
          <p:cNvSpPr/>
          <p:nvPr/>
        </p:nvSpPr>
        <p:spPr>
          <a:xfrm>
            <a:off x="12907379" y="21672655"/>
            <a:ext cx="6587907" cy="1217527"/>
          </a:xfrm>
          <a:prstGeom prst="rect">
            <a:avLst/>
          </a:prstGeom>
          <a:noFill/>
          <a:ln/>
        </p:spPr>
        <p:txBody>
          <a:bodyPr wrap="square" lIns="0" tIns="0" rIns="0" bIns="0" rtlCol="0" anchor="ctr"/>
          <a:lstStyle/>
          <a:p>
            <a:r>
              <a:rPr lang="en-GB" sz="3400" dirty="0">
                <a:latin typeface="Aptos" pitchFamily="34" charset="0"/>
                <a:ea typeface="Aptos" pitchFamily="34" charset="-122"/>
                <a:cs typeface="Aptos" pitchFamily="34" charset="-120"/>
              </a:rPr>
              <a:t>Strategic Progress</a:t>
            </a:r>
          </a:p>
        </p:txBody>
      </p:sp>
      <p:sp>
        <p:nvSpPr>
          <p:cNvPr id="178" name="Text 14">
            <a:extLst>
              <a:ext uri="{FF2B5EF4-FFF2-40B4-BE49-F238E27FC236}">
                <a16:creationId xmlns:a16="http://schemas.microsoft.com/office/drawing/2014/main" id="{596EC9D4-0AF5-A2D7-96E2-BEF7EAA7D3B4}"/>
              </a:ext>
            </a:extLst>
          </p:cNvPr>
          <p:cNvSpPr/>
          <p:nvPr/>
        </p:nvSpPr>
        <p:spPr>
          <a:xfrm>
            <a:off x="12907379" y="23450368"/>
            <a:ext cx="6587907" cy="1217527"/>
          </a:xfrm>
          <a:prstGeom prst="rect">
            <a:avLst/>
          </a:prstGeom>
          <a:noFill/>
          <a:ln/>
        </p:spPr>
        <p:txBody>
          <a:bodyPr wrap="square" lIns="0" tIns="0" rIns="0" bIns="0" rtlCol="0" anchor="ctr"/>
          <a:lstStyle/>
          <a:p>
            <a:r>
              <a:rPr lang="en-GB" sz="3400" dirty="0">
                <a:latin typeface="Aptos" pitchFamily="34" charset="0"/>
                <a:ea typeface="Aptos" pitchFamily="34" charset="-122"/>
                <a:cs typeface="Aptos" pitchFamily="34" charset="-120"/>
              </a:rPr>
              <a:t>Capital Allocation</a:t>
            </a:r>
          </a:p>
        </p:txBody>
      </p:sp>
      <p:sp>
        <p:nvSpPr>
          <p:cNvPr id="180" name="Text 14">
            <a:extLst>
              <a:ext uri="{FF2B5EF4-FFF2-40B4-BE49-F238E27FC236}">
                <a16:creationId xmlns:a16="http://schemas.microsoft.com/office/drawing/2014/main" id="{BD632235-8B81-93A8-A906-EC2548FF3C3E}"/>
              </a:ext>
            </a:extLst>
          </p:cNvPr>
          <p:cNvSpPr/>
          <p:nvPr/>
        </p:nvSpPr>
        <p:spPr>
          <a:xfrm>
            <a:off x="20610367" y="16868144"/>
            <a:ext cx="8414682" cy="1217527"/>
          </a:xfrm>
          <a:prstGeom prst="rect">
            <a:avLst/>
          </a:prstGeom>
          <a:noFill/>
          <a:ln/>
        </p:spPr>
        <p:txBody>
          <a:bodyPr wrap="square" lIns="0" tIns="0" rIns="0" bIns="0" rtlCol="0" anchor="t"/>
          <a:lstStyle/>
          <a:p>
            <a:r>
              <a:rPr lang="en-GB" sz="2800" dirty="0">
                <a:latin typeface="Aptos" pitchFamily="34" charset="0"/>
                <a:ea typeface="Aptos" pitchFamily="34" charset="-122"/>
                <a:cs typeface="Aptos" pitchFamily="34" charset="-120"/>
              </a:rPr>
              <a:t>Turn the results and the proof points in a narrative that  is memorable and easy to understand.</a:t>
            </a:r>
          </a:p>
        </p:txBody>
      </p:sp>
      <p:sp>
        <p:nvSpPr>
          <p:cNvPr id="182" name="Rectangle 181">
            <a:extLst>
              <a:ext uri="{FF2B5EF4-FFF2-40B4-BE49-F238E27FC236}">
                <a16:creationId xmlns:a16="http://schemas.microsoft.com/office/drawing/2014/main" id="{37C9B2A0-3BF5-B6B5-53F2-10CC363F1C9E}"/>
              </a:ext>
            </a:extLst>
          </p:cNvPr>
          <p:cNvSpPr/>
          <p:nvPr/>
        </p:nvSpPr>
        <p:spPr>
          <a:xfrm>
            <a:off x="11413201" y="18097672"/>
            <a:ext cx="8086910" cy="120572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ctr"/>
          <a:lstStyle/>
          <a:p>
            <a:endParaRPr lang="en-GB" sz="2800" dirty="0">
              <a:solidFill>
                <a:schemeClr val="tx1"/>
              </a:solidFill>
              <a:latin typeface="Aptos" panose="020B0004020202020204" pitchFamily="34" charset="0"/>
            </a:endParaRPr>
          </a:p>
        </p:txBody>
      </p:sp>
      <p:sp>
        <p:nvSpPr>
          <p:cNvPr id="184" name="Rectangle 183">
            <a:extLst>
              <a:ext uri="{FF2B5EF4-FFF2-40B4-BE49-F238E27FC236}">
                <a16:creationId xmlns:a16="http://schemas.microsoft.com/office/drawing/2014/main" id="{EB6B7930-12FF-A8A8-D07C-07F5D26839FB}"/>
              </a:ext>
            </a:extLst>
          </p:cNvPr>
          <p:cNvSpPr/>
          <p:nvPr/>
        </p:nvSpPr>
        <p:spPr>
          <a:xfrm>
            <a:off x="20644116" y="20433844"/>
            <a:ext cx="8086910" cy="1883664"/>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t"/>
          <a:lstStyle/>
          <a:p>
            <a:r>
              <a:rPr lang="en-GB" sz="3400" b="1" dirty="0">
                <a:solidFill>
                  <a:schemeClr val="tx1"/>
                </a:solidFill>
                <a:latin typeface="Aptos" panose="020B0004020202020204" pitchFamily="34" charset="0"/>
              </a:rPr>
              <a:t>Supported Message</a:t>
            </a:r>
          </a:p>
          <a:p>
            <a:r>
              <a:rPr lang="en-GB" sz="3000" dirty="0">
                <a:solidFill>
                  <a:schemeClr val="tx1"/>
                </a:solidFill>
                <a:latin typeface="Aptos" panose="020B0004020202020204" pitchFamily="34" charset="0"/>
              </a:rPr>
              <a:t>Accurate, evidence based and aligned with senior leaders and SMEs.</a:t>
            </a:r>
          </a:p>
        </p:txBody>
      </p:sp>
      <p:sp>
        <p:nvSpPr>
          <p:cNvPr id="186" name="Rectangle 185">
            <a:extLst>
              <a:ext uri="{FF2B5EF4-FFF2-40B4-BE49-F238E27FC236}">
                <a16:creationId xmlns:a16="http://schemas.microsoft.com/office/drawing/2014/main" id="{55E1D0A0-5F8F-DDA4-B4ED-946ADA79257A}"/>
              </a:ext>
            </a:extLst>
          </p:cNvPr>
          <p:cNvSpPr/>
          <p:nvPr/>
        </p:nvSpPr>
        <p:spPr>
          <a:xfrm>
            <a:off x="20644116" y="22770016"/>
            <a:ext cx="8086910" cy="1887701"/>
          </a:xfrm>
          <a:prstGeom prst="rect">
            <a:avLst/>
          </a:prstGeom>
          <a:noFill/>
          <a:ln w="38100">
            <a:solidFill>
              <a:srgbClr val="F7D117"/>
            </a:solidFill>
          </a:ln>
        </p:spPr>
        <p:style>
          <a:lnRef idx="0">
            <a:scrgbClr r="0" g="0" b="0"/>
          </a:lnRef>
          <a:fillRef idx="0">
            <a:scrgbClr r="0" g="0" b="0"/>
          </a:fillRef>
          <a:effectRef idx="0">
            <a:scrgbClr r="0" g="0" b="0"/>
          </a:effectRef>
          <a:fontRef idx="minor">
            <a:schemeClr val="lt1"/>
          </a:fontRef>
        </p:style>
        <p:txBody>
          <a:bodyPr rtlCol="0" anchor="t"/>
          <a:lstStyle/>
          <a:p>
            <a:r>
              <a:rPr lang="en-GB" sz="3400" b="1" dirty="0">
                <a:solidFill>
                  <a:schemeClr val="tx1"/>
                </a:solidFill>
                <a:latin typeface="Aptos" panose="020B0004020202020204" pitchFamily="34" charset="0"/>
              </a:rPr>
              <a:t>Engaging Video</a:t>
            </a:r>
          </a:p>
          <a:p>
            <a:r>
              <a:rPr lang="en-GB" sz="3000" dirty="0">
                <a:solidFill>
                  <a:schemeClr val="tx1"/>
                </a:solidFill>
                <a:latin typeface="Aptos" panose="020B0004020202020204" pitchFamily="34" charset="0"/>
              </a:rPr>
              <a:t>A production partnership that brings the equity story to life.</a:t>
            </a:r>
          </a:p>
        </p:txBody>
      </p:sp>
      <p:sp>
        <p:nvSpPr>
          <p:cNvPr id="192" name="Text 14">
            <a:extLst>
              <a:ext uri="{FF2B5EF4-FFF2-40B4-BE49-F238E27FC236}">
                <a16:creationId xmlns:a16="http://schemas.microsoft.com/office/drawing/2014/main" id="{DDA29D9A-D94F-8481-3F12-A47ACAB95C5E}"/>
              </a:ext>
            </a:extLst>
          </p:cNvPr>
          <p:cNvSpPr/>
          <p:nvPr/>
        </p:nvSpPr>
        <p:spPr>
          <a:xfrm>
            <a:off x="20346284" y="24953323"/>
            <a:ext cx="8796528" cy="1217527"/>
          </a:xfrm>
          <a:prstGeom prst="rect">
            <a:avLst/>
          </a:prstGeom>
          <a:noFill/>
          <a:ln/>
        </p:spPr>
        <p:txBody>
          <a:bodyPr wrap="square" lIns="0" tIns="0" rIns="0" bIns="0" rtlCol="0" anchor="ctr"/>
          <a:lstStyle/>
          <a:p>
            <a:pPr algn="ctr"/>
            <a:r>
              <a:rPr lang="en-GB" sz="3200" b="1" u="sng" dirty="0">
                <a:solidFill>
                  <a:schemeClr val="accent2"/>
                </a:solidFill>
                <a:latin typeface="Aptos" pitchFamily="34" charset="0"/>
                <a:ea typeface="Aptos" pitchFamily="34" charset="-122"/>
                <a:cs typeface="Aptos" pitchFamily="34" charset="-120"/>
              </a:rPr>
              <a:t>ONE CONSISTENT, CREDIBLE VOICE</a:t>
            </a:r>
            <a:endParaRPr lang="en-GB" sz="3200" u="sng" dirty="0">
              <a:solidFill>
                <a:srgbClr val="A0A0A0"/>
              </a:solidFill>
              <a:latin typeface="Aptos" pitchFamily="34" charset="0"/>
              <a:ea typeface="Aptos" pitchFamily="34" charset="-122"/>
              <a:cs typeface="Aptos" pitchFamily="34" charset="-120"/>
            </a:endParaRPr>
          </a:p>
        </p:txBody>
      </p:sp>
      <p:graphicFrame>
        <p:nvGraphicFramePr>
          <p:cNvPr id="11" name="Chart 10">
            <a:extLst>
              <a:ext uri="{FF2B5EF4-FFF2-40B4-BE49-F238E27FC236}">
                <a16:creationId xmlns:a16="http://schemas.microsoft.com/office/drawing/2014/main" id="{12B4AAC9-E0D7-64C1-D663-39F7AFAC454E}"/>
              </a:ext>
            </a:extLst>
          </p:cNvPr>
          <p:cNvGraphicFramePr>
            <a:graphicFrameLocks/>
          </p:cNvGraphicFramePr>
          <p:nvPr>
            <p:extLst>
              <p:ext uri="{D42A27DB-BD31-4B8C-83A1-F6EECF244321}">
                <p14:modId xmlns:p14="http://schemas.microsoft.com/office/powerpoint/2010/main" val="3887518138"/>
              </p:ext>
            </p:extLst>
          </p:nvPr>
        </p:nvGraphicFramePr>
        <p:xfrm>
          <a:off x="21135426" y="28430935"/>
          <a:ext cx="7598971" cy="3923333"/>
        </p:xfrm>
        <a:graphic>
          <a:graphicData uri="http://schemas.openxmlformats.org/drawingml/2006/chart">
            <c:chart xmlns:c="http://schemas.openxmlformats.org/drawingml/2006/chart" xmlns:r="http://schemas.openxmlformats.org/officeDocument/2006/relationships" r:id="rId14"/>
          </a:graphicData>
        </a:graphic>
      </p:graphicFrame>
      <p:sp>
        <p:nvSpPr>
          <p:cNvPr id="19" name="Flowchart: Merge 18">
            <a:extLst>
              <a:ext uri="{FF2B5EF4-FFF2-40B4-BE49-F238E27FC236}">
                <a16:creationId xmlns:a16="http://schemas.microsoft.com/office/drawing/2014/main" id="{4E22FE1A-B482-7627-8385-C94C03B7A097}"/>
              </a:ext>
            </a:extLst>
          </p:cNvPr>
          <p:cNvSpPr/>
          <p:nvPr/>
        </p:nvSpPr>
        <p:spPr>
          <a:xfrm>
            <a:off x="28416284" y="28557987"/>
            <a:ext cx="165887" cy="165887"/>
          </a:xfrm>
          <a:prstGeom prst="flowChartMer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lowchart: Merge 22">
            <a:extLst>
              <a:ext uri="{FF2B5EF4-FFF2-40B4-BE49-F238E27FC236}">
                <a16:creationId xmlns:a16="http://schemas.microsoft.com/office/drawing/2014/main" id="{E749B4A5-6077-FE26-63B3-45250807FEA4}"/>
              </a:ext>
            </a:extLst>
          </p:cNvPr>
          <p:cNvSpPr/>
          <p:nvPr/>
        </p:nvSpPr>
        <p:spPr>
          <a:xfrm>
            <a:off x="28397234" y="30034362"/>
            <a:ext cx="165887" cy="165887"/>
          </a:xfrm>
          <a:prstGeom prst="flowChartMer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66141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hell layouts with footer">
  <a:themeElements>
    <a:clrScheme name="Custom 1">
      <a:dk1>
        <a:srgbClr val="595959"/>
      </a:dk1>
      <a:lt1>
        <a:srgbClr val="FFFFFF"/>
      </a:lt1>
      <a:dk2>
        <a:srgbClr val="EAEAEA"/>
      </a:dk2>
      <a:lt2>
        <a:srgbClr val="CCCCCC"/>
      </a:lt2>
      <a:accent1>
        <a:srgbClr val="F7D117"/>
      </a:accent1>
      <a:accent2>
        <a:srgbClr val="D42E12"/>
      </a:accent2>
      <a:accent3>
        <a:srgbClr val="003882"/>
      </a:accent3>
      <a:accent4>
        <a:srgbClr val="611759"/>
      </a:accent4>
      <a:accent5>
        <a:srgbClr val="00824A"/>
      </a:accent5>
      <a:accent6>
        <a:srgbClr val="DE8703"/>
      </a:accent6>
      <a:hlink>
        <a:srgbClr val="000000"/>
      </a:hlink>
      <a:folHlink>
        <a:srgbClr val="000000"/>
      </a:folHlink>
    </a:clrScheme>
    <a:fontScheme name="Shell - Fonts">
      <a:majorFont>
        <a:latin typeface="Futura Medium"/>
        <a:ea typeface=""/>
        <a:cs typeface=""/>
      </a:majorFont>
      <a:minorFont>
        <a:latin typeface="Futura 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7800" indent="-177800">
          <a:lnSpc>
            <a:spcPct val="113000"/>
          </a:lnSpc>
          <a:spcAft>
            <a:spcPts val="60"/>
          </a:spcAft>
          <a:buFont typeface="Wingdings"/>
          <a:buChar char="n"/>
          <a:defRPr sz="16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AEFSecurityClassificationTaxHTField0 xmlns="http://schemas.microsoft.com/sharepoint/v3">Restricted21aa7f98-4035-4019-a764-107acb7269af</SAEFSecurityClassificationTaxHTField0>
    <TaxCatchAll xmlns="5fe9d420-80f7-4ada-bee1-a7a60088c9b2">
      <Value>1</Value>
    </TaxCatchAll>
    <ice2f7984e9548f9a31773f854109466 xmlns="5fe9d420-80f7-4ada-bee1-a7a60088c9b2">
      <Terms xmlns="http://schemas.microsoft.com/office/infopath/2007/PartnerControls">
        <TermInfo xmlns="http://schemas.microsoft.com/office/infopath/2007/PartnerControls">
          <TermName xmlns="http://schemas.microsoft.com/office/infopath/2007/PartnerControls">Restricted</TermName>
          <TermId xmlns="http://schemas.microsoft.com/office/infopath/2007/PartnerControls">21aa7f98-4035-4019-a764-107acb7269af</TermId>
        </TermInfo>
      </Terms>
    </ice2f7984e9548f9a31773f854109466>
    <_dlc_DocId xmlns="5fe9d420-80f7-4ada-bee1-a7a60088c9b2">UXD4DQ5FARXZ-1534890728-7</_dlc_DocId>
    <_dlc_DocIdUrl xmlns="5fe9d420-80f7-4ada-bee1-a7a60088c9b2">
      <Url>https://eu001-sp.shell.com/sites/SPO002395/_layouts/15/DocIdRedir.aspx?ID=UXD4DQ5FARXZ-1534890728-7</Url>
      <Description>UXD4DQ5FARXZ-1534890728-7</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F644A78CBFDAD44983885002DC8B3358" ma:contentTypeVersion="5" ma:contentTypeDescription="Shell Document Content Type" ma:contentTypeScope="" ma:versionID="9972982cb723cf5df02987a4cb397dc7">
  <xsd:schema xmlns:xsd="http://www.w3.org/2001/XMLSchema" xmlns:xs="http://www.w3.org/2001/XMLSchema" xmlns:p="http://schemas.microsoft.com/office/2006/metadata/properties" xmlns:ns1="http://schemas.microsoft.com/sharepoint/v3" xmlns:ns2="5fe9d420-80f7-4ada-bee1-a7a60088c9b2" xmlns:ns3="d897dab9-547b-4d8a-9e98-e2c84c4ab18d" targetNamespace="http://schemas.microsoft.com/office/2006/metadata/properties" ma:root="true" ma:fieldsID="11b7afb5536d3e270a25d7434dfd5e62" ns1:_="" ns2:_="" ns3:_="">
    <xsd:import namespace="http://schemas.microsoft.com/sharepoint/v3"/>
    <xsd:import namespace="5fe9d420-80f7-4ada-bee1-a7a60088c9b2"/>
    <xsd:import namespace="d897dab9-547b-4d8a-9e98-e2c84c4ab18d"/>
    <xsd:element name="properties">
      <xsd:complexType>
        <xsd:sequence>
          <xsd:element name="documentManagement">
            <xsd:complexType>
              <xsd:all>
                <xsd:element ref="ns2:_dlc_DocId" minOccurs="0"/>
                <xsd:element ref="ns2:_dlc_DocIdUrl" minOccurs="0"/>
                <xsd:element ref="ns2:_dlc_DocIdPersistId" minOccurs="0"/>
                <xsd:element ref="ns1:SAEFSecurityClassificationTaxHTField0" minOccurs="0"/>
                <xsd:element ref="ns2:ice2f7984e9548f9a31773f854109466" minOccurs="0"/>
                <xsd:element ref="ns2:TaxCatchAll" minOccurs="0"/>
                <xsd:element ref="ns2:TaxCatchAllLabel"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AEFSecurityClassificationTaxHTField0" ma:index="11" nillable="true" ma:displayName="Security Classification_0" ma:hidden="true" ma:internalName="SAEFSecurityClassification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420-80f7-4ada-bee1-a7a60088c9b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ice2f7984e9548f9a31773f854109466" ma:index="12" ma:taxonomy="true" ma:internalName="ice2f7984e9548f9a31773f854109466" ma:taxonomyFieldName="SAEFSecurityClassification" ma:displayName="Security Classification" ma:default="5;#Confidential|e4bc29b2-6e76-48cc-b090-8b544c0802ae"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TaxCatchAll" ma:index="13" nillable="true" ma:displayName="Taxonomy Catch All Column" ma:hidden="true" ma:list="{c7126bf2-9056-4401-894f-d1136f5f3720}" ma:internalName="TaxCatchAll" ma:showField="CatchAllData" ma:web="5fe9d420-80f7-4ada-bee1-a7a60088c9b2">
      <xsd:complexType>
        <xsd:complexContent>
          <xsd:extension base="dms:MultiChoiceLookup">
            <xsd:sequence>
              <xsd:element name="Value" type="dms:Lookup" maxOccurs="unbounded" minOccurs="0" nillable="true"/>
            </xsd:sequence>
          </xsd:extension>
        </xsd:complexContent>
      </xsd:complexType>
    </xsd:element>
    <xsd:element name="TaxCatchAllLabel" ma:index="14" nillable="true" ma:displayName="Taxonomy Catch All Column1" ma:hidden="true" ma:list="{c7126bf2-9056-4401-894f-d1136f5f3720}" ma:internalName="TaxCatchAllLabel" ma:readOnly="true" ma:showField="CatchAllDataLabel" ma:web="5fe9d420-80f7-4ada-bee1-a7a60088c9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897dab9-547b-4d8a-9e98-e2c84c4ab18d"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AE002A-7645-46A2-8C4A-738EDFAA7ED3}">
  <ds:schemaRefs>
    <ds:schemaRef ds:uri="http://www.w3.org/XML/1998/namespace"/>
    <ds:schemaRef ds:uri="http://schemas.microsoft.com/office/2006/metadata/properties"/>
    <ds:schemaRef ds:uri="http://purl.org/dc/terms/"/>
    <ds:schemaRef ds:uri="http://schemas.microsoft.com/office/2006/documentManagement/types"/>
    <ds:schemaRef ds:uri="http://schemas.microsoft.com/office/infopath/2007/PartnerControls"/>
    <ds:schemaRef ds:uri="67a4d270-2e9e-45ec-b53e-707b7cbfe7c3"/>
    <ds:schemaRef ds:uri="http://schemas.openxmlformats.org/package/2006/metadata/core-properties"/>
    <ds:schemaRef ds:uri="http://purl.org/dc/elements/1.1/"/>
    <ds:schemaRef ds:uri="c642a6ca-8515-4142-b4ce-183d01f224d8"/>
    <ds:schemaRef ds:uri="http://schemas.microsoft.com/sharepoint/v3"/>
    <ds:schemaRef ds:uri="http://purl.org/dc/dcmitype/"/>
    <ds:schemaRef ds:uri="5fe9d420-80f7-4ada-bee1-a7a60088c9b2"/>
  </ds:schemaRefs>
</ds:datastoreItem>
</file>

<file path=customXml/itemProps2.xml><?xml version="1.0" encoding="utf-8"?>
<ds:datastoreItem xmlns:ds="http://schemas.openxmlformats.org/officeDocument/2006/customXml" ds:itemID="{F076548C-0BE4-4BFA-A247-90C37207E56B}">
  <ds:schemaRefs>
    <ds:schemaRef ds:uri="http://schemas.microsoft.com/sharepoint/events"/>
  </ds:schemaRefs>
</ds:datastoreItem>
</file>

<file path=customXml/itemProps3.xml><?xml version="1.0" encoding="utf-8"?>
<ds:datastoreItem xmlns:ds="http://schemas.openxmlformats.org/officeDocument/2006/customXml" ds:itemID="{FE92F6D7-DC4A-4F24-968B-3039603C8D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fe9d420-80f7-4ada-bee1-a7a60088c9b2"/>
    <ds:schemaRef ds:uri="d897dab9-547b-4d8a-9e98-e2c84c4ab1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FE3B36A-2FDB-43C8-A4F8-BA8A83EB3660}">
  <ds:schemaRefs>
    <ds:schemaRef ds:uri="http://schemas.microsoft.com/sharepoint/v3/contenttype/forms"/>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emplate/>
  <TotalTime>878</TotalTime>
  <Words>487</Words>
  <Application>Microsoft Office PowerPoint</Application>
  <PresentationFormat>Custom</PresentationFormat>
  <Paragraphs>66</Paragraphs>
  <Slides>1</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9" baseType="lpstr">
      <vt:lpstr>Arial</vt:lpstr>
      <vt:lpstr>Aptos Display</vt:lpstr>
      <vt:lpstr>Wingdings</vt:lpstr>
      <vt:lpstr>Aptos</vt:lpstr>
      <vt:lpstr>Futura Medium</vt:lpstr>
      <vt:lpstr>ShellMedium</vt:lpstr>
      <vt:lpstr>Shell layouts with footer</vt:lpstr>
      <vt:lpstr>think-cell Slide</vt:lpstr>
      <vt:lpstr>PowerPoint Presentation</vt:lpstr>
    </vt:vector>
  </TitlesOfParts>
  <Company>Shell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Valuation Challenges</dc:title>
  <dc:creator>Thomas.Lopez@shell.com</dc:creator>
  <cp:keywords>GEC'17</cp:keywords>
  <cp:lastModifiedBy>Dairova, Zhannat SI-FR/P</cp:lastModifiedBy>
  <cp:revision>3</cp:revision>
  <cp:lastPrinted>2017-04-25T09:06:38Z</cp:lastPrinted>
  <dcterms:created xsi:type="dcterms:W3CDTF">2009-11-25T14:32:06Z</dcterms:created>
  <dcterms:modified xsi:type="dcterms:W3CDTF">2026-09-02T19:50:40Z</dcterms:modified>
  <cp:category>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4</vt:i4>
  </property>
  <property fmtid="{D5CDD505-2E9C-101B-9397-08002B2CF9AE}" pid="4" name="ContentTypeId">
    <vt:lpwstr>0x0101006F0A470EEB1140E7AA14F4CE8A50B54C0001CB1477F4DD432AA86DD56CC3887AF400F644A78CBFDAD44983885002DC8B3358</vt:lpwstr>
  </property>
  <property fmtid="{D5CDD505-2E9C-101B-9397-08002B2CF9AE}" pid="5" name="_dlc_policyId">
    <vt:lpwstr/>
  </property>
  <property fmtid="{D5CDD505-2E9C-101B-9397-08002B2CF9AE}" pid="6" name="ItemRetentionFormula">
    <vt:lpwstr/>
  </property>
  <property fmtid="{D5CDD505-2E9C-101B-9397-08002B2CF9AE}" pid="7" name="_dlc_DocIdItemGuid">
    <vt:lpwstr>b2028224-df07-4a0d-9346-87a6e447c2b6</vt:lpwstr>
  </property>
  <property fmtid="{D5CDD505-2E9C-101B-9397-08002B2CF9AE}" pid="8" name="Shell SharePoint SAEF KeepFileLocal">
    <vt:bool>false</vt:bool>
  </property>
  <property fmtid="{D5CDD505-2E9C-101B-9397-08002B2CF9AE}" pid="9" name="Shell SharePoint SAEF WorkgroupIDTaxHTField0">
    <vt:lpwstr>UIB Commercial, New Business ＆ LNG - 11947|52d8a608-ed1f-401e-8ffb-8cc5334b8b42</vt:lpwstr>
  </property>
  <property fmtid="{D5CDD505-2E9C-101B-9397-08002B2CF9AE}" pid="10" name="Shell SharePoint SAEF SecurityClassificationTaxHTField0">
    <vt:lpwstr>Restricted|21aa7f98-4035-4019-a764-107acb7269af</vt:lpwstr>
  </property>
  <property fmtid="{D5CDD505-2E9C-101B-9397-08002B2CF9AE}" pid="11" name="Shell SharePoint SAEF LegalEntity">
    <vt:lpwstr>3;#SIEP|ca814f84-fd49-4cca-9dd4-ac559012442b</vt:lpwstr>
  </property>
  <property fmtid="{D5CDD505-2E9C-101B-9397-08002B2CF9AE}" pid="12" name="Shell SharePoint SAEF CountryOfJurisdiction">
    <vt:lpwstr>6;#NETHERLANDS|54565ecb-470f-40ea-a584-819150a65a13</vt:lpwstr>
  </property>
  <property fmtid="{D5CDD505-2E9C-101B-9397-08002B2CF9AE}" pid="13" name="Shell SharePoint SAEF ExportControlClassification">
    <vt:lpwstr>8;#Non-US content - Non Controlled|2ac8835e-0587-4096-a6e2-1f68da1e6cb3</vt:lpwstr>
  </property>
  <property fmtid="{D5CDD505-2E9C-101B-9397-08002B2CF9AE}" pid="14" name="SME Areas">
    <vt:lpwstr/>
  </property>
  <property fmtid="{D5CDD505-2E9C-101B-9397-08002B2CF9AE}" pid="15" name="SAEFSecurityClassification">
    <vt:lpwstr>1;#Restricted|21aa7f98-4035-4019-a764-107acb7269af</vt:lpwstr>
  </property>
  <property fmtid="{D5CDD505-2E9C-101B-9397-08002B2CF9AE}" pid="16" name="Shell SharePoint SAEF DocumentStatus">
    <vt:lpwstr>11;#Draft|1c86f377-7d91-4c95-bd5b-c18c83fe0aa5</vt:lpwstr>
  </property>
  <property fmtid="{D5CDD505-2E9C-101B-9397-08002B2CF9AE}" pid="17" name="Shell SharePoint SAEF Language">
    <vt:lpwstr>5;#English|bd3ad5ee-f0c3-40aa-8cc8-36ef09940af3</vt:lpwstr>
  </property>
  <property fmtid="{D5CDD505-2E9C-101B-9397-08002B2CF9AE}" pid="18" name="Shell SharePoint SAEF Business">
    <vt:lpwstr>1;#Upstream International|dabf15d9-4f75-4ed1-b8a1-a0c3e2a85888</vt:lpwstr>
  </property>
  <property fmtid="{D5CDD505-2E9C-101B-9397-08002B2CF9AE}" pid="19" name="Shell SharePoint SAEF BusinessProcess">
    <vt:lpwstr>7;#Develop New Business|8f030812-6a49-4616-837f-b8f0f1d07b9c</vt:lpwstr>
  </property>
  <property fmtid="{D5CDD505-2E9C-101B-9397-08002B2CF9AE}" pid="20" name="Shell SharePoint SAEF DocumentType">
    <vt:lpwstr>13;#Study results|073ec550-c791-4e3f-9683-953f7d5eb953</vt:lpwstr>
  </property>
  <property fmtid="{D5CDD505-2E9C-101B-9397-08002B2CF9AE}" pid="21" name="SME Keywords">
    <vt:lpwstr/>
  </property>
  <property fmtid="{D5CDD505-2E9C-101B-9397-08002B2CF9AE}" pid="22" name="Shell SharePoint SAEF BusinessUnitRegion">
    <vt:lpwstr>1;#Upstream International|dabf15d9-4f75-4ed1-b8a1-a0c3e2a85888</vt:lpwstr>
  </property>
  <property fmtid="{D5CDD505-2E9C-101B-9397-08002B2CF9AE}" pid="23" name="Shell SharePoint SAEF GlobalFunction">
    <vt:lpwstr>2;#Sustainable Development|2fbcccf5-c9b5-4b2d-984f-9a9b70c47e11</vt:lpwstr>
  </property>
  <property fmtid="{D5CDD505-2E9C-101B-9397-08002B2CF9AE}" pid="24" name="Shell SharePoint SAEF SiteCollectionName">
    <vt:lpwstr>Global Upstream Economics Portal</vt:lpwstr>
  </property>
  <property fmtid="{D5CDD505-2E9C-101B-9397-08002B2CF9AE}" pid="25" name="Order">
    <vt:r8>284000</vt:r8>
  </property>
  <property fmtid="{D5CDD505-2E9C-101B-9397-08002B2CF9AE}" pid="26" name="xd_Signature">
    <vt:bool>false</vt:bool>
  </property>
  <property fmtid="{D5CDD505-2E9C-101B-9397-08002B2CF9AE}" pid="27" name="Shell SharePoint SAEF GlobalFunctionTaxHTField0">
    <vt:lpwstr>Sustainable Development|2fbcccf5-c9b5-4b2d-984f-9a9b70c47e11</vt:lpwstr>
  </property>
  <property fmtid="{D5CDD505-2E9C-101B-9397-08002B2CF9AE}" pid="28" name="Shell SharePoint SAEF DocumentTypeTaxHTField0">
    <vt:lpwstr>Study results|073ec550-c791-4e3f-9683-953f7d5eb953</vt:lpwstr>
  </property>
  <property fmtid="{D5CDD505-2E9C-101B-9397-08002B2CF9AE}" pid="29" name="xd_ProgID">
    <vt:lpwstr/>
  </property>
  <property fmtid="{D5CDD505-2E9C-101B-9397-08002B2CF9AE}" pid="30" name="Shell SharePoint SAEF SiteOwner">
    <vt:lpwstr>Peter Grieve</vt:lpwstr>
  </property>
  <property fmtid="{D5CDD505-2E9C-101B-9397-08002B2CF9AE}" pid="31" name="Shell SharePoint SAEF LanguageTaxHTField0">
    <vt:lpwstr>English|bd3ad5ee-f0c3-40aa-8cc8-36ef09940af3</vt:lpwstr>
  </property>
  <property fmtid="{D5CDD505-2E9C-101B-9397-08002B2CF9AE}" pid="32" name="Shell SharePoint SAEF CountryOfJurisdictionTaxHTField0">
    <vt:lpwstr>NETHERLANDS|54565ecb-470f-40ea-a584-819150a65a13</vt:lpwstr>
  </property>
  <property fmtid="{D5CDD505-2E9C-101B-9397-08002B2CF9AE}" pid="33" name="ComplianceAssetId">
    <vt:lpwstr/>
  </property>
  <property fmtid="{D5CDD505-2E9C-101B-9397-08002B2CF9AE}" pid="34" name="TemplateUrl">
    <vt:lpwstr/>
  </property>
  <property fmtid="{D5CDD505-2E9C-101B-9397-08002B2CF9AE}" pid="35" name="Shell SharePoint SAEF BusinessUnitRegionTaxHTField0">
    <vt:lpwstr>Upstream International|dabf15d9-4f75-4ed1-b8a1-a0c3e2a85888</vt:lpwstr>
  </property>
  <property fmtid="{D5CDD505-2E9C-101B-9397-08002B2CF9AE}" pid="36" name="Shell SharePoint SAEF DocumentStatusTaxHTField0">
    <vt:lpwstr>Draft|1c86f377-7d91-4c95-bd5b-c18c83fe0aa5</vt:lpwstr>
  </property>
  <property fmtid="{D5CDD505-2E9C-101B-9397-08002B2CF9AE}" pid="37" name="Shell SharePoint SAEF BusinessProcessTaxHTField0">
    <vt:lpwstr>Develop New Business|8f030812-6a49-4616-837f-b8f0f1d07b9c</vt:lpwstr>
  </property>
  <property fmtid="{D5CDD505-2E9C-101B-9397-08002B2CF9AE}" pid="38" name="Shell SharePoint SAEF BusinessTaxHTField0">
    <vt:lpwstr>Upstream International|dabf15d9-4f75-4ed1-b8a1-a0c3e2a85888</vt:lpwstr>
  </property>
  <property fmtid="{D5CDD505-2E9C-101B-9397-08002B2CF9AE}" pid="39" name="Shell SharePoint SAEF Collection">
    <vt:bool>false</vt:bool>
  </property>
  <property fmtid="{D5CDD505-2E9C-101B-9397-08002B2CF9AE}" pid="40" name="_ExtendedDescription">
    <vt:lpwstr/>
  </property>
  <property fmtid="{D5CDD505-2E9C-101B-9397-08002B2CF9AE}" pid="41" name="Shell SharePoint SAEF ExportControlClassificationTaxHTField0">
    <vt:lpwstr>Non-US content - Non Controlled|2ac8835e-0587-4096-a6e2-1f68da1e6cb3</vt:lpwstr>
  </property>
  <property fmtid="{D5CDD505-2E9C-101B-9397-08002B2CF9AE}" pid="42" name="TriggerFlowInfo">
    <vt:lpwstr/>
  </property>
  <property fmtid="{D5CDD505-2E9C-101B-9397-08002B2CF9AE}" pid="43" name="Shell SharePoint SAEF LegalEntityTaxHTField0">
    <vt:lpwstr>SIEP|ca814f84-fd49-4cca-9dd4-ac559012442b</vt:lpwstr>
  </property>
  <property fmtid="{D5CDD505-2E9C-101B-9397-08002B2CF9AE}" pid="44" name="MediaServiceImageTags">
    <vt:lpwstr/>
  </property>
</Properties>
</file>