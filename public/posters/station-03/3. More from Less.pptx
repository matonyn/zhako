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349" r:id="rId5"/>
  </p:sldIdLst>
  <p:sldSz cx="30275213" cy="42803763"/>
  <p:notesSz cx="9926638" cy="14355763"/>
  <p:embeddedFontLst>
    <p:embeddedFont>
      <p:font typeface="Futura Medium" panose="00000800000000000000"/>
      <p:regular r:id="rId8"/>
      <p:bold r:id="rId9"/>
      <p:italic r:id="rId10"/>
      <p:boldItalic r:id="rId11"/>
    </p:embeddedFont>
    <p:embeddedFont>
      <p:font typeface="ShellBold" panose="00000800000000000000" pitchFamily="2" charset="0"/>
      <p:bold r:id="rId12"/>
    </p:embeddedFont>
    <p:embeddedFont>
      <p:font typeface="ShellBook" panose="00000500000000000000" pitchFamily="2" charset="0"/>
      <p:regular r:id="rId13"/>
    </p:embeddedFont>
    <p:embeddedFont>
      <p:font typeface="ShellHeavy" panose="00000700000000000000" pitchFamily="2" charset="0"/>
      <p:bold r:id="rId14"/>
    </p:embeddedFont>
    <p:embeddedFont>
      <p:font typeface="ShellMedium" panose="00000600000000000000" pitchFamily="2" charset="0"/>
      <p:regular r:id="rId15"/>
    </p:embeddedFont>
  </p:embeddedFontLst>
  <p:defaultTextStyle>
    <a:defPPr>
      <a:defRPr lang="en-US"/>
    </a:defPPr>
    <a:lvl1pPr marL="0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1pPr>
    <a:lvl2pPr marL="2338487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2pPr>
    <a:lvl3pPr marL="4676973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3pPr>
    <a:lvl4pPr marL="7015460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4pPr>
    <a:lvl5pPr marL="9353946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5pPr>
    <a:lvl6pPr marL="11692433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6pPr>
    <a:lvl7pPr marL="14030919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7pPr>
    <a:lvl8pPr marL="16369406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8pPr>
    <a:lvl9pPr marL="18707892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98" userDrawn="1">
          <p15:clr>
            <a:srgbClr val="A4A3A4"/>
          </p15:clr>
        </p15:guide>
        <p15:guide id="2" orient="horz" pos="890" userDrawn="1">
          <p15:clr>
            <a:srgbClr val="A4A3A4"/>
          </p15:clr>
        </p15:guide>
        <p15:guide id="3" orient="horz" pos="5143" userDrawn="1">
          <p15:clr>
            <a:srgbClr val="A4A3A4"/>
          </p15:clr>
        </p15:guide>
        <p15:guide id="4" orient="horz" pos="2938" userDrawn="1">
          <p15:clr>
            <a:srgbClr val="A4A3A4"/>
          </p15:clr>
        </p15:guide>
        <p15:guide id="5" orient="horz" pos="25141" userDrawn="1">
          <p15:clr>
            <a:srgbClr val="A4A3A4"/>
          </p15:clr>
        </p15:guide>
        <p15:guide id="6" orient="horz" pos="13074" userDrawn="1">
          <p15:clr>
            <a:srgbClr val="A4A3A4"/>
          </p15:clr>
        </p15:guide>
        <p15:guide id="7" pos="18098" userDrawn="1">
          <p15:clr>
            <a:srgbClr val="A4A3A4"/>
          </p15:clr>
        </p15:guide>
        <p15:guide id="8" pos="9244" userDrawn="1">
          <p15:clr>
            <a:srgbClr val="A4A3A4"/>
          </p15:clr>
        </p15:guide>
        <p15:guide id="9" pos="977" userDrawn="1">
          <p15:clr>
            <a:srgbClr val="A4A3A4"/>
          </p15:clr>
        </p15:guide>
        <p15:guide id="10" pos="984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4522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D117"/>
    <a:srgbClr val="D42E12"/>
    <a:srgbClr val="8FD1E3"/>
    <a:srgbClr val="FFEECA"/>
    <a:srgbClr val="F49600"/>
    <a:srgbClr val="FFFFFF"/>
    <a:srgbClr val="CCE9DB"/>
    <a:srgbClr val="99CDB7"/>
    <a:srgbClr val="66B492"/>
    <a:srgbClr val="339B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29AD4E-B82E-4A76-9484-7D27EE91D49B}" v="2" dt="2026-08-28T14:12:35.587"/>
    <p1510:client id="{B56AB0C0-9470-458A-880D-64648BB610CB}" v="360" dt="2026-08-27T19:26:13.8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6" d="100"/>
          <a:sy n="16" d="100"/>
        </p:scale>
        <p:origin x="4842" y="162"/>
      </p:cViewPr>
      <p:guideLst>
        <p:guide orient="horz" pos="25998"/>
        <p:guide orient="horz" pos="890"/>
        <p:guide orient="horz" pos="5143"/>
        <p:guide orient="horz" pos="2938"/>
        <p:guide orient="horz" pos="25141"/>
        <p:guide orient="horz" pos="13074"/>
        <p:guide pos="18098"/>
        <p:guide pos="9244"/>
        <p:guide pos="977"/>
        <p:guide pos="984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4522"/>
        <p:guide pos="312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handoutMaster" Target="handoutMasters/handout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4.fntdata"/><Relationship Id="rId5" Type="http://schemas.openxmlformats.org/officeDocument/2006/relationships/slide" Target="slides/slide1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customXml" Target="../customXml/item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ning, Kelly L SHLUSA-FR" userId="a755fb2a-a7e2-4057-ac1d-7a424fcb40e9" providerId="ADAL" clId="{6E02B3DD-986A-4613-A2BC-FDFA8DA0896F}"/>
    <pc:docChg chg="undo custSel addSld delSld modSld modNotesMaster">
      <pc:chgData name="Manning, Kelly L SHLUSA-FR" userId="a755fb2a-a7e2-4057-ac1d-7a424fcb40e9" providerId="ADAL" clId="{6E02B3DD-986A-4613-A2BC-FDFA8DA0896F}" dt="2026-08-27T19:32:39.512" v="804" actId="20577"/>
      <pc:docMkLst>
        <pc:docMk/>
      </pc:docMkLst>
      <pc:sldChg chg="modNotes">
        <pc:chgData name="Manning, Kelly L SHLUSA-FR" userId="a755fb2a-a7e2-4057-ac1d-7a424fcb40e9" providerId="ADAL" clId="{6E02B3DD-986A-4613-A2BC-FDFA8DA0896F}" dt="2026-08-24T02:05:54.615" v="64" actId="27636"/>
        <pc:sldMkLst>
          <pc:docMk/>
          <pc:sldMk cId="3566141018" sldId="347"/>
        </pc:sldMkLst>
      </pc:sldChg>
      <pc:sldChg chg="addSp delSp modSp add mod modNotes">
        <pc:chgData name="Manning, Kelly L SHLUSA-FR" userId="a755fb2a-a7e2-4057-ac1d-7a424fcb40e9" providerId="ADAL" clId="{6E02B3DD-986A-4613-A2BC-FDFA8DA0896F}" dt="2026-08-27T19:31:31.859" v="776" actId="20577"/>
        <pc:sldMkLst>
          <pc:docMk/>
          <pc:sldMk cId="968820566" sldId="348"/>
        </pc:sldMkLst>
        <pc:spChg chg="add del mod">
          <ac:chgData name="Manning, Kelly L SHLUSA-FR" userId="a755fb2a-a7e2-4057-ac1d-7a424fcb40e9" providerId="ADAL" clId="{6E02B3DD-986A-4613-A2BC-FDFA8DA0896F}" dt="2026-08-27T19:11:35.253" v="548" actId="478"/>
          <ac:spMkLst>
            <pc:docMk/>
            <pc:sldMk cId="968820566" sldId="348"/>
            <ac:spMk id="16" creationId="{24C50291-780A-B6C6-1CB4-AB08D9B56C94}"/>
          </ac:spMkLst>
        </pc:spChg>
        <pc:spChg chg="add mod">
          <ac:chgData name="Manning, Kelly L SHLUSA-FR" userId="a755fb2a-a7e2-4057-ac1d-7a424fcb40e9" providerId="ADAL" clId="{6E02B3DD-986A-4613-A2BC-FDFA8DA0896F}" dt="2026-08-27T19:10:54.063" v="544" actId="552"/>
          <ac:spMkLst>
            <pc:docMk/>
            <pc:sldMk cId="968820566" sldId="348"/>
            <ac:spMk id="18" creationId="{2831944C-BA0E-A5F9-B5D6-964480ED7CBD}"/>
          </ac:spMkLst>
        </pc:spChg>
        <pc:spChg chg="add mod">
          <ac:chgData name="Manning, Kelly L SHLUSA-FR" userId="a755fb2a-a7e2-4057-ac1d-7a424fcb40e9" providerId="ADAL" clId="{6E02B3DD-986A-4613-A2BC-FDFA8DA0896F}" dt="2026-08-27T19:09:03.890" v="519" actId="767"/>
          <ac:spMkLst>
            <pc:docMk/>
            <pc:sldMk cId="968820566" sldId="348"/>
            <ac:spMk id="19" creationId="{E98EE106-AD31-97B2-D3B8-5F208D6E849A}"/>
          </ac:spMkLst>
        </pc:spChg>
        <pc:spChg chg="add mod">
          <ac:chgData name="Manning, Kelly L SHLUSA-FR" userId="a755fb2a-a7e2-4057-ac1d-7a424fcb40e9" providerId="ADAL" clId="{6E02B3DD-986A-4613-A2BC-FDFA8DA0896F}" dt="2026-08-27T19:14:56.434" v="607" actId="255"/>
          <ac:spMkLst>
            <pc:docMk/>
            <pc:sldMk cId="968820566" sldId="348"/>
            <ac:spMk id="21" creationId="{E5AAA4EA-420D-B6C8-40F2-D30A92FED3C5}"/>
          </ac:spMkLst>
        </pc:spChg>
        <pc:spChg chg="add mod">
          <ac:chgData name="Manning, Kelly L SHLUSA-FR" userId="a755fb2a-a7e2-4057-ac1d-7a424fcb40e9" providerId="ADAL" clId="{6E02B3DD-986A-4613-A2BC-FDFA8DA0896F}" dt="2026-08-27T19:10:54.063" v="544" actId="552"/>
          <ac:spMkLst>
            <pc:docMk/>
            <pc:sldMk cId="968820566" sldId="348"/>
            <ac:spMk id="23" creationId="{2008348D-D6BF-F34A-25FA-10CDC8E0F48F}"/>
          </ac:spMkLst>
        </pc:spChg>
        <pc:spChg chg="mod">
          <ac:chgData name="Manning, Kelly L SHLUSA-FR" userId="a755fb2a-a7e2-4057-ac1d-7a424fcb40e9" providerId="ADAL" clId="{6E02B3DD-986A-4613-A2BC-FDFA8DA0896F}" dt="2026-08-24T22:53:55.360" v="332" actId="403"/>
          <ac:spMkLst>
            <pc:docMk/>
            <pc:sldMk cId="968820566" sldId="348"/>
            <ac:spMk id="26" creationId="{00000000-0000-0000-0000-000000000000}"/>
          </ac:spMkLst>
        </pc:spChg>
        <pc:spChg chg="mod">
          <ac:chgData name="Manning, Kelly L SHLUSA-FR" userId="a755fb2a-a7e2-4057-ac1d-7a424fcb40e9" providerId="ADAL" clId="{6E02B3DD-986A-4613-A2BC-FDFA8DA0896F}" dt="2026-08-27T19:03:06.153" v="385" actId="113"/>
          <ac:spMkLst>
            <pc:docMk/>
            <pc:sldMk cId="968820566" sldId="348"/>
            <ac:spMk id="27" creationId="{00000000-0000-0000-0000-000000000000}"/>
          </ac:spMkLst>
        </pc:spChg>
        <pc:spChg chg="mod">
          <ac:chgData name="Manning, Kelly L SHLUSA-FR" userId="a755fb2a-a7e2-4057-ac1d-7a424fcb40e9" providerId="ADAL" clId="{6E02B3DD-986A-4613-A2BC-FDFA8DA0896F}" dt="2026-08-27T19:03:06.153" v="385" actId="113"/>
          <ac:spMkLst>
            <pc:docMk/>
            <pc:sldMk cId="968820566" sldId="348"/>
            <ac:spMk id="28" creationId="{00000000-0000-0000-0000-000000000000}"/>
          </ac:spMkLst>
        </pc:spChg>
        <pc:spChg chg="mod">
          <ac:chgData name="Manning, Kelly L SHLUSA-FR" userId="a755fb2a-a7e2-4057-ac1d-7a424fcb40e9" providerId="ADAL" clId="{6E02B3DD-986A-4613-A2BC-FDFA8DA0896F}" dt="2026-08-27T19:13:58.207" v="603" actId="5793"/>
          <ac:spMkLst>
            <pc:docMk/>
            <pc:sldMk cId="968820566" sldId="348"/>
            <ac:spMk id="29" creationId="{00000000-0000-0000-0000-000000000000}"/>
          </ac:spMkLst>
        </pc:spChg>
        <pc:spChg chg="mod">
          <ac:chgData name="Manning, Kelly L SHLUSA-FR" userId="a755fb2a-a7e2-4057-ac1d-7a424fcb40e9" providerId="ADAL" clId="{6E02B3DD-986A-4613-A2BC-FDFA8DA0896F}" dt="2026-08-27T19:02:06.619" v="375" actId="207"/>
          <ac:spMkLst>
            <pc:docMk/>
            <pc:sldMk cId="968820566" sldId="348"/>
            <ac:spMk id="30" creationId="{00000000-0000-0000-0000-000000000000}"/>
          </ac:spMkLst>
        </pc:spChg>
        <pc:spChg chg="add mod">
          <ac:chgData name="Manning, Kelly L SHLUSA-FR" userId="a755fb2a-a7e2-4057-ac1d-7a424fcb40e9" providerId="ADAL" clId="{6E02B3DD-986A-4613-A2BC-FDFA8DA0896F}" dt="2026-08-27T19:02:08.947" v="376" actId="108"/>
          <ac:spMkLst>
            <pc:docMk/>
            <pc:sldMk cId="968820566" sldId="348"/>
            <ac:spMk id="31" creationId="{00000000-0000-0000-0000-000000000000}"/>
          </ac:spMkLst>
        </pc:spChg>
        <pc:spChg chg="mod">
          <ac:chgData name="Manning, Kelly L SHLUSA-FR" userId="a755fb2a-a7e2-4057-ac1d-7a424fcb40e9" providerId="ADAL" clId="{6E02B3DD-986A-4613-A2BC-FDFA8DA0896F}" dt="2026-08-24T22:57:45.820" v="356" actId="113"/>
          <ac:spMkLst>
            <pc:docMk/>
            <pc:sldMk cId="968820566" sldId="348"/>
            <ac:spMk id="32" creationId="{00000000-0000-0000-0000-000000000000}"/>
          </ac:spMkLst>
        </pc:spChg>
        <pc:spChg chg="add mod">
          <ac:chgData name="Manning, Kelly L SHLUSA-FR" userId="a755fb2a-a7e2-4057-ac1d-7a424fcb40e9" providerId="ADAL" clId="{6E02B3DD-986A-4613-A2BC-FDFA8DA0896F}" dt="2026-08-27T19:14:25.302" v="605" actId="255"/>
          <ac:spMkLst>
            <pc:docMk/>
            <pc:sldMk cId="968820566" sldId="348"/>
            <ac:spMk id="33" creationId="{00000000-0000-0000-0000-000000000000}"/>
          </ac:spMkLst>
        </pc:spChg>
        <pc:spChg chg="mod">
          <ac:chgData name="Manning, Kelly L SHLUSA-FR" userId="a755fb2a-a7e2-4057-ac1d-7a424fcb40e9" providerId="ADAL" clId="{6E02B3DD-986A-4613-A2BC-FDFA8DA0896F}" dt="2026-08-27T19:14:25.302" v="605" actId="255"/>
          <ac:spMkLst>
            <pc:docMk/>
            <pc:sldMk cId="968820566" sldId="348"/>
            <ac:spMk id="34" creationId="{00000000-0000-0000-0000-000000000000}"/>
          </ac:spMkLst>
        </pc:spChg>
        <pc:spChg chg="mod">
          <ac:chgData name="Manning, Kelly L SHLUSA-FR" userId="a755fb2a-a7e2-4057-ac1d-7a424fcb40e9" providerId="ADAL" clId="{6E02B3DD-986A-4613-A2BC-FDFA8DA0896F}" dt="2026-08-27T19:14:25.302" v="605" actId="255"/>
          <ac:spMkLst>
            <pc:docMk/>
            <pc:sldMk cId="968820566" sldId="348"/>
            <ac:spMk id="35" creationId="{00000000-0000-0000-0000-000000000000}"/>
          </ac:spMkLst>
        </pc:spChg>
        <pc:spChg chg="add mod">
          <ac:chgData name="Manning, Kelly L SHLUSA-FR" userId="a755fb2a-a7e2-4057-ac1d-7a424fcb40e9" providerId="ADAL" clId="{6E02B3DD-986A-4613-A2BC-FDFA8DA0896F}" dt="2026-08-27T19:14:25.302" v="605" actId="255"/>
          <ac:spMkLst>
            <pc:docMk/>
            <pc:sldMk cId="968820566" sldId="348"/>
            <ac:spMk id="36" creationId="{00000000-0000-0000-0000-000000000000}"/>
          </ac:spMkLst>
        </pc:spChg>
        <pc:spChg chg="add mod">
          <ac:chgData name="Manning, Kelly L SHLUSA-FR" userId="a755fb2a-a7e2-4057-ac1d-7a424fcb40e9" providerId="ADAL" clId="{6E02B3DD-986A-4613-A2BC-FDFA8DA0896F}" dt="2026-08-27T19:14:25.302" v="605" actId="255"/>
          <ac:spMkLst>
            <pc:docMk/>
            <pc:sldMk cId="968820566" sldId="348"/>
            <ac:spMk id="37" creationId="{00000000-0000-0000-0000-000000000000}"/>
          </ac:spMkLst>
        </pc:spChg>
        <pc:spChg chg="mod">
          <ac:chgData name="Manning, Kelly L SHLUSA-FR" userId="a755fb2a-a7e2-4057-ac1d-7a424fcb40e9" providerId="ADAL" clId="{6E02B3DD-986A-4613-A2BC-FDFA8DA0896F}" dt="2026-08-24T22:57:39.727" v="355" actId="113"/>
          <ac:spMkLst>
            <pc:docMk/>
            <pc:sldMk cId="968820566" sldId="348"/>
            <ac:spMk id="38" creationId="{00000000-0000-0000-0000-000000000000}"/>
          </ac:spMkLst>
        </pc:spChg>
        <pc:spChg chg="mod">
          <ac:chgData name="Manning, Kelly L SHLUSA-FR" userId="a755fb2a-a7e2-4057-ac1d-7a424fcb40e9" providerId="ADAL" clId="{6E02B3DD-986A-4613-A2BC-FDFA8DA0896F}" dt="2026-08-27T19:14:56.434" v="607" actId="255"/>
          <ac:spMkLst>
            <pc:docMk/>
            <pc:sldMk cId="968820566" sldId="348"/>
            <ac:spMk id="39" creationId="{00000000-0000-0000-0000-000000000000}"/>
          </ac:spMkLst>
        </pc:spChg>
        <pc:spChg chg="mod">
          <ac:chgData name="Manning, Kelly L SHLUSA-FR" userId="a755fb2a-a7e2-4057-ac1d-7a424fcb40e9" providerId="ADAL" clId="{6E02B3DD-986A-4613-A2BC-FDFA8DA0896F}" dt="2026-08-27T19:14:56.434" v="607" actId="255"/>
          <ac:spMkLst>
            <pc:docMk/>
            <pc:sldMk cId="968820566" sldId="348"/>
            <ac:spMk id="40" creationId="{00000000-0000-0000-0000-000000000000}"/>
          </ac:spMkLst>
        </pc:spChg>
        <pc:spChg chg="mod">
          <ac:chgData name="Manning, Kelly L SHLUSA-FR" userId="a755fb2a-a7e2-4057-ac1d-7a424fcb40e9" providerId="ADAL" clId="{6E02B3DD-986A-4613-A2BC-FDFA8DA0896F}" dt="2026-08-27T19:31:31.859" v="776" actId="20577"/>
          <ac:spMkLst>
            <pc:docMk/>
            <pc:sldMk cId="968820566" sldId="348"/>
            <ac:spMk id="41" creationId="{00000000-0000-0000-0000-000000000000}"/>
          </ac:spMkLst>
        </pc:spChg>
        <pc:spChg chg="add mod">
          <ac:chgData name="Manning, Kelly L SHLUSA-FR" userId="a755fb2a-a7e2-4057-ac1d-7a424fcb40e9" providerId="ADAL" clId="{6E02B3DD-986A-4613-A2BC-FDFA8DA0896F}" dt="2026-08-27T19:12:38.964" v="584" actId="20577"/>
          <ac:spMkLst>
            <pc:docMk/>
            <pc:sldMk cId="968820566" sldId="348"/>
            <ac:spMk id="42" creationId="{00000000-0000-0000-0000-000000000000}"/>
          </ac:spMkLst>
        </pc:spChg>
        <pc:spChg chg="mod">
          <ac:chgData name="Manning, Kelly L SHLUSA-FR" userId="a755fb2a-a7e2-4057-ac1d-7a424fcb40e9" providerId="ADAL" clId="{6E02B3DD-986A-4613-A2BC-FDFA8DA0896F}" dt="2026-08-27T19:30:52.412" v="775" actId="113"/>
          <ac:spMkLst>
            <pc:docMk/>
            <pc:sldMk cId="968820566" sldId="348"/>
            <ac:spMk id="43" creationId="{00000000-0000-0000-0000-000000000000}"/>
          </ac:spMkLst>
        </pc:spChg>
        <pc:spChg chg="del mod">
          <ac:chgData name="Manning, Kelly L SHLUSA-FR" userId="a755fb2a-a7e2-4057-ac1d-7a424fcb40e9" providerId="ADAL" clId="{6E02B3DD-986A-4613-A2BC-FDFA8DA0896F}" dt="2026-08-27T19:17:33.271" v="620" actId="478"/>
          <ac:spMkLst>
            <pc:docMk/>
            <pc:sldMk cId="968820566" sldId="348"/>
            <ac:spMk id="44" creationId="{00000000-0000-0000-0000-000000000000}"/>
          </ac:spMkLst>
        </pc:spChg>
        <pc:spChg chg="add mod">
          <ac:chgData name="Manning, Kelly L SHLUSA-FR" userId="a755fb2a-a7e2-4057-ac1d-7a424fcb40e9" providerId="ADAL" clId="{6E02B3DD-986A-4613-A2BC-FDFA8DA0896F}" dt="2026-08-27T19:30:52.412" v="775" actId="113"/>
          <ac:spMkLst>
            <pc:docMk/>
            <pc:sldMk cId="968820566" sldId="348"/>
            <ac:spMk id="45" creationId="{00000000-0000-0000-0000-000000000000}"/>
          </ac:spMkLst>
        </pc:spChg>
        <pc:spChg chg="add del mod">
          <ac:chgData name="Manning, Kelly L SHLUSA-FR" userId="a755fb2a-a7e2-4057-ac1d-7a424fcb40e9" providerId="ADAL" clId="{6E02B3DD-986A-4613-A2BC-FDFA8DA0896F}" dt="2026-08-27T19:17:34.623" v="621" actId="478"/>
          <ac:spMkLst>
            <pc:docMk/>
            <pc:sldMk cId="968820566" sldId="348"/>
            <ac:spMk id="46" creationId="{00000000-0000-0000-0000-000000000000}"/>
          </ac:spMkLst>
        </pc:spChg>
        <pc:spChg chg="mod">
          <ac:chgData name="Manning, Kelly L SHLUSA-FR" userId="a755fb2a-a7e2-4057-ac1d-7a424fcb40e9" providerId="ADAL" clId="{6E02B3DD-986A-4613-A2BC-FDFA8DA0896F}" dt="2026-08-27T19:30:52.412" v="775" actId="113"/>
          <ac:spMkLst>
            <pc:docMk/>
            <pc:sldMk cId="968820566" sldId="348"/>
            <ac:spMk id="47" creationId="{00000000-0000-0000-0000-000000000000}"/>
          </ac:spMkLst>
        </pc:spChg>
        <pc:spChg chg="del mod">
          <ac:chgData name="Manning, Kelly L SHLUSA-FR" userId="a755fb2a-a7e2-4057-ac1d-7a424fcb40e9" providerId="ADAL" clId="{6E02B3DD-986A-4613-A2BC-FDFA8DA0896F}" dt="2026-08-27T19:17:35.302" v="622" actId="478"/>
          <ac:spMkLst>
            <pc:docMk/>
            <pc:sldMk cId="968820566" sldId="348"/>
            <ac:spMk id="48" creationId="{00000000-0000-0000-0000-000000000000}"/>
          </ac:spMkLst>
        </pc:spChg>
        <pc:spChg chg="add mod">
          <ac:chgData name="Manning, Kelly L SHLUSA-FR" userId="a755fb2a-a7e2-4057-ac1d-7a424fcb40e9" providerId="ADAL" clId="{6E02B3DD-986A-4613-A2BC-FDFA8DA0896F}" dt="2026-08-27T19:30:52.412" v="775" actId="113"/>
          <ac:spMkLst>
            <pc:docMk/>
            <pc:sldMk cId="968820566" sldId="348"/>
            <ac:spMk id="49" creationId="{00000000-0000-0000-0000-000000000000}"/>
          </ac:spMkLst>
        </pc:spChg>
        <pc:spChg chg="mod">
          <ac:chgData name="Manning, Kelly L SHLUSA-FR" userId="a755fb2a-a7e2-4057-ac1d-7a424fcb40e9" providerId="ADAL" clId="{6E02B3DD-986A-4613-A2BC-FDFA8DA0896F}" dt="2026-08-27T19:11:25.575" v="547" actId="108"/>
          <ac:spMkLst>
            <pc:docMk/>
            <pc:sldMk cId="968820566" sldId="348"/>
            <ac:spMk id="50" creationId="{00000000-0000-0000-0000-000000000000}"/>
          </ac:spMkLst>
        </pc:spChg>
        <pc:spChg chg="mod">
          <ac:chgData name="Manning, Kelly L SHLUSA-FR" userId="a755fb2a-a7e2-4057-ac1d-7a424fcb40e9" providerId="ADAL" clId="{6E02B3DD-986A-4613-A2BC-FDFA8DA0896F}" dt="2026-08-24T02:22:00.067" v="232" actId="1035"/>
          <ac:spMkLst>
            <pc:docMk/>
            <pc:sldMk cId="968820566" sldId="348"/>
            <ac:spMk id="51" creationId="{00000000-0000-0000-0000-000000000000}"/>
          </ac:spMkLst>
        </pc:spChg>
        <pc:spChg chg="mod">
          <ac:chgData name="Manning, Kelly L SHLUSA-FR" userId="a755fb2a-a7e2-4057-ac1d-7a424fcb40e9" providerId="ADAL" clId="{6E02B3DD-986A-4613-A2BC-FDFA8DA0896F}" dt="2026-08-24T02:22:00.067" v="232" actId="1035"/>
          <ac:spMkLst>
            <pc:docMk/>
            <pc:sldMk cId="968820566" sldId="348"/>
            <ac:spMk id="52" creationId="{00000000-0000-0000-0000-000000000000}"/>
          </ac:spMkLst>
        </pc:spChg>
        <pc:spChg chg="mod">
          <ac:chgData name="Manning, Kelly L SHLUSA-FR" userId="a755fb2a-a7e2-4057-ac1d-7a424fcb40e9" providerId="ADAL" clId="{6E02B3DD-986A-4613-A2BC-FDFA8DA0896F}" dt="2026-08-27T19:16:07.969" v="613" actId="255"/>
          <ac:spMkLst>
            <pc:docMk/>
            <pc:sldMk cId="968820566" sldId="348"/>
            <ac:spMk id="53" creationId="{00000000-0000-0000-0000-000000000000}"/>
          </ac:spMkLst>
        </pc:spChg>
        <pc:spChg chg="mod">
          <ac:chgData name="Manning, Kelly L SHLUSA-FR" userId="a755fb2a-a7e2-4057-ac1d-7a424fcb40e9" providerId="ADAL" clId="{6E02B3DD-986A-4613-A2BC-FDFA8DA0896F}" dt="2026-08-24T02:22:00.067" v="232" actId="1035"/>
          <ac:spMkLst>
            <pc:docMk/>
            <pc:sldMk cId="968820566" sldId="348"/>
            <ac:spMk id="54" creationId="{00000000-0000-0000-0000-000000000000}"/>
          </ac:spMkLst>
        </pc:spChg>
        <pc:spChg chg="mod">
          <ac:chgData name="Manning, Kelly L SHLUSA-FR" userId="a755fb2a-a7e2-4057-ac1d-7a424fcb40e9" providerId="ADAL" clId="{6E02B3DD-986A-4613-A2BC-FDFA8DA0896F}" dt="2026-08-24T02:22:00.067" v="232" actId="1035"/>
          <ac:spMkLst>
            <pc:docMk/>
            <pc:sldMk cId="968820566" sldId="348"/>
            <ac:spMk id="55" creationId="{00000000-0000-0000-0000-000000000000}"/>
          </ac:spMkLst>
        </pc:spChg>
        <pc:spChg chg="add mod">
          <ac:chgData name="Manning, Kelly L SHLUSA-FR" userId="a755fb2a-a7e2-4057-ac1d-7a424fcb40e9" providerId="ADAL" clId="{6E02B3DD-986A-4613-A2BC-FDFA8DA0896F}" dt="2026-08-27T19:16:07.969" v="613" actId="255"/>
          <ac:spMkLst>
            <pc:docMk/>
            <pc:sldMk cId="968820566" sldId="348"/>
            <ac:spMk id="56" creationId="{00000000-0000-0000-0000-000000000000}"/>
          </ac:spMkLst>
        </pc:spChg>
        <pc:spChg chg="mod">
          <ac:chgData name="Manning, Kelly L SHLUSA-FR" userId="a755fb2a-a7e2-4057-ac1d-7a424fcb40e9" providerId="ADAL" clId="{6E02B3DD-986A-4613-A2BC-FDFA8DA0896F}" dt="2026-08-24T02:22:00.067" v="232" actId="1035"/>
          <ac:spMkLst>
            <pc:docMk/>
            <pc:sldMk cId="968820566" sldId="348"/>
            <ac:spMk id="57" creationId="{00000000-0000-0000-0000-000000000000}"/>
          </ac:spMkLst>
        </pc:spChg>
        <pc:spChg chg="mod">
          <ac:chgData name="Manning, Kelly L SHLUSA-FR" userId="a755fb2a-a7e2-4057-ac1d-7a424fcb40e9" providerId="ADAL" clId="{6E02B3DD-986A-4613-A2BC-FDFA8DA0896F}" dt="2026-08-24T02:22:00.067" v="232" actId="1035"/>
          <ac:spMkLst>
            <pc:docMk/>
            <pc:sldMk cId="968820566" sldId="348"/>
            <ac:spMk id="58" creationId="{00000000-0000-0000-0000-000000000000}"/>
          </ac:spMkLst>
        </pc:spChg>
        <pc:spChg chg="add mod">
          <ac:chgData name="Manning, Kelly L SHLUSA-FR" userId="a755fb2a-a7e2-4057-ac1d-7a424fcb40e9" providerId="ADAL" clId="{6E02B3DD-986A-4613-A2BC-FDFA8DA0896F}" dt="2026-08-27T19:16:07.969" v="613" actId="255"/>
          <ac:spMkLst>
            <pc:docMk/>
            <pc:sldMk cId="968820566" sldId="348"/>
            <ac:spMk id="59" creationId="{00000000-0000-0000-0000-000000000000}"/>
          </ac:spMkLst>
        </pc:spChg>
        <pc:spChg chg="add mod">
          <ac:chgData name="Manning, Kelly L SHLUSA-FR" userId="a755fb2a-a7e2-4057-ac1d-7a424fcb40e9" providerId="ADAL" clId="{6E02B3DD-986A-4613-A2BC-FDFA8DA0896F}" dt="2026-08-27T19:14:56.434" v="607" actId="255"/>
          <ac:spMkLst>
            <pc:docMk/>
            <pc:sldMk cId="968820566" sldId="348"/>
            <ac:spMk id="61" creationId="{5F0BFC9F-27D0-AA6E-3CD7-59AFFB164111}"/>
          </ac:spMkLst>
        </pc:spChg>
        <pc:spChg chg="add mod">
          <ac:chgData name="Manning, Kelly L SHLUSA-FR" userId="a755fb2a-a7e2-4057-ac1d-7a424fcb40e9" providerId="ADAL" clId="{6E02B3DD-986A-4613-A2BC-FDFA8DA0896F}" dt="2026-08-27T19:12:15.733" v="583" actId="1036"/>
          <ac:spMkLst>
            <pc:docMk/>
            <pc:sldMk cId="968820566" sldId="348"/>
            <ac:spMk id="63" creationId="{CB1B66E5-1BE9-3A79-9066-5DD378D6199C}"/>
          </ac:spMkLst>
        </pc:spChg>
        <pc:spChg chg="add mod">
          <ac:chgData name="Manning, Kelly L SHLUSA-FR" userId="a755fb2a-a7e2-4057-ac1d-7a424fcb40e9" providerId="ADAL" clId="{6E02B3DD-986A-4613-A2BC-FDFA8DA0896F}" dt="2026-08-27T19:12:15.733" v="583" actId="1036"/>
          <ac:spMkLst>
            <pc:docMk/>
            <pc:sldMk cId="968820566" sldId="348"/>
            <ac:spMk id="257" creationId="{95413D3F-35B2-C13A-4EC0-4D344B8B7341}"/>
          </ac:spMkLst>
        </pc:spChg>
        <pc:spChg chg="add del">
          <ac:chgData name="Manning, Kelly L SHLUSA-FR" userId="a755fb2a-a7e2-4057-ac1d-7a424fcb40e9" providerId="ADAL" clId="{6E02B3DD-986A-4613-A2BC-FDFA8DA0896F}" dt="2026-08-27T19:19:30.186" v="649" actId="22"/>
          <ac:spMkLst>
            <pc:docMk/>
            <pc:sldMk cId="968820566" sldId="348"/>
            <ac:spMk id="259" creationId="{1EC3E872-CD1E-95E8-6313-2285494E18FA}"/>
          </ac:spMkLst>
        </pc:spChg>
        <pc:spChg chg="add mod">
          <ac:chgData name="Manning, Kelly L SHLUSA-FR" userId="a755fb2a-a7e2-4057-ac1d-7a424fcb40e9" providerId="ADAL" clId="{6E02B3DD-986A-4613-A2BC-FDFA8DA0896F}" dt="2026-08-27T19:22:07.351" v="745" actId="20577"/>
          <ac:spMkLst>
            <pc:docMk/>
            <pc:sldMk cId="968820566" sldId="348"/>
            <ac:spMk id="261" creationId="{F0642FFB-34D3-E89E-5AE2-36E906E8EF2D}"/>
          </ac:spMkLst>
        </pc:spChg>
        <pc:spChg chg="add mod">
          <ac:chgData name="Manning, Kelly L SHLUSA-FR" userId="a755fb2a-a7e2-4057-ac1d-7a424fcb40e9" providerId="ADAL" clId="{6E02B3DD-986A-4613-A2BC-FDFA8DA0896F}" dt="2026-08-24T22:57:26.929" v="352" actId="255"/>
          <ac:spMkLst>
            <pc:docMk/>
            <pc:sldMk cId="968820566" sldId="348"/>
            <ac:spMk id="310" creationId="{C6F5EE16-5153-5974-C1DB-03E1F507C1E4}"/>
          </ac:spMkLst>
        </pc:spChg>
        <pc:graphicFrameChg chg="add del mod modGraphic">
          <ac:chgData name="Manning, Kelly L SHLUSA-FR" userId="a755fb2a-a7e2-4057-ac1d-7a424fcb40e9" providerId="ADAL" clId="{6E02B3DD-986A-4613-A2BC-FDFA8DA0896F}" dt="2026-08-27T19:19:57.882" v="661" actId="478"/>
          <ac:graphicFrameMkLst>
            <pc:docMk/>
            <pc:sldMk cId="968820566" sldId="348"/>
            <ac:graphicFrameMk id="312" creationId="{A3C04BCF-F535-D942-6215-84F81C34946D}"/>
          </ac:graphicFrameMkLst>
        </pc:graphicFrameChg>
        <pc:picChg chg="add mod">
          <ac:chgData name="Manning, Kelly L SHLUSA-FR" userId="a755fb2a-a7e2-4057-ac1d-7a424fcb40e9" providerId="ADAL" clId="{6E02B3DD-986A-4613-A2BC-FDFA8DA0896F}" dt="2026-08-24T02:14:56.133" v="82" actId="1076"/>
          <ac:picMkLst>
            <pc:docMk/>
            <pc:sldMk cId="968820566" sldId="348"/>
            <ac:picMk id="286" creationId="{1AC57711-25EB-89EC-A90A-36F4DBE09B7A}"/>
          </ac:picMkLst>
        </pc:picChg>
        <pc:picChg chg="add mod">
          <ac:chgData name="Manning, Kelly L SHLUSA-FR" userId="a755fb2a-a7e2-4057-ac1d-7a424fcb40e9" providerId="ADAL" clId="{6E02B3DD-986A-4613-A2BC-FDFA8DA0896F}" dt="2026-08-27T19:08:37.110" v="517" actId="1076"/>
          <ac:picMkLst>
            <pc:docMk/>
            <pc:sldMk cId="968820566" sldId="348"/>
            <ac:picMk id="300" creationId="{11F50E51-B7A9-DD0E-E54F-8A6929E141DC}"/>
          </ac:picMkLst>
        </pc:picChg>
        <pc:picChg chg="add mod">
          <ac:chgData name="Manning, Kelly L SHLUSA-FR" userId="a755fb2a-a7e2-4057-ac1d-7a424fcb40e9" providerId="ADAL" clId="{6E02B3DD-986A-4613-A2BC-FDFA8DA0896F}" dt="2026-08-27T19:08:37.110" v="517" actId="1076"/>
          <ac:picMkLst>
            <pc:docMk/>
            <pc:sldMk cId="968820566" sldId="348"/>
            <ac:picMk id="302" creationId="{608BDEA4-EC70-87B2-8203-3CFD77A6B019}"/>
          </ac:picMkLst>
        </pc:picChg>
      </pc:sldChg>
      <pc:sldChg chg="delSp add del mod">
        <pc:chgData name="Manning, Kelly L SHLUSA-FR" userId="a755fb2a-a7e2-4057-ac1d-7a424fcb40e9" providerId="ADAL" clId="{6E02B3DD-986A-4613-A2BC-FDFA8DA0896F}" dt="2026-08-27T19:00:42.117" v="363" actId="47"/>
        <pc:sldMkLst>
          <pc:docMk/>
          <pc:sldMk cId="311102865" sldId="349"/>
        </pc:sldMkLst>
      </pc:sldChg>
      <pc:sldChg chg="add del">
        <pc:chgData name="Manning, Kelly L SHLUSA-FR" userId="a755fb2a-a7e2-4057-ac1d-7a424fcb40e9" providerId="ADAL" clId="{6E02B3DD-986A-4613-A2BC-FDFA8DA0896F}" dt="2026-08-27T19:17:23.802" v="619"/>
        <pc:sldMkLst>
          <pc:docMk/>
          <pc:sldMk cId="2256787040" sldId="349"/>
        </pc:sldMkLst>
      </pc:sldChg>
      <pc:sldChg chg="addSp delSp modSp add mod">
        <pc:chgData name="Manning, Kelly L SHLUSA-FR" userId="a755fb2a-a7e2-4057-ac1d-7a424fcb40e9" providerId="ADAL" clId="{6E02B3DD-986A-4613-A2BC-FDFA8DA0896F}" dt="2026-08-27T19:32:39.512" v="804" actId="20577"/>
        <pc:sldMkLst>
          <pc:docMk/>
          <pc:sldMk cId="4138011946" sldId="349"/>
        </pc:sldMkLst>
        <pc:spChg chg="add mod">
          <ac:chgData name="Manning, Kelly L SHLUSA-FR" userId="a755fb2a-a7e2-4057-ac1d-7a424fcb40e9" providerId="ADAL" clId="{6E02B3DD-986A-4613-A2BC-FDFA8DA0896F}" dt="2026-08-27T19:26:13.840" v="759" actId="571"/>
          <ac:spMkLst>
            <pc:docMk/>
            <pc:sldMk cId="4138011946" sldId="349"/>
            <ac:spMk id="14" creationId="{B832813E-6A2B-9D96-2AF6-3915A1FED5EC}"/>
          </ac:spMkLst>
        </pc:spChg>
        <pc:spChg chg="add mod">
          <ac:chgData name="Manning, Kelly L SHLUSA-FR" userId="a755fb2a-a7e2-4057-ac1d-7a424fcb40e9" providerId="ADAL" clId="{6E02B3DD-986A-4613-A2BC-FDFA8DA0896F}" dt="2026-08-27T19:26:13.840" v="759" actId="571"/>
          <ac:spMkLst>
            <pc:docMk/>
            <pc:sldMk cId="4138011946" sldId="349"/>
            <ac:spMk id="15" creationId="{03849FAB-FFC3-2806-EC17-2089A139DCAE}"/>
          </ac:spMkLst>
        </pc:spChg>
        <pc:spChg chg="mod">
          <ac:chgData name="Manning, Kelly L SHLUSA-FR" userId="a755fb2a-a7e2-4057-ac1d-7a424fcb40e9" providerId="ADAL" clId="{6E02B3DD-986A-4613-A2BC-FDFA8DA0896F}" dt="2026-08-27T19:32:39.512" v="804" actId="20577"/>
          <ac:spMkLst>
            <pc:docMk/>
            <pc:sldMk cId="4138011946" sldId="349"/>
            <ac:spMk id="41" creationId="{7DAE9C82-C238-FF93-49EC-E26791C7EBBE}"/>
          </ac:spMkLst>
        </pc:spChg>
        <pc:spChg chg="mod">
          <ac:chgData name="Manning, Kelly L SHLUSA-FR" userId="a755fb2a-a7e2-4057-ac1d-7a424fcb40e9" providerId="ADAL" clId="{6E02B3DD-986A-4613-A2BC-FDFA8DA0896F}" dt="2026-08-27T19:26:57.155" v="771" actId="2711"/>
          <ac:spMkLst>
            <pc:docMk/>
            <pc:sldMk cId="4138011946" sldId="349"/>
            <ac:spMk id="43" creationId="{3AA74DF7-B0A9-E3CC-4060-352F993962E0}"/>
          </ac:spMkLst>
        </pc:spChg>
        <pc:spChg chg="mod">
          <ac:chgData name="Manning, Kelly L SHLUSA-FR" userId="a755fb2a-a7e2-4057-ac1d-7a424fcb40e9" providerId="ADAL" clId="{6E02B3DD-986A-4613-A2BC-FDFA8DA0896F}" dt="2026-08-27T19:26:57.155" v="771" actId="2711"/>
          <ac:spMkLst>
            <pc:docMk/>
            <pc:sldMk cId="4138011946" sldId="349"/>
            <ac:spMk id="45" creationId="{F12F5D2A-FCAA-FFC0-11F6-CBA3BB55D145}"/>
          </ac:spMkLst>
        </pc:spChg>
        <pc:spChg chg="mod">
          <ac:chgData name="Manning, Kelly L SHLUSA-FR" userId="a755fb2a-a7e2-4057-ac1d-7a424fcb40e9" providerId="ADAL" clId="{6E02B3DD-986A-4613-A2BC-FDFA8DA0896F}" dt="2026-08-27T19:26:57.155" v="771" actId="2711"/>
          <ac:spMkLst>
            <pc:docMk/>
            <pc:sldMk cId="4138011946" sldId="349"/>
            <ac:spMk id="47" creationId="{C0158D89-F2CF-07DF-DB5D-A0C89CE80314}"/>
          </ac:spMkLst>
        </pc:spChg>
        <pc:spChg chg="mod">
          <ac:chgData name="Manning, Kelly L SHLUSA-FR" userId="a755fb2a-a7e2-4057-ac1d-7a424fcb40e9" providerId="ADAL" clId="{6E02B3DD-986A-4613-A2BC-FDFA8DA0896F}" dt="2026-08-27T19:26:57.155" v="771" actId="2711"/>
          <ac:spMkLst>
            <pc:docMk/>
            <pc:sldMk cId="4138011946" sldId="349"/>
            <ac:spMk id="49" creationId="{81A45E08-8142-0DD3-D81B-564D754391A2}"/>
          </ac:spMkLst>
        </pc:spChg>
        <pc:picChg chg="add mod modCrop">
          <ac:chgData name="Manning, Kelly L SHLUSA-FR" userId="a755fb2a-a7e2-4057-ac1d-7a424fcb40e9" providerId="ADAL" clId="{6E02B3DD-986A-4613-A2BC-FDFA8DA0896F}" dt="2026-08-27T19:25:10.021" v="757" actId="14100"/>
          <ac:picMkLst>
            <pc:docMk/>
            <pc:sldMk cId="4138011946" sldId="349"/>
            <ac:picMk id="13" creationId="{6EBB15C7-4C67-B94B-B1CF-7388CA33E847}"/>
          </ac:picMkLst>
        </pc:picChg>
        <pc:picChg chg="del">
          <ac:chgData name="Manning, Kelly L SHLUSA-FR" userId="a755fb2a-a7e2-4057-ac1d-7a424fcb40e9" providerId="ADAL" clId="{6E02B3DD-986A-4613-A2BC-FDFA8DA0896F}" dt="2026-08-27T19:24:48.430" v="747" actId="478"/>
          <ac:picMkLst>
            <pc:docMk/>
            <pc:sldMk cId="4138011946" sldId="349"/>
            <ac:picMk id="286" creationId="{B5CA714D-ABC0-5C72-71DE-0E6CD5D0FEB2}"/>
          </ac:picMkLst>
        </pc:picChg>
      </pc:sldChg>
    </pc:docChg>
  </pc:docChgLst>
  <pc:docChgLst>
    <pc:chgData name="O'Bannon, Tom C SHLUSA-FR" userId="e8f57b35-3abf-4a1e-b3d1-5df0aea9e08f" providerId="ADAL" clId="{99F51D70-852F-4614-AE69-48656FA7F74C}"/>
    <pc:docChg chg="undo custSel delSld modSld">
      <pc:chgData name="O'Bannon, Tom C SHLUSA-FR" userId="e8f57b35-3abf-4a1e-b3d1-5df0aea9e08f" providerId="ADAL" clId="{99F51D70-852F-4614-AE69-48656FA7F74C}" dt="2026-08-28T14:12:35.587" v="1345" actId="47"/>
      <pc:docMkLst>
        <pc:docMk/>
      </pc:docMkLst>
      <pc:sldChg chg="addSp delSp modSp del mod modNotes">
        <pc:chgData name="O'Bannon, Tom C SHLUSA-FR" userId="e8f57b35-3abf-4a1e-b3d1-5df0aea9e08f" providerId="ADAL" clId="{99F51D70-852F-4614-AE69-48656FA7F74C}" dt="2026-08-28T14:11:58.104" v="1344" actId="47"/>
        <pc:sldMkLst>
          <pc:docMk/>
          <pc:sldMk cId="3566141018" sldId="347"/>
        </pc:sldMkLst>
      </pc:sldChg>
      <pc:sldChg chg="modSp del mod">
        <pc:chgData name="O'Bannon, Tom C SHLUSA-FR" userId="e8f57b35-3abf-4a1e-b3d1-5df0aea9e08f" providerId="ADAL" clId="{99F51D70-852F-4614-AE69-48656FA7F74C}" dt="2026-08-28T14:12:35.587" v="1345" actId="47"/>
        <pc:sldMkLst>
          <pc:docMk/>
          <pc:sldMk cId="968820566" sldId="348"/>
        </pc:sldMkLst>
        <pc:spChg chg="mod">
          <ac:chgData name="O'Bannon, Tom C SHLUSA-FR" userId="e8f57b35-3abf-4a1e-b3d1-5df0aea9e08f" providerId="ADAL" clId="{99F51D70-852F-4614-AE69-48656FA7F74C}" dt="2026-08-24T20:21:12.351" v="1343" actId="20577"/>
          <ac:spMkLst>
            <pc:docMk/>
            <pc:sldMk cId="968820566" sldId="348"/>
            <ac:spMk id="37" creationId="{00000000-0000-0000-0000-000000000000}"/>
          </ac:spMkLst>
        </pc:spChg>
        <pc:spChg chg="mod">
          <ac:chgData name="O'Bannon, Tom C SHLUSA-FR" userId="e8f57b35-3abf-4a1e-b3d1-5df0aea9e08f" providerId="ADAL" clId="{99F51D70-852F-4614-AE69-48656FA7F74C}" dt="2026-08-24T20:12:11.515" v="1337" actId="20577"/>
          <ac:spMkLst>
            <pc:docMk/>
            <pc:sldMk cId="968820566" sldId="348"/>
            <ac:spMk id="41" creationId="{00000000-0000-0000-0000-000000000000}"/>
          </ac:spMkLst>
        </pc:spChg>
      </pc:sldChg>
    </pc:docChg>
  </pc:docChgLst>
  <pc:docChgLst>
    <pc:chgData name="Dairova, Zhannat SI-FR/P" userId="7bf041ce-838c-4eaa-8319-0f58f2da6a52" providerId="ADAL" clId="{274A8B51-859E-4A15-A4FA-7E8B336403DD}"/>
    <pc:docChg chg="delSld modSld">
      <pc:chgData name="Dairova, Zhannat SI-FR/P" userId="7bf041ce-838c-4eaa-8319-0f58f2da6a52" providerId="ADAL" clId="{274A8B51-859E-4A15-A4FA-7E8B336403DD}" dt="2026-07-29T10:35:46.838" v="3" actId="47"/>
      <pc:docMkLst>
        <pc:docMk/>
      </pc:docMkLst>
      <pc:sldChg chg="modNotesTx">
        <pc:chgData name="Dairova, Zhannat SI-FR/P" userId="7bf041ce-838c-4eaa-8319-0f58f2da6a52" providerId="ADAL" clId="{274A8B51-859E-4A15-A4FA-7E8B336403DD}" dt="2026-07-29T10:35:40.514" v="1" actId="20577"/>
        <pc:sldMkLst>
          <pc:docMk/>
          <pc:sldMk cId="3566141018" sldId="34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/>
          <a:lstStyle>
            <a:lvl1pPr algn="l">
              <a:defRPr sz="1700"/>
            </a:lvl1pPr>
          </a:lstStyle>
          <a:p>
            <a:endParaRPr lang="en-GB">
              <a:latin typeface="Futura Medium" pitchFamily="2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2802" y="0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/>
          <a:lstStyle>
            <a:lvl1pPr algn="r">
              <a:defRPr sz="1700"/>
            </a:lvl1pPr>
          </a:lstStyle>
          <a:p>
            <a:fld id="{78688C09-A274-4C07-9395-CBE67C0DE912}" type="datetimeFigureOut">
              <a:rPr lang="en-GB" smtClean="0">
                <a:latin typeface="Futura Medium" pitchFamily="2" charset="0"/>
              </a:rPr>
              <a:pPr/>
              <a:t>28/08/2026</a:t>
            </a:fld>
            <a:endParaRPr lang="en-GB">
              <a:latin typeface="Futura Medium" pitchFamily="2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13635483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 anchor="b"/>
          <a:lstStyle>
            <a:lvl1pPr algn="l">
              <a:defRPr sz="1700"/>
            </a:lvl1pPr>
          </a:lstStyle>
          <a:p>
            <a:endParaRPr lang="en-GB">
              <a:latin typeface="Futura Medium" pitchFamily="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2802" y="13635483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 anchor="b"/>
          <a:lstStyle>
            <a:lvl1pPr algn="r">
              <a:defRPr sz="1700"/>
            </a:lvl1pPr>
          </a:lstStyle>
          <a:p>
            <a:fld id="{18B005D9-1AAC-4E6D-B9B3-BB8CB4FD9D30}" type="slidenum">
              <a:rPr lang="en-GB" smtClean="0">
                <a:latin typeface="Futura Medium" pitchFamily="2" charset="0"/>
              </a:rPr>
              <a:pPr/>
              <a:t>‹#›</a:t>
            </a:fld>
            <a:endParaRPr lang="en-GB">
              <a:latin typeface="Futura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973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0626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45370-5FAF-F370-0820-D1B48517D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626ACB-A48F-DC93-90D6-7BBD988453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E25A1A-F9DC-3104-E5A2-ACF3B3F11F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A8136-A236-A59C-8755-B88EB2D3EF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6155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11" descr="&lt;COMPANY_NAME&gt;{19.13386,233.3002,382.1078,36.87504}"/>
          <p:cNvSpPr txBox="1">
            <a:spLocks noChangeArrowheads="1"/>
          </p:cNvSpPr>
          <p:nvPr userDrawn="1"/>
        </p:nvSpPr>
        <p:spPr bwMode="auto">
          <a:xfrm>
            <a:off x="1550555" y="41650920"/>
            <a:ext cx="9810017" cy="75563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ctr" anchorCtr="0">
            <a:noAutofit/>
          </a:bodyPr>
          <a:lstStyle/>
          <a:p>
            <a:pPr>
              <a:defRPr/>
            </a:pPr>
            <a:r>
              <a:rPr lang="en-GB" sz="2800">
                <a:solidFill>
                  <a:schemeClr val="tx1"/>
                </a:solidFill>
                <a:latin typeface="+mn-lt"/>
                <a:cs typeface="Arial" pitchFamily="34" charset="0"/>
              </a:rPr>
              <a:t>Shape. Connect. Accelerate </a:t>
            </a:r>
          </a:p>
        </p:txBody>
      </p:sp>
      <p:sp>
        <p:nvSpPr>
          <p:cNvPr id="20" name="Text Box 11" descr="&lt;COMPANY_NAME&gt;{19.13386,233.3002,382.1078,36.87504}"/>
          <p:cNvSpPr txBox="1">
            <a:spLocks noChangeArrowheads="1"/>
          </p:cNvSpPr>
          <p:nvPr userDrawn="1"/>
        </p:nvSpPr>
        <p:spPr bwMode="auto">
          <a:xfrm>
            <a:off x="19762355" y="41650920"/>
            <a:ext cx="9810017" cy="75563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ctr" anchorCtr="0">
            <a:noAutofit/>
          </a:bodyPr>
          <a:lstStyle/>
          <a:p>
            <a:pPr algn="r"/>
            <a:r>
              <a:rPr lang="en-GB" sz="2800"/>
              <a:t>September 7-8, 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D0CE2F-1DFA-1F89-3C04-6693D0E978E9}"/>
              </a:ext>
            </a:extLst>
          </p:cNvPr>
          <p:cNvSpPr/>
          <p:nvPr userDrawn="1"/>
        </p:nvSpPr>
        <p:spPr>
          <a:xfrm>
            <a:off x="-1" y="1"/>
            <a:ext cx="30275213" cy="6827520"/>
          </a:xfrm>
          <a:prstGeom prst="rect">
            <a:avLst/>
          </a:prstGeom>
          <a:solidFill>
            <a:srgbClr val="F7D1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2032B41E-CA7B-293B-0827-739C4AA7C3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2120" r="-991"/>
          <a:stretch/>
        </p:blipFill>
        <p:spPr>
          <a:xfrm>
            <a:off x="24260896" y="1321092"/>
            <a:ext cx="3359440" cy="3255921"/>
          </a:xfrm>
          <a:prstGeom prst="rect">
            <a:avLst/>
          </a:prstGeom>
        </p:spPr>
      </p:pic>
    </p:spTree>
  </p:cSld>
  <p:clrMapOvr>
    <a:masterClrMapping/>
  </p:clrMapOvr>
  <p:transition/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8867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1CD8318-F598-F22A-F46C-E91BE846BE7B}"/>
              </a:ext>
            </a:extLst>
          </p:cNvPr>
          <p:cNvGraphicFramePr>
            <a:graphicFrameLocks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0009390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08" imgH="408" progId="TCLayout.ActiveDocument.1">
                  <p:embed/>
                </p:oleObj>
              </mc:Choice>
              <mc:Fallback>
                <p:oleObj name="think-cell Slide" r:id="rId5" imgW="408" imgH="4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CD8318-F598-F22A-F46C-E91BE846BE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</p:sldLayoutIdLst>
  <p:transition>
    <p:fade/>
  </p:transition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2000" b="1" kern="1200" cap="none" baseline="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2"/>
        </a:buClr>
        <a:buSzPct val="85000"/>
        <a:buFont typeface="Wingdings" pitchFamily="2" charset="2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69875" indent="-269875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2"/>
        </a:buClr>
        <a:buSzPct val="85000"/>
        <a:buFont typeface="Wingdings" pitchFamily="2" charset="2"/>
        <a:buChar char="n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454025" indent="-18415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631825" indent="-17780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600" b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811213" indent="-173038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89013" indent="-17780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tiff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sv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emf"/><Relationship Id="rId10" Type="http://schemas.openxmlformats.org/officeDocument/2006/relationships/image" Target="../media/image8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57E8D-8602-5ECA-5068-9C098F570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think-cell data - do not delete" hidden="1">
            <a:extLst>
              <a:ext uri="{FF2B5EF4-FFF2-40B4-BE49-F238E27FC236}">
                <a16:creationId xmlns:a16="http://schemas.microsoft.com/office/drawing/2014/main" id="{2C652EB0-F745-6D5A-520E-063B8F7A522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8" progId="TCLayout.ActiveDocument.1">
                  <p:embed/>
                </p:oleObj>
              </mc:Choice>
              <mc:Fallback>
                <p:oleObj name="think-cell Slide" r:id="rId4" imgW="306" imgH="308" progId="TCLayout.ActiveDocument.1">
                  <p:embed/>
                  <p:pic>
                    <p:nvPicPr>
                      <p:cNvPr id="2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C652EB0-F745-6D5A-520E-063B8F7A52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Image 0" descr="/mnt/data/48c52803bb.png">
            <a:extLst>
              <a:ext uri="{FF2B5EF4-FFF2-40B4-BE49-F238E27FC236}">
                <a16:creationId xmlns:a16="http://schemas.microsoft.com/office/drawing/2014/main" id="{C30E2D7B-58D4-D79D-8D80-EB2271DBFED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2800" b="22800"/>
          <a:stretch/>
        </p:blipFill>
        <p:spPr>
          <a:xfrm>
            <a:off x="0" y="0"/>
            <a:ext cx="30275213" cy="10348999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3C5DEEF2-407F-62AB-0D9F-0C600639A722}"/>
              </a:ext>
            </a:extLst>
          </p:cNvPr>
          <p:cNvSpPr/>
          <p:nvPr/>
        </p:nvSpPr>
        <p:spPr>
          <a:xfrm>
            <a:off x="2087214" y="1065338"/>
            <a:ext cx="14142863" cy="1141434"/>
          </a:xfrm>
          <a:prstGeom prst="roundRect">
            <a:avLst>
              <a:gd name="adj" fmla="val 3333"/>
            </a:avLst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GB" sz="3831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256307B-38AF-EE86-12B1-A1BD99A5085D}"/>
              </a:ext>
            </a:extLst>
          </p:cNvPr>
          <p:cNvSpPr/>
          <p:nvPr/>
        </p:nvSpPr>
        <p:spPr>
          <a:xfrm>
            <a:off x="2467692" y="1293625"/>
            <a:ext cx="13762385" cy="7609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5617" b="1">
                <a:solidFill>
                  <a:srgbClr val="FFFFFF"/>
                </a:solidFill>
                <a:latin typeface="Aptos Display" pitchFamily="34" charset="0"/>
              </a:rPr>
              <a:t>MARKET ENGAGEMENT &amp; EXTERNAL INSIGHTS </a:t>
            </a:r>
            <a:endParaRPr lang="en-US" sz="5617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9E54C76-2369-1DDD-DD68-5775E69FE3D0}"/>
              </a:ext>
            </a:extLst>
          </p:cNvPr>
          <p:cNvSpPr/>
          <p:nvPr/>
        </p:nvSpPr>
        <p:spPr>
          <a:xfrm>
            <a:off x="2118341" y="2435059"/>
            <a:ext cx="21732207" cy="17882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r>
              <a:rPr lang="en-US" sz="14147" b="1">
                <a:solidFill>
                  <a:srgbClr val="2F3033"/>
                </a:solidFill>
                <a:latin typeface="Aptos Display" pitchFamily="34" charset="0"/>
              </a:rPr>
              <a:t>Focus leads to More (and Less) with Less</a:t>
            </a:r>
            <a:endParaRPr lang="en-US" sz="14147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D99D905-649F-70A7-DA2D-C1819EADC2C0}"/>
              </a:ext>
            </a:extLst>
          </p:cNvPr>
          <p:cNvSpPr/>
          <p:nvPr/>
        </p:nvSpPr>
        <p:spPr>
          <a:xfrm>
            <a:off x="2087215" y="3979463"/>
            <a:ext cx="19214133" cy="27697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r>
              <a:rPr lang="en-US" sz="5617">
                <a:solidFill>
                  <a:srgbClr val="2F3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IR sustained and broadened market engagement with &gt;40% reduction in  team size  through clearer accountability, data-driven insights from Power BI, and focused deployment of resources .</a:t>
            </a:r>
            <a:endParaRPr lang="en-US" sz="5617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778C1EE4-CABC-14F0-0B7F-C9D411AF4D0B}"/>
              </a:ext>
            </a:extLst>
          </p:cNvPr>
          <p:cNvSpPr/>
          <p:nvPr/>
        </p:nvSpPr>
        <p:spPr>
          <a:xfrm>
            <a:off x="2087214" y="6772506"/>
            <a:ext cx="19138038" cy="0"/>
          </a:xfrm>
          <a:prstGeom prst="line">
            <a:avLst/>
          </a:prstGeom>
          <a:noFill/>
          <a:ln w="12700">
            <a:solidFill>
              <a:srgbClr val="E9571F"/>
            </a:solidFill>
            <a:prstDash val="solid"/>
          </a:ln>
        </p:spPr>
        <p:txBody>
          <a:bodyPr/>
          <a:lstStyle/>
          <a:p>
            <a:endParaRPr lang="en-GB" sz="3831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1DEC6798-F9A4-0E27-81DA-CF17C85F70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87214" y="7533462"/>
            <a:ext cx="1255577" cy="837051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8C68A94F-28B6-3D45-A9AC-970F3A8CEA2B}"/>
              </a:ext>
            </a:extLst>
          </p:cNvPr>
          <p:cNvSpPr/>
          <p:nvPr/>
        </p:nvSpPr>
        <p:spPr>
          <a:xfrm>
            <a:off x="3456935" y="7571510"/>
            <a:ext cx="18262939" cy="1065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5617" b="1" dirty="0">
                <a:solidFill>
                  <a:srgbClr val="2F3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Tom O’Bannon and Kelly Manning</a:t>
            </a: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9E89D9ED-3364-7005-82C9-9AB9ED7B7417}"/>
              </a:ext>
            </a:extLst>
          </p:cNvPr>
          <p:cNvSpPr/>
          <p:nvPr/>
        </p:nvSpPr>
        <p:spPr>
          <a:xfrm>
            <a:off x="2087215" y="8941230"/>
            <a:ext cx="19214133" cy="9511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5326" dirty="0">
                <a:solidFill>
                  <a:srgbClr val="2F3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 Global Team F2F 2026   |   7–8 September</a:t>
            </a:r>
            <a:endParaRPr lang="en-US" sz="5326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2EFB31ED-AB8B-0E5D-A240-36E47F303AA5}"/>
              </a:ext>
            </a:extLst>
          </p:cNvPr>
          <p:cNvSpPr/>
          <p:nvPr/>
        </p:nvSpPr>
        <p:spPr>
          <a:xfrm>
            <a:off x="23850549" y="5402786"/>
            <a:ext cx="4565735" cy="24350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5409" b="1">
                <a:solidFill>
                  <a:srgbClr val="D719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SHAPE</a:t>
            </a:r>
            <a:endParaRPr lang="en-US" sz="5409"/>
          </a:p>
          <a:p>
            <a:pPr algn="ctr"/>
            <a:r>
              <a:rPr lang="en-US" sz="5409" b="1">
                <a:solidFill>
                  <a:srgbClr val="D719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</a:t>
            </a:r>
            <a:endParaRPr lang="en-US" sz="5409"/>
          </a:p>
          <a:p>
            <a:pPr algn="ctr"/>
            <a:r>
              <a:rPr lang="en-US" sz="5409" b="1">
                <a:solidFill>
                  <a:srgbClr val="D719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ACCELERATE</a:t>
            </a:r>
            <a:endParaRPr lang="en-US" sz="5409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3A298BE-C6B5-9CE6-F4EC-A1279B13C59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0549" y="1385284"/>
            <a:ext cx="4306322" cy="4306322"/>
          </a:xfrm>
          <a:prstGeom prst="rect">
            <a:avLst/>
          </a:prstGeom>
          <a:ln>
            <a:noFill/>
          </a:ln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11140CC1-D704-804F-806E-D0D1AA9BEA5F}"/>
              </a:ext>
            </a:extLst>
          </p:cNvPr>
          <p:cNvSpPr/>
          <p:nvPr/>
        </p:nvSpPr>
        <p:spPr>
          <a:xfrm>
            <a:off x="822960" y="10744200"/>
            <a:ext cx="28620720" cy="914400"/>
          </a:xfrm>
          <a:prstGeom prst="rect">
            <a:avLst/>
          </a:prstGeom>
          <a:solidFill>
            <a:srgbClr val="E7E7E7"/>
          </a:solidFill>
          <a:ln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64592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dirty="0">
                <a:solidFill>
                  <a:srgbClr val="2F3033"/>
                </a:solidFill>
                <a:latin typeface="ShellHeavy" panose="00000700000000000000" pitchFamily="2" charset="0"/>
              </a:rPr>
              <a:t>OPPORTUNITY AND OUTCOME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8430785-3463-BD1A-D200-844B6BDCE460}"/>
              </a:ext>
            </a:extLst>
          </p:cNvPr>
          <p:cNvSpPr/>
          <p:nvPr/>
        </p:nvSpPr>
        <p:spPr>
          <a:xfrm>
            <a:off x="822960" y="11841480"/>
            <a:ext cx="8961120" cy="3977639"/>
          </a:xfrm>
          <a:prstGeom prst="rect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411480" tIns="256032" rIns="411480" bIns="18288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D71920"/>
                </a:solidFill>
                <a:latin typeface="ShellBold" panose="00000800000000000000" pitchFamily="2" charset="0"/>
              </a:rPr>
              <a:t>STARTING CONDITION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5300" dirty="0">
                <a:solidFill>
                  <a:srgbClr val="2F3033"/>
                </a:solidFill>
                <a:latin typeface="ShellHeavy" panose="00000700000000000000" pitchFamily="2" charset="0"/>
              </a:rPr>
              <a:t>Team of 11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3600" b="0" dirty="0">
                <a:solidFill>
                  <a:srgbClr val="5A5A5A"/>
                </a:solidFill>
                <a:latin typeface="ShellBook" panose="00000500000000000000" pitchFamily="2" charset="0"/>
              </a:rPr>
              <a:t>Conflicting accountabilities, multiple reporting lines and approaches, excess capacity and a fixed mindset.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669DD7B-DE94-1CB0-F2A9-EF1A3B8E791D}"/>
              </a:ext>
            </a:extLst>
          </p:cNvPr>
          <p:cNvSpPr/>
          <p:nvPr/>
        </p:nvSpPr>
        <p:spPr>
          <a:xfrm>
            <a:off x="10652760" y="11841480"/>
            <a:ext cx="8961120" cy="3977639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256032" rIns="411480" bIns="182880" rtlCol="0" anchor="t"/>
          <a:lstStyle/>
          <a:p>
            <a:r>
              <a:rPr sz="3200" dirty="0">
                <a:solidFill>
                  <a:srgbClr val="D71920"/>
                </a:solidFill>
                <a:latin typeface="ShellBold" panose="00000800000000000000" pitchFamily="2" charset="0"/>
              </a:rPr>
              <a:t>THE SHIFT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4900" dirty="0">
                <a:solidFill>
                  <a:srgbClr val="2F3033"/>
                </a:solidFill>
                <a:latin typeface="ShellHeavy" panose="00000700000000000000" pitchFamily="2" charset="0"/>
              </a:rPr>
              <a:t>Focus + data + trust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3600" b="0" dirty="0">
                <a:solidFill>
                  <a:srgbClr val="5A5A5A"/>
                </a:solidFill>
                <a:latin typeface="ShellBook" panose="00000500000000000000" pitchFamily="2" charset="0"/>
              </a:rPr>
              <a:t>Clear ownership, reliable Power BI insights, targeted reductions and willingness to test new models.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C05906E-4A9D-9BB0-6941-CA7E367711F0}"/>
              </a:ext>
            </a:extLst>
          </p:cNvPr>
          <p:cNvSpPr/>
          <p:nvPr/>
        </p:nvSpPr>
        <p:spPr>
          <a:xfrm>
            <a:off x="20482560" y="11841480"/>
            <a:ext cx="8961120" cy="39776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411480" tIns="256032" rIns="411480" bIns="182880" rtlCol="0" anchor="t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D71920"/>
                </a:solidFill>
                <a:latin typeface="ShellBold" panose="00000800000000000000" pitchFamily="2" charset="0"/>
              </a:rPr>
              <a:t>DESIRED END STATE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4900" dirty="0">
                <a:solidFill>
                  <a:srgbClr val="2F3033"/>
                </a:solidFill>
                <a:latin typeface="ShellHeavy" panose="00000700000000000000" pitchFamily="2" charset="0"/>
              </a:rPr>
              <a:t>Focused team of 6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3600" b="0" dirty="0">
                <a:solidFill>
                  <a:srgbClr val="5A5A5A"/>
                </a:solidFill>
                <a:latin typeface="ShellBook" panose="00000500000000000000" pitchFamily="2" charset="0"/>
              </a:rPr>
              <a:t>Clear accountability, a single reporting line, focused deployment</a:t>
            </a:r>
            <a:r>
              <a:rPr lang="en-US" sz="3600" b="0" dirty="0">
                <a:solidFill>
                  <a:srgbClr val="5A5A5A"/>
                </a:solidFill>
                <a:latin typeface="ShellBook" panose="00000500000000000000" pitchFamily="2" charset="0"/>
              </a:rPr>
              <a:t>, transparency,</a:t>
            </a:r>
            <a:r>
              <a:rPr sz="3600" b="0" dirty="0">
                <a:solidFill>
                  <a:srgbClr val="5A5A5A"/>
                </a:solidFill>
                <a:latin typeface="ShellBook" panose="00000500000000000000" pitchFamily="2" charset="0"/>
              </a:rPr>
              <a:t> and trust in each other’s expertise.</a:t>
            </a:r>
          </a:p>
        </p:txBody>
      </p:sp>
      <p:sp>
        <p:nvSpPr>
          <p:cNvPr id="30" name="Chevron 29">
            <a:extLst>
              <a:ext uri="{FF2B5EF4-FFF2-40B4-BE49-F238E27FC236}">
                <a16:creationId xmlns:a16="http://schemas.microsoft.com/office/drawing/2014/main" id="{7B587AA5-717C-61FB-E6A6-4227F66E1A8A}"/>
              </a:ext>
            </a:extLst>
          </p:cNvPr>
          <p:cNvSpPr/>
          <p:nvPr/>
        </p:nvSpPr>
        <p:spPr>
          <a:xfrm>
            <a:off x="9994392" y="13057632"/>
            <a:ext cx="438912" cy="1508760"/>
          </a:xfrm>
          <a:prstGeom prst="chevron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Chevron 30">
            <a:extLst>
              <a:ext uri="{FF2B5EF4-FFF2-40B4-BE49-F238E27FC236}">
                <a16:creationId xmlns:a16="http://schemas.microsoft.com/office/drawing/2014/main" id="{4745BC58-8C25-684A-44BC-F58809BC8957}"/>
              </a:ext>
            </a:extLst>
          </p:cNvPr>
          <p:cNvSpPr/>
          <p:nvPr/>
        </p:nvSpPr>
        <p:spPr>
          <a:xfrm>
            <a:off x="19824192" y="13057632"/>
            <a:ext cx="438912" cy="1508760"/>
          </a:xfrm>
          <a:prstGeom prst="chevron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C8C0BC3-2B1A-1ED8-72B8-7E291F0615DF}"/>
              </a:ext>
            </a:extLst>
          </p:cNvPr>
          <p:cNvSpPr/>
          <p:nvPr/>
        </p:nvSpPr>
        <p:spPr>
          <a:xfrm>
            <a:off x="822960" y="16047720"/>
            <a:ext cx="28620720" cy="914400"/>
          </a:xfrm>
          <a:prstGeom prst="rect">
            <a:avLst/>
          </a:prstGeom>
          <a:solidFill>
            <a:srgbClr val="E7E7E7"/>
          </a:solidFill>
          <a:ln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64592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dirty="0">
                <a:solidFill>
                  <a:srgbClr val="2F3033"/>
                </a:solidFill>
                <a:latin typeface="ShellHeavy" panose="00000700000000000000" pitchFamily="2" charset="0"/>
              </a:rPr>
              <a:t>ENABLERS</a:t>
            </a:r>
            <a:r>
              <a:rPr sz="4800" b="1" dirty="0">
                <a:solidFill>
                  <a:srgbClr val="2F3033"/>
                </a:solidFill>
                <a:latin typeface="ShellHeavy" panose="00000700000000000000" pitchFamily="2" charset="0"/>
              </a:rPr>
              <a:t>: WHAT CHANGED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DDFEEC6-B5F4-D963-29D1-617DAC5C17AB}"/>
              </a:ext>
            </a:extLst>
          </p:cNvPr>
          <p:cNvSpPr/>
          <p:nvPr/>
        </p:nvSpPr>
        <p:spPr>
          <a:xfrm>
            <a:off x="822960" y="17190720"/>
            <a:ext cx="5440680" cy="5257800"/>
          </a:xfrm>
          <a:prstGeom prst="rect">
            <a:avLst/>
          </a:prstGeom>
          <a:solidFill>
            <a:srgbClr val="FFFFFF"/>
          </a:solidFill>
          <a:ln w="20320"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7472" tIns="310896" rIns="347472" bIns="228600" rtlCol="0" anchor="t"/>
          <a:lstStyle/>
          <a:p>
            <a:r>
              <a:rPr sz="3200" dirty="0">
                <a:solidFill>
                  <a:srgbClr val="C00000"/>
                </a:solidFill>
                <a:latin typeface="ShellBold" panose="00000800000000000000" pitchFamily="2" charset="0"/>
              </a:rPr>
              <a:t>01  TARGETED REDUCTIONS</a:t>
            </a:r>
            <a:r>
              <a:rPr lang="en-US" sz="3200" dirty="0">
                <a:solidFill>
                  <a:srgbClr val="C00000"/>
                </a:solidFill>
                <a:latin typeface="ShellBold" panose="00000800000000000000" pitchFamily="2" charset="0"/>
              </a:rPr>
              <a:t> IN ACTIVITIES</a:t>
            </a:r>
            <a:endParaRPr sz="3200" dirty="0">
              <a:solidFill>
                <a:srgbClr val="C00000"/>
              </a:solidFill>
              <a:latin typeface="ShellBold" panose="00000800000000000000" pitchFamily="2" charset="0"/>
            </a:endParaRP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3600" b="0" dirty="0">
                <a:solidFill>
                  <a:srgbClr val="5A5A5A"/>
                </a:solidFill>
                <a:latin typeface="ShellBook" panose="00000500000000000000" pitchFamily="2" charset="0"/>
              </a:rPr>
              <a:t>Leverage deep expertise; identify roles and excess capacity that are no longer needed.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C4118C-72E0-1752-7B98-7F551DD3916A}"/>
              </a:ext>
            </a:extLst>
          </p:cNvPr>
          <p:cNvSpPr/>
          <p:nvPr/>
        </p:nvSpPr>
        <p:spPr>
          <a:xfrm>
            <a:off x="6620256" y="17190720"/>
            <a:ext cx="5440680" cy="525780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347472" tIns="310896" rIns="347472" bIns="22860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70C0"/>
                </a:solidFill>
                <a:latin typeface="ShellBold" panose="00000800000000000000" pitchFamily="2" charset="0"/>
              </a:rPr>
              <a:t>02  CLEAR OWNERSHIP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3600" b="0" dirty="0">
                <a:solidFill>
                  <a:srgbClr val="5A5A5A"/>
                </a:solidFill>
                <a:latin typeface="ShellBook" panose="00000500000000000000" pitchFamily="2" charset="0"/>
              </a:rPr>
              <a:t>Use a </a:t>
            </a:r>
            <a:r>
              <a:rPr lang="en-US" sz="3600" b="0" dirty="0">
                <a:solidFill>
                  <a:srgbClr val="5A5A5A"/>
                </a:solidFill>
                <a:latin typeface="ShellBook" panose="00000500000000000000" pitchFamily="2" charset="0"/>
              </a:rPr>
              <a:t>“no stripes” </a:t>
            </a:r>
            <a:r>
              <a:rPr sz="3600" b="0" dirty="0">
                <a:solidFill>
                  <a:srgbClr val="5A5A5A"/>
                </a:solidFill>
                <a:latin typeface="ShellBook" panose="00000500000000000000" pitchFamily="2" charset="0"/>
              </a:rPr>
              <a:t>approach where expertise matters more than seniority.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B3031A5-F03F-FB99-E75A-FD58F19EBC00}"/>
              </a:ext>
            </a:extLst>
          </p:cNvPr>
          <p:cNvSpPr/>
          <p:nvPr/>
        </p:nvSpPr>
        <p:spPr>
          <a:xfrm>
            <a:off x="12417552" y="17190720"/>
            <a:ext cx="5440680" cy="5257800"/>
          </a:xfrm>
          <a:prstGeom prst="rect">
            <a:avLst/>
          </a:prstGeom>
          <a:solidFill>
            <a:srgbClr val="FFFFFF"/>
          </a:solidFill>
          <a:ln w="20320">
            <a:solidFill>
              <a:srgbClr val="008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7472" tIns="310896" rIns="347472" bIns="22860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843D"/>
                </a:solidFill>
                <a:latin typeface="ShellBold" panose="00000800000000000000" pitchFamily="2" charset="0"/>
              </a:rPr>
              <a:t>03  DATA THAT DRIVES ACTION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3600" b="0" dirty="0">
                <a:solidFill>
                  <a:srgbClr val="5A5A5A"/>
                </a:solidFill>
                <a:latin typeface="ShellBook" panose="00000500000000000000" pitchFamily="2" charset="0"/>
              </a:rPr>
              <a:t>Use Power BI and meaningful meetings to prioritize resources</a:t>
            </a:r>
            <a:r>
              <a:rPr lang="en-US" sz="3600" b="0" dirty="0">
                <a:solidFill>
                  <a:srgbClr val="5A5A5A"/>
                </a:solidFill>
                <a:latin typeface="ShellBook" panose="00000500000000000000" pitchFamily="2" charset="0"/>
              </a:rPr>
              <a:t> and share information</a:t>
            </a:r>
            <a:r>
              <a:rPr sz="3600" b="0" dirty="0">
                <a:solidFill>
                  <a:srgbClr val="5A5A5A"/>
                </a:solidFill>
                <a:latin typeface="ShellBook" panose="00000500000000000000" pitchFamily="2" charset="0"/>
              </a:rPr>
              <a:t>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A5F4082-3A0E-B779-0809-7F21442EEF65}"/>
              </a:ext>
            </a:extLst>
          </p:cNvPr>
          <p:cNvSpPr/>
          <p:nvPr/>
        </p:nvSpPr>
        <p:spPr>
          <a:xfrm>
            <a:off x="18214848" y="17190720"/>
            <a:ext cx="5440680" cy="5257800"/>
          </a:xfrm>
          <a:prstGeom prst="rect">
            <a:avLst/>
          </a:prstGeom>
          <a:solidFill>
            <a:srgbClr val="FFFFFF"/>
          </a:solidFill>
          <a:ln w="20320">
            <a:solidFill>
              <a:srgbClr val="F59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7472" tIns="310896" rIns="347472" bIns="22860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59C00"/>
                </a:solidFill>
                <a:latin typeface="ShellBold" panose="00000800000000000000" pitchFamily="2" charset="0"/>
              </a:rPr>
              <a:t>04  TEST AND LEARN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3600" b="0" dirty="0">
                <a:solidFill>
                  <a:srgbClr val="5A5A5A"/>
                </a:solidFill>
                <a:latin typeface="ShellBook" panose="00000500000000000000" pitchFamily="2" charset="0"/>
              </a:rPr>
              <a:t>Try new models, while knowing when to stick with what works.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E44462A-490F-9631-F7DC-22600E589B3D}"/>
              </a:ext>
            </a:extLst>
          </p:cNvPr>
          <p:cNvSpPr/>
          <p:nvPr/>
        </p:nvSpPr>
        <p:spPr>
          <a:xfrm>
            <a:off x="24012144" y="17190720"/>
            <a:ext cx="5440680" cy="5257800"/>
          </a:xfrm>
          <a:prstGeom prst="rect">
            <a:avLst/>
          </a:prstGeom>
          <a:solidFill>
            <a:srgbClr val="FFFFFF"/>
          </a:solidFill>
          <a:ln w="20320">
            <a:solidFill>
              <a:srgbClr val="2F3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7472" tIns="310896" rIns="347472" bIns="22860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2F3033"/>
                </a:solidFill>
                <a:latin typeface="ShellBold" panose="00000800000000000000" pitchFamily="2" charset="0"/>
              </a:rPr>
              <a:t>05  EXTERNAL ACCOUNTABILITY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3600" b="0" dirty="0">
                <a:solidFill>
                  <a:srgbClr val="5A5A5A"/>
                </a:solidFill>
                <a:latin typeface="ShellBook" panose="00000500000000000000" pitchFamily="2" charset="0"/>
              </a:rPr>
              <a:t>Hold </a:t>
            </a:r>
            <a:r>
              <a:rPr lang="en-US" sz="3600" b="0" dirty="0">
                <a:solidFill>
                  <a:srgbClr val="5A5A5A"/>
                </a:solidFill>
                <a:latin typeface="ShellBook" panose="00000500000000000000" pitchFamily="2" charset="0"/>
              </a:rPr>
              <a:t>external teams</a:t>
            </a:r>
            <a:r>
              <a:rPr sz="3600" b="0" dirty="0">
                <a:solidFill>
                  <a:srgbClr val="5A5A5A"/>
                </a:solidFill>
                <a:latin typeface="ShellBook" panose="00000500000000000000" pitchFamily="2" charset="0"/>
              </a:rPr>
              <a:t> accountable</a:t>
            </a:r>
            <a:r>
              <a:rPr lang="en-US" sz="3600" dirty="0">
                <a:solidFill>
                  <a:srgbClr val="5A5A5A"/>
                </a:solidFill>
                <a:latin typeface="ShellBook" panose="00000500000000000000" pitchFamily="2" charset="0"/>
              </a:rPr>
              <a:t>. Step back to </a:t>
            </a:r>
            <a:r>
              <a:rPr sz="3600" b="0" dirty="0">
                <a:solidFill>
                  <a:srgbClr val="5A5A5A"/>
                </a:solidFill>
                <a:latin typeface="ShellBook" panose="00000500000000000000" pitchFamily="2" charset="0"/>
              </a:rPr>
              <a:t>give</a:t>
            </a:r>
            <a:r>
              <a:rPr lang="en-US" sz="3600" b="0" dirty="0">
                <a:solidFill>
                  <a:srgbClr val="5A5A5A"/>
                </a:solidFill>
                <a:latin typeface="ShellBook" panose="00000500000000000000" pitchFamily="2" charset="0"/>
              </a:rPr>
              <a:t> other </a:t>
            </a:r>
            <a:r>
              <a:rPr sz="3600" b="0" dirty="0">
                <a:solidFill>
                  <a:srgbClr val="5A5A5A"/>
                </a:solidFill>
                <a:latin typeface="ShellBook" panose="00000500000000000000" pitchFamily="2" charset="0"/>
              </a:rPr>
              <a:t>teams room to act quickly.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96981CC-D715-1657-5C30-67CA9BDA684C}"/>
              </a:ext>
            </a:extLst>
          </p:cNvPr>
          <p:cNvSpPr/>
          <p:nvPr/>
        </p:nvSpPr>
        <p:spPr>
          <a:xfrm>
            <a:off x="822960" y="22677120"/>
            <a:ext cx="28620720" cy="914400"/>
          </a:xfrm>
          <a:prstGeom prst="rect">
            <a:avLst/>
          </a:prstGeom>
          <a:solidFill>
            <a:srgbClr val="E7E7E7"/>
          </a:solidFill>
          <a:ln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64592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dirty="0">
                <a:solidFill>
                  <a:srgbClr val="2F3033"/>
                </a:solidFill>
                <a:latin typeface="ShellHeavy" panose="00000700000000000000" pitchFamily="2" charset="0"/>
              </a:rPr>
              <a:t>FROM OPERATING MODEL TO MARKET IMPACT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0BAB091-E834-3234-5314-EFB156739727}"/>
              </a:ext>
            </a:extLst>
          </p:cNvPr>
          <p:cNvSpPr/>
          <p:nvPr/>
        </p:nvSpPr>
        <p:spPr>
          <a:xfrm>
            <a:off x="822960" y="23820120"/>
            <a:ext cx="9281160" cy="6995160"/>
          </a:xfrm>
          <a:prstGeom prst="rect">
            <a:avLst/>
          </a:prstGeom>
          <a:solidFill>
            <a:srgbClr val="FFFFFF"/>
          </a:solidFill>
          <a:ln w="2032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7472" tIns="310896" rIns="347472" bIns="22860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C00000"/>
                </a:solidFill>
                <a:latin typeface="ShellBold" panose="00000800000000000000" pitchFamily="2" charset="0"/>
              </a:rPr>
              <a:t>1  SIMPLER ORGANIZATION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3600" dirty="0">
                <a:solidFill>
                  <a:srgbClr val="5A5A5A"/>
                </a:solidFill>
                <a:latin typeface="ShellBook" panose="00000500000000000000" pitchFamily="2" charset="0"/>
              </a:rPr>
              <a:t>Clearer roles and ownership move decisions closer to expertise.</a:t>
            </a:r>
            <a:br>
              <a:rPr sz="3600" dirty="0">
                <a:latin typeface="ShellBook" panose="00000500000000000000" pitchFamily="2" charset="0"/>
              </a:rPr>
            </a:br>
            <a:endParaRPr sz="3600" b="0" dirty="0">
              <a:solidFill>
                <a:srgbClr val="5A5A5A"/>
              </a:solidFill>
              <a:latin typeface="ShellBook" panose="00000500000000000000" pitchFamily="2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190DD58-72DF-92C7-85C6-0CE3F851DD6C}"/>
              </a:ext>
            </a:extLst>
          </p:cNvPr>
          <p:cNvSpPr/>
          <p:nvPr/>
        </p:nvSpPr>
        <p:spPr>
          <a:xfrm>
            <a:off x="10492740" y="23820120"/>
            <a:ext cx="9281160" cy="6995160"/>
          </a:xfrm>
          <a:prstGeom prst="rect">
            <a:avLst/>
          </a:prstGeom>
          <a:solidFill>
            <a:srgbClr val="FFFFFF"/>
          </a:solidFill>
          <a:ln w="2032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7472" tIns="310896" rIns="347472" bIns="22860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C00000"/>
                </a:solidFill>
                <a:latin typeface="ShellBold" panose="00000800000000000000" pitchFamily="2" charset="0"/>
              </a:rPr>
              <a:t>2  BETTER SIGNALS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3600" dirty="0">
                <a:solidFill>
                  <a:srgbClr val="5A5A5A"/>
                </a:solidFill>
                <a:latin typeface="ShellBook" panose="00000500000000000000" pitchFamily="2" charset="0"/>
              </a:rPr>
              <a:t>Manual tracking  →  Power BI  →  prioritized targets and better follow-up</a:t>
            </a:r>
            <a:r>
              <a:rPr sz="3200" dirty="0">
                <a:solidFill>
                  <a:srgbClr val="5A5A5A"/>
                </a:solidFill>
                <a:latin typeface="ShellMedium" panose="00000600000000000000" pitchFamily="2" charset="0"/>
              </a:rPr>
              <a:t>.</a:t>
            </a:r>
            <a:br>
              <a:rPr dirty="0"/>
            </a:br>
            <a:br>
              <a:rPr dirty="0"/>
            </a:br>
            <a:endParaRPr sz="2700" b="0" dirty="0">
              <a:solidFill>
                <a:srgbClr val="5A5A5A"/>
              </a:solidFill>
              <a:latin typeface="Apto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DAE9C82-C238-FF93-49EC-E26791C7EBBE}"/>
              </a:ext>
            </a:extLst>
          </p:cNvPr>
          <p:cNvSpPr/>
          <p:nvPr/>
        </p:nvSpPr>
        <p:spPr>
          <a:xfrm>
            <a:off x="20162520" y="23820120"/>
            <a:ext cx="9281160" cy="6995160"/>
          </a:xfrm>
          <a:prstGeom prst="rect">
            <a:avLst/>
          </a:prstGeom>
          <a:solidFill>
            <a:srgbClr val="FFFFFF"/>
          </a:solidFill>
          <a:ln w="2032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7472" tIns="310896" rIns="347472" bIns="22860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C00000"/>
                </a:solidFill>
                <a:latin typeface="ShellBold" panose="00000800000000000000" pitchFamily="2" charset="0"/>
              </a:rPr>
              <a:t>3  BROADER, FOCUSED REACH</a:t>
            </a:r>
          </a:p>
          <a:p>
            <a:pPr algn="ctr"/>
            <a:endParaRPr lang="en-US" sz="2800" dirty="0">
              <a:solidFill>
                <a:srgbClr val="62666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/>
            <a:endParaRPr lang="en-US" sz="2800" dirty="0">
              <a:solidFill>
                <a:srgbClr val="62666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/>
            <a:endParaRPr lang="en-US" sz="2800" dirty="0">
              <a:solidFill>
                <a:srgbClr val="62666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/>
            <a:endParaRPr lang="en-US" sz="2800" dirty="0">
              <a:solidFill>
                <a:srgbClr val="62666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/>
            <a:endParaRPr lang="en-US" sz="2800" dirty="0">
              <a:solidFill>
                <a:srgbClr val="62666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/>
            <a:endParaRPr lang="en-US" sz="2800" dirty="0">
              <a:solidFill>
                <a:srgbClr val="62666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/>
            <a:endParaRPr lang="en-US" sz="2800" dirty="0">
              <a:solidFill>
                <a:srgbClr val="62666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/>
            <a:endParaRPr lang="en-US" sz="2800" dirty="0">
              <a:solidFill>
                <a:srgbClr val="62666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/>
            <a:endParaRPr lang="en-US" sz="2800" b="1" dirty="0">
              <a:solidFill>
                <a:srgbClr val="62666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/>
            <a:endParaRPr lang="en-US" sz="2800" dirty="0">
              <a:solidFill>
                <a:srgbClr val="62666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/>
            <a:endParaRPr lang="en-US" sz="2800" dirty="0">
              <a:solidFill>
                <a:srgbClr val="62666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/>
            <a:endParaRPr lang="en-US" sz="2400" dirty="0">
              <a:solidFill>
                <a:srgbClr val="62666A"/>
              </a:solidFill>
              <a:latin typeface="ShellBook" panose="00000500000000000000" pitchFamily="2" charset="0"/>
              <a:ea typeface="Arial" pitchFamily="34" charset="-122"/>
              <a:cs typeface="Arial" pitchFamily="34" charset="-120"/>
            </a:endParaRPr>
          </a:p>
          <a:p>
            <a:pPr algn="ctr"/>
            <a:r>
              <a:rPr lang="en-US" sz="2400" dirty="0">
                <a:solidFill>
                  <a:srgbClr val="62666A"/>
                </a:solidFill>
                <a:latin typeface="ShellBook" panose="00000500000000000000" pitchFamily="2" charset="0"/>
                <a:ea typeface="Arial" pitchFamily="34" charset="-122"/>
                <a:cs typeface="Arial" pitchFamily="34" charset="-120"/>
              </a:rPr>
              <a:t>Use brokers at no additional cost, while deploying leaders selectively.</a:t>
            </a:r>
            <a:endParaRPr lang="en-US" sz="2400" dirty="0">
              <a:latin typeface="ShellBook" panose="00000500000000000000" pitchFamily="2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B726FDE-4448-CE26-9EF2-8B25665BD35A}"/>
              </a:ext>
            </a:extLst>
          </p:cNvPr>
          <p:cNvSpPr/>
          <p:nvPr/>
        </p:nvSpPr>
        <p:spPr>
          <a:xfrm>
            <a:off x="822960" y="31043880"/>
            <a:ext cx="28620720" cy="914400"/>
          </a:xfrm>
          <a:prstGeom prst="rect">
            <a:avLst/>
          </a:prstGeom>
          <a:solidFill>
            <a:srgbClr val="E7E7E7"/>
          </a:solidFill>
          <a:ln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64592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dirty="0">
                <a:solidFill>
                  <a:srgbClr val="2F3033"/>
                </a:solidFill>
                <a:latin typeface="ShellHeavy" panose="00000700000000000000" pitchFamily="2" charset="0"/>
              </a:rPr>
              <a:t>THE MODEL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AA74DF7-B0A9-E3CC-4060-352F993962E0}"/>
              </a:ext>
            </a:extLst>
          </p:cNvPr>
          <p:cNvSpPr/>
          <p:nvPr/>
        </p:nvSpPr>
        <p:spPr>
          <a:xfrm>
            <a:off x="1097280" y="32186880"/>
            <a:ext cx="6263640" cy="1144475"/>
          </a:xfrm>
          <a:prstGeom prst="rect">
            <a:avLst/>
          </a:prstGeom>
          <a:solidFill>
            <a:srgbClr val="C00000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64592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ShellBold" panose="00000800000000000000" pitchFamily="2" charset="0"/>
              </a:rPr>
              <a:t>CLEAR REMITS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12F5D2A-FCAA-FFC0-11F6-CBA3BB55D145}"/>
              </a:ext>
            </a:extLst>
          </p:cNvPr>
          <p:cNvSpPr/>
          <p:nvPr/>
        </p:nvSpPr>
        <p:spPr>
          <a:xfrm>
            <a:off x="8366759" y="32186880"/>
            <a:ext cx="6263640" cy="1144475"/>
          </a:xfrm>
          <a:prstGeom prst="rect">
            <a:avLst/>
          </a:prstGeom>
          <a:solidFill>
            <a:srgbClr val="C00000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64592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ShellBold" panose="00000800000000000000" pitchFamily="2" charset="0"/>
              </a:rPr>
              <a:t>DATA</a:t>
            </a:r>
            <a:r>
              <a:rPr lang="en-US" sz="3200" dirty="0">
                <a:solidFill>
                  <a:srgbClr val="FFFFFF"/>
                </a:solidFill>
                <a:latin typeface="ShellBold" panose="00000800000000000000" pitchFamily="2" charset="0"/>
              </a:rPr>
              <a:t> DRIVEN</a:t>
            </a:r>
            <a:endParaRPr sz="3200" dirty="0">
              <a:solidFill>
                <a:srgbClr val="FFFFFF"/>
              </a:solidFill>
              <a:latin typeface="ShellBold" panose="00000800000000000000" pitchFamily="2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0158D89-F2CF-07DF-DB5D-A0C89CE80314}"/>
              </a:ext>
            </a:extLst>
          </p:cNvPr>
          <p:cNvSpPr/>
          <p:nvPr/>
        </p:nvSpPr>
        <p:spPr>
          <a:xfrm>
            <a:off x="15636239" y="32186880"/>
            <a:ext cx="6263640" cy="1144475"/>
          </a:xfrm>
          <a:prstGeom prst="rect">
            <a:avLst/>
          </a:prstGeom>
          <a:solidFill>
            <a:srgbClr val="C00000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64592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ShellBold" panose="00000800000000000000" pitchFamily="2" charset="0"/>
              </a:rPr>
              <a:t>TARGETED MEETINGS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1A45E08-8142-0DD3-D81B-564D754391A2}"/>
              </a:ext>
            </a:extLst>
          </p:cNvPr>
          <p:cNvSpPr/>
          <p:nvPr/>
        </p:nvSpPr>
        <p:spPr>
          <a:xfrm>
            <a:off x="22905719" y="32186880"/>
            <a:ext cx="6263640" cy="1144475"/>
          </a:xfrm>
          <a:prstGeom prst="rect">
            <a:avLst/>
          </a:prstGeom>
          <a:solidFill>
            <a:srgbClr val="C00000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64592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ShellBold" panose="00000800000000000000" pitchFamily="2" charset="0"/>
              </a:rPr>
              <a:t>BROADER ENGAGEMENT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E12DDFC-4BC9-E4CC-690E-4A31BFA398D0}"/>
              </a:ext>
            </a:extLst>
          </p:cNvPr>
          <p:cNvSpPr/>
          <p:nvPr/>
        </p:nvSpPr>
        <p:spPr>
          <a:xfrm>
            <a:off x="822960" y="33710880"/>
            <a:ext cx="28620720" cy="914400"/>
          </a:xfrm>
          <a:prstGeom prst="rect">
            <a:avLst/>
          </a:prstGeom>
          <a:solidFill>
            <a:srgbClr val="E7E7E7"/>
          </a:solidFill>
          <a:ln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64592" bIns="0" rtlCol="0" anchor="ctr"/>
          <a:lstStyle/>
          <a:p>
            <a:pPr algn="ctr"/>
            <a:r>
              <a:rPr sz="4800" dirty="0">
                <a:solidFill>
                  <a:srgbClr val="2F3033"/>
                </a:solidFill>
                <a:latin typeface="ShellHeavy" panose="00000700000000000000" pitchFamily="2" charset="0"/>
              </a:rPr>
              <a:t>KEY LEARNINGS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04E4D8F-51F2-F094-AE86-6EECCD7361C8}"/>
              </a:ext>
            </a:extLst>
          </p:cNvPr>
          <p:cNvSpPr/>
          <p:nvPr/>
        </p:nvSpPr>
        <p:spPr>
          <a:xfrm>
            <a:off x="822960" y="34835592"/>
            <a:ext cx="2862072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A87BA6A-A01C-906B-481E-C1B0389561A7}"/>
              </a:ext>
            </a:extLst>
          </p:cNvPr>
          <p:cNvSpPr/>
          <p:nvPr/>
        </p:nvSpPr>
        <p:spPr>
          <a:xfrm>
            <a:off x="1143000" y="35119056"/>
            <a:ext cx="868680" cy="868680"/>
          </a:xfrm>
          <a:prstGeom prst="rect">
            <a:avLst/>
          </a:prstGeom>
          <a:solidFill>
            <a:srgbClr val="D71920"/>
          </a:solidFill>
          <a:ln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7898915-CBD2-2D64-9394-40ADD3B77810}"/>
              </a:ext>
            </a:extLst>
          </p:cNvPr>
          <p:cNvSpPr txBox="1"/>
          <p:nvPr/>
        </p:nvSpPr>
        <p:spPr>
          <a:xfrm>
            <a:off x="2331720" y="35271825"/>
            <a:ext cx="2642616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2F3033"/>
                </a:solidFill>
                <a:latin typeface="ShellBold" panose="00000800000000000000" pitchFamily="2" charset="0"/>
              </a:rPr>
              <a:t>START WITH THE OUTCOME  </a:t>
            </a:r>
            <a:r>
              <a:rPr sz="3600" dirty="0">
                <a:solidFill>
                  <a:srgbClr val="5A5A5A"/>
                </a:solidFill>
                <a:latin typeface="ShellBook" panose="00000500000000000000" pitchFamily="2" charset="0"/>
              </a:rPr>
              <a:t>Design the model backward from the result, rather than working toward it incrementally</a:t>
            </a:r>
            <a:r>
              <a:rPr sz="2700" dirty="0">
                <a:solidFill>
                  <a:srgbClr val="5A5A5A"/>
                </a:solidFill>
                <a:latin typeface="Aptos"/>
              </a:rPr>
              <a:t>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E3D7E15-5FD0-25EB-F3D2-A931E4E045D0}"/>
              </a:ext>
            </a:extLst>
          </p:cNvPr>
          <p:cNvSpPr/>
          <p:nvPr/>
        </p:nvSpPr>
        <p:spPr>
          <a:xfrm>
            <a:off x="822960" y="36417504"/>
            <a:ext cx="2862072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20C245E-AB66-3DEF-89C0-C325B6B970BD}"/>
              </a:ext>
            </a:extLst>
          </p:cNvPr>
          <p:cNvSpPr/>
          <p:nvPr/>
        </p:nvSpPr>
        <p:spPr>
          <a:xfrm>
            <a:off x="1143000" y="36700968"/>
            <a:ext cx="868680" cy="868680"/>
          </a:xfrm>
          <a:prstGeom prst="rect">
            <a:avLst/>
          </a:prstGeom>
          <a:solidFill>
            <a:srgbClr val="D71920"/>
          </a:solidFill>
          <a:ln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0C36301-F8AB-4305-B814-76AFAD245CED}"/>
              </a:ext>
            </a:extLst>
          </p:cNvPr>
          <p:cNvSpPr txBox="1"/>
          <p:nvPr/>
        </p:nvSpPr>
        <p:spPr>
          <a:xfrm>
            <a:off x="2331720" y="36853737"/>
            <a:ext cx="2642616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2F3033"/>
                </a:solidFill>
                <a:latin typeface="ShellBold" panose="00000800000000000000" pitchFamily="2" charset="0"/>
              </a:rPr>
              <a:t>USE DATA TO ALLOCATE RESOURCES  </a:t>
            </a:r>
            <a:r>
              <a:rPr sz="3600" dirty="0">
                <a:solidFill>
                  <a:srgbClr val="5A5A5A"/>
                </a:solidFill>
                <a:latin typeface="ShellBook" panose="00000500000000000000" pitchFamily="2" charset="0"/>
              </a:rPr>
              <a:t>Prioritize CEO, CFO and IR time against the highest-value engagement opportunities.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E0BFD97-6D33-6BB1-A2CF-F8650CBA4B30}"/>
              </a:ext>
            </a:extLst>
          </p:cNvPr>
          <p:cNvSpPr/>
          <p:nvPr/>
        </p:nvSpPr>
        <p:spPr>
          <a:xfrm>
            <a:off x="822960" y="37999415"/>
            <a:ext cx="2862072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0E4302E-FF58-2A8C-CCA8-7435BCFB7A3F}"/>
              </a:ext>
            </a:extLst>
          </p:cNvPr>
          <p:cNvSpPr/>
          <p:nvPr/>
        </p:nvSpPr>
        <p:spPr>
          <a:xfrm>
            <a:off x="1143000" y="38282879"/>
            <a:ext cx="868680" cy="868680"/>
          </a:xfrm>
          <a:prstGeom prst="rect">
            <a:avLst/>
          </a:prstGeom>
          <a:solidFill>
            <a:srgbClr val="D71920"/>
          </a:solidFill>
          <a:ln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EC119F3-1CCE-C755-FBC7-8EDB349EF550}"/>
              </a:ext>
            </a:extLst>
          </p:cNvPr>
          <p:cNvSpPr txBox="1"/>
          <p:nvPr/>
        </p:nvSpPr>
        <p:spPr>
          <a:xfrm>
            <a:off x="2331720" y="38435648"/>
            <a:ext cx="2642616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2F3033"/>
                </a:solidFill>
                <a:latin typeface="ShellBold" panose="00000800000000000000" pitchFamily="2" charset="0"/>
              </a:rPr>
              <a:t>SIMPLIFY ROLES AND ACCEPT RISK  </a:t>
            </a:r>
            <a:r>
              <a:rPr sz="3600" dirty="0">
                <a:solidFill>
                  <a:srgbClr val="5A5A5A"/>
                </a:solidFill>
                <a:latin typeface="ShellBook" panose="00000500000000000000" pitchFamily="2" charset="0"/>
              </a:rPr>
              <a:t>Clear ownership enables a smaller team to move faster without duplicating coverage.</a:t>
            </a:r>
          </a:p>
        </p:txBody>
      </p:sp>
      <p:pic>
        <p:nvPicPr>
          <p:cNvPr id="300" name="Image 2" descr="/mnt/data/work_poster/src/ppt/media/image8.png">
            <a:extLst>
              <a:ext uri="{FF2B5EF4-FFF2-40B4-BE49-F238E27FC236}">
                <a16:creationId xmlns:a16="http://schemas.microsoft.com/office/drawing/2014/main" id="{77F75B9F-2FCE-0236-C61E-710F04C9A94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15747" y="26108517"/>
            <a:ext cx="4729056" cy="4225540"/>
          </a:xfrm>
          <a:prstGeom prst="rect">
            <a:avLst/>
          </a:prstGeom>
        </p:spPr>
      </p:pic>
      <p:pic>
        <p:nvPicPr>
          <p:cNvPr id="302" name="Image 3" descr="/mnt/data/work_poster/src/ppt/media/image10.png">
            <a:extLst>
              <a:ext uri="{FF2B5EF4-FFF2-40B4-BE49-F238E27FC236}">
                <a16:creationId xmlns:a16="http://schemas.microsoft.com/office/drawing/2014/main" id="{189DF990-8D71-2D70-7CBC-146BCC666D4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813280" y="26719719"/>
            <a:ext cx="4210133" cy="3997829"/>
          </a:xfrm>
          <a:prstGeom prst="rect">
            <a:avLst/>
          </a:prstGeom>
        </p:spPr>
      </p:pic>
      <p:sp>
        <p:nvSpPr>
          <p:cNvPr id="310" name="Rectangle 309">
            <a:extLst>
              <a:ext uri="{FF2B5EF4-FFF2-40B4-BE49-F238E27FC236}">
                <a16:creationId xmlns:a16="http://schemas.microsoft.com/office/drawing/2014/main" id="{D5F645D7-6CD0-56DD-8B9C-B7D1199D09C8}"/>
              </a:ext>
            </a:extLst>
          </p:cNvPr>
          <p:cNvSpPr/>
          <p:nvPr/>
        </p:nvSpPr>
        <p:spPr>
          <a:xfrm>
            <a:off x="832104" y="39770499"/>
            <a:ext cx="28620720" cy="914400"/>
          </a:xfrm>
          <a:prstGeom prst="rect">
            <a:avLst/>
          </a:prstGeom>
          <a:solidFill>
            <a:srgbClr val="E7E7E7"/>
          </a:solidFill>
          <a:ln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64592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800" dirty="0">
                <a:solidFill>
                  <a:srgbClr val="2F3033"/>
                </a:solidFill>
                <a:latin typeface="ShellHeavy" panose="00000700000000000000" pitchFamily="2" charset="0"/>
              </a:rPr>
              <a:t>WHAT’S NEXT? </a:t>
            </a:r>
            <a:endParaRPr sz="4800" dirty="0">
              <a:solidFill>
                <a:srgbClr val="2F3033"/>
              </a:solidFill>
              <a:latin typeface="ShellHeavy" panose="000007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2AED12-3130-89C1-6B02-9042AF92D0AA}"/>
              </a:ext>
            </a:extLst>
          </p:cNvPr>
          <p:cNvSpPr txBox="1"/>
          <p:nvPr/>
        </p:nvSpPr>
        <p:spPr>
          <a:xfrm>
            <a:off x="20552615" y="24941784"/>
            <a:ext cx="8229600" cy="5293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latin typeface="ShellBold" panose="00000800000000000000" pitchFamily="2" charset="0"/>
              </a:rPr>
              <a:t>CORE MARKETS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1B145B-3327-C877-AACF-79DF57675A3F}"/>
              </a:ext>
            </a:extLst>
          </p:cNvPr>
          <p:cNvSpPr txBox="1"/>
          <p:nvPr/>
        </p:nvSpPr>
        <p:spPr>
          <a:xfrm>
            <a:off x="23420439" y="27971496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77800" indent="-177800">
              <a:lnSpc>
                <a:spcPct val="113000"/>
              </a:lnSpc>
              <a:spcAft>
                <a:spcPts val="60"/>
              </a:spcAft>
              <a:buFont typeface="Wingdings"/>
              <a:buChar char="n"/>
            </a:pPr>
            <a:endParaRPr lang="en-GB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10A517-1487-AD7C-C0C2-BEA88FC2CC37}"/>
              </a:ext>
            </a:extLst>
          </p:cNvPr>
          <p:cNvSpPr txBox="1"/>
          <p:nvPr/>
        </p:nvSpPr>
        <p:spPr>
          <a:xfrm>
            <a:off x="20552615" y="25699760"/>
            <a:ext cx="8138160" cy="114492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dirty="0">
                <a:solidFill>
                  <a:srgbClr val="2F3033"/>
                </a:solidFill>
                <a:latin typeface="ShellBook" panose="00000500000000000000" pitchFamily="2" charset="0"/>
              </a:rPr>
              <a:t>Boston · London · Los Angeles</a:t>
            </a:r>
            <a:br>
              <a:rPr sz="3600" dirty="0">
                <a:latin typeface="ShellBook" panose="00000500000000000000" pitchFamily="2" charset="0"/>
              </a:rPr>
            </a:br>
            <a:r>
              <a:rPr sz="3600" b="0" dirty="0">
                <a:solidFill>
                  <a:srgbClr val="2F3033"/>
                </a:solidFill>
                <a:latin typeface="ShellBook" panose="00000500000000000000" pitchFamily="2" charset="0"/>
              </a:rPr>
              <a:t>New York · San Francisco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AF349B9-8500-E767-5ECD-9BB670146BCA}"/>
              </a:ext>
            </a:extLst>
          </p:cNvPr>
          <p:cNvSpPr txBox="1"/>
          <p:nvPr/>
        </p:nvSpPr>
        <p:spPr>
          <a:xfrm>
            <a:off x="20552615" y="27108852"/>
            <a:ext cx="8229600" cy="5293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latin typeface="ShellBold" panose="00000800000000000000" pitchFamily="2" charset="0"/>
              </a:rPr>
              <a:t>ADDITIONAL REACH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0FC70DD-241D-D64E-7654-DCB558F596F1}"/>
              </a:ext>
            </a:extLst>
          </p:cNvPr>
          <p:cNvSpPr txBox="1"/>
          <p:nvPr/>
        </p:nvSpPr>
        <p:spPr>
          <a:xfrm>
            <a:off x="20552615" y="27948564"/>
            <a:ext cx="8138160" cy="114492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lang="en-US" sz="3600" dirty="0">
                <a:solidFill>
                  <a:srgbClr val="2F3033"/>
                </a:solidFill>
                <a:latin typeface="ShellBook" panose="00000500000000000000" pitchFamily="2" charset="0"/>
              </a:rPr>
              <a:t>Brussels · Dallas · Denver · Kuala Lumpur</a:t>
            </a:r>
            <a:br>
              <a:rPr lang="en-US" sz="3600" dirty="0">
                <a:latin typeface="ShellBook" panose="00000500000000000000" pitchFamily="2" charset="0"/>
              </a:rPr>
            </a:br>
            <a:r>
              <a:rPr lang="en-US" sz="3600" dirty="0">
                <a:solidFill>
                  <a:srgbClr val="2F3033"/>
                </a:solidFill>
                <a:latin typeface="ShellBook" panose="00000500000000000000" pitchFamily="2" charset="0"/>
              </a:rPr>
              <a:t>Madrid · Singapore · Tokyo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5AC1AF4-72B7-8714-34E7-6D3C28738BA9}"/>
              </a:ext>
            </a:extLst>
          </p:cNvPr>
          <p:cNvSpPr/>
          <p:nvPr/>
        </p:nvSpPr>
        <p:spPr>
          <a:xfrm>
            <a:off x="10149840" y="24198072"/>
            <a:ext cx="41148" cy="5760720"/>
          </a:xfrm>
          <a:prstGeom prst="rect">
            <a:avLst/>
          </a:prstGeom>
          <a:solidFill>
            <a:srgbClr val="E7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C1BA9C47-E451-AFB2-6913-4307184CC687}"/>
              </a:ext>
            </a:extLst>
          </p:cNvPr>
          <p:cNvSpPr/>
          <p:nvPr/>
        </p:nvSpPr>
        <p:spPr>
          <a:xfrm>
            <a:off x="20071080" y="24198072"/>
            <a:ext cx="41148" cy="5760720"/>
          </a:xfrm>
          <a:prstGeom prst="rect">
            <a:avLst/>
          </a:prstGeom>
          <a:solidFill>
            <a:srgbClr val="E7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75284487-6D4D-D3C2-9BEE-E5AF920E07AA}"/>
              </a:ext>
            </a:extLst>
          </p:cNvPr>
          <p:cNvSpPr txBox="1"/>
          <p:nvPr/>
        </p:nvSpPr>
        <p:spPr>
          <a:xfrm>
            <a:off x="1032791" y="40947282"/>
            <a:ext cx="28072079" cy="1490217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en-US" sz="3600" dirty="0">
              <a:solidFill>
                <a:schemeClr val="tx1"/>
              </a:solidFill>
            </a:endParaRPr>
          </a:p>
          <a:p>
            <a:endParaRPr lang="en-US" sz="3600" dirty="0">
              <a:solidFill>
                <a:schemeClr val="tx1"/>
              </a:solidFill>
            </a:endParaRPr>
          </a:p>
          <a:p>
            <a:r>
              <a:rPr lang="en-US" sz="3600" dirty="0">
                <a:solidFill>
                  <a:schemeClr val="tx1"/>
                </a:solidFill>
              </a:rPr>
              <a:t>Scale through adaptation of AI-supported administrative work, workflow automation and increasingly data-driven engagement.</a:t>
            </a:r>
          </a:p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EBB15C7-4C67-B94B-B1CF-7388CA33E847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4632" t="23285" r="7137" b="4679"/>
          <a:stretch>
            <a:fillRect/>
          </a:stretch>
        </p:blipFill>
        <p:spPr>
          <a:xfrm>
            <a:off x="1143000" y="26108517"/>
            <a:ext cx="8618220" cy="448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01194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hell layouts with footer">
  <a:themeElements>
    <a:clrScheme name="Custom 1">
      <a:dk1>
        <a:srgbClr val="595959"/>
      </a:dk1>
      <a:lt1>
        <a:srgbClr val="FFFFFF"/>
      </a:lt1>
      <a:dk2>
        <a:srgbClr val="EAEAEA"/>
      </a:dk2>
      <a:lt2>
        <a:srgbClr val="CCCCCC"/>
      </a:lt2>
      <a:accent1>
        <a:srgbClr val="F7D117"/>
      </a:accent1>
      <a:accent2>
        <a:srgbClr val="D42E12"/>
      </a:accent2>
      <a:accent3>
        <a:srgbClr val="003882"/>
      </a:accent3>
      <a:accent4>
        <a:srgbClr val="611759"/>
      </a:accent4>
      <a:accent5>
        <a:srgbClr val="00824A"/>
      </a:accent5>
      <a:accent6>
        <a:srgbClr val="DE8703"/>
      </a:accent6>
      <a:hlink>
        <a:srgbClr val="000000"/>
      </a:hlink>
      <a:folHlink>
        <a:srgbClr val="000000"/>
      </a:folHlink>
    </a:clrScheme>
    <a:fontScheme name="Shell - Fonts">
      <a:majorFont>
        <a:latin typeface="Futura Medium"/>
        <a:ea typeface=""/>
        <a:cs typeface=""/>
      </a:majorFont>
      <a:minorFont>
        <a:latin typeface="Futura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77800" indent="-177800">
          <a:lnSpc>
            <a:spcPct val="113000"/>
          </a:lnSpc>
          <a:spcAft>
            <a:spcPts val="60"/>
          </a:spcAft>
          <a:buFont typeface="Wingdings"/>
          <a:buChar char="n"/>
          <a:defRPr sz="1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AEFSecurityClassificationTaxHTField0 xmlns="http://schemas.microsoft.com/sharepoint/v3">Restricted21aa7f98-4035-4019-a764-107acb7269af</SAEFSecurityClassificationTaxHTField0>
    <TaxCatchAll xmlns="5fe9d420-80f7-4ada-bee1-a7a60088c9b2">
      <Value>1</Value>
    </TaxCatchAll>
    <ice2f7984e9548f9a31773f854109466 xmlns="5fe9d420-80f7-4ada-bee1-a7a60088c9b2">
      <Terms xmlns="http://schemas.microsoft.com/office/infopath/2007/PartnerControls">
        <TermInfo xmlns="http://schemas.microsoft.com/office/infopath/2007/PartnerControls">
          <TermName xmlns="http://schemas.microsoft.com/office/infopath/2007/PartnerControls">Restricted</TermName>
          <TermId xmlns="http://schemas.microsoft.com/office/infopath/2007/PartnerControls">21aa7f98-4035-4019-a764-107acb7269af</TermId>
        </TermInfo>
      </Terms>
    </ice2f7984e9548f9a31773f854109466>
    <_dlc_DocId xmlns="5fe9d420-80f7-4ada-bee1-a7a60088c9b2">UXD4DQ5FARXZ-1534890728-9</_dlc_DocId>
    <_dlc_DocIdUrl xmlns="5fe9d420-80f7-4ada-bee1-a7a60088c9b2">
      <Url>https://eu001-sp.shell.com/sites/SPO002395/_layouts/15/DocIdRedir.aspx?ID=UXD4DQ5FARXZ-1534890728-9</Url>
      <Description>UXD4DQ5FARXZ-1534890728-9</Description>
    </_dlc_DocIdUrl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Shell Document" ma:contentTypeID="0x0101006F0A470EEB1140E7AA14F4CE8A50B54C0001CB1477F4DD432AA86DD56CC3887AF400F644A78CBFDAD44983885002DC8B3358" ma:contentTypeVersion="5" ma:contentTypeDescription="Shell Document Content Type" ma:contentTypeScope="" ma:versionID="9972982cb723cf5df02987a4cb397dc7">
  <xsd:schema xmlns:xsd="http://www.w3.org/2001/XMLSchema" xmlns:xs="http://www.w3.org/2001/XMLSchema" xmlns:p="http://schemas.microsoft.com/office/2006/metadata/properties" xmlns:ns1="http://schemas.microsoft.com/sharepoint/v3" xmlns:ns2="5fe9d420-80f7-4ada-bee1-a7a60088c9b2" xmlns:ns3="d897dab9-547b-4d8a-9e98-e2c84c4ab18d" targetNamespace="http://schemas.microsoft.com/office/2006/metadata/properties" ma:root="true" ma:fieldsID="11b7afb5536d3e270a25d7434dfd5e62" ns1:_="" ns2:_="" ns3:_="">
    <xsd:import namespace="http://schemas.microsoft.com/sharepoint/v3"/>
    <xsd:import namespace="5fe9d420-80f7-4ada-bee1-a7a60088c9b2"/>
    <xsd:import namespace="d897dab9-547b-4d8a-9e98-e2c84c4ab18d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1:SAEFSecurityClassificationTaxHTField0" minOccurs="0"/>
                <xsd:element ref="ns2:ice2f7984e9548f9a31773f854109466" minOccurs="0"/>
                <xsd:element ref="ns2:TaxCatchAll" minOccurs="0"/>
                <xsd:element ref="ns2:TaxCatchAllLabel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SAEFSecurityClassificationTaxHTField0" ma:index="11" nillable="true" ma:displayName="Security Classification_0" ma:hidden="true" ma:internalName="SAEFSecurityClassificationTaxHTField0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e9d420-80f7-4ada-bee1-a7a60088c9b2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ice2f7984e9548f9a31773f854109466" ma:index="12" ma:taxonomy="true" ma:internalName="ice2f7984e9548f9a31773f854109466" ma:taxonomyFieldName="SAEFSecurityClassification" ma:displayName="Security Classification" ma:default="5;#Confidential|e4bc29b2-6e76-48cc-b090-8b544c0802ae" ma:fieldId="{2ce2f798-4e95-48f9-a317-73f854109466}" ma:sspId="e3aebf70-341c-4d91-bdd3-aba9df361687" ma:termSetId="daf890f0-167e-4ee2-a9fd-a81536ed816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3" nillable="true" ma:displayName="Taxonomy Catch All Column" ma:hidden="true" ma:list="{c7126bf2-9056-4401-894f-d1136f5f3720}" ma:internalName="TaxCatchAll" ma:showField="CatchAllData" ma:web="5fe9d420-80f7-4ada-bee1-a7a60088c9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4" nillable="true" ma:displayName="Taxonomy Catch All Column1" ma:hidden="true" ma:list="{c7126bf2-9056-4401-894f-d1136f5f3720}" ma:internalName="TaxCatchAllLabel" ma:readOnly="true" ma:showField="CatchAllDataLabel" ma:web="5fe9d420-80f7-4ada-bee1-a7a60088c9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97dab9-547b-4d8a-9e98-e2c84c4ab1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6CAE002A-7645-46A2-8C4A-738EDFAA7ED3}">
  <ds:schemaRefs>
    <ds:schemaRef ds:uri="c642a6ca-8515-4142-b4ce-183d01f224d8"/>
    <ds:schemaRef ds:uri="http://schemas.microsoft.com/sharepoint/v3"/>
    <ds:schemaRef ds:uri="http://schemas.microsoft.com/office/2006/metadata/properties"/>
    <ds:schemaRef ds:uri="http://purl.org/dc/terms/"/>
    <ds:schemaRef ds:uri="http://purl.org/dc/dcmitype/"/>
    <ds:schemaRef ds:uri="http://schemas.microsoft.com/office/2006/documentManagement/types"/>
    <ds:schemaRef ds:uri="http://purl.org/dc/elements/1.1/"/>
    <ds:schemaRef ds:uri="67a4d270-2e9e-45ec-b53e-707b7cbfe7c3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B1AFB74-51BE-42DA-8E3C-ABAB931810AE}"/>
</file>

<file path=customXml/itemProps3.xml><?xml version="1.0" encoding="utf-8"?>
<ds:datastoreItem xmlns:ds="http://schemas.openxmlformats.org/officeDocument/2006/customXml" ds:itemID="{4FE3B36A-2FDB-43C8-A4F8-BA8A83EB3660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16FC9B6D-D836-4C41-B76E-33324ED2AF7F}"/>
</file>

<file path=docMetadata/LabelInfo.xml><?xml version="1.0" encoding="utf-8"?>
<clbl:labelList xmlns:clbl="http://schemas.microsoft.com/office/2020/mipLabelMetadata">
  <clbl:label id="{d0cb1e24-a0e2-4a4c-9340-733297c9cd7c}" enabled="1" method="Privileged" siteId="{db1e96a8-a3da-442a-930b-235cac24cd5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405</Words>
  <Application>Microsoft Office PowerPoint</Application>
  <PresentationFormat>Custom</PresentationFormat>
  <Paragraphs>69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2" baseType="lpstr">
      <vt:lpstr>ShellHeavy</vt:lpstr>
      <vt:lpstr>Wingdings</vt:lpstr>
      <vt:lpstr>Arial</vt:lpstr>
      <vt:lpstr>Aptos Display</vt:lpstr>
      <vt:lpstr>ShellBook</vt:lpstr>
      <vt:lpstr>Futura Medium</vt:lpstr>
      <vt:lpstr>ShellMedium</vt:lpstr>
      <vt:lpstr>ShellBold</vt:lpstr>
      <vt:lpstr>Aptos</vt:lpstr>
      <vt:lpstr>Shell layouts with footer</vt:lpstr>
      <vt:lpstr>think-cell Slide</vt:lpstr>
      <vt:lpstr>PowerPoint Presentation</vt:lpstr>
    </vt:vector>
  </TitlesOfParts>
  <Company>Shell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CO2 Valuation Challenges</dc:title>
  <dc:creator>Thomas.Lopez@shell.com</dc:creator>
  <cp:keywords>GEC'17</cp:keywords>
  <cp:lastModifiedBy>O'Bannon, Tom C SHLUSA-FR</cp:lastModifiedBy>
  <cp:revision>1</cp:revision>
  <cp:lastPrinted>2017-04-25T09:06:38Z</cp:lastPrinted>
  <dcterms:created xsi:type="dcterms:W3CDTF">2009-11-25T14:32:06Z</dcterms:created>
  <dcterms:modified xsi:type="dcterms:W3CDTF">2026-08-28T14:12:37Z</dcterms:modified>
  <cp:category>Poster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WizKit Template Type">
    <vt:lpwstr>Widescreen</vt:lpwstr>
  </property>
  <property fmtid="{D5CDD505-2E9C-101B-9397-08002B2CF9AE}" pid="3" name="WizKit Template Version">
    <vt:i4>4</vt:i4>
  </property>
  <property fmtid="{D5CDD505-2E9C-101B-9397-08002B2CF9AE}" pid="4" name="ContentTypeId">
    <vt:lpwstr>0x0101006F0A470EEB1140E7AA14F4CE8A50B54C0001CB1477F4DD432AA86DD56CC3887AF400F644A78CBFDAD44983885002DC8B3358</vt:lpwstr>
  </property>
  <property fmtid="{D5CDD505-2E9C-101B-9397-08002B2CF9AE}" pid="5" name="_dlc_policyId">
    <vt:lpwstr/>
  </property>
  <property fmtid="{D5CDD505-2E9C-101B-9397-08002B2CF9AE}" pid="6" name="ItemRetentionFormula">
    <vt:lpwstr/>
  </property>
  <property fmtid="{D5CDD505-2E9C-101B-9397-08002B2CF9AE}" pid="7" name="_dlc_DocIdItemGuid">
    <vt:lpwstr>0e568378-8795-4dc1-ad37-3af772e3ede8</vt:lpwstr>
  </property>
  <property fmtid="{D5CDD505-2E9C-101B-9397-08002B2CF9AE}" pid="8" name="Shell SharePoint SAEF KeepFileLocal">
    <vt:bool>false</vt:bool>
  </property>
  <property fmtid="{D5CDD505-2E9C-101B-9397-08002B2CF9AE}" pid="9" name="Shell SharePoint SAEF WorkgroupIDTaxHTField0">
    <vt:lpwstr>UIB Commercial, New Business ＆ LNG - 11947|52d8a608-ed1f-401e-8ffb-8cc5334b8b42</vt:lpwstr>
  </property>
  <property fmtid="{D5CDD505-2E9C-101B-9397-08002B2CF9AE}" pid="10" name="Shell SharePoint SAEF SecurityClassificationTaxHTField0">
    <vt:lpwstr>Restricted|21aa7f98-4035-4019-a764-107acb7269af</vt:lpwstr>
  </property>
  <property fmtid="{D5CDD505-2E9C-101B-9397-08002B2CF9AE}" pid="11" name="Shell SharePoint SAEF LegalEntity">
    <vt:lpwstr>3;#SIEP|ca814f84-fd49-4cca-9dd4-ac559012442b</vt:lpwstr>
  </property>
  <property fmtid="{D5CDD505-2E9C-101B-9397-08002B2CF9AE}" pid="12" name="Shell SharePoint SAEF CountryOfJurisdiction">
    <vt:lpwstr>6;#NETHERLANDS|54565ecb-470f-40ea-a584-819150a65a13</vt:lpwstr>
  </property>
  <property fmtid="{D5CDD505-2E9C-101B-9397-08002B2CF9AE}" pid="13" name="Shell SharePoint SAEF ExportControlClassification">
    <vt:lpwstr>8;#Non-US content - Non Controlled|2ac8835e-0587-4096-a6e2-1f68da1e6cb3</vt:lpwstr>
  </property>
  <property fmtid="{D5CDD505-2E9C-101B-9397-08002B2CF9AE}" pid="14" name="SME Areas">
    <vt:lpwstr/>
  </property>
  <property fmtid="{D5CDD505-2E9C-101B-9397-08002B2CF9AE}" pid="15" name="SAEFSecurityClassification">
    <vt:lpwstr>1;#Restricted|21aa7f98-4035-4019-a764-107acb7269af</vt:lpwstr>
  </property>
  <property fmtid="{D5CDD505-2E9C-101B-9397-08002B2CF9AE}" pid="16" name="Shell SharePoint SAEF DocumentStatus">
    <vt:lpwstr>11;#Draft|1c86f377-7d91-4c95-bd5b-c18c83fe0aa5</vt:lpwstr>
  </property>
  <property fmtid="{D5CDD505-2E9C-101B-9397-08002B2CF9AE}" pid="17" name="Shell SharePoint SAEF Language">
    <vt:lpwstr>5;#English|bd3ad5ee-f0c3-40aa-8cc8-36ef09940af3</vt:lpwstr>
  </property>
  <property fmtid="{D5CDD505-2E9C-101B-9397-08002B2CF9AE}" pid="18" name="Shell SharePoint SAEF Business">
    <vt:lpwstr>1;#Upstream International|dabf15d9-4f75-4ed1-b8a1-a0c3e2a85888</vt:lpwstr>
  </property>
  <property fmtid="{D5CDD505-2E9C-101B-9397-08002B2CF9AE}" pid="19" name="Shell SharePoint SAEF BusinessProcess">
    <vt:lpwstr>7;#Develop New Business|8f030812-6a49-4616-837f-b8f0f1d07b9c</vt:lpwstr>
  </property>
  <property fmtid="{D5CDD505-2E9C-101B-9397-08002B2CF9AE}" pid="20" name="Shell SharePoint SAEF DocumentType">
    <vt:lpwstr>13;#Study results|073ec550-c791-4e3f-9683-953f7d5eb953</vt:lpwstr>
  </property>
  <property fmtid="{D5CDD505-2E9C-101B-9397-08002B2CF9AE}" pid="21" name="SME Keywords">
    <vt:lpwstr/>
  </property>
  <property fmtid="{D5CDD505-2E9C-101B-9397-08002B2CF9AE}" pid="22" name="Shell SharePoint SAEF BusinessUnitRegion">
    <vt:lpwstr>1;#Upstream International|dabf15d9-4f75-4ed1-b8a1-a0c3e2a85888</vt:lpwstr>
  </property>
  <property fmtid="{D5CDD505-2E9C-101B-9397-08002B2CF9AE}" pid="23" name="Shell SharePoint SAEF GlobalFunction">
    <vt:lpwstr>2;#Sustainable Development|2fbcccf5-c9b5-4b2d-984f-9a9b70c47e11</vt:lpwstr>
  </property>
  <property fmtid="{D5CDD505-2E9C-101B-9397-08002B2CF9AE}" pid="24" name="Shell SharePoint SAEF SiteCollectionName">
    <vt:lpwstr>Global Upstream Economics Portal</vt:lpwstr>
  </property>
  <property fmtid="{D5CDD505-2E9C-101B-9397-08002B2CF9AE}" pid="25" name="Order">
    <vt:r8>284000</vt:r8>
  </property>
  <property fmtid="{D5CDD505-2E9C-101B-9397-08002B2CF9AE}" pid="26" name="xd_Signature">
    <vt:bool>false</vt:bool>
  </property>
  <property fmtid="{D5CDD505-2E9C-101B-9397-08002B2CF9AE}" pid="27" name="Shell SharePoint SAEF GlobalFunctionTaxHTField0">
    <vt:lpwstr>Sustainable Development|2fbcccf5-c9b5-4b2d-984f-9a9b70c47e11</vt:lpwstr>
  </property>
  <property fmtid="{D5CDD505-2E9C-101B-9397-08002B2CF9AE}" pid="28" name="Shell SharePoint SAEF DocumentTypeTaxHTField0">
    <vt:lpwstr>Study results|073ec550-c791-4e3f-9683-953f7d5eb953</vt:lpwstr>
  </property>
  <property fmtid="{D5CDD505-2E9C-101B-9397-08002B2CF9AE}" pid="29" name="xd_ProgID">
    <vt:lpwstr/>
  </property>
  <property fmtid="{D5CDD505-2E9C-101B-9397-08002B2CF9AE}" pid="30" name="Shell SharePoint SAEF SiteOwner">
    <vt:lpwstr>Peter Grieve</vt:lpwstr>
  </property>
  <property fmtid="{D5CDD505-2E9C-101B-9397-08002B2CF9AE}" pid="31" name="Shell SharePoint SAEF LanguageTaxHTField0">
    <vt:lpwstr>English|bd3ad5ee-f0c3-40aa-8cc8-36ef09940af3</vt:lpwstr>
  </property>
  <property fmtid="{D5CDD505-2E9C-101B-9397-08002B2CF9AE}" pid="32" name="Shell SharePoint SAEF CountryOfJurisdictionTaxHTField0">
    <vt:lpwstr>NETHERLANDS|54565ecb-470f-40ea-a584-819150a65a13</vt:lpwstr>
  </property>
  <property fmtid="{D5CDD505-2E9C-101B-9397-08002B2CF9AE}" pid="33" name="ComplianceAssetId">
    <vt:lpwstr/>
  </property>
  <property fmtid="{D5CDD505-2E9C-101B-9397-08002B2CF9AE}" pid="34" name="TemplateUrl">
    <vt:lpwstr/>
  </property>
  <property fmtid="{D5CDD505-2E9C-101B-9397-08002B2CF9AE}" pid="35" name="Shell SharePoint SAEF BusinessUnitRegionTaxHTField0">
    <vt:lpwstr>Upstream International|dabf15d9-4f75-4ed1-b8a1-a0c3e2a85888</vt:lpwstr>
  </property>
  <property fmtid="{D5CDD505-2E9C-101B-9397-08002B2CF9AE}" pid="36" name="Shell SharePoint SAEF DocumentStatusTaxHTField0">
    <vt:lpwstr>Draft|1c86f377-7d91-4c95-bd5b-c18c83fe0aa5</vt:lpwstr>
  </property>
  <property fmtid="{D5CDD505-2E9C-101B-9397-08002B2CF9AE}" pid="37" name="Shell SharePoint SAEF BusinessProcessTaxHTField0">
    <vt:lpwstr>Develop New Business|8f030812-6a49-4616-837f-b8f0f1d07b9c</vt:lpwstr>
  </property>
  <property fmtid="{D5CDD505-2E9C-101B-9397-08002B2CF9AE}" pid="38" name="Shell SharePoint SAEF BusinessTaxHTField0">
    <vt:lpwstr>Upstream International|dabf15d9-4f75-4ed1-b8a1-a0c3e2a85888</vt:lpwstr>
  </property>
  <property fmtid="{D5CDD505-2E9C-101B-9397-08002B2CF9AE}" pid="39" name="Shell SharePoint SAEF Collection">
    <vt:bool>false</vt:bool>
  </property>
  <property fmtid="{D5CDD505-2E9C-101B-9397-08002B2CF9AE}" pid="40" name="_ExtendedDescription">
    <vt:lpwstr/>
  </property>
  <property fmtid="{D5CDD505-2E9C-101B-9397-08002B2CF9AE}" pid="41" name="Shell SharePoint SAEF ExportControlClassificationTaxHTField0">
    <vt:lpwstr>Non-US content - Non Controlled|2ac8835e-0587-4096-a6e2-1f68da1e6cb3</vt:lpwstr>
  </property>
  <property fmtid="{D5CDD505-2E9C-101B-9397-08002B2CF9AE}" pid="42" name="TriggerFlowInfo">
    <vt:lpwstr/>
  </property>
  <property fmtid="{D5CDD505-2E9C-101B-9397-08002B2CF9AE}" pid="43" name="Shell SharePoint SAEF LegalEntityTaxHTField0">
    <vt:lpwstr>SIEP|ca814f84-fd49-4cca-9dd4-ac559012442b</vt:lpwstr>
  </property>
  <property fmtid="{D5CDD505-2E9C-101B-9397-08002B2CF9AE}" pid="44" name="MediaServiceImageTags">
    <vt:lpwstr/>
  </property>
</Properties>
</file>