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30275213" cy="42803763"/>
  <p:notesSz cx="9926638" cy="14355763"/>
  <p:embeddedFontLst>
    <p:embeddedFont>
      <p:font typeface="Aptos Narrow" panose="020B0004020202020204" pitchFamily="34" charset="0"/>
      <p:regular r:id="rId8"/>
      <p:bold r:id="rId9"/>
      <p:italic r:id="rId10"/>
      <p:boldItalic r:id="rId11"/>
    </p:embeddedFont>
    <p:embeddedFont>
      <p:font typeface="Futura Medium" panose="00000800000000000000"/>
      <p:regular r:id="rId12"/>
      <p:bold r:id="rId13"/>
      <p:italic r:id="rId14"/>
      <p:boldItalic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ShellLight" panose="00000400000000000000" pitchFamily="2" charset="0"/>
      <p:regular r:id="rId20"/>
    </p:embeddedFont>
    <p:embeddedFont>
      <p:font typeface="ShellMedium" panose="00000600000000000000" pitchFamily="2" charset="0"/>
      <p:regular r:id="rId21"/>
    </p:embeddedFont>
  </p:embeddedFontLst>
  <p:custDataLst>
    <p:tags r:id="rId22"/>
  </p:custDataLst>
  <p:defaultTextStyle>
    <a:defPPr>
      <a:defRPr lang="en-US"/>
    </a:defPPr>
    <a:lvl1pPr marL="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1pPr>
    <a:lvl2pPr marL="2338487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2pPr>
    <a:lvl3pPr marL="467697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3pPr>
    <a:lvl4pPr marL="7015460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4pPr>
    <a:lvl5pPr marL="935394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5pPr>
    <a:lvl6pPr marL="11692433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920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98" userDrawn="1">
          <p15:clr>
            <a:srgbClr val="A4A3A4"/>
          </p15:clr>
        </p15:guide>
        <p15:guide id="2" orient="horz" pos="890" userDrawn="1">
          <p15:clr>
            <a:srgbClr val="A4A3A4"/>
          </p15:clr>
        </p15:guide>
        <p15:guide id="3" orient="horz" pos="5143" userDrawn="1">
          <p15:clr>
            <a:srgbClr val="A4A3A4"/>
          </p15:clr>
        </p15:guide>
        <p15:guide id="4" orient="horz" pos="2938" userDrawn="1">
          <p15:clr>
            <a:srgbClr val="A4A3A4"/>
          </p15:clr>
        </p15:guide>
        <p15:guide id="5" orient="horz" pos="25141" userDrawn="1">
          <p15:clr>
            <a:srgbClr val="A4A3A4"/>
          </p15:clr>
        </p15:guide>
        <p15:guide id="6" orient="horz" pos="13074" userDrawn="1">
          <p15:clr>
            <a:srgbClr val="A4A3A4"/>
          </p15:clr>
        </p15:guide>
        <p15:guide id="7" pos="18098" userDrawn="1">
          <p15:clr>
            <a:srgbClr val="A4A3A4"/>
          </p15:clr>
        </p15:guide>
        <p15:guide id="8" pos="9244" userDrawn="1">
          <p15:clr>
            <a:srgbClr val="A4A3A4"/>
          </p15:clr>
        </p15:guide>
        <p15:guide id="9" pos="977" userDrawn="1">
          <p15:clr>
            <a:srgbClr val="A4A3A4"/>
          </p15:clr>
        </p15:guide>
        <p15:guide id="10" pos="984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4522" userDrawn="1">
          <p15:clr>
            <a:srgbClr val="A4A3A4"/>
          </p15:clr>
        </p15:guide>
        <p15:guide id="2" pos="312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7A9"/>
    <a:srgbClr val="F7D117"/>
    <a:srgbClr val="D42E12"/>
    <a:srgbClr val="8FD1E3"/>
    <a:srgbClr val="FFEECA"/>
    <a:srgbClr val="F49600"/>
    <a:srgbClr val="FFFFFF"/>
    <a:srgbClr val="CCE9DB"/>
    <a:srgbClr val="99CDB7"/>
    <a:srgbClr val="66B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097879-0205-4E38-887C-D19960F9FCAF}" v="70218" dt="2026-09-01T11:54:03.1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39" autoAdjust="0"/>
    <p:restoredTop sz="96374" autoAdjust="0"/>
  </p:normalViewPr>
  <p:slideViewPr>
    <p:cSldViewPr snapToGrid="0" showGuides="1">
      <p:cViewPr>
        <p:scale>
          <a:sx n="75" d="100"/>
          <a:sy n="75" d="100"/>
        </p:scale>
        <p:origin x="-174" y="-11604"/>
      </p:cViewPr>
      <p:guideLst>
        <p:guide orient="horz" pos="25998"/>
        <p:guide orient="horz" pos="890"/>
        <p:guide orient="horz" pos="5143"/>
        <p:guide orient="horz" pos="2938"/>
        <p:guide orient="horz" pos="25141"/>
        <p:guide orient="horz" pos="13074"/>
        <p:guide pos="18098"/>
        <p:guide pos="9244"/>
        <p:guide pos="977"/>
        <p:guide pos="984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3" d="100"/>
        <a:sy n="53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4195" y="77"/>
      </p:cViewPr>
      <p:guideLst>
        <p:guide orient="horz" pos="4522"/>
        <p:guide pos="312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14.fntdata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customXml" Target="../customXml/item4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ags" Target="tags/tag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ntema, Michiel SIBV-FR/P/R" userId="09241570-8f23-4256-be7e-a3c32bde0a3f" providerId="ADAL" clId="{D3F607C7-5341-416A-AE37-F2917009CA1C}"/>
    <pc:docChg chg="undo custSel modSld">
      <pc:chgData name="Yntema, Michiel SIBV-FR/P/R" userId="09241570-8f23-4256-be7e-a3c32bde0a3f" providerId="ADAL" clId="{D3F607C7-5341-416A-AE37-F2917009CA1C}" dt="2026-09-01T11:54:03.118" v="151038" actId="14100"/>
      <pc:docMkLst>
        <pc:docMk/>
      </pc:docMkLst>
      <pc:sldChg chg="addSp delSp modSp mod modNotes">
        <pc:chgData name="Yntema, Michiel SIBV-FR/P/R" userId="09241570-8f23-4256-be7e-a3c32bde0a3f" providerId="ADAL" clId="{D3F607C7-5341-416A-AE37-F2917009CA1C}" dt="2026-09-01T11:54:03.118" v="151038" actId="14100"/>
        <pc:sldMkLst>
          <pc:docMk/>
          <pc:sldMk cId="0" sldId="256"/>
        </pc:sldMkLst>
        <pc:spChg chg="mod ord">
          <ac:chgData name="Yntema, Michiel SIBV-FR/P/R" userId="09241570-8f23-4256-be7e-a3c32bde0a3f" providerId="ADAL" clId="{D3F607C7-5341-416A-AE37-F2917009CA1C}" dt="2026-09-01T11:47:13.508" v="149781"/>
          <ac:spMkLst>
            <pc:docMk/>
            <pc:sldMk cId="0" sldId="256"/>
            <ac:spMk id="3" creationId="{00000000-0000-0000-0000-000000000000}"/>
          </ac:spMkLst>
        </pc:spChg>
        <pc:spChg chg="mod ord">
          <ac:chgData name="Yntema, Michiel SIBV-FR/P/R" userId="09241570-8f23-4256-be7e-a3c32bde0a3f" providerId="ADAL" clId="{D3F607C7-5341-416A-AE37-F2917009CA1C}" dt="2026-09-01T11:47:13.509" v="149783"/>
          <ac:spMkLst>
            <pc:docMk/>
            <pc:sldMk cId="0" sldId="256"/>
            <ac:spMk id="4" creationId="{00000000-0000-0000-0000-000000000000}"/>
          </ac:spMkLst>
        </pc:spChg>
        <pc:spChg chg="mod ord">
          <ac:chgData name="Yntema, Michiel SIBV-FR/P/R" userId="09241570-8f23-4256-be7e-a3c32bde0a3f" providerId="ADAL" clId="{D3F607C7-5341-416A-AE37-F2917009CA1C}" dt="2026-09-01T11:47:13.509" v="149785"/>
          <ac:spMkLst>
            <pc:docMk/>
            <pc:sldMk cId="0" sldId="256"/>
            <ac:spMk id="5" creationId="{00000000-0000-0000-0000-000000000000}"/>
          </ac:spMkLst>
        </pc:spChg>
        <pc:spChg chg="mod ord">
          <ac:chgData name="Yntema, Michiel SIBV-FR/P/R" userId="09241570-8f23-4256-be7e-a3c32bde0a3f" providerId="ADAL" clId="{D3F607C7-5341-416A-AE37-F2917009CA1C}" dt="2026-09-01T11:47:13.509" v="149787"/>
          <ac:spMkLst>
            <pc:docMk/>
            <pc:sldMk cId="0" sldId="256"/>
            <ac:spMk id="6" creationId="{00000000-0000-0000-0000-000000000000}"/>
          </ac:spMkLst>
        </pc:spChg>
        <pc:spChg chg="mod ord">
          <ac:chgData name="Yntema, Michiel SIBV-FR/P/R" userId="09241570-8f23-4256-be7e-a3c32bde0a3f" providerId="ADAL" clId="{D3F607C7-5341-416A-AE37-F2917009CA1C}" dt="2026-09-01T11:47:13.509" v="149789"/>
          <ac:spMkLst>
            <pc:docMk/>
            <pc:sldMk cId="0" sldId="256"/>
            <ac:spMk id="7" creationId="{00000000-0000-0000-0000-000000000000}"/>
          </ac:spMkLst>
        </pc:spChg>
        <pc:spChg chg="mod ord">
          <ac:chgData name="Yntema, Michiel SIBV-FR/P/R" userId="09241570-8f23-4256-be7e-a3c32bde0a3f" providerId="ADAL" clId="{D3F607C7-5341-416A-AE37-F2917009CA1C}" dt="2026-09-01T11:47:13.511" v="149793"/>
          <ac:spMkLst>
            <pc:docMk/>
            <pc:sldMk cId="0" sldId="256"/>
            <ac:spMk id="9" creationId="{00000000-0000-0000-0000-000000000000}"/>
          </ac:spMkLst>
        </pc:spChg>
        <pc:spChg chg="mod ord">
          <ac:chgData name="Yntema, Michiel SIBV-FR/P/R" userId="09241570-8f23-4256-be7e-a3c32bde0a3f" providerId="ADAL" clId="{D3F607C7-5341-416A-AE37-F2917009CA1C}" dt="2026-09-01T11:47:13.511" v="149795"/>
          <ac:spMkLst>
            <pc:docMk/>
            <pc:sldMk cId="0" sldId="256"/>
            <ac:spMk id="10" creationId="{00000000-0000-0000-0000-000000000000}"/>
          </ac:spMkLst>
        </pc:spChg>
        <pc:spChg chg="mod ord">
          <ac:chgData name="Yntema, Michiel SIBV-FR/P/R" userId="09241570-8f23-4256-be7e-a3c32bde0a3f" providerId="ADAL" clId="{D3F607C7-5341-416A-AE37-F2917009CA1C}" dt="2026-09-01T11:47:13.511" v="149797"/>
          <ac:spMkLst>
            <pc:docMk/>
            <pc:sldMk cId="0" sldId="256"/>
            <ac:spMk id="12" creationId="{00000000-0000-0000-0000-000000000000}"/>
          </ac:spMkLst>
        </pc:spChg>
        <pc:spChg chg="add del mod ord">
          <ac:chgData name="Yntema, Michiel SIBV-FR/P/R" userId="09241570-8f23-4256-be7e-a3c32bde0a3f" providerId="ADAL" clId="{D3F607C7-5341-416A-AE37-F2917009CA1C}" dt="2026-09-01T07:33:45.982" v="1119" actId="478"/>
          <ac:spMkLst>
            <pc:docMk/>
            <pc:sldMk cId="0" sldId="256"/>
            <ac:spMk id="13" creationId="{00000000-0000-0000-0000-000000000000}"/>
          </ac:spMkLst>
        </pc:spChg>
        <pc:spChg chg="del mod ord">
          <ac:chgData name="Yntema, Michiel SIBV-FR/P/R" userId="09241570-8f23-4256-be7e-a3c32bde0a3f" providerId="ADAL" clId="{D3F607C7-5341-416A-AE37-F2917009CA1C}" dt="2026-09-01T11:25:15.939" v="108124" actId="478"/>
          <ac:spMkLst>
            <pc:docMk/>
            <pc:sldMk cId="0" sldId="256"/>
            <ac:spMk id="14" creationId="{00000000-0000-0000-0000-000000000000}"/>
          </ac:spMkLst>
        </pc:spChg>
        <pc:spChg chg="del mod ord">
          <ac:chgData name="Yntema, Michiel SIBV-FR/P/R" userId="09241570-8f23-4256-be7e-a3c32bde0a3f" providerId="ADAL" clId="{D3F607C7-5341-416A-AE37-F2917009CA1C}" dt="2026-09-01T11:25:23.247" v="108125" actId="478"/>
          <ac:spMkLst>
            <pc:docMk/>
            <pc:sldMk cId="0" sldId="256"/>
            <ac:spMk id="15" creationId="{00000000-0000-0000-0000-000000000000}"/>
          </ac:spMkLst>
        </pc:spChg>
        <pc:spChg chg="del mod ord">
          <ac:chgData name="Yntema, Michiel SIBV-FR/P/R" userId="09241570-8f23-4256-be7e-a3c32bde0a3f" providerId="ADAL" clId="{D3F607C7-5341-416A-AE37-F2917009CA1C}" dt="2026-09-01T08:34:07.298" v="26894" actId="478"/>
          <ac:spMkLst>
            <pc:docMk/>
            <pc:sldMk cId="0" sldId="256"/>
            <ac:spMk id="16" creationId="{00000000-0000-0000-0000-000000000000}"/>
          </ac:spMkLst>
        </pc:spChg>
        <pc:spChg chg="del mod ord">
          <ac:chgData name="Yntema, Michiel SIBV-FR/P/R" userId="09241570-8f23-4256-be7e-a3c32bde0a3f" providerId="ADAL" clId="{D3F607C7-5341-416A-AE37-F2917009CA1C}" dt="2026-09-01T11:25:25.133" v="108127" actId="478"/>
          <ac:spMkLst>
            <pc:docMk/>
            <pc:sldMk cId="0" sldId="256"/>
            <ac:spMk id="17" creationId="{00000000-0000-0000-0000-000000000000}"/>
          </ac:spMkLst>
        </pc:spChg>
        <pc:spChg chg="del mod ord">
          <ac:chgData name="Yntema, Michiel SIBV-FR/P/R" userId="09241570-8f23-4256-be7e-a3c32bde0a3f" providerId="ADAL" clId="{D3F607C7-5341-416A-AE37-F2917009CA1C}" dt="2026-09-01T11:25:24.516" v="108126" actId="478"/>
          <ac:spMkLst>
            <pc:docMk/>
            <pc:sldMk cId="0" sldId="256"/>
            <ac:spMk id="18" creationId="{00000000-0000-0000-0000-000000000000}"/>
          </ac:spMkLst>
        </pc:spChg>
        <pc:spChg chg="del mod ord">
          <ac:chgData name="Yntema, Michiel SIBV-FR/P/R" userId="09241570-8f23-4256-be7e-a3c32bde0a3f" providerId="ADAL" clId="{D3F607C7-5341-416A-AE37-F2917009CA1C}" dt="2026-09-01T11:25:14.923" v="108123" actId="478"/>
          <ac:spMkLst>
            <pc:docMk/>
            <pc:sldMk cId="0" sldId="256"/>
            <ac:spMk id="19" creationId="{00000000-0000-0000-0000-000000000000}"/>
          </ac:spMkLst>
        </pc:spChg>
        <pc:spChg chg="del mod">
          <ac:chgData name="Yntema, Michiel SIBV-FR/P/R" userId="09241570-8f23-4256-be7e-a3c32bde0a3f" providerId="ADAL" clId="{D3F607C7-5341-416A-AE37-F2917009CA1C}" dt="2026-09-01T07:29:53.243" v="568" actId="47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Yntema, Michiel SIBV-FR/P/R" userId="09241570-8f23-4256-be7e-a3c32bde0a3f" providerId="ADAL" clId="{D3F607C7-5341-416A-AE37-F2917009CA1C}" dt="2026-09-01T07:29:16.793" v="551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Yntema, Michiel SIBV-FR/P/R" userId="09241570-8f23-4256-be7e-a3c32bde0a3f" providerId="ADAL" clId="{D3F607C7-5341-416A-AE37-F2917009CA1C}" dt="2026-09-01T07:29:18.633" v="552" actId="478"/>
          <ac:spMkLst>
            <pc:docMk/>
            <pc:sldMk cId="0" sldId="256"/>
            <ac:spMk id="22" creationId="{00000000-0000-0000-0000-000000000000}"/>
          </ac:spMkLst>
        </pc:spChg>
        <pc:spChg chg="del mod">
          <ac:chgData name="Yntema, Michiel SIBV-FR/P/R" userId="09241570-8f23-4256-be7e-a3c32bde0a3f" providerId="ADAL" clId="{D3F607C7-5341-416A-AE37-F2917009CA1C}" dt="2026-09-01T11:20:19.269" v="106972" actId="478"/>
          <ac:spMkLst>
            <pc:docMk/>
            <pc:sldMk cId="0" sldId="256"/>
            <ac:spMk id="23" creationId="{4562342B-1167-A20B-CE17-7DE2EB176A69}"/>
          </ac:spMkLst>
        </pc:spChg>
        <pc:spChg chg="del mod">
          <ac:chgData name="Yntema, Michiel SIBV-FR/P/R" userId="09241570-8f23-4256-be7e-a3c32bde0a3f" providerId="ADAL" clId="{D3F607C7-5341-416A-AE37-F2917009CA1C}" dt="2026-09-01T11:20:17.272" v="106971" actId="478"/>
          <ac:spMkLst>
            <pc:docMk/>
            <pc:sldMk cId="0" sldId="256"/>
            <ac:spMk id="25" creationId="{91566EF8-422F-93A5-EC03-F613748672F0}"/>
          </ac:spMkLst>
        </pc:spChg>
        <pc:spChg chg="add mod">
          <ac:chgData name="Yntema, Michiel SIBV-FR/P/R" userId="09241570-8f23-4256-be7e-a3c32bde0a3f" providerId="ADAL" clId="{D3F607C7-5341-416A-AE37-F2917009CA1C}" dt="2026-09-01T07:30:59.101" v="581" actId="404"/>
          <ac:spMkLst>
            <pc:docMk/>
            <pc:sldMk cId="0" sldId="256"/>
            <ac:spMk id="30" creationId="{C2067A58-4344-74A1-8F54-B0F55106EAF1}"/>
          </ac:spMkLst>
        </pc:spChg>
        <pc:spChg chg="add mod">
          <ac:chgData name="Yntema, Michiel SIBV-FR/P/R" userId="09241570-8f23-4256-be7e-a3c32bde0a3f" providerId="ADAL" clId="{D3F607C7-5341-416A-AE37-F2917009CA1C}" dt="2026-09-01T07:30:59.101" v="581" actId="404"/>
          <ac:spMkLst>
            <pc:docMk/>
            <pc:sldMk cId="0" sldId="256"/>
            <ac:spMk id="35" creationId="{899C67F5-E07F-F296-9CF9-BDDD255C0215}"/>
          </ac:spMkLst>
        </pc:spChg>
        <pc:spChg chg="add mod">
          <ac:chgData name="Yntema, Michiel SIBV-FR/P/R" userId="09241570-8f23-4256-be7e-a3c32bde0a3f" providerId="ADAL" clId="{D3F607C7-5341-416A-AE37-F2917009CA1C}" dt="2026-09-01T07:30:59.101" v="581" actId="404"/>
          <ac:spMkLst>
            <pc:docMk/>
            <pc:sldMk cId="0" sldId="256"/>
            <ac:spMk id="37" creationId="{AECE1B26-3FCF-2DA6-8C2B-8E101881CEBD}"/>
          </ac:spMkLst>
        </pc:spChg>
        <pc:spChg chg="add mod">
          <ac:chgData name="Yntema, Michiel SIBV-FR/P/R" userId="09241570-8f23-4256-be7e-a3c32bde0a3f" providerId="ADAL" clId="{D3F607C7-5341-416A-AE37-F2917009CA1C}" dt="2026-09-01T07:30:59.101" v="581" actId="404"/>
          <ac:spMkLst>
            <pc:docMk/>
            <pc:sldMk cId="0" sldId="256"/>
            <ac:spMk id="40" creationId="{23E1DE31-41A5-AF2C-C48D-47FF85AB89BF}"/>
          </ac:spMkLst>
        </pc:spChg>
        <pc:spChg chg="add mod">
          <ac:chgData name="Yntema, Michiel SIBV-FR/P/R" userId="09241570-8f23-4256-be7e-a3c32bde0a3f" providerId="ADAL" clId="{D3F607C7-5341-416A-AE37-F2917009CA1C}" dt="2026-09-01T07:30:59.101" v="581" actId="404"/>
          <ac:spMkLst>
            <pc:docMk/>
            <pc:sldMk cId="0" sldId="256"/>
            <ac:spMk id="43" creationId="{99773F19-B3EE-6352-3A22-8FFA719AA2F3}"/>
          </ac:spMkLst>
        </pc:spChg>
        <pc:spChg chg="add mod">
          <ac:chgData name="Yntema, Michiel SIBV-FR/P/R" userId="09241570-8f23-4256-be7e-a3c32bde0a3f" providerId="ADAL" clId="{D3F607C7-5341-416A-AE37-F2917009CA1C}" dt="2026-09-01T07:30:59.101" v="581" actId="404"/>
          <ac:spMkLst>
            <pc:docMk/>
            <pc:sldMk cId="0" sldId="256"/>
            <ac:spMk id="44" creationId="{F8494407-864A-88C2-A274-43A83DB541B5}"/>
          </ac:spMkLst>
        </pc:spChg>
        <pc:spChg chg="add mod">
          <ac:chgData name="Yntema, Michiel SIBV-FR/P/R" userId="09241570-8f23-4256-be7e-a3c32bde0a3f" providerId="ADAL" clId="{D3F607C7-5341-416A-AE37-F2917009CA1C}" dt="2026-09-01T07:30:59.101" v="581" actId="404"/>
          <ac:spMkLst>
            <pc:docMk/>
            <pc:sldMk cId="0" sldId="256"/>
            <ac:spMk id="45" creationId="{267061C0-6372-4075-9EC8-368188191BA4}"/>
          </ac:spMkLst>
        </pc:spChg>
        <pc:spChg chg="mod">
          <ac:chgData name="Yntema, Michiel SIBV-FR/P/R" userId="09241570-8f23-4256-be7e-a3c32bde0a3f" providerId="ADAL" clId="{D3F607C7-5341-416A-AE37-F2917009CA1C}" dt="2026-09-01T07:02:16.845" v="336" actId="164"/>
          <ac:spMkLst>
            <pc:docMk/>
            <pc:sldMk cId="0" sldId="256"/>
            <ac:spMk id="48" creationId="{03B08E41-5302-F392-71C5-25228511607C}"/>
          </ac:spMkLst>
        </pc:spChg>
        <pc:spChg chg="mod">
          <ac:chgData name="Yntema, Michiel SIBV-FR/P/R" userId="09241570-8f23-4256-be7e-a3c32bde0a3f" providerId="ADAL" clId="{D3F607C7-5341-416A-AE37-F2917009CA1C}" dt="2026-09-01T07:03:54.974" v="379" actId="207"/>
          <ac:spMkLst>
            <pc:docMk/>
            <pc:sldMk cId="0" sldId="256"/>
            <ac:spMk id="50" creationId="{C36F8B34-ED23-74C1-79BD-C7BD46DC6F62}"/>
          </ac:spMkLst>
        </pc:spChg>
        <pc:spChg chg="add mod">
          <ac:chgData name="Yntema, Michiel SIBV-FR/P/R" userId="09241570-8f23-4256-be7e-a3c32bde0a3f" providerId="ADAL" clId="{D3F607C7-5341-416A-AE37-F2917009CA1C}" dt="2026-09-01T07:30:59.101" v="581" actId="404"/>
          <ac:spMkLst>
            <pc:docMk/>
            <pc:sldMk cId="0" sldId="256"/>
            <ac:spMk id="53" creationId="{16C6853A-7120-B5BA-6C5C-00969963B9CA}"/>
          </ac:spMkLst>
        </pc:spChg>
        <pc:spChg chg="add mod">
          <ac:chgData name="Yntema, Michiel SIBV-FR/P/R" userId="09241570-8f23-4256-be7e-a3c32bde0a3f" providerId="ADAL" clId="{D3F607C7-5341-416A-AE37-F2917009CA1C}" dt="2026-09-01T07:30:59.101" v="581" actId="404"/>
          <ac:spMkLst>
            <pc:docMk/>
            <pc:sldMk cId="0" sldId="256"/>
            <ac:spMk id="57" creationId="{AC99C3F3-7B53-B9FD-D378-ADCF2C3483B8}"/>
          </ac:spMkLst>
        </pc:spChg>
        <pc:spChg chg="mod ord">
          <ac:chgData name="Yntema, Michiel SIBV-FR/P/R" userId="09241570-8f23-4256-be7e-a3c32bde0a3f" providerId="ADAL" clId="{D3F607C7-5341-416A-AE37-F2917009CA1C}" dt="2026-09-01T11:47:13.514" v="149811"/>
          <ac:spMkLst>
            <pc:docMk/>
            <pc:sldMk cId="0" sldId="256"/>
            <ac:spMk id="67" creationId="{7998788C-A99F-AB8A-F6D2-9DD22063BF04}"/>
          </ac:spMkLst>
        </pc:spChg>
        <pc:spChg chg="del mod">
          <ac:chgData name="Yntema, Michiel SIBV-FR/P/R" userId="09241570-8f23-4256-be7e-a3c32bde0a3f" providerId="ADAL" clId="{D3F607C7-5341-416A-AE37-F2917009CA1C}" dt="2026-09-01T07:33:44.248" v="1118" actId="478"/>
          <ac:spMkLst>
            <pc:docMk/>
            <pc:sldMk cId="0" sldId="256"/>
            <ac:spMk id="69" creationId="{A1B34AF1-26C8-344F-83E6-2655F8150E8F}"/>
          </ac:spMkLst>
        </pc:spChg>
        <pc:spChg chg="mod">
          <ac:chgData name="Yntema, Michiel SIBV-FR/P/R" userId="09241570-8f23-4256-be7e-a3c32bde0a3f" providerId="ADAL" clId="{D3F607C7-5341-416A-AE37-F2917009CA1C}" dt="2026-09-01T07:38:44.964" v="2377"/>
          <ac:spMkLst>
            <pc:docMk/>
            <pc:sldMk cId="0" sldId="256"/>
            <ac:spMk id="70" creationId="{3BA7B65A-15A6-9C81-F3CD-9993036AFCED}"/>
          </ac:spMkLst>
        </pc:spChg>
        <pc:spChg chg="mod">
          <ac:chgData name="Yntema, Michiel SIBV-FR/P/R" userId="09241570-8f23-4256-be7e-a3c32bde0a3f" providerId="ADAL" clId="{D3F607C7-5341-416A-AE37-F2917009CA1C}" dt="2026-09-01T07:46:09.424" v="11377" actId="6549"/>
          <ac:spMkLst>
            <pc:docMk/>
            <pc:sldMk cId="0" sldId="256"/>
            <ac:spMk id="71" creationId="{E2DCA6A9-AE69-CD4B-E5AB-DC3D86714994}"/>
          </ac:spMkLst>
        </pc:spChg>
        <pc:spChg chg="del mod ord">
          <ac:chgData name="Yntema, Michiel SIBV-FR/P/R" userId="09241570-8f23-4256-be7e-a3c32bde0a3f" providerId="ADAL" clId="{D3F607C7-5341-416A-AE37-F2917009CA1C}" dt="2026-09-01T07:33:47.044" v="1120" actId="478"/>
          <ac:spMkLst>
            <pc:docMk/>
            <pc:sldMk cId="0" sldId="256"/>
            <ac:spMk id="72" creationId="{84FE37CF-C020-609C-CA2C-BEE477A4B512}"/>
          </ac:spMkLst>
        </pc:spChg>
        <pc:spChg chg="add mod ord">
          <ac:chgData name="Yntema, Michiel SIBV-FR/P/R" userId="09241570-8f23-4256-be7e-a3c32bde0a3f" providerId="ADAL" clId="{D3F607C7-5341-416A-AE37-F2917009CA1C}" dt="2026-09-01T11:47:13.515" v="149813"/>
          <ac:spMkLst>
            <pc:docMk/>
            <pc:sldMk cId="0" sldId="256"/>
            <ac:spMk id="73" creationId="{74B5F3AA-52EC-EF57-A530-02EE721F09F0}"/>
          </ac:spMkLst>
        </pc:spChg>
        <pc:spChg chg="mod ord">
          <ac:chgData name="Yntema, Michiel SIBV-FR/P/R" userId="09241570-8f23-4256-be7e-a3c32bde0a3f" providerId="ADAL" clId="{D3F607C7-5341-416A-AE37-F2917009CA1C}" dt="2026-09-01T11:47:13.515" v="149815"/>
          <ac:spMkLst>
            <pc:docMk/>
            <pc:sldMk cId="0" sldId="256"/>
            <ac:spMk id="74" creationId="{06F9A5AB-6D75-BDA0-5A74-4024E1872E4E}"/>
          </ac:spMkLst>
        </pc:spChg>
        <pc:spChg chg="add mod">
          <ac:chgData name="Yntema, Michiel SIBV-FR/P/R" userId="09241570-8f23-4256-be7e-a3c32bde0a3f" providerId="ADAL" clId="{D3F607C7-5341-416A-AE37-F2917009CA1C}" dt="2026-09-01T11:47:13.516" v="149818"/>
          <ac:spMkLst>
            <pc:docMk/>
            <pc:sldMk cId="0" sldId="256"/>
            <ac:spMk id="76" creationId="{1211D36C-F606-077F-0F35-07F99E486EC6}"/>
          </ac:spMkLst>
        </pc:spChg>
        <pc:spChg chg="mod">
          <ac:chgData name="Yntema, Michiel SIBV-FR/P/R" userId="09241570-8f23-4256-be7e-a3c32bde0a3f" providerId="ADAL" clId="{D3F607C7-5341-416A-AE37-F2917009CA1C}" dt="2026-09-01T11:47:13.516" v="149819"/>
          <ac:spMkLst>
            <pc:docMk/>
            <pc:sldMk cId="0" sldId="256"/>
            <ac:spMk id="77" creationId="{6B0116FC-1A36-7A32-2C6B-8DCA74470A7B}"/>
          </ac:spMkLst>
        </pc:spChg>
        <pc:spChg chg="mod">
          <ac:chgData name="Yntema, Michiel SIBV-FR/P/R" userId="09241570-8f23-4256-be7e-a3c32bde0a3f" providerId="ADAL" clId="{D3F607C7-5341-416A-AE37-F2917009CA1C}" dt="2026-09-01T11:47:13.517" v="149820"/>
          <ac:spMkLst>
            <pc:docMk/>
            <pc:sldMk cId="0" sldId="256"/>
            <ac:spMk id="78" creationId="{777ECF99-EDBD-04F2-556C-87E50B8BAD9C}"/>
          </ac:spMkLst>
        </pc:spChg>
        <pc:spChg chg="mod">
          <ac:chgData name="Yntema, Michiel SIBV-FR/P/R" userId="09241570-8f23-4256-be7e-a3c32bde0a3f" providerId="ADAL" clId="{D3F607C7-5341-416A-AE37-F2917009CA1C}" dt="2026-09-01T11:47:13.517" v="149821"/>
          <ac:spMkLst>
            <pc:docMk/>
            <pc:sldMk cId="0" sldId="256"/>
            <ac:spMk id="79" creationId="{DF5123B9-38C1-AC00-C95D-C6DCDDC4FD21}"/>
          </ac:spMkLst>
        </pc:spChg>
        <pc:spChg chg="add mod ord">
          <ac:chgData name="Yntema, Michiel SIBV-FR/P/R" userId="09241570-8f23-4256-be7e-a3c32bde0a3f" providerId="ADAL" clId="{D3F607C7-5341-416A-AE37-F2917009CA1C}" dt="2026-09-01T11:47:13.544" v="149975"/>
          <ac:spMkLst>
            <pc:docMk/>
            <pc:sldMk cId="0" sldId="256"/>
            <ac:spMk id="80" creationId="{C026DE20-0FDB-81B0-BFF6-739635527A03}"/>
          </ac:spMkLst>
        </pc:spChg>
        <pc:spChg chg="mod ord">
          <ac:chgData name="Yntema, Michiel SIBV-FR/P/R" userId="09241570-8f23-4256-be7e-a3c32bde0a3f" providerId="ADAL" clId="{D3F607C7-5341-416A-AE37-F2917009CA1C}" dt="2026-09-01T11:48:01.803" v="150796" actId="1076"/>
          <ac:spMkLst>
            <pc:docMk/>
            <pc:sldMk cId="0" sldId="256"/>
            <ac:spMk id="82" creationId="{EE5BDF5A-62FC-8E14-3676-2CB725098D20}"/>
          </ac:spMkLst>
        </pc:spChg>
        <pc:spChg chg="add mod ord">
          <ac:chgData name="Yntema, Michiel SIBV-FR/P/R" userId="09241570-8f23-4256-be7e-a3c32bde0a3f" providerId="ADAL" clId="{D3F607C7-5341-416A-AE37-F2917009CA1C}" dt="2026-09-01T11:47:13.518" v="149825"/>
          <ac:spMkLst>
            <pc:docMk/>
            <pc:sldMk cId="0" sldId="256"/>
            <ac:spMk id="84" creationId="{FB3F87A7-3B6B-8BB3-CC84-1A0E1C27782A}"/>
          </ac:spMkLst>
        </pc:spChg>
        <pc:spChg chg="add mod ord">
          <ac:chgData name="Yntema, Michiel SIBV-FR/P/R" userId="09241570-8f23-4256-be7e-a3c32bde0a3f" providerId="ADAL" clId="{D3F607C7-5341-416A-AE37-F2917009CA1C}" dt="2026-09-01T11:47:13.518" v="149827"/>
          <ac:spMkLst>
            <pc:docMk/>
            <pc:sldMk cId="0" sldId="256"/>
            <ac:spMk id="85" creationId="{62725AC0-A668-F741-514D-37E4EF1FF81F}"/>
          </ac:spMkLst>
        </pc:spChg>
        <pc:spChg chg="mod ord">
          <ac:chgData name="Yntema, Michiel SIBV-FR/P/R" userId="09241570-8f23-4256-be7e-a3c32bde0a3f" providerId="ADAL" clId="{D3F607C7-5341-416A-AE37-F2917009CA1C}" dt="2026-09-01T11:47:13.544" v="149979"/>
          <ac:spMkLst>
            <pc:docMk/>
            <pc:sldMk cId="0" sldId="256"/>
            <ac:spMk id="86" creationId="{114E2068-2AB4-1CFD-4C54-76C0F9F01EEE}"/>
          </ac:spMkLst>
        </pc:spChg>
        <pc:spChg chg="mod ord">
          <ac:chgData name="Yntema, Michiel SIBV-FR/P/R" userId="09241570-8f23-4256-be7e-a3c32bde0a3f" providerId="ADAL" clId="{D3F607C7-5341-416A-AE37-F2917009CA1C}" dt="2026-09-01T11:47:13.545" v="149981"/>
          <ac:spMkLst>
            <pc:docMk/>
            <pc:sldMk cId="0" sldId="256"/>
            <ac:spMk id="87" creationId="{653EA977-ABC0-53B3-3B49-4CFC945A7D69}"/>
          </ac:spMkLst>
        </pc:spChg>
        <pc:spChg chg="mod ord">
          <ac:chgData name="Yntema, Michiel SIBV-FR/P/R" userId="09241570-8f23-4256-be7e-a3c32bde0a3f" providerId="ADAL" clId="{D3F607C7-5341-416A-AE37-F2917009CA1C}" dt="2026-09-01T11:47:13.545" v="149983"/>
          <ac:spMkLst>
            <pc:docMk/>
            <pc:sldMk cId="0" sldId="256"/>
            <ac:spMk id="88" creationId="{59D64BDC-75B8-1CC8-969D-750D505101AD}"/>
          </ac:spMkLst>
        </pc:spChg>
        <pc:spChg chg="del mod ord">
          <ac:chgData name="Yntema, Michiel SIBV-FR/P/R" userId="09241570-8f23-4256-be7e-a3c32bde0a3f" providerId="ADAL" clId="{D3F607C7-5341-416A-AE37-F2917009CA1C}" dt="2026-09-01T07:34:29.545" v="1687"/>
          <ac:spMkLst>
            <pc:docMk/>
            <pc:sldMk cId="0" sldId="256"/>
            <ac:spMk id="89" creationId="{A10560FB-1B8E-B370-EAC9-CE02F3704CCB}"/>
          </ac:spMkLst>
        </pc:spChg>
        <pc:spChg chg="del mod ord">
          <ac:chgData name="Yntema, Michiel SIBV-FR/P/R" userId="09241570-8f23-4256-be7e-a3c32bde0a3f" providerId="ADAL" clId="{D3F607C7-5341-416A-AE37-F2917009CA1C}" dt="2026-09-01T07:34:29.542" v="1681"/>
          <ac:spMkLst>
            <pc:docMk/>
            <pc:sldMk cId="0" sldId="256"/>
            <ac:spMk id="90" creationId="{CB4A7996-40FA-A1A5-C8A7-7299CE1D6591}"/>
          </ac:spMkLst>
        </pc:spChg>
        <pc:spChg chg="add del mod ord">
          <ac:chgData name="Yntema, Michiel SIBV-FR/P/R" userId="09241570-8f23-4256-be7e-a3c32bde0a3f" providerId="ADAL" clId="{D3F607C7-5341-416A-AE37-F2917009CA1C}" dt="2026-09-01T07:34:29.545" v="1685"/>
          <ac:spMkLst>
            <pc:docMk/>
            <pc:sldMk cId="0" sldId="256"/>
            <ac:spMk id="91" creationId="{2A797C83-5860-983E-A0CC-1E54E72E15B7}"/>
          </ac:spMkLst>
        </pc:spChg>
        <pc:spChg chg="add del mod">
          <ac:chgData name="Yntema, Michiel SIBV-FR/P/R" userId="09241570-8f23-4256-be7e-a3c32bde0a3f" providerId="ADAL" clId="{D3F607C7-5341-416A-AE37-F2917009CA1C}" dt="2026-09-01T07:34:29.549" v="1696"/>
          <ac:spMkLst>
            <pc:docMk/>
            <pc:sldMk cId="0" sldId="256"/>
            <ac:spMk id="96" creationId="{F1431494-5AFD-4C41-F043-415BB35AB176}"/>
          </ac:spMkLst>
        </pc:spChg>
        <pc:spChg chg="del mod">
          <ac:chgData name="Yntema, Michiel SIBV-FR/P/R" userId="09241570-8f23-4256-be7e-a3c32bde0a3f" providerId="ADAL" clId="{D3F607C7-5341-416A-AE37-F2917009CA1C}" dt="2026-09-01T07:34:29.548" v="1693"/>
          <ac:spMkLst>
            <pc:docMk/>
            <pc:sldMk cId="0" sldId="256"/>
            <ac:spMk id="97" creationId="{8EC19F8A-2A8A-2942-F5FF-BDF66B8B1027}"/>
          </ac:spMkLst>
        </pc:spChg>
        <pc:spChg chg="del mod">
          <ac:chgData name="Yntema, Michiel SIBV-FR/P/R" userId="09241570-8f23-4256-be7e-a3c32bde0a3f" providerId="ADAL" clId="{D3F607C7-5341-416A-AE37-F2917009CA1C}" dt="2026-09-01T07:34:29.547" v="1690"/>
          <ac:spMkLst>
            <pc:docMk/>
            <pc:sldMk cId="0" sldId="256"/>
            <ac:spMk id="98" creationId="{2F3760B7-B2EF-B2B2-FCD3-75254E75E81F}"/>
          </ac:spMkLst>
        </pc:spChg>
        <pc:spChg chg="del mod ord">
          <ac:chgData name="Yntema, Michiel SIBV-FR/P/R" userId="09241570-8f23-4256-be7e-a3c32bde0a3f" providerId="ADAL" clId="{D3F607C7-5341-416A-AE37-F2917009CA1C}" dt="2026-09-01T07:34:29.544" v="1683"/>
          <ac:spMkLst>
            <pc:docMk/>
            <pc:sldMk cId="0" sldId="256"/>
            <ac:spMk id="99" creationId="{C77B4AB6-FD9E-F3D2-B988-251BD9CEE650}"/>
          </ac:spMkLst>
        </pc:spChg>
        <pc:spChg chg="add mod ord">
          <ac:chgData name="Yntema, Michiel SIBV-FR/P/R" userId="09241570-8f23-4256-be7e-a3c32bde0a3f" providerId="ADAL" clId="{D3F607C7-5341-416A-AE37-F2917009CA1C}" dt="2026-09-01T11:47:52.453" v="150794" actId="1076"/>
          <ac:spMkLst>
            <pc:docMk/>
            <pc:sldMk cId="0" sldId="256"/>
            <ac:spMk id="100" creationId="{3E7001DD-38E4-1B12-4961-906E9F3592A9}"/>
          </ac:spMkLst>
        </pc:spChg>
        <pc:spChg chg="add del mod modVis">
          <ac:chgData name="Yntema, Michiel SIBV-FR/P/R" userId="09241570-8f23-4256-be7e-a3c32bde0a3f" providerId="ADAL" clId="{D3F607C7-5341-416A-AE37-F2917009CA1C}" dt="2026-09-01T07:31:54.915" v="1073"/>
          <ac:spMkLst>
            <pc:docMk/>
            <pc:sldMk cId="0" sldId="256"/>
            <ac:spMk id="101" creationId="{0F26E245-FDAE-E01E-9050-5DBFE9A3A691}"/>
          </ac:spMkLst>
        </pc:spChg>
        <pc:spChg chg="add del mod ord">
          <ac:chgData name="Yntema, Michiel SIBV-FR/P/R" userId="09241570-8f23-4256-be7e-a3c32bde0a3f" providerId="ADAL" clId="{D3F607C7-5341-416A-AE37-F2917009CA1C}" dt="2026-09-01T08:37:24.468" v="46512" actId="478"/>
          <ac:spMkLst>
            <pc:docMk/>
            <pc:sldMk cId="0" sldId="256"/>
            <ac:spMk id="105" creationId="{D63EEB7C-89FB-2D0B-B7C8-771CBF82DB27}"/>
          </ac:spMkLst>
        </pc:spChg>
        <pc:spChg chg="add del mod ord">
          <ac:chgData name="Yntema, Michiel SIBV-FR/P/R" userId="09241570-8f23-4256-be7e-a3c32bde0a3f" providerId="ADAL" clId="{D3F607C7-5341-416A-AE37-F2917009CA1C}" dt="2026-09-01T08:37:22.182" v="46511" actId="478"/>
          <ac:spMkLst>
            <pc:docMk/>
            <pc:sldMk cId="0" sldId="256"/>
            <ac:spMk id="106" creationId="{1CBC13E7-6FFA-F28B-C98E-5E3D0C1F7F9D}"/>
          </ac:spMkLst>
        </pc:spChg>
        <pc:spChg chg="mod">
          <ac:chgData name="Yntema, Michiel SIBV-FR/P/R" userId="09241570-8f23-4256-be7e-a3c32bde0a3f" providerId="ADAL" clId="{D3F607C7-5341-416A-AE37-F2917009CA1C}" dt="2026-09-01T07:38:45.026" v="2458"/>
          <ac:spMkLst>
            <pc:docMk/>
            <pc:sldMk cId="0" sldId="256"/>
            <ac:spMk id="108" creationId="{1E514A03-7423-5BF3-05D4-8427BA9C57F3}"/>
          </ac:spMkLst>
        </pc:spChg>
        <pc:spChg chg="mod">
          <ac:chgData name="Yntema, Michiel SIBV-FR/P/R" userId="09241570-8f23-4256-be7e-a3c32bde0a3f" providerId="ADAL" clId="{D3F607C7-5341-416A-AE37-F2917009CA1C}" dt="2026-09-01T07:38:45.026" v="2458"/>
          <ac:spMkLst>
            <pc:docMk/>
            <pc:sldMk cId="0" sldId="256"/>
            <ac:spMk id="109" creationId="{0E10D0FE-4714-BC94-AFF7-11288D28BB90}"/>
          </ac:spMkLst>
        </pc:spChg>
        <pc:spChg chg="mod ord">
          <ac:chgData name="Yntema, Michiel SIBV-FR/P/R" userId="09241570-8f23-4256-be7e-a3c32bde0a3f" providerId="ADAL" clId="{D3F607C7-5341-416A-AE37-F2917009CA1C}" dt="2026-09-01T11:47:13.508" v="149777"/>
          <ac:spMkLst>
            <pc:docMk/>
            <pc:sldMk cId="0" sldId="256"/>
            <ac:spMk id="110" creationId="{04954445-CDC9-3449-8EF0-825CC6E0435C}"/>
          </ac:spMkLst>
        </pc:spChg>
        <pc:spChg chg="add mod ord">
          <ac:chgData name="Yntema, Michiel SIBV-FR/P/R" userId="09241570-8f23-4256-be7e-a3c32bde0a3f" providerId="ADAL" clId="{D3F607C7-5341-416A-AE37-F2917009CA1C}" dt="2026-09-01T11:47:13.518" v="149831"/>
          <ac:spMkLst>
            <pc:docMk/>
            <pc:sldMk cId="0" sldId="256"/>
            <ac:spMk id="111" creationId="{9757DDF2-FA62-D19C-187D-83D6E1177774}"/>
          </ac:spMkLst>
        </pc:spChg>
        <pc:spChg chg="mod ord">
          <ac:chgData name="Yntema, Michiel SIBV-FR/P/R" userId="09241570-8f23-4256-be7e-a3c32bde0a3f" providerId="ADAL" clId="{D3F607C7-5341-416A-AE37-F2917009CA1C}" dt="2026-09-01T11:47:13.519" v="149833"/>
          <ac:spMkLst>
            <pc:docMk/>
            <pc:sldMk cId="0" sldId="256"/>
            <ac:spMk id="112" creationId="{5309B26F-0DF9-3D74-AC51-17B124DC12EF}"/>
          </ac:spMkLst>
        </pc:spChg>
        <pc:spChg chg="mod">
          <ac:chgData name="Yntema, Michiel SIBV-FR/P/R" userId="09241570-8f23-4256-be7e-a3c32bde0a3f" providerId="ADAL" clId="{D3F607C7-5341-416A-AE37-F2917009CA1C}" dt="2026-09-01T11:47:13.519" v="149836"/>
          <ac:spMkLst>
            <pc:docMk/>
            <pc:sldMk cId="0" sldId="256"/>
            <ac:spMk id="114" creationId="{D1CF9CF5-563C-9F1B-72EE-09CE61892F9D}"/>
          </ac:spMkLst>
        </pc:spChg>
        <pc:spChg chg="add mod">
          <ac:chgData name="Yntema, Michiel SIBV-FR/P/R" userId="09241570-8f23-4256-be7e-a3c32bde0a3f" providerId="ADAL" clId="{D3F607C7-5341-416A-AE37-F2917009CA1C}" dt="2026-09-01T11:47:13.520" v="149837"/>
          <ac:spMkLst>
            <pc:docMk/>
            <pc:sldMk cId="0" sldId="256"/>
            <ac:spMk id="115" creationId="{915D6458-0664-D2B4-5EAD-62E06EE93D7A}"/>
          </ac:spMkLst>
        </pc:spChg>
        <pc:spChg chg="add mod">
          <ac:chgData name="Yntema, Michiel SIBV-FR/P/R" userId="09241570-8f23-4256-be7e-a3c32bde0a3f" providerId="ADAL" clId="{D3F607C7-5341-416A-AE37-F2917009CA1C}" dt="2026-09-01T11:47:13.520" v="149838"/>
          <ac:spMkLst>
            <pc:docMk/>
            <pc:sldMk cId="0" sldId="256"/>
            <ac:spMk id="116" creationId="{13C1F77F-FABD-E391-E02B-CF4164484241}"/>
          </ac:spMkLst>
        </pc:spChg>
        <pc:spChg chg="mod">
          <ac:chgData name="Yntema, Michiel SIBV-FR/P/R" userId="09241570-8f23-4256-be7e-a3c32bde0a3f" providerId="ADAL" clId="{D3F607C7-5341-416A-AE37-F2917009CA1C}" dt="2026-09-01T11:47:13.520" v="149839"/>
          <ac:spMkLst>
            <pc:docMk/>
            <pc:sldMk cId="0" sldId="256"/>
            <ac:spMk id="117" creationId="{1992FD44-7A6F-782E-597E-BFE53A8F39FA}"/>
          </ac:spMkLst>
        </pc:spChg>
        <pc:spChg chg="mod">
          <ac:chgData name="Yntema, Michiel SIBV-FR/P/R" userId="09241570-8f23-4256-be7e-a3c32bde0a3f" providerId="ADAL" clId="{D3F607C7-5341-416A-AE37-F2917009CA1C}" dt="2026-09-01T11:47:13.521" v="149840"/>
          <ac:spMkLst>
            <pc:docMk/>
            <pc:sldMk cId="0" sldId="256"/>
            <ac:spMk id="118" creationId="{7DA70E5C-98E9-2504-CBD1-3A5DEBDE5430}"/>
          </ac:spMkLst>
        </pc:spChg>
        <pc:spChg chg="add mod ord">
          <ac:chgData name="Yntema, Michiel SIBV-FR/P/R" userId="09241570-8f23-4256-be7e-a3c32bde0a3f" providerId="ADAL" clId="{D3F607C7-5341-416A-AE37-F2917009CA1C}" dt="2026-09-01T11:47:13.521" v="149842"/>
          <ac:spMkLst>
            <pc:docMk/>
            <pc:sldMk cId="0" sldId="256"/>
            <ac:spMk id="119" creationId="{CAEE11FA-DD6D-5BD2-5F61-41B1056966CC}"/>
          </ac:spMkLst>
        </pc:spChg>
        <pc:spChg chg="add mod ord">
          <ac:chgData name="Yntema, Michiel SIBV-FR/P/R" userId="09241570-8f23-4256-be7e-a3c32bde0a3f" providerId="ADAL" clId="{D3F607C7-5341-416A-AE37-F2917009CA1C}" dt="2026-09-01T11:47:13.521" v="149844"/>
          <ac:spMkLst>
            <pc:docMk/>
            <pc:sldMk cId="0" sldId="256"/>
            <ac:spMk id="120" creationId="{92D7E8CE-EC43-03FF-B955-4C1EFBDF4B0F}"/>
          </ac:spMkLst>
        </pc:spChg>
        <pc:spChg chg="add mod ord">
          <ac:chgData name="Yntema, Michiel SIBV-FR/P/R" userId="09241570-8f23-4256-be7e-a3c32bde0a3f" providerId="ADAL" clId="{D3F607C7-5341-416A-AE37-F2917009CA1C}" dt="2026-09-01T11:47:13.521" v="149846"/>
          <ac:spMkLst>
            <pc:docMk/>
            <pc:sldMk cId="0" sldId="256"/>
            <ac:spMk id="121" creationId="{FD02B89C-6EC0-C139-2226-AAEBBF3B03C4}"/>
          </ac:spMkLst>
        </pc:spChg>
        <pc:spChg chg="add mod ord">
          <ac:chgData name="Yntema, Michiel SIBV-FR/P/R" userId="09241570-8f23-4256-be7e-a3c32bde0a3f" providerId="ADAL" clId="{D3F607C7-5341-416A-AE37-F2917009CA1C}" dt="2026-09-01T11:47:13.522" v="149850"/>
          <ac:spMkLst>
            <pc:docMk/>
            <pc:sldMk cId="0" sldId="256"/>
            <ac:spMk id="123" creationId="{9BA02E67-2BB2-83F9-C5E0-EE596C0A0ED2}"/>
          </ac:spMkLst>
        </pc:spChg>
        <pc:spChg chg="add mod ord">
          <ac:chgData name="Yntema, Michiel SIBV-FR/P/R" userId="09241570-8f23-4256-be7e-a3c32bde0a3f" providerId="ADAL" clId="{D3F607C7-5341-416A-AE37-F2917009CA1C}" dt="2026-09-01T11:47:13.522" v="149852"/>
          <ac:spMkLst>
            <pc:docMk/>
            <pc:sldMk cId="0" sldId="256"/>
            <ac:spMk id="124" creationId="{DFA2D09F-932B-E59F-BEAB-B3EB3B97B44A}"/>
          </ac:spMkLst>
        </pc:spChg>
        <pc:spChg chg="mod ord">
          <ac:chgData name="Yntema, Michiel SIBV-FR/P/R" userId="09241570-8f23-4256-be7e-a3c32bde0a3f" providerId="ADAL" clId="{D3F607C7-5341-416A-AE37-F2917009CA1C}" dt="2026-09-01T11:47:13.523" v="149854"/>
          <ac:spMkLst>
            <pc:docMk/>
            <pc:sldMk cId="0" sldId="256"/>
            <ac:spMk id="125" creationId="{3B242628-E907-3985-107D-95B494591937}"/>
          </ac:spMkLst>
        </pc:spChg>
        <pc:spChg chg="add mod ord">
          <ac:chgData name="Yntema, Michiel SIBV-FR/P/R" userId="09241570-8f23-4256-be7e-a3c32bde0a3f" providerId="ADAL" clId="{D3F607C7-5341-416A-AE37-F2917009CA1C}" dt="2026-09-01T11:47:13.523" v="149856"/>
          <ac:spMkLst>
            <pc:docMk/>
            <pc:sldMk cId="0" sldId="256"/>
            <ac:spMk id="126" creationId="{E1B9F844-5EDA-C73C-D840-F78807FE9D62}"/>
          </ac:spMkLst>
        </pc:spChg>
        <pc:spChg chg="add del mod modVis">
          <ac:chgData name="Yntema, Michiel SIBV-FR/P/R" userId="09241570-8f23-4256-be7e-a3c32bde0a3f" providerId="ADAL" clId="{D3F607C7-5341-416A-AE37-F2917009CA1C}" dt="2026-09-01T07:33:51.447" v="1462"/>
          <ac:spMkLst>
            <pc:docMk/>
            <pc:sldMk cId="0" sldId="256"/>
            <ac:spMk id="127" creationId="{EC0AF8B0-D74D-9DE5-EA04-7E09A5B3C55C}"/>
          </ac:spMkLst>
        </pc:spChg>
        <pc:spChg chg="del mod ord topLvl">
          <ac:chgData name="Yntema, Michiel SIBV-FR/P/R" userId="09241570-8f23-4256-be7e-a3c32bde0a3f" providerId="ADAL" clId="{D3F607C7-5341-416A-AE37-F2917009CA1C}" dt="2026-09-01T08:33:32.106" v="26866" actId="478"/>
          <ac:spMkLst>
            <pc:docMk/>
            <pc:sldMk cId="0" sldId="256"/>
            <ac:spMk id="137" creationId="{DC20706F-B72C-3010-993C-897A33F5F5E5}"/>
          </ac:spMkLst>
        </pc:spChg>
        <pc:spChg chg="add del mod topLvl">
          <ac:chgData name="Yntema, Michiel SIBV-FR/P/R" userId="09241570-8f23-4256-be7e-a3c32bde0a3f" providerId="ADAL" clId="{D3F607C7-5341-416A-AE37-F2917009CA1C}" dt="2026-09-01T08:00:18.369" v="21480" actId="478"/>
          <ac:spMkLst>
            <pc:docMk/>
            <pc:sldMk cId="0" sldId="256"/>
            <ac:spMk id="138" creationId="{40DDA39F-A317-07F6-DDCA-E0CC87906F35}"/>
          </ac:spMkLst>
        </pc:spChg>
        <pc:spChg chg="del mod">
          <ac:chgData name="Yntema, Michiel SIBV-FR/P/R" userId="09241570-8f23-4256-be7e-a3c32bde0a3f" providerId="ADAL" clId="{D3F607C7-5341-416A-AE37-F2917009CA1C}" dt="2026-09-01T07:40:23.776" v="2958" actId="478"/>
          <ac:spMkLst>
            <pc:docMk/>
            <pc:sldMk cId="0" sldId="256"/>
            <ac:spMk id="139" creationId="{14019A92-CE36-3BA0-536E-67ED8DAA5AD7}"/>
          </ac:spMkLst>
        </pc:spChg>
        <pc:spChg chg="add mod ord">
          <ac:chgData name="Yntema, Michiel SIBV-FR/P/R" userId="09241570-8f23-4256-be7e-a3c32bde0a3f" providerId="ADAL" clId="{D3F607C7-5341-416A-AE37-F2917009CA1C}" dt="2026-09-01T11:47:13.524" v="149860"/>
          <ac:spMkLst>
            <pc:docMk/>
            <pc:sldMk cId="0" sldId="256"/>
            <ac:spMk id="141" creationId="{665A07D8-2A63-7ED9-2DD0-7AFE707B5F67}"/>
          </ac:spMkLst>
        </pc:spChg>
        <pc:spChg chg="del mod ord">
          <ac:chgData name="Yntema, Michiel SIBV-FR/P/R" userId="09241570-8f23-4256-be7e-a3c32bde0a3f" providerId="ADAL" clId="{D3F607C7-5341-416A-AE37-F2917009CA1C}" dt="2026-09-01T08:34:02.088" v="26892" actId="478"/>
          <ac:spMkLst>
            <pc:docMk/>
            <pc:sldMk cId="0" sldId="256"/>
            <ac:spMk id="142" creationId="{2FBE5A70-C066-6FA4-660B-89F5F68572C5}"/>
          </ac:spMkLst>
        </pc:spChg>
        <pc:spChg chg="del mod ord">
          <ac:chgData name="Yntema, Michiel SIBV-FR/P/R" userId="09241570-8f23-4256-be7e-a3c32bde0a3f" providerId="ADAL" clId="{D3F607C7-5341-416A-AE37-F2917009CA1C}" dt="2026-09-01T08:34:13.322" v="26897" actId="478"/>
          <ac:spMkLst>
            <pc:docMk/>
            <pc:sldMk cId="0" sldId="256"/>
            <ac:spMk id="143" creationId="{3406DF14-3C58-C73F-BFE6-058FC08AD794}"/>
          </ac:spMkLst>
        </pc:spChg>
        <pc:spChg chg="mod ord">
          <ac:chgData name="Yntema, Michiel SIBV-FR/P/R" userId="09241570-8f23-4256-be7e-a3c32bde0a3f" providerId="ADAL" clId="{D3F607C7-5341-416A-AE37-F2917009CA1C}" dt="2026-09-01T11:47:13.524" v="149862"/>
          <ac:spMkLst>
            <pc:docMk/>
            <pc:sldMk cId="0" sldId="256"/>
            <ac:spMk id="144" creationId="{B8658473-2286-B2DF-9E57-6AD952E93FF2}"/>
          </ac:spMkLst>
        </pc:spChg>
        <pc:spChg chg="mod ord">
          <ac:chgData name="Yntema, Michiel SIBV-FR/P/R" userId="09241570-8f23-4256-be7e-a3c32bde0a3f" providerId="ADAL" clId="{D3F607C7-5341-416A-AE37-F2917009CA1C}" dt="2026-09-01T11:47:13.525" v="149864"/>
          <ac:spMkLst>
            <pc:docMk/>
            <pc:sldMk cId="0" sldId="256"/>
            <ac:spMk id="145" creationId="{F54DC850-9B91-F1B8-7C6F-FB6546D134AC}"/>
          </ac:spMkLst>
        </pc:spChg>
        <pc:spChg chg="mod ord">
          <ac:chgData name="Yntema, Michiel SIBV-FR/P/R" userId="09241570-8f23-4256-be7e-a3c32bde0a3f" providerId="ADAL" clId="{D3F607C7-5341-416A-AE37-F2917009CA1C}" dt="2026-09-01T11:47:13.525" v="149866"/>
          <ac:spMkLst>
            <pc:docMk/>
            <pc:sldMk cId="0" sldId="256"/>
            <ac:spMk id="146" creationId="{478C7C4E-B4AD-C427-91F5-624A22D64325}"/>
          </ac:spMkLst>
        </pc:spChg>
        <pc:spChg chg="mod ord">
          <ac:chgData name="Yntema, Michiel SIBV-FR/P/R" userId="09241570-8f23-4256-be7e-a3c32bde0a3f" providerId="ADAL" clId="{D3F607C7-5341-416A-AE37-F2917009CA1C}" dt="2026-09-01T11:47:13.525" v="149868"/>
          <ac:spMkLst>
            <pc:docMk/>
            <pc:sldMk cId="0" sldId="256"/>
            <ac:spMk id="147" creationId="{6CBCC3E4-9E8E-4921-23FE-F33826A452BF}"/>
          </ac:spMkLst>
        </pc:spChg>
        <pc:spChg chg="mod ord">
          <ac:chgData name="Yntema, Michiel SIBV-FR/P/R" userId="09241570-8f23-4256-be7e-a3c32bde0a3f" providerId="ADAL" clId="{D3F607C7-5341-416A-AE37-F2917009CA1C}" dt="2026-09-01T11:47:13.525" v="149870"/>
          <ac:spMkLst>
            <pc:docMk/>
            <pc:sldMk cId="0" sldId="256"/>
            <ac:spMk id="148" creationId="{926AB57F-D612-BC57-1E66-892E422A9CD1}"/>
          </ac:spMkLst>
        </pc:spChg>
        <pc:spChg chg="mod ord">
          <ac:chgData name="Yntema, Michiel SIBV-FR/P/R" userId="09241570-8f23-4256-be7e-a3c32bde0a3f" providerId="ADAL" clId="{D3F607C7-5341-416A-AE37-F2917009CA1C}" dt="2026-09-01T11:47:13.526" v="149872"/>
          <ac:spMkLst>
            <pc:docMk/>
            <pc:sldMk cId="0" sldId="256"/>
            <ac:spMk id="149" creationId="{5E25465B-1481-44D8-7705-0E6330D32464}"/>
          </ac:spMkLst>
        </pc:spChg>
        <pc:spChg chg="add mod ord">
          <ac:chgData name="Yntema, Michiel SIBV-FR/P/R" userId="09241570-8f23-4256-be7e-a3c32bde0a3f" providerId="ADAL" clId="{D3F607C7-5341-416A-AE37-F2917009CA1C}" dt="2026-09-01T11:47:13.526" v="149874"/>
          <ac:spMkLst>
            <pc:docMk/>
            <pc:sldMk cId="0" sldId="256"/>
            <ac:spMk id="150" creationId="{7D88A1E0-19D6-7DE7-39B4-19F15B905017}"/>
          </ac:spMkLst>
        </pc:spChg>
        <pc:spChg chg="mod ord">
          <ac:chgData name="Yntema, Michiel SIBV-FR/P/R" userId="09241570-8f23-4256-be7e-a3c32bde0a3f" providerId="ADAL" clId="{D3F607C7-5341-416A-AE37-F2917009CA1C}" dt="2026-09-01T11:47:13.526" v="149876"/>
          <ac:spMkLst>
            <pc:docMk/>
            <pc:sldMk cId="0" sldId="256"/>
            <ac:spMk id="151" creationId="{CCC7D345-C31F-3A5E-59CF-439BAB6BB024}"/>
          </ac:spMkLst>
        </pc:spChg>
        <pc:spChg chg="mod ord">
          <ac:chgData name="Yntema, Michiel SIBV-FR/P/R" userId="09241570-8f23-4256-be7e-a3c32bde0a3f" providerId="ADAL" clId="{D3F607C7-5341-416A-AE37-F2917009CA1C}" dt="2026-09-01T11:47:13.526" v="149878"/>
          <ac:spMkLst>
            <pc:docMk/>
            <pc:sldMk cId="0" sldId="256"/>
            <ac:spMk id="152" creationId="{52934234-196D-3014-264A-934EDF59988A}"/>
          </ac:spMkLst>
        </pc:spChg>
        <pc:spChg chg="add mod ord">
          <ac:chgData name="Yntema, Michiel SIBV-FR/P/R" userId="09241570-8f23-4256-be7e-a3c32bde0a3f" providerId="ADAL" clId="{D3F607C7-5341-416A-AE37-F2917009CA1C}" dt="2026-09-01T11:47:13.527" v="149880"/>
          <ac:spMkLst>
            <pc:docMk/>
            <pc:sldMk cId="0" sldId="256"/>
            <ac:spMk id="153" creationId="{D6245396-8281-E47E-D41D-16C83CFC3DF7}"/>
          </ac:spMkLst>
        </pc:spChg>
        <pc:spChg chg="add mod ord">
          <ac:chgData name="Yntema, Michiel SIBV-FR/P/R" userId="09241570-8f23-4256-be7e-a3c32bde0a3f" providerId="ADAL" clId="{D3F607C7-5341-416A-AE37-F2917009CA1C}" dt="2026-09-01T11:47:13.527" v="149882"/>
          <ac:spMkLst>
            <pc:docMk/>
            <pc:sldMk cId="0" sldId="256"/>
            <ac:spMk id="154" creationId="{27765686-BF4F-F582-AB77-3296CEBC9122}"/>
          </ac:spMkLst>
        </pc:spChg>
        <pc:spChg chg="mod ord">
          <ac:chgData name="Yntema, Michiel SIBV-FR/P/R" userId="09241570-8f23-4256-be7e-a3c32bde0a3f" providerId="ADAL" clId="{D3F607C7-5341-416A-AE37-F2917009CA1C}" dt="2026-09-01T11:47:13.527" v="149884"/>
          <ac:spMkLst>
            <pc:docMk/>
            <pc:sldMk cId="0" sldId="256"/>
            <ac:spMk id="155" creationId="{46DD04D7-4261-0B05-CAF1-5FFDF9719594}"/>
          </ac:spMkLst>
        </pc:spChg>
        <pc:spChg chg="add mod ord">
          <ac:chgData name="Yntema, Michiel SIBV-FR/P/R" userId="09241570-8f23-4256-be7e-a3c32bde0a3f" providerId="ADAL" clId="{D3F607C7-5341-416A-AE37-F2917009CA1C}" dt="2026-09-01T11:47:13.528" v="149886"/>
          <ac:spMkLst>
            <pc:docMk/>
            <pc:sldMk cId="0" sldId="256"/>
            <ac:spMk id="156" creationId="{09A392CC-FD10-E250-6FB2-730268D3ED25}"/>
          </ac:spMkLst>
        </pc:spChg>
        <pc:spChg chg="add mod ord">
          <ac:chgData name="Yntema, Michiel SIBV-FR/P/R" userId="09241570-8f23-4256-be7e-a3c32bde0a3f" providerId="ADAL" clId="{D3F607C7-5341-416A-AE37-F2917009CA1C}" dt="2026-09-01T11:47:13.528" v="149888"/>
          <ac:spMkLst>
            <pc:docMk/>
            <pc:sldMk cId="0" sldId="256"/>
            <ac:spMk id="157" creationId="{5D577E63-EE5F-E5A1-C6D5-E737DCDAD3D0}"/>
          </ac:spMkLst>
        </pc:spChg>
        <pc:spChg chg="mod ord">
          <ac:chgData name="Yntema, Michiel SIBV-FR/P/R" userId="09241570-8f23-4256-be7e-a3c32bde0a3f" providerId="ADAL" clId="{D3F607C7-5341-416A-AE37-F2917009CA1C}" dt="2026-09-01T11:47:13.528" v="149890"/>
          <ac:spMkLst>
            <pc:docMk/>
            <pc:sldMk cId="0" sldId="256"/>
            <ac:spMk id="158" creationId="{6B44983C-F994-BE8B-7D6D-DBA352D73BBA}"/>
          </ac:spMkLst>
        </pc:spChg>
        <pc:spChg chg="add mod ord">
          <ac:chgData name="Yntema, Michiel SIBV-FR/P/R" userId="09241570-8f23-4256-be7e-a3c32bde0a3f" providerId="ADAL" clId="{D3F607C7-5341-416A-AE37-F2917009CA1C}" dt="2026-09-01T11:47:13.528" v="149892"/>
          <ac:spMkLst>
            <pc:docMk/>
            <pc:sldMk cId="0" sldId="256"/>
            <ac:spMk id="159" creationId="{347348BA-FCAE-B15E-8D74-77E6B5D2716E}"/>
          </ac:spMkLst>
        </pc:spChg>
        <pc:spChg chg="add mod ord">
          <ac:chgData name="Yntema, Michiel SIBV-FR/P/R" userId="09241570-8f23-4256-be7e-a3c32bde0a3f" providerId="ADAL" clId="{D3F607C7-5341-416A-AE37-F2917009CA1C}" dt="2026-09-01T11:47:13.528" v="149894"/>
          <ac:spMkLst>
            <pc:docMk/>
            <pc:sldMk cId="0" sldId="256"/>
            <ac:spMk id="160" creationId="{6D7A06F5-5A6F-DB8D-66BF-96E184547836}"/>
          </ac:spMkLst>
        </pc:spChg>
        <pc:spChg chg="mod ord">
          <ac:chgData name="Yntema, Michiel SIBV-FR/P/R" userId="09241570-8f23-4256-be7e-a3c32bde0a3f" providerId="ADAL" clId="{D3F607C7-5341-416A-AE37-F2917009CA1C}" dt="2026-09-01T11:47:13.529" v="149898"/>
          <ac:spMkLst>
            <pc:docMk/>
            <pc:sldMk cId="0" sldId="256"/>
            <ac:spMk id="162" creationId="{ADABCC55-6678-133A-C291-B71BCB517448}"/>
          </ac:spMkLst>
        </pc:spChg>
        <pc:spChg chg="mod ord">
          <ac:chgData name="Yntema, Michiel SIBV-FR/P/R" userId="09241570-8f23-4256-be7e-a3c32bde0a3f" providerId="ADAL" clId="{D3F607C7-5341-416A-AE37-F2917009CA1C}" dt="2026-09-01T11:47:13.530" v="149900"/>
          <ac:spMkLst>
            <pc:docMk/>
            <pc:sldMk cId="0" sldId="256"/>
            <ac:spMk id="163" creationId="{65C2C2B2-CD47-0FF9-0C0A-1E89EF45E488}"/>
          </ac:spMkLst>
        </pc:spChg>
        <pc:spChg chg="del mod ord">
          <ac:chgData name="Yntema, Michiel SIBV-FR/P/R" userId="09241570-8f23-4256-be7e-a3c32bde0a3f" providerId="ADAL" clId="{D3F607C7-5341-416A-AE37-F2917009CA1C}" dt="2026-09-01T11:34:10.806" v="126838" actId="478"/>
          <ac:spMkLst>
            <pc:docMk/>
            <pc:sldMk cId="0" sldId="256"/>
            <ac:spMk id="167" creationId="{A7C5CAE3-F350-58D9-40DC-3E0210E82739}"/>
          </ac:spMkLst>
        </pc:spChg>
        <pc:spChg chg="add mod">
          <ac:chgData name="Yntema, Michiel SIBV-FR/P/R" userId="09241570-8f23-4256-be7e-a3c32bde0a3f" providerId="ADAL" clId="{D3F607C7-5341-416A-AE37-F2917009CA1C}" dt="2026-09-01T11:47:13.534" v="149926"/>
          <ac:spMkLst>
            <pc:docMk/>
            <pc:sldMk cId="0" sldId="256"/>
            <ac:spMk id="177" creationId="{278AB1E6-22ED-4300-7891-28F2A9F6E2DD}"/>
          </ac:spMkLst>
        </pc:spChg>
        <pc:spChg chg="add mod">
          <ac:chgData name="Yntema, Michiel SIBV-FR/P/R" userId="09241570-8f23-4256-be7e-a3c32bde0a3f" providerId="ADAL" clId="{D3F607C7-5341-416A-AE37-F2917009CA1C}" dt="2026-09-01T11:47:13.533" v="149923"/>
          <ac:spMkLst>
            <pc:docMk/>
            <pc:sldMk cId="0" sldId="256"/>
            <ac:spMk id="178" creationId="{B9CA891E-6F46-405F-DAE5-905E3DF92D78}"/>
          </ac:spMkLst>
        </pc:spChg>
        <pc:spChg chg="mod">
          <ac:chgData name="Yntema, Michiel SIBV-FR/P/R" userId="09241570-8f23-4256-be7e-a3c32bde0a3f" providerId="ADAL" clId="{D3F607C7-5341-416A-AE37-F2917009CA1C}" dt="2026-09-01T11:47:13.535" v="149927"/>
          <ac:spMkLst>
            <pc:docMk/>
            <pc:sldMk cId="0" sldId="256"/>
            <ac:spMk id="179" creationId="{3E828EDF-01AC-97AA-96BE-839E06A391A5}"/>
          </ac:spMkLst>
        </pc:spChg>
        <pc:spChg chg="add mod">
          <ac:chgData name="Yntema, Michiel SIBV-FR/P/R" userId="09241570-8f23-4256-be7e-a3c32bde0a3f" providerId="ADAL" clId="{D3F607C7-5341-416A-AE37-F2917009CA1C}" dt="2026-09-01T11:47:13.536" v="149928"/>
          <ac:spMkLst>
            <pc:docMk/>
            <pc:sldMk cId="0" sldId="256"/>
            <ac:spMk id="180" creationId="{6CB94D18-64D1-B84B-E354-7F0A7E67CB18}"/>
          </ac:spMkLst>
        </pc:spChg>
        <pc:spChg chg="mod">
          <ac:chgData name="Yntema, Michiel SIBV-FR/P/R" userId="09241570-8f23-4256-be7e-a3c32bde0a3f" providerId="ADAL" clId="{D3F607C7-5341-416A-AE37-F2917009CA1C}" dt="2026-09-01T11:47:13.534" v="149925"/>
          <ac:spMkLst>
            <pc:docMk/>
            <pc:sldMk cId="0" sldId="256"/>
            <ac:spMk id="181" creationId="{038E004C-BD2D-E7C2-77F4-E43FAC20A00D}"/>
          </ac:spMkLst>
        </pc:spChg>
        <pc:spChg chg="add mod">
          <ac:chgData name="Yntema, Michiel SIBV-FR/P/R" userId="09241570-8f23-4256-be7e-a3c32bde0a3f" providerId="ADAL" clId="{D3F607C7-5341-416A-AE37-F2917009CA1C}" dt="2026-09-01T11:47:13.536" v="149929"/>
          <ac:spMkLst>
            <pc:docMk/>
            <pc:sldMk cId="0" sldId="256"/>
            <ac:spMk id="182" creationId="{A07B7EE1-5A74-C31C-4612-9E6976160B99}"/>
          </ac:spMkLst>
        </pc:spChg>
        <pc:spChg chg="del mod ord">
          <ac:chgData name="Yntema, Michiel SIBV-FR/P/R" userId="09241570-8f23-4256-be7e-a3c32bde0a3f" providerId="ADAL" clId="{D3F607C7-5341-416A-AE37-F2917009CA1C}" dt="2026-09-01T07:45:13.771" v="5423"/>
          <ac:spMkLst>
            <pc:docMk/>
            <pc:sldMk cId="0" sldId="256"/>
            <ac:spMk id="183" creationId="{63A64E70-A5BD-375F-4AA0-663F46869B9D}"/>
          </ac:spMkLst>
        </pc:spChg>
        <pc:spChg chg="add del mod">
          <ac:chgData name="Yntema, Michiel SIBV-FR/P/R" userId="09241570-8f23-4256-be7e-a3c32bde0a3f" providerId="ADAL" clId="{D3F607C7-5341-416A-AE37-F2917009CA1C}" dt="2026-09-01T07:45:13.753" v="5388"/>
          <ac:spMkLst>
            <pc:docMk/>
            <pc:sldMk cId="0" sldId="256"/>
            <ac:spMk id="184" creationId="{BF9D8B5D-5B05-C4C6-4197-5567754AB094}"/>
          </ac:spMkLst>
        </pc:spChg>
        <pc:spChg chg="add del mod">
          <ac:chgData name="Yntema, Michiel SIBV-FR/P/R" userId="09241570-8f23-4256-be7e-a3c32bde0a3f" providerId="ADAL" clId="{D3F607C7-5341-416A-AE37-F2917009CA1C}" dt="2026-09-01T07:45:13.762" v="5405"/>
          <ac:spMkLst>
            <pc:docMk/>
            <pc:sldMk cId="0" sldId="256"/>
            <ac:spMk id="185" creationId="{D38EE33B-E1C2-3D89-66A1-83F525771447}"/>
          </ac:spMkLst>
        </pc:spChg>
        <pc:spChg chg="add del mod ord">
          <ac:chgData name="Yntema, Michiel SIBV-FR/P/R" userId="09241570-8f23-4256-be7e-a3c32bde0a3f" providerId="ADAL" clId="{D3F607C7-5341-416A-AE37-F2917009CA1C}" dt="2026-09-01T11:21:20.804" v="106994" actId="478"/>
          <ac:spMkLst>
            <pc:docMk/>
            <pc:sldMk cId="0" sldId="256"/>
            <ac:spMk id="196" creationId="{F6DF1297-6359-5DDC-B5D5-1097A8982C27}"/>
          </ac:spMkLst>
        </pc:spChg>
        <pc:spChg chg="mod ord">
          <ac:chgData name="Yntema, Michiel SIBV-FR/P/R" userId="09241570-8f23-4256-be7e-a3c32bde0a3f" providerId="ADAL" clId="{D3F607C7-5341-416A-AE37-F2917009CA1C}" dt="2026-09-01T11:47:13.542" v="149961"/>
          <ac:spMkLst>
            <pc:docMk/>
            <pc:sldMk cId="0" sldId="256"/>
            <ac:spMk id="197" creationId="{332D9B8B-FD11-A276-9C20-2A22A675C350}"/>
          </ac:spMkLst>
        </pc:spChg>
        <pc:spChg chg="mod ord">
          <ac:chgData name="Yntema, Michiel SIBV-FR/P/R" userId="09241570-8f23-4256-be7e-a3c32bde0a3f" providerId="ADAL" clId="{D3F607C7-5341-416A-AE37-F2917009CA1C}" dt="2026-09-01T11:47:13.542" v="149963"/>
          <ac:spMkLst>
            <pc:docMk/>
            <pc:sldMk cId="0" sldId="256"/>
            <ac:spMk id="198" creationId="{02F83D82-A588-9FD5-A914-EB390137FC29}"/>
          </ac:spMkLst>
        </pc:spChg>
        <pc:spChg chg="add mod ord">
          <ac:chgData name="Yntema, Michiel SIBV-FR/P/R" userId="09241570-8f23-4256-be7e-a3c32bde0a3f" providerId="ADAL" clId="{D3F607C7-5341-416A-AE37-F2917009CA1C}" dt="2026-09-01T11:51:34.993" v="151034" actId="20577"/>
          <ac:spMkLst>
            <pc:docMk/>
            <pc:sldMk cId="0" sldId="256"/>
            <ac:spMk id="199" creationId="{7545448C-4D1E-FC8A-90AC-C480E59F670B}"/>
          </ac:spMkLst>
        </pc:spChg>
        <pc:spChg chg="add mod ord">
          <ac:chgData name="Yntema, Michiel SIBV-FR/P/R" userId="09241570-8f23-4256-be7e-a3c32bde0a3f" providerId="ADAL" clId="{D3F607C7-5341-416A-AE37-F2917009CA1C}" dt="2026-09-01T11:47:13.543" v="149967"/>
          <ac:spMkLst>
            <pc:docMk/>
            <pc:sldMk cId="0" sldId="256"/>
            <ac:spMk id="200" creationId="{5AC156E5-1DE6-3BDA-E046-A2B0232BE9D4}"/>
          </ac:spMkLst>
        </pc:spChg>
        <pc:spChg chg="add mod ord">
          <ac:chgData name="Yntema, Michiel SIBV-FR/P/R" userId="09241570-8f23-4256-be7e-a3c32bde0a3f" providerId="ADAL" clId="{D3F607C7-5341-416A-AE37-F2917009CA1C}" dt="2026-09-01T11:47:13.543" v="149969"/>
          <ac:spMkLst>
            <pc:docMk/>
            <pc:sldMk cId="0" sldId="256"/>
            <ac:spMk id="201" creationId="{F1705B39-E85C-4AED-15A1-CADF38386624}"/>
          </ac:spMkLst>
        </pc:spChg>
        <pc:spChg chg="mod ord">
          <ac:chgData name="Yntema, Michiel SIBV-FR/P/R" userId="09241570-8f23-4256-be7e-a3c32bde0a3f" providerId="ADAL" clId="{D3F607C7-5341-416A-AE37-F2917009CA1C}" dt="2026-09-01T11:47:13.543" v="149971"/>
          <ac:spMkLst>
            <pc:docMk/>
            <pc:sldMk cId="0" sldId="256"/>
            <ac:spMk id="202" creationId="{F8E2C72B-70EB-3727-5377-D9BE205F786C}"/>
          </ac:spMkLst>
        </pc:spChg>
        <pc:spChg chg="mod ord">
          <ac:chgData name="Yntema, Michiel SIBV-FR/P/R" userId="09241570-8f23-4256-be7e-a3c32bde0a3f" providerId="ADAL" clId="{D3F607C7-5341-416A-AE37-F2917009CA1C}" dt="2026-09-01T11:47:13.543" v="149973"/>
          <ac:spMkLst>
            <pc:docMk/>
            <pc:sldMk cId="0" sldId="256"/>
            <ac:spMk id="203" creationId="{242FFBA3-4B3F-AE46-DEA9-268BE345F831}"/>
          </ac:spMkLst>
        </pc:spChg>
        <pc:spChg chg="add del mod modVis">
          <ac:chgData name="Yntema, Michiel SIBV-FR/P/R" userId="09241570-8f23-4256-be7e-a3c32bde0a3f" providerId="ADAL" clId="{D3F607C7-5341-416A-AE37-F2917009CA1C}" dt="2026-09-01T07:44:00.445" v="4652"/>
          <ac:spMkLst>
            <pc:docMk/>
            <pc:sldMk cId="0" sldId="256"/>
            <ac:spMk id="204" creationId="{13E44C3E-8D4A-6B73-ACA7-70952F84701D}"/>
          </ac:spMkLst>
        </pc:spChg>
        <pc:spChg chg="add mod">
          <ac:chgData name="Yntema, Michiel SIBV-FR/P/R" userId="09241570-8f23-4256-be7e-a3c32bde0a3f" providerId="ADAL" clId="{D3F607C7-5341-416A-AE37-F2917009CA1C}" dt="2026-09-01T11:47:13.534" v="149924"/>
          <ac:spMkLst>
            <pc:docMk/>
            <pc:sldMk cId="0" sldId="256"/>
            <ac:spMk id="205" creationId="{1E9E30FE-DA99-F7F9-E5D3-A5894F5BE906}"/>
          </ac:spMkLst>
        </pc:spChg>
        <pc:spChg chg="add del mod modVis">
          <ac:chgData name="Yntema, Michiel SIBV-FR/P/R" userId="09241570-8f23-4256-be7e-a3c32bde0a3f" providerId="ADAL" clId="{D3F607C7-5341-416A-AE37-F2917009CA1C}" dt="2026-09-01T07:45:14.010" v="5784"/>
          <ac:spMkLst>
            <pc:docMk/>
            <pc:sldMk cId="0" sldId="256"/>
            <ac:spMk id="215" creationId="{B1CA5D5D-62AC-8812-D7ED-B42245B62ED9}"/>
          </ac:spMkLst>
        </pc:spChg>
        <pc:spChg chg="add del mod">
          <ac:chgData name="Yntema, Michiel SIBV-FR/P/R" userId="09241570-8f23-4256-be7e-a3c32bde0a3f" providerId="ADAL" clId="{D3F607C7-5341-416A-AE37-F2917009CA1C}" dt="2026-09-01T07:56:35.778" v="21068"/>
          <ac:spMkLst>
            <pc:docMk/>
            <pc:sldMk cId="0" sldId="256"/>
            <ac:spMk id="216" creationId="{99644133-2131-CDBB-0851-B805B530B201}"/>
          </ac:spMkLst>
        </pc:spChg>
        <pc:spChg chg="add del mod">
          <ac:chgData name="Yntema, Michiel SIBV-FR/P/R" userId="09241570-8f23-4256-be7e-a3c32bde0a3f" providerId="ADAL" clId="{D3F607C7-5341-416A-AE37-F2917009CA1C}" dt="2026-09-01T07:56:35.786" v="21085"/>
          <ac:spMkLst>
            <pc:docMk/>
            <pc:sldMk cId="0" sldId="256"/>
            <ac:spMk id="217" creationId="{E7A44BC1-C54D-8B05-5EDA-82FD076BE1D9}"/>
          </ac:spMkLst>
        </pc:spChg>
        <pc:spChg chg="add del mod ord">
          <ac:chgData name="Yntema, Michiel SIBV-FR/P/R" userId="09241570-8f23-4256-be7e-a3c32bde0a3f" providerId="ADAL" clId="{D3F607C7-5341-416A-AE37-F2917009CA1C}" dt="2026-09-01T07:56:35.795" v="21103"/>
          <ac:spMkLst>
            <pc:docMk/>
            <pc:sldMk cId="0" sldId="256"/>
            <ac:spMk id="218" creationId="{FFD223CC-5926-689F-6A4A-B13369E6402C}"/>
          </ac:spMkLst>
        </pc:spChg>
        <pc:spChg chg="add del mod">
          <ac:chgData name="Yntema, Michiel SIBV-FR/P/R" userId="09241570-8f23-4256-be7e-a3c32bde0a3f" providerId="ADAL" clId="{D3F607C7-5341-416A-AE37-F2917009CA1C}" dt="2026-09-01T07:45:23.554" v="6410"/>
          <ac:spMkLst>
            <pc:docMk/>
            <pc:sldMk cId="0" sldId="256"/>
            <ac:spMk id="221" creationId="{FAC75D80-5786-B866-1CA2-EA40EF9F5F5C}"/>
          </ac:spMkLst>
        </pc:spChg>
        <pc:spChg chg="add del mod modVis">
          <ac:chgData name="Yntema, Michiel SIBV-FR/P/R" userId="09241570-8f23-4256-be7e-a3c32bde0a3f" providerId="ADAL" clId="{D3F607C7-5341-416A-AE37-F2917009CA1C}" dt="2026-09-01T07:45:22.831" v="6407"/>
          <ac:spMkLst>
            <pc:docMk/>
            <pc:sldMk cId="0" sldId="256"/>
            <ac:spMk id="222" creationId="{BDEC612B-DFD8-58C2-0603-9BB50170E3BE}"/>
          </ac:spMkLst>
        </pc:spChg>
        <pc:spChg chg="add del mod">
          <ac:chgData name="Yntema, Michiel SIBV-FR/P/R" userId="09241570-8f23-4256-be7e-a3c32bde0a3f" providerId="ADAL" clId="{D3F607C7-5341-416A-AE37-F2917009CA1C}" dt="2026-09-01T07:45:23.555" v="6411"/>
          <ac:spMkLst>
            <pc:docMk/>
            <pc:sldMk cId="0" sldId="256"/>
            <ac:spMk id="223" creationId="{B9C82D6E-EBFA-D0BE-B16B-23B4893C635A}"/>
          </ac:spMkLst>
        </pc:spChg>
        <pc:spChg chg="add del mod">
          <ac:chgData name="Yntema, Michiel SIBV-FR/P/R" userId="09241570-8f23-4256-be7e-a3c32bde0a3f" providerId="ADAL" clId="{D3F607C7-5341-416A-AE37-F2917009CA1C}" dt="2026-09-01T07:45:23.555" v="6412"/>
          <ac:spMkLst>
            <pc:docMk/>
            <pc:sldMk cId="0" sldId="256"/>
            <ac:spMk id="224" creationId="{30CC3AD7-7C14-A5D7-16D6-6950B94EEA32}"/>
          </ac:spMkLst>
        </pc:spChg>
        <pc:spChg chg="add del mod">
          <ac:chgData name="Yntema, Michiel SIBV-FR/P/R" userId="09241570-8f23-4256-be7e-a3c32bde0a3f" providerId="ADAL" clId="{D3F607C7-5341-416A-AE37-F2917009CA1C}" dt="2026-09-01T07:45:23.555" v="6413"/>
          <ac:spMkLst>
            <pc:docMk/>
            <pc:sldMk cId="0" sldId="256"/>
            <ac:spMk id="225" creationId="{831050C9-8DB9-784E-90DB-7F37068892AA}"/>
          </ac:spMkLst>
        </pc:spChg>
        <pc:spChg chg="add del mod">
          <ac:chgData name="Yntema, Michiel SIBV-FR/P/R" userId="09241570-8f23-4256-be7e-a3c32bde0a3f" providerId="ADAL" clId="{D3F607C7-5341-416A-AE37-F2917009CA1C}" dt="2026-09-01T07:45:23.556" v="6414"/>
          <ac:spMkLst>
            <pc:docMk/>
            <pc:sldMk cId="0" sldId="256"/>
            <ac:spMk id="226" creationId="{B5232D19-BD95-AA79-D244-82C81B85045F}"/>
          </ac:spMkLst>
        </pc:spChg>
        <pc:spChg chg="add del mod">
          <ac:chgData name="Yntema, Michiel SIBV-FR/P/R" userId="09241570-8f23-4256-be7e-a3c32bde0a3f" providerId="ADAL" clId="{D3F607C7-5341-416A-AE37-F2917009CA1C}" dt="2026-09-01T07:45:23.556" v="6415"/>
          <ac:spMkLst>
            <pc:docMk/>
            <pc:sldMk cId="0" sldId="256"/>
            <ac:spMk id="227" creationId="{26B78211-EC65-F4E0-5EC1-524F3C9FAC0C}"/>
          </ac:spMkLst>
        </pc:spChg>
        <pc:spChg chg="add del mod">
          <ac:chgData name="Yntema, Michiel SIBV-FR/P/R" userId="09241570-8f23-4256-be7e-a3c32bde0a3f" providerId="ADAL" clId="{D3F607C7-5341-416A-AE37-F2917009CA1C}" dt="2026-09-01T07:45:23.557" v="6416"/>
          <ac:spMkLst>
            <pc:docMk/>
            <pc:sldMk cId="0" sldId="256"/>
            <ac:spMk id="228" creationId="{96EF700B-4FFD-7199-CF40-08DCFAA0FEFA}"/>
          </ac:spMkLst>
        </pc:spChg>
        <pc:spChg chg="add del mod">
          <ac:chgData name="Yntema, Michiel SIBV-FR/P/R" userId="09241570-8f23-4256-be7e-a3c32bde0a3f" providerId="ADAL" clId="{D3F607C7-5341-416A-AE37-F2917009CA1C}" dt="2026-09-01T07:45:23.557" v="6417"/>
          <ac:spMkLst>
            <pc:docMk/>
            <pc:sldMk cId="0" sldId="256"/>
            <ac:spMk id="229" creationId="{2F81F59D-7DC0-060D-55AC-3C1911C00F11}"/>
          </ac:spMkLst>
        </pc:spChg>
        <pc:spChg chg="add del mod modVis">
          <ac:chgData name="Yntema, Michiel SIBV-FR/P/R" userId="09241570-8f23-4256-be7e-a3c32bde0a3f" providerId="ADAL" clId="{D3F607C7-5341-416A-AE37-F2917009CA1C}" dt="2026-09-01T07:45:50.876" v="11370" actId="962"/>
          <ac:spMkLst>
            <pc:docMk/>
            <pc:sldMk cId="0" sldId="256"/>
            <ac:spMk id="232" creationId="{E371435F-C2C6-6C41-D76E-00FEE5E965F3}"/>
          </ac:spMkLst>
        </pc:spChg>
        <pc:spChg chg="add del mod modVis">
          <ac:chgData name="Yntema, Michiel SIBV-FR/P/R" userId="09241570-8f23-4256-be7e-a3c32bde0a3f" providerId="ADAL" clId="{D3F607C7-5341-416A-AE37-F2917009CA1C}" dt="2026-09-01T07:45:50.169" v="11206" actId="962"/>
          <ac:spMkLst>
            <pc:docMk/>
            <pc:sldMk cId="0" sldId="256"/>
            <ac:spMk id="235" creationId="{78F925F0-8466-32D9-155D-380EF1B31DF9}"/>
          </ac:spMkLst>
        </pc:spChg>
        <pc:spChg chg="add del mod modVis">
          <ac:chgData name="Yntema, Michiel SIBV-FR/P/R" userId="09241570-8f23-4256-be7e-a3c32bde0a3f" providerId="ADAL" clId="{D3F607C7-5341-416A-AE37-F2917009CA1C}" dt="2026-09-01T07:45:49.011" v="11042" actId="962"/>
          <ac:spMkLst>
            <pc:docMk/>
            <pc:sldMk cId="0" sldId="256"/>
            <ac:spMk id="238" creationId="{9799987C-1372-FFE3-490F-DEAC4A93006A}"/>
          </ac:spMkLst>
        </pc:spChg>
        <pc:spChg chg="add del mod modVis">
          <ac:chgData name="Yntema, Michiel SIBV-FR/P/R" userId="09241570-8f23-4256-be7e-a3c32bde0a3f" providerId="ADAL" clId="{D3F607C7-5341-416A-AE37-F2917009CA1C}" dt="2026-09-01T07:45:48.684" v="10878" actId="962"/>
          <ac:spMkLst>
            <pc:docMk/>
            <pc:sldMk cId="0" sldId="256"/>
            <ac:spMk id="241" creationId="{89F63B36-6F24-520C-56AA-CA569C31E05A}"/>
          </ac:spMkLst>
        </pc:spChg>
        <pc:spChg chg="add del mod modVis">
          <ac:chgData name="Yntema, Michiel SIBV-FR/P/R" userId="09241570-8f23-4256-be7e-a3c32bde0a3f" providerId="ADAL" clId="{D3F607C7-5341-416A-AE37-F2917009CA1C}" dt="2026-09-01T07:45:47.882" v="10717" actId="962"/>
          <ac:spMkLst>
            <pc:docMk/>
            <pc:sldMk cId="0" sldId="256"/>
            <ac:spMk id="244" creationId="{8549A6A9-3BAE-8033-8E47-5380D0C2204F}"/>
          </ac:spMkLst>
        </pc:spChg>
        <pc:spChg chg="add del mod modVis">
          <ac:chgData name="Yntema, Michiel SIBV-FR/P/R" userId="09241570-8f23-4256-be7e-a3c32bde0a3f" providerId="ADAL" clId="{D3F607C7-5341-416A-AE37-F2917009CA1C}" dt="2026-09-01T07:45:47.479" v="10560" actId="962"/>
          <ac:spMkLst>
            <pc:docMk/>
            <pc:sldMk cId="0" sldId="256"/>
            <ac:spMk id="247" creationId="{D71E8946-D808-C944-F615-9B371438AE8F}"/>
          </ac:spMkLst>
        </pc:spChg>
        <pc:spChg chg="add del mod modVis">
          <ac:chgData name="Yntema, Michiel SIBV-FR/P/R" userId="09241570-8f23-4256-be7e-a3c32bde0a3f" providerId="ADAL" clId="{D3F607C7-5341-416A-AE37-F2917009CA1C}" dt="2026-09-01T07:45:45.579" v="10403" actId="962"/>
          <ac:spMkLst>
            <pc:docMk/>
            <pc:sldMk cId="0" sldId="256"/>
            <ac:spMk id="250" creationId="{647058A4-D102-87B7-314B-13BBEEC633DB}"/>
          </ac:spMkLst>
        </pc:spChg>
        <pc:spChg chg="add del mod modVis">
          <ac:chgData name="Yntema, Michiel SIBV-FR/P/R" userId="09241570-8f23-4256-be7e-a3c32bde0a3f" providerId="ADAL" clId="{D3F607C7-5341-416A-AE37-F2917009CA1C}" dt="2026-09-01T07:45:43.887" v="10246" actId="962"/>
          <ac:spMkLst>
            <pc:docMk/>
            <pc:sldMk cId="0" sldId="256"/>
            <ac:spMk id="253" creationId="{25DECF29-07D0-151D-9459-4A8698E67A78}"/>
          </ac:spMkLst>
        </pc:spChg>
        <pc:spChg chg="add del mod modVis">
          <ac:chgData name="Yntema, Michiel SIBV-FR/P/R" userId="09241570-8f23-4256-be7e-a3c32bde0a3f" providerId="ADAL" clId="{D3F607C7-5341-416A-AE37-F2917009CA1C}" dt="2026-09-01T07:46:59.792" v="11875"/>
          <ac:spMkLst>
            <pc:docMk/>
            <pc:sldMk cId="0" sldId="256"/>
            <ac:spMk id="256" creationId="{8FF0906A-388A-CAF5-A25C-7B68E157D2E2}"/>
          </ac:spMkLst>
        </pc:spChg>
        <pc:spChg chg="add del mod modVis">
          <ac:chgData name="Yntema, Michiel SIBV-FR/P/R" userId="09241570-8f23-4256-be7e-a3c32bde0a3f" providerId="ADAL" clId="{D3F607C7-5341-416A-AE37-F2917009CA1C}" dt="2026-09-01T07:48:40.664" v="12750"/>
          <ac:spMkLst>
            <pc:docMk/>
            <pc:sldMk cId="0" sldId="256"/>
            <ac:spMk id="261" creationId="{A354BE40-86C0-3C5D-1A9E-1BC588C4BBB4}"/>
          </ac:spMkLst>
        </pc:spChg>
        <pc:spChg chg="add del mod modVis">
          <ac:chgData name="Yntema, Michiel SIBV-FR/P/R" userId="09241570-8f23-4256-be7e-a3c32bde0a3f" providerId="ADAL" clId="{D3F607C7-5341-416A-AE37-F2917009CA1C}" dt="2026-09-01T07:49:38.967" v="15349"/>
          <ac:spMkLst>
            <pc:docMk/>
            <pc:sldMk cId="0" sldId="256"/>
            <ac:spMk id="269" creationId="{7D6ADFA4-1B1B-3BA0-C56F-2AFE1AFEFFDD}"/>
          </ac:spMkLst>
        </pc:spChg>
        <pc:spChg chg="add del mod">
          <ac:chgData name="Yntema, Michiel SIBV-FR/P/R" userId="09241570-8f23-4256-be7e-a3c32bde0a3f" providerId="ADAL" clId="{D3F607C7-5341-416A-AE37-F2917009CA1C}" dt="2026-09-01T07:50:35.343" v="15987"/>
          <ac:spMkLst>
            <pc:docMk/>
            <pc:sldMk cId="0" sldId="256"/>
            <ac:spMk id="270" creationId="{759131EA-DB5E-C4A7-6773-F8D1D6855B49}"/>
          </ac:spMkLst>
        </pc:spChg>
        <pc:spChg chg="add del mod modVis">
          <ac:chgData name="Yntema, Michiel SIBV-FR/P/R" userId="09241570-8f23-4256-be7e-a3c32bde0a3f" providerId="ADAL" clId="{D3F607C7-5341-416A-AE37-F2917009CA1C}" dt="2026-09-01T07:50:34.314" v="15983"/>
          <ac:spMkLst>
            <pc:docMk/>
            <pc:sldMk cId="0" sldId="256"/>
            <ac:spMk id="271" creationId="{BA99EB10-398B-4CF6-CF14-2EC43104AEC3}"/>
          </ac:spMkLst>
        </pc:spChg>
        <pc:spChg chg="add del mod">
          <ac:chgData name="Yntema, Michiel SIBV-FR/P/R" userId="09241570-8f23-4256-be7e-a3c32bde0a3f" providerId="ADAL" clId="{D3F607C7-5341-416A-AE37-F2917009CA1C}" dt="2026-09-01T07:50:35.344" v="15988"/>
          <ac:spMkLst>
            <pc:docMk/>
            <pc:sldMk cId="0" sldId="256"/>
            <ac:spMk id="272" creationId="{574E791D-E139-4879-6AE3-50E66881D33F}"/>
          </ac:spMkLst>
        </pc:spChg>
        <pc:spChg chg="add del mod">
          <ac:chgData name="Yntema, Michiel SIBV-FR/P/R" userId="09241570-8f23-4256-be7e-a3c32bde0a3f" providerId="ADAL" clId="{D3F607C7-5341-416A-AE37-F2917009CA1C}" dt="2026-09-01T07:50:35.344" v="15989"/>
          <ac:spMkLst>
            <pc:docMk/>
            <pc:sldMk cId="0" sldId="256"/>
            <ac:spMk id="273" creationId="{3D1E7EF8-B958-6BA6-92FD-792B0E37AFE9}"/>
          </ac:spMkLst>
        </pc:spChg>
        <pc:spChg chg="add del mod">
          <ac:chgData name="Yntema, Michiel SIBV-FR/P/R" userId="09241570-8f23-4256-be7e-a3c32bde0a3f" providerId="ADAL" clId="{D3F607C7-5341-416A-AE37-F2917009CA1C}" dt="2026-09-01T07:50:35.345" v="15990"/>
          <ac:spMkLst>
            <pc:docMk/>
            <pc:sldMk cId="0" sldId="256"/>
            <ac:spMk id="274" creationId="{A3D2F6E5-1673-EBD5-DD4D-1E81DD13D261}"/>
          </ac:spMkLst>
        </pc:spChg>
        <pc:spChg chg="add del mod">
          <ac:chgData name="Yntema, Michiel SIBV-FR/P/R" userId="09241570-8f23-4256-be7e-a3c32bde0a3f" providerId="ADAL" clId="{D3F607C7-5341-416A-AE37-F2917009CA1C}" dt="2026-09-01T07:50:35.345" v="15991"/>
          <ac:spMkLst>
            <pc:docMk/>
            <pc:sldMk cId="0" sldId="256"/>
            <ac:spMk id="275" creationId="{2DBE4213-A0C9-455F-B7EC-165E76D5A1F1}"/>
          </ac:spMkLst>
        </pc:spChg>
        <pc:spChg chg="add del mod">
          <ac:chgData name="Yntema, Michiel SIBV-FR/P/R" userId="09241570-8f23-4256-be7e-a3c32bde0a3f" providerId="ADAL" clId="{D3F607C7-5341-416A-AE37-F2917009CA1C}" dt="2026-09-01T07:50:35.345" v="15992"/>
          <ac:spMkLst>
            <pc:docMk/>
            <pc:sldMk cId="0" sldId="256"/>
            <ac:spMk id="276" creationId="{FC9BF56E-F163-7630-700B-54E16D8DB84E}"/>
          </ac:spMkLst>
        </pc:spChg>
        <pc:spChg chg="add del mod">
          <ac:chgData name="Yntema, Michiel SIBV-FR/P/R" userId="09241570-8f23-4256-be7e-a3c32bde0a3f" providerId="ADAL" clId="{D3F607C7-5341-416A-AE37-F2917009CA1C}" dt="2026-09-01T07:50:35.346" v="15993"/>
          <ac:spMkLst>
            <pc:docMk/>
            <pc:sldMk cId="0" sldId="256"/>
            <ac:spMk id="277" creationId="{8A7A5C6D-2AA7-B9D1-FCD2-658955E8F786}"/>
          </ac:spMkLst>
        </pc:spChg>
        <pc:spChg chg="add del mod">
          <ac:chgData name="Yntema, Michiel SIBV-FR/P/R" userId="09241570-8f23-4256-be7e-a3c32bde0a3f" providerId="ADAL" clId="{D3F607C7-5341-416A-AE37-F2917009CA1C}" dt="2026-09-01T07:50:35.346" v="15994"/>
          <ac:spMkLst>
            <pc:docMk/>
            <pc:sldMk cId="0" sldId="256"/>
            <ac:spMk id="278" creationId="{4B294F00-0172-C457-AB0B-600A2EEE8329}"/>
          </ac:spMkLst>
        </pc:spChg>
        <pc:spChg chg="add del mod modVis">
          <ac:chgData name="Yntema, Michiel SIBV-FR/P/R" userId="09241570-8f23-4256-be7e-a3c32bde0a3f" providerId="ADAL" clId="{D3F607C7-5341-416A-AE37-F2917009CA1C}" dt="2026-09-01T07:50:40.700" v="16510"/>
          <ac:spMkLst>
            <pc:docMk/>
            <pc:sldMk cId="0" sldId="256"/>
            <ac:spMk id="281" creationId="{5EF1AD56-C00D-10F3-5E9E-9FE95533145E}"/>
          </ac:spMkLst>
        </pc:spChg>
        <pc:spChg chg="add del mod modVis">
          <ac:chgData name="Yntema, Michiel SIBV-FR/P/R" userId="09241570-8f23-4256-be7e-a3c32bde0a3f" providerId="ADAL" clId="{D3F607C7-5341-416A-AE37-F2917009CA1C}" dt="2026-09-01T07:52:28.941" v="19083" actId="962"/>
          <ac:spMkLst>
            <pc:docMk/>
            <pc:sldMk cId="0" sldId="256"/>
            <ac:spMk id="288" creationId="{519E5060-4C0A-E3D7-B3E4-8CD0814F4800}"/>
          </ac:spMkLst>
        </pc:spChg>
        <pc:spChg chg="add del mod modVis">
          <ac:chgData name="Yntema, Michiel SIBV-FR/P/R" userId="09241570-8f23-4256-be7e-a3c32bde0a3f" providerId="ADAL" clId="{D3F607C7-5341-416A-AE37-F2917009CA1C}" dt="2026-09-01T07:52:35.486" v="19576"/>
          <ac:spMkLst>
            <pc:docMk/>
            <pc:sldMk cId="0" sldId="256"/>
            <ac:spMk id="289" creationId="{54F70C1A-DF57-9EF4-AE9C-ABABD572A2F6}"/>
          </ac:spMkLst>
        </pc:spChg>
        <pc:spChg chg="add del mod modVis">
          <ac:chgData name="Yntema, Michiel SIBV-FR/P/R" userId="09241570-8f23-4256-be7e-a3c32bde0a3f" providerId="ADAL" clId="{D3F607C7-5341-416A-AE37-F2917009CA1C}" dt="2026-09-01T07:55:36.311" v="20857"/>
          <ac:spMkLst>
            <pc:docMk/>
            <pc:sldMk cId="0" sldId="256"/>
            <ac:spMk id="291" creationId="{08A3DE09-3B2C-2CC7-6DA5-349BCBDDF330}"/>
          </ac:spMkLst>
        </pc:spChg>
        <pc:spChg chg="mod">
          <ac:chgData name="Yntema, Michiel SIBV-FR/P/R" userId="09241570-8f23-4256-be7e-a3c32bde0a3f" providerId="ADAL" clId="{D3F607C7-5341-416A-AE37-F2917009CA1C}" dt="2026-09-01T07:56:30.132" v="20865" actId="571"/>
          <ac:spMkLst>
            <pc:docMk/>
            <pc:sldMk cId="0" sldId="256"/>
            <ac:spMk id="296" creationId="{19043F85-5B42-8DDE-8C35-E43BA0C1F574}"/>
          </ac:spMkLst>
        </pc:spChg>
        <pc:spChg chg="mod">
          <ac:chgData name="Yntema, Michiel SIBV-FR/P/R" userId="09241570-8f23-4256-be7e-a3c32bde0a3f" providerId="ADAL" clId="{D3F607C7-5341-416A-AE37-F2917009CA1C}" dt="2026-09-01T07:56:30.132" v="20865" actId="571"/>
          <ac:spMkLst>
            <pc:docMk/>
            <pc:sldMk cId="0" sldId="256"/>
            <ac:spMk id="299" creationId="{85ABE540-1168-FD70-CC33-D0ACD1EAF954}"/>
          </ac:spMkLst>
        </pc:spChg>
        <pc:spChg chg="mod">
          <ac:chgData name="Yntema, Michiel SIBV-FR/P/R" userId="09241570-8f23-4256-be7e-a3c32bde0a3f" providerId="ADAL" clId="{D3F607C7-5341-416A-AE37-F2917009CA1C}" dt="2026-09-01T07:56:30.132" v="20865" actId="571"/>
          <ac:spMkLst>
            <pc:docMk/>
            <pc:sldMk cId="0" sldId="256"/>
            <ac:spMk id="303" creationId="{B2BDE597-9952-88F9-53D4-23C7B12CC53A}"/>
          </ac:spMkLst>
        </pc:spChg>
        <pc:spChg chg="mod">
          <ac:chgData name="Yntema, Michiel SIBV-FR/P/R" userId="09241570-8f23-4256-be7e-a3c32bde0a3f" providerId="ADAL" clId="{D3F607C7-5341-416A-AE37-F2917009CA1C}" dt="2026-09-01T07:56:30.132" v="20865" actId="571"/>
          <ac:spMkLst>
            <pc:docMk/>
            <pc:sldMk cId="0" sldId="256"/>
            <ac:spMk id="304" creationId="{7735D4E3-91CC-5222-076E-1BCB07B845F8}"/>
          </ac:spMkLst>
        </pc:spChg>
        <pc:spChg chg="mod">
          <ac:chgData name="Yntema, Michiel SIBV-FR/P/R" userId="09241570-8f23-4256-be7e-a3c32bde0a3f" providerId="ADAL" clId="{D3F607C7-5341-416A-AE37-F2917009CA1C}" dt="2026-09-01T07:56:30.132" v="20865" actId="571"/>
          <ac:spMkLst>
            <pc:docMk/>
            <pc:sldMk cId="0" sldId="256"/>
            <ac:spMk id="305" creationId="{D5F7F5FB-D63B-10CA-7DBA-98C4184D0739}"/>
          </ac:spMkLst>
        </pc:spChg>
        <pc:spChg chg="mod">
          <ac:chgData name="Yntema, Michiel SIBV-FR/P/R" userId="09241570-8f23-4256-be7e-a3c32bde0a3f" providerId="ADAL" clId="{D3F607C7-5341-416A-AE37-F2917009CA1C}" dt="2026-09-01T07:56:30.132" v="20865" actId="571"/>
          <ac:spMkLst>
            <pc:docMk/>
            <pc:sldMk cId="0" sldId="256"/>
            <ac:spMk id="307" creationId="{39807B72-2B03-AE9E-6830-BA5C4A976D6E}"/>
          </ac:spMkLst>
        </pc:spChg>
        <pc:spChg chg="mod">
          <ac:chgData name="Yntema, Michiel SIBV-FR/P/R" userId="09241570-8f23-4256-be7e-a3c32bde0a3f" providerId="ADAL" clId="{D3F607C7-5341-416A-AE37-F2917009CA1C}" dt="2026-09-01T07:56:30.132" v="20865" actId="571"/>
          <ac:spMkLst>
            <pc:docMk/>
            <pc:sldMk cId="0" sldId="256"/>
            <ac:spMk id="321" creationId="{CB8A8114-BEE4-85E9-9A65-7E000C25AA8E}"/>
          </ac:spMkLst>
        </pc:spChg>
        <pc:spChg chg="mod">
          <ac:chgData name="Yntema, Michiel SIBV-FR/P/R" userId="09241570-8f23-4256-be7e-a3c32bde0a3f" providerId="ADAL" clId="{D3F607C7-5341-416A-AE37-F2917009CA1C}" dt="2026-09-01T07:56:30.132" v="20865" actId="571"/>
          <ac:spMkLst>
            <pc:docMk/>
            <pc:sldMk cId="0" sldId="256"/>
            <ac:spMk id="323" creationId="{27CE0329-A4B3-F26D-E05A-95772DA6A898}"/>
          </ac:spMkLst>
        </pc:spChg>
        <pc:spChg chg="mod">
          <ac:chgData name="Yntema, Michiel SIBV-FR/P/R" userId="09241570-8f23-4256-be7e-a3c32bde0a3f" providerId="ADAL" clId="{D3F607C7-5341-416A-AE37-F2917009CA1C}" dt="2026-09-01T07:56:30.132" v="20865" actId="571"/>
          <ac:spMkLst>
            <pc:docMk/>
            <pc:sldMk cId="0" sldId="256"/>
            <ac:spMk id="325" creationId="{A0B43B36-9332-6118-F5A5-DA09754DB315}"/>
          </ac:spMkLst>
        </pc:spChg>
        <pc:spChg chg="mod">
          <ac:chgData name="Yntema, Michiel SIBV-FR/P/R" userId="09241570-8f23-4256-be7e-a3c32bde0a3f" providerId="ADAL" clId="{D3F607C7-5341-416A-AE37-F2917009CA1C}" dt="2026-09-01T07:56:30.132" v="20865" actId="571"/>
          <ac:spMkLst>
            <pc:docMk/>
            <pc:sldMk cId="0" sldId="256"/>
            <ac:spMk id="326" creationId="{5177D6BB-6E75-AD72-71E9-A27DB4635E47}"/>
          </ac:spMkLst>
        </pc:spChg>
        <pc:spChg chg="add del mod">
          <ac:chgData name="Yntema, Michiel SIBV-FR/P/R" userId="09241570-8f23-4256-be7e-a3c32bde0a3f" providerId="ADAL" clId="{D3F607C7-5341-416A-AE37-F2917009CA1C}" dt="2026-09-01T08:35:01.771" v="28417"/>
          <ac:spMkLst>
            <pc:docMk/>
            <pc:sldMk cId="0" sldId="256"/>
            <ac:spMk id="334" creationId="{95A3F1EA-B5D6-CEAD-041E-C8FEFBAB2986}"/>
          </ac:spMkLst>
        </pc:spChg>
        <pc:spChg chg="add del mod">
          <ac:chgData name="Yntema, Michiel SIBV-FR/P/R" userId="09241570-8f23-4256-be7e-a3c32bde0a3f" providerId="ADAL" clId="{D3F607C7-5341-416A-AE37-F2917009CA1C}" dt="2026-09-01T08:35:01.779" v="28434"/>
          <ac:spMkLst>
            <pc:docMk/>
            <pc:sldMk cId="0" sldId="256"/>
            <ac:spMk id="335" creationId="{455EEB71-F4A3-EE4F-D124-000A0B32859C}"/>
          </ac:spMkLst>
        </pc:spChg>
        <pc:spChg chg="add del mod ord">
          <ac:chgData name="Yntema, Michiel SIBV-FR/P/R" userId="09241570-8f23-4256-be7e-a3c32bde0a3f" providerId="ADAL" clId="{D3F607C7-5341-416A-AE37-F2917009CA1C}" dt="2026-09-01T08:35:01.786" v="28452"/>
          <ac:spMkLst>
            <pc:docMk/>
            <pc:sldMk cId="0" sldId="256"/>
            <ac:spMk id="336" creationId="{901C8E1B-0B79-7D0A-E62E-43CEBC354406}"/>
          </ac:spMkLst>
        </pc:spChg>
        <pc:spChg chg="add del mod modVis">
          <ac:chgData name="Yntema, Michiel SIBV-FR/P/R" userId="09241570-8f23-4256-be7e-a3c32bde0a3f" providerId="ADAL" clId="{D3F607C7-5341-416A-AE37-F2917009CA1C}" dt="2026-09-01T08:00:41.402" v="22479"/>
          <ac:spMkLst>
            <pc:docMk/>
            <pc:sldMk cId="0" sldId="256"/>
            <ac:spMk id="348" creationId="{0CB6AC66-E1F1-6078-91E9-866B10419D81}"/>
          </ac:spMkLst>
        </pc:spChg>
        <pc:spChg chg="add del mod modVis">
          <ac:chgData name="Yntema, Michiel SIBV-FR/P/R" userId="09241570-8f23-4256-be7e-a3c32bde0a3f" providerId="ADAL" clId="{D3F607C7-5341-416A-AE37-F2917009CA1C}" dt="2026-09-01T08:32:22.600" v="24174" actId="962"/>
          <ac:spMkLst>
            <pc:docMk/>
            <pc:sldMk cId="0" sldId="256"/>
            <ac:spMk id="352" creationId="{5A28D0F2-0BF6-ADBA-5C52-F797CD02C382}"/>
          </ac:spMkLst>
        </pc:spChg>
        <pc:spChg chg="add del mod modVis">
          <ac:chgData name="Yntema, Michiel SIBV-FR/P/R" userId="09241570-8f23-4256-be7e-a3c32bde0a3f" providerId="ADAL" clId="{D3F607C7-5341-416A-AE37-F2917009CA1C}" dt="2026-09-01T08:32:27.855" v="24895" actId="962"/>
          <ac:spMkLst>
            <pc:docMk/>
            <pc:sldMk cId="0" sldId="256"/>
            <ac:spMk id="354" creationId="{ED947409-5452-7E23-98CB-5FEE697638ED}"/>
          </ac:spMkLst>
        </pc:spChg>
        <pc:spChg chg="add del mod modVis">
          <ac:chgData name="Yntema, Michiel SIBV-FR/P/R" userId="09241570-8f23-4256-be7e-a3c32bde0a3f" providerId="ADAL" clId="{D3F607C7-5341-416A-AE37-F2917009CA1C}" dt="2026-09-01T08:32:40.212" v="25613"/>
          <ac:spMkLst>
            <pc:docMk/>
            <pc:sldMk cId="0" sldId="256"/>
            <ac:spMk id="356" creationId="{3A916A1D-327E-17C1-5AB7-01F5304F9076}"/>
          </ac:spMkLst>
        </pc:spChg>
        <pc:spChg chg="add mod">
          <ac:chgData name="Yntema, Michiel SIBV-FR/P/R" userId="09241570-8f23-4256-be7e-a3c32bde0a3f" providerId="ADAL" clId="{D3F607C7-5341-416A-AE37-F2917009CA1C}" dt="2026-09-01T08:34:55.424" v="28089" actId="207"/>
          <ac:spMkLst>
            <pc:docMk/>
            <pc:sldMk cId="0" sldId="256"/>
            <ac:spMk id="365" creationId="{8EB32FDB-D25B-FD4C-7D14-B2BE4F9D8BCB}"/>
          </ac:spMkLst>
        </pc:spChg>
        <pc:spChg chg="add mod">
          <ac:chgData name="Yntema, Michiel SIBV-FR/P/R" userId="09241570-8f23-4256-be7e-a3c32bde0a3f" providerId="ADAL" clId="{D3F607C7-5341-416A-AE37-F2917009CA1C}" dt="2026-09-01T08:34:55.422" v="28083" actId="207"/>
          <ac:spMkLst>
            <pc:docMk/>
            <pc:sldMk cId="0" sldId="256"/>
            <ac:spMk id="366" creationId="{89B6D6D4-3AC1-E93C-AE24-8AFB69AFE5B7}"/>
          </ac:spMkLst>
        </pc:spChg>
        <pc:spChg chg="add mod ord">
          <ac:chgData name="Yntema, Michiel SIBV-FR/P/R" userId="09241570-8f23-4256-be7e-a3c32bde0a3f" providerId="ADAL" clId="{D3F607C7-5341-416A-AE37-F2917009CA1C}" dt="2026-09-01T08:34:55.418" v="28076" actId="207"/>
          <ac:spMkLst>
            <pc:docMk/>
            <pc:sldMk cId="0" sldId="256"/>
            <ac:spMk id="367" creationId="{2B16E9CC-7F85-09B7-B443-E8748FFE3D81}"/>
          </ac:spMkLst>
        </pc:spChg>
        <pc:spChg chg="add del mod modVis">
          <ac:chgData name="Yntema, Michiel SIBV-FR/P/R" userId="09241570-8f23-4256-be7e-a3c32bde0a3f" providerId="ADAL" clId="{D3F607C7-5341-416A-AE37-F2917009CA1C}" dt="2026-09-01T08:35:01.941" v="28801"/>
          <ac:spMkLst>
            <pc:docMk/>
            <pc:sldMk cId="0" sldId="256"/>
            <ac:spMk id="369" creationId="{5DFBF26C-0A8E-507B-5448-0D8FC3617474}"/>
          </ac:spMkLst>
        </pc:spChg>
        <pc:spChg chg="add del mod">
          <ac:chgData name="Yntema, Michiel SIBV-FR/P/R" userId="09241570-8f23-4256-be7e-a3c32bde0a3f" providerId="ADAL" clId="{D3F607C7-5341-416A-AE37-F2917009CA1C}" dt="2026-09-01T08:42:21.356" v="56656"/>
          <ac:spMkLst>
            <pc:docMk/>
            <pc:sldMk cId="0" sldId="256"/>
            <ac:spMk id="370" creationId="{6D11EB0B-6B86-3F89-5F2F-8C4630B6EE8D}"/>
          </ac:spMkLst>
        </pc:spChg>
        <pc:spChg chg="add del mod">
          <ac:chgData name="Yntema, Michiel SIBV-FR/P/R" userId="09241570-8f23-4256-be7e-a3c32bde0a3f" providerId="ADAL" clId="{D3F607C7-5341-416A-AE37-F2917009CA1C}" dt="2026-09-01T08:42:21.365" v="56673"/>
          <ac:spMkLst>
            <pc:docMk/>
            <pc:sldMk cId="0" sldId="256"/>
            <ac:spMk id="371" creationId="{3732784F-C939-C1A8-0093-8171E172E114}"/>
          </ac:spMkLst>
        </pc:spChg>
        <pc:spChg chg="add del mod ord">
          <ac:chgData name="Yntema, Michiel SIBV-FR/P/R" userId="09241570-8f23-4256-be7e-a3c32bde0a3f" providerId="ADAL" clId="{D3F607C7-5341-416A-AE37-F2917009CA1C}" dt="2026-09-01T08:42:21.374" v="56691"/>
          <ac:spMkLst>
            <pc:docMk/>
            <pc:sldMk cId="0" sldId="256"/>
            <ac:spMk id="372" creationId="{6251ACCF-9A17-C117-517D-6616D4372F58}"/>
          </ac:spMkLst>
        </pc:spChg>
        <pc:spChg chg="mod ord">
          <ac:chgData name="Yntema, Michiel SIBV-FR/P/R" userId="09241570-8f23-4256-be7e-a3c32bde0a3f" providerId="ADAL" clId="{D3F607C7-5341-416A-AE37-F2917009CA1C}" dt="2026-09-01T11:47:13.545" v="149987"/>
          <ac:spMkLst>
            <pc:docMk/>
            <pc:sldMk cId="0" sldId="256"/>
            <ac:spMk id="375" creationId="{FEAE4320-69A8-6464-3153-A17C7569EAD5}"/>
          </ac:spMkLst>
        </pc:spChg>
        <pc:spChg chg="mod ord">
          <ac:chgData name="Yntema, Michiel SIBV-FR/P/R" userId="09241570-8f23-4256-be7e-a3c32bde0a3f" providerId="ADAL" clId="{D3F607C7-5341-416A-AE37-F2917009CA1C}" dt="2026-09-01T11:47:13.546" v="149989"/>
          <ac:spMkLst>
            <pc:docMk/>
            <pc:sldMk cId="0" sldId="256"/>
            <ac:spMk id="376" creationId="{2903C08E-5083-8886-1FE0-272A70FBE94B}"/>
          </ac:spMkLst>
        </pc:spChg>
        <pc:spChg chg="mod ord">
          <ac:chgData name="Yntema, Michiel SIBV-FR/P/R" userId="09241570-8f23-4256-be7e-a3c32bde0a3f" providerId="ADAL" clId="{D3F607C7-5341-416A-AE37-F2917009CA1C}" dt="2026-09-01T11:47:13.546" v="149991"/>
          <ac:spMkLst>
            <pc:docMk/>
            <pc:sldMk cId="0" sldId="256"/>
            <ac:spMk id="377" creationId="{D38D33B9-135F-4265-C6D8-1851651D6DC6}"/>
          </ac:spMkLst>
        </pc:spChg>
        <pc:spChg chg="mod ord">
          <ac:chgData name="Yntema, Michiel SIBV-FR/P/R" userId="09241570-8f23-4256-be7e-a3c32bde0a3f" providerId="ADAL" clId="{D3F607C7-5341-416A-AE37-F2917009CA1C}" dt="2026-09-01T11:47:13.546" v="149993"/>
          <ac:spMkLst>
            <pc:docMk/>
            <pc:sldMk cId="0" sldId="256"/>
            <ac:spMk id="378" creationId="{540DE634-E918-5CB0-6474-81C129B4FBB9}"/>
          </ac:spMkLst>
        </pc:spChg>
        <pc:spChg chg="mod ord">
          <ac:chgData name="Yntema, Michiel SIBV-FR/P/R" userId="09241570-8f23-4256-be7e-a3c32bde0a3f" providerId="ADAL" clId="{D3F607C7-5341-416A-AE37-F2917009CA1C}" dt="2026-09-01T11:47:13.546" v="149995"/>
          <ac:spMkLst>
            <pc:docMk/>
            <pc:sldMk cId="0" sldId="256"/>
            <ac:spMk id="379" creationId="{52AD2047-F650-D9D7-65DF-719A97FD8C45}"/>
          </ac:spMkLst>
        </pc:spChg>
        <pc:spChg chg="add mod ord">
          <ac:chgData name="Yntema, Michiel SIBV-FR/P/R" userId="09241570-8f23-4256-be7e-a3c32bde0a3f" providerId="ADAL" clId="{D3F607C7-5341-416A-AE37-F2917009CA1C}" dt="2026-09-01T11:47:13.547" v="149997"/>
          <ac:spMkLst>
            <pc:docMk/>
            <pc:sldMk cId="0" sldId="256"/>
            <ac:spMk id="380" creationId="{A6251FF0-C84D-F20E-38FE-BFB368DFBAD0}"/>
          </ac:spMkLst>
        </pc:spChg>
        <pc:spChg chg="mod ord">
          <ac:chgData name="Yntema, Michiel SIBV-FR/P/R" userId="09241570-8f23-4256-be7e-a3c32bde0a3f" providerId="ADAL" clId="{D3F607C7-5341-416A-AE37-F2917009CA1C}" dt="2026-09-01T11:47:13.547" v="149999"/>
          <ac:spMkLst>
            <pc:docMk/>
            <pc:sldMk cId="0" sldId="256"/>
            <ac:spMk id="381" creationId="{FCB08EC6-0C23-0687-BA89-6A6DA92C2AF0}"/>
          </ac:spMkLst>
        </pc:spChg>
        <pc:spChg chg="mod ord">
          <ac:chgData name="Yntema, Michiel SIBV-FR/P/R" userId="09241570-8f23-4256-be7e-a3c32bde0a3f" providerId="ADAL" clId="{D3F607C7-5341-416A-AE37-F2917009CA1C}" dt="2026-09-01T11:47:13.547" v="150001"/>
          <ac:spMkLst>
            <pc:docMk/>
            <pc:sldMk cId="0" sldId="256"/>
            <ac:spMk id="382" creationId="{031C30AC-8ACC-56DC-871E-0B382EB09A20}"/>
          </ac:spMkLst>
        </pc:spChg>
        <pc:spChg chg="mod ord">
          <ac:chgData name="Yntema, Michiel SIBV-FR/P/R" userId="09241570-8f23-4256-be7e-a3c32bde0a3f" providerId="ADAL" clId="{D3F607C7-5341-416A-AE37-F2917009CA1C}" dt="2026-09-01T11:47:13.547" v="150003"/>
          <ac:spMkLst>
            <pc:docMk/>
            <pc:sldMk cId="0" sldId="256"/>
            <ac:spMk id="383" creationId="{03138FC0-B62A-B42A-03D5-93051CF89F78}"/>
          </ac:spMkLst>
        </pc:spChg>
        <pc:spChg chg="mod ord">
          <ac:chgData name="Yntema, Michiel SIBV-FR/P/R" userId="09241570-8f23-4256-be7e-a3c32bde0a3f" providerId="ADAL" clId="{D3F607C7-5341-416A-AE37-F2917009CA1C}" dt="2026-09-01T11:47:13.548" v="150005"/>
          <ac:spMkLst>
            <pc:docMk/>
            <pc:sldMk cId="0" sldId="256"/>
            <ac:spMk id="384" creationId="{5AB43640-DF6D-E5C8-7489-09FC47F3FD99}"/>
          </ac:spMkLst>
        </pc:spChg>
        <pc:spChg chg="mod ord">
          <ac:chgData name="Yntema, Michiel SIBV-FR/P/R" userId="09241570-8f23-4256-be7e-a3c32bde0a3f" providerId="ADAL" clId="{D3F607C7-5341-416A-AE37-F2917009CA1C}" dt="2026-09-01T11:47:13.548" v="150007"/>
          <ac:spMkLst>
            <pc:docMk/>
            <pc:sldMk cId="0" sldId="256"/>
            <ac:spMk id="385" creationId="{7BA712C1-8CE3-676C-D8B8-1733B0A6E5D7}"/>
          </ac:spMkLst>
        </pc:spChg>
        <pc:spChg chg="mod ord">
          <ac:chgData name="Yntema, Michiel SIBV-FR/P/R" userId="09241570-8f23-4256-be7e-a3c32bde0a3f" providerId="ADAL" clId="{D3F607C7-5341-416A-AE37-F2917009CA1C}" dt="2026-09-01T11:47:13.548" v="150009"/>
          <ac:spMkLst>
            <pc:docMk/>
            <pc:sldMk cId="0" sldId="256"/>
            <ac:spMk id="386" creationId="{F636C9EF-29F7-743F-AFDB-AD46612644E3}"/>
          </ac:spMkLst>
        </pc:spChg>
        <pc:spChg chg="mod ord">
          <ac:chgData name="Yntema, Michiel SIBV-FR/P/R" userId="09241570-8f23-4256-be7e-a3c32bde0a3f" providerId="ADAL" clId="{D3F607C7-5341-416A-AE37-F2917009CA1C}" dt="2026-09-01T11:47:13.548" v="150011"/>
          <ac:spMkLst>
            <pc:docMk/>
            <pc:sldMk cId="0" sldId="256"/>
            <ac:spMk id="387" creationId="{7C2D55F0-E291-A029-FCD9-A782EC00F3B1}"/>
          </ac:spMkLst>
        </pc:spChg>
        <pc:spChg chg="mod ord">
          <ac:chgData name="Yntema, Michiel SIBV-FR/P/R" userId="09241570-8f23-4256-be7e-a3c32bde0a3f" providerId="ADAL" clId="{D3F607C7-5341-416A-AE37-F2917009CA1C}" dt="2026-09-01T11:47:13.549" v="150013"/>
          <ac:spMkLst>
            <pc:docMk/>
            <pc:sldMk cId="0" sldId="256"/>
            <ac:spMk id="388" creationId="{DC0147C5-9A3F-F030-3860-220950DBE0E8}"/>
          </ac:spMkLst>
        </pc:spChg>
        <pc:spChg chg="mod ord">
          <ac:chgData name="Yntema, Michiel SIBV-FR/P/R" userId="09241570-8f23-4256-be7e-a3c32bde0a3f" providerId="ADAL" clId="{D3F607C7-5341-416A-AE37-F2917009CA1C}" dt="2026-09-01T11:47:13.549" v="150015"/>
          <ac:spMkLst>
            <pc:docMk/>
            <pc:sldMk cId="0" sldId="256"/>
            <ac:spMk id="389" creationId="{1E27DBE9-45A3-6363-6B19-83248888E7C0}"/>
          </ac:spMkLst>
        </pc:spChg>
        <pc:spChg chg="mod ord">
          <ac:chgData name="Yntema, Michiel SIBV-FR/P/R" userId="09241570-8f23-4256-be7e-a3c32bde0a3f" providerId="ADAL" clId="{D3F607C7-5341-416A-AE37-F2917009CA1C}" dt="2026-09-01T11:47:13.549" v="150017"/>
          <ac:spMkLst>
            <pc:docMk/>
            <pc:sldMk cId="0" sldId="256"/>
            <ac:spMk id="390" creationId="{BAFEB348-050C-C2EE-4F9D-AFE7351DD2F4}"/>
          </ac:spMkLst>
        </pc:spChg>
        <pc:spChg chg="mod ord">
          <ac:chgData name="Yntema, Michiel SIBV-FR/P/R" userId="09241570-8f23-4256-be7e-a3c32bde0a3f" providerId="ADAL" clId="{D3F607C7-5341-416A-AE37-F2917009CA1C}" dt="2026-09-01T11:47:13.549" v="150019"/>
          <ac:spMkLst>
            <pc:docMk/>
            <pc:sldMk cId="0" sldId="256"/>
            <ac:spMk id="391" creationId="{3DEE99D7-81A2-4662-8CC0-76C7939F7194}"/>
          </ac:spMkLst>
        </pc:spChg>
        <pc:spChg chg="mod ord">
          <ac:chgData name="Yntema, Michiel SIBV-FR/P/R" userId="09241570-8f23-4256-be7e-a3c32bde0a3f" providerId="ADAL" clId="{D3F607C7-5341-416A-AE37-F2917009CA1C}" dt="2026-09-01T11:47:13.550" v="150021"/>
          <ac:spMkLst>
            <pc:docMk/>
            <pc:sldMk cId="0" sldId="256"/>
            <ac:spMk id="392" creationId="{948F348A-79AA-FEDF-1650-4A97058E6053}"/>
          </ac:spMkLst>
        </pc:spChg>
        <pc:spChg chg="mod ord">
          <ac:chgData name="Yntema, Michiel SIBV-FR/P/R" userId="09241570-8f23-4256-be7e-a3c32bde0a3f" providerId="ADAL" clId="{D3F607C7-5341-416A-AE37-F2917009CA1C}" dt="2026-09-01T11:47:13.550" v="150023"/>
          <ac:spMkLst>
            <pc:docMk/>
            <pc:sldMk cId="0" sldId="256"/>
            <ac:spMk id="393" creationId="{AA78E09B-9F2C-A9B0-84E3-A47C3B0AAEEF}"/>
          </ac:spMkLst>
        </pc:spChg>
        <pc:spChg chg="mod ord">
          <ac:chgData name="Yntema, Michiel SIBV-FR/P/R" userId="09241570-8f23-4256-be7e-a3c32bde0a3f" providerId="ADAL" clId="{D3F607C7-5341-416A-AE37-F2917009CA1C}" dt="2026-09-01T11:47:13.550" v="150025"/>
          <ac:spMkLst>
            <pc:docMk/>
            <pc:sldMk cId="0" sldId="256"/>
            <ac:spMk id="394" creationId="{B7B76671-D584-2A3C-DD72-02C3A7141E91}"/>
          </ac:spMkLst>
        </pc:spChg>
        <pc:spChg chg="mod ord">
          <ac:chgData name="Yntema, Michiel SIBV-FR/P/R" userId="09241570-8f23-4256-be7e-a3c32bde0a3f" providerId="ADAL" clId="{D3F607C7-5341-416A-AE37-F2917009CA1C}" dt="2026-09-01T11:47:13.550" v="150027"/>
          <ac:spMkLst>
            <pc:docMk/>
            <pc:sldMk cId="0" sldId="256"/>
            <ac:spMk id="395" creationId="{65DEDA0E-D749-56E3-63F0-B49783007697}"/>
          </ac:spMkLst>
        </pc:spChg>
        <pc:spChg chg="mod ord">
          <ac:chgData name="Yntema, Michiel SIBV-FR/P/R" userId="09241570-8f23-4256-be7e-a3c32bde0a3f" providerId="ADAL" clId="{D3F607C7-5341-416A-AE37-F2917009CA1C}" dt="2026-09-01T11:47:13.551" v="150029"/>
          <ac:spMkLst>
            <pc:docMk/>
            <pc:sldMk cId="0" sldId="256"/>
            <ac:spMk id="396" creationId="{054C28E4-3ECE-9853-F70C-D4F52902981A}"/>
          </ac:spMkLst>
        </pc:spChg>
        <pc:spChg chg="mod ord">
          <ac:chgData name="Yntema, Michiel SIBV-FR/P/R" userId="09241570-8f23-4256-be7e-a3c32bde0a3f" providerId="ADAL" clId="{D3F607C7-5341-416A-AE37-F2917009CA1C}" dt="2026-09-01T11:47:13.551" v="150031"/>
          <ac:spMkLst>
            <pc:docMk/>
            <pc:sldMk cId="0" sldId="256"/>
            <ac:spMk id="397" creationId="{09107BD4-441D-390A-5977-DAFB24A347A5}"/>
          </ac:spMkLst>
        </pc:spChg>
        <pc:spChg chg="mod ord">
          <ac:chgData name="Yntema, Michiel SIBV-FR/P/R" userId="09241570-8f23-4256-be7e-a3c32bde0a3f" providerId="ADAL" clId="{D3F607C7-5341-416A-AE37-F2917009CA1C}" dt="2026-09-01T11:47:13.551" v="150033"/>
          <ac:spMkLst>
            <pc:docMk/>
            <pc:sldMk cId="0" sldId="256"/>
            <ac:spMk id="398" creationId="{3C551D9C-045F-55D6-B8A7-C03D3B5F2082}"/>
          </ac:spMkLst>
        </pc:spChg>
        <pc:spChg chg="mod ord">
          <ac:chgData name="Yntema, Michiel SIBV-FR/P/R" userId="09241570-8f23-4256-be7e-a3c32bde0a3f" providerId="ADAL" clId="{D3F607C7-5341-416A-AE37-F2917009CA1C}" dt="2026-09-01T11:47:13.551" v="150035"/>
          <ac:spMkLst>
            <pc:docMk/>
            <pc:sldMk cId="0" sldId="256"/>
            <ac:spMk id="399" creationId="{A3E531E3-2A25-9F04-7915-8C8ECE29690F}"/>
          </ac:spMkLst>
        </pc:spChg>
        <pc:spChg chg="add mod ord">
          <ac:chgData name="Yntema, Michiel SIBV-FR/P/R" userId="09241570-8f23-4256-be7e-a3c32bde0a3f" providerId="ADAL" clId="{D3F607C7-5341-416A-AE37-F2917009CA1C}" dt="2026-09-01T11:47:13.552" v="150037"/>
          <ac:spMkLst>
            <pc:docMk/>
            <pc:sldMk cId="0" sldId="256"/>
            <ac:spMk id="400" creationId="{34AD3D8E-29CD-C2A5-CAB1-5DE03042426B}"/>
          </ac:spMkLst>
        </pc:spChg>
        <pc:spChg chg="mod ord">
          <ac:chgData name="Yntema, Michiel SIBV-FR/P/R" userId="09241570-8f23-4256-be7e-a3c32bde0a3f" providerId="ADAL" clId="{D3F607C7-5341-416A-AE37-F2917009CA1C}" dt="2026-09-01T11:47:13.552" v="150039"/>
          <ac:spMkLst>
            <pc:docMk/>
            <pc:sldMk cId="0" sldId="256"/>
            <ac:spMk id="401" creationId="{9A2BBBFC-8AEB-7B18-0CCF-94DAE6241DE8}"/>
          </ac:spMkLst>
        </pc:spChg>
        <pc:spChg chg="mod ord">
          <ac:chgData name="Yntema, Michiel SIBV-FR/P/R" userId="09241570-8f23-4256-be7e-a3c32bde0a3f" providerId="ADAL" clId="{D3F607C7-5341-416A-AE37-F2917009CA1C}" dt="2026-09-01T11:47:13.552" v="150041"/>
          <ac:spMkLst>
            <pc:docMk/>
            <pc:sldMk cId="0" sldId="256"/>
            <ac:spMk id="402" creationId="{621578D9-EDCB-99C9-61F4-BDF38012C91D}"/>
          </ac:spMkLst>
        </pc:spChg>
        <pc:spChg chg="mod ord">
          <ac:chgData name="Yntema, Michiel SIBV-FR/P/R" userId="09241570-8f23-4256-be7e-a3c32bde0a3f" providerId="ADAL" clId="{D3F607C7-5341-416A-AE37-F2917009CA1C}" dt="2026-09-01T11:47:13.553" v="150043"/>
          <ac:spMkLst>
            <pc:docMk/>
            <pc:sldMk cId="0" sldId="256"/>
            <ac:spMk id="403" creationId="{0467990E-A59B-1571-1906-6A256BCE0340}"/>
          </ac:spMkLst>
        </pc:spChg>
        <pc:spChg chg="mod ord">
          <ac:chgData name="Yntema, Michiel SIBV-FR/P/R" userId="09241570-8f23-4256-be7e-a3c32bde0a3f" providerId="ADAL" clId="{D3F607C7-5341-416A-AE37-F2917009CA1C}" dt="2026-09-01T11:47:13.553" v="150045"/>
          <ac:spMkLst>
            <pc:docMk/>
            <pc:sldMk cId="0" sldId="256"/>
            <ac:spMk id="404" creationId="{FA46B6D0-AA53-31C7-95C9-29C759AD35A2}"/>
          </ac:spMkLst>
        </pc:spChg>
        <pc:spChg chg="mod ord">
          <ac:chgData name="Yntema, Michiel SIBV-FR/P/R" userId="09241570-8f23-4256-be7e-a3c32bde0a3f" providerId="ADAL" clId="{D3F607C7-5341-416A-AE37-F2917009CA1C}" dt="2026-09-01T11:47:13.553" v="150047"/>
          <ac:spMkLst>
            <pc:docMk/>
            <pc:sldMk cId="0" sldId="256"/>
            <ac:spMk id="405" creationId="{1BD72CB6-4732-D38A-8B2D-DB2AFF3C8F3C}"/>
          </ac:spMkLst>
        </pc:spChg>
        <pc:spChg chg="mod ord">
          <ac:chgData name="Yntema, Michiel SIBV-FR/P/R" userId="09241570-8f23-4256-be7e-a3c32bde0a3f" providerId="ADAL" clId="{D3F607C7-5341-416A-AE37-F2917009CA1C}" dt="2026-09-01T11:47:13.554" v="150049"/>
          <ac:spMkLst>
            <pc:docMk/>
            <pc:sldMk cId="0" sldId="256"/>
            <ac:spMk id="406" creationId="{20D36722-C52C-45F8-E67F-557321876AEC}"/>
          </ac:spMkLst>
        </pc:spChg>
        <pc:spChg chg="mod ord">
          <ac:chgData name="Yntema, Michiel SIBV-FR/P/R" userId="09241570-8f23-4256-be7e-a3c32bde0a3f" providerId="ADAL" clId="{D3F607C7-5341-416A-AE37-F2917009CA1C}" dt="2026-09-01T11:47:13.554" v="150051"/>
          <ac:spMkLst>
            <pc:docMk/>
            <pc:sldMk cId="0" sldId="256"/>
            <ac:spMk id="407" creationId="{93AC1C8D-E8DF-79B9-8462-94831FFE88B4}"/>
          </ac:spMkLst>
        </pc:spChg>
        <pc:spChg chg="mod ord">
          <ac:chgData name="Yntema, Michiel SIBV-FR/P/R" userId="09241570-8f23-4256-be7e-a3c32bde0a3f" providerId="ADAL" clId="{D3F607C7-5341-416A-AE37-F2917009CA1C}" dt="2026-09-01T11:47:13.554" v="150053"/>
          <ac:spMkLst>
            <pc:docMk/>
            <pc:sldMk cId="0" sldId="256"/>
            <ac:spMk id="408" creationId="{F7A3ADCA-2864-9C24-6379-43162F2FB083}"/>
          </ac:spMkLst>
        </pc:spChg>
        <pc:spChg chg="mod ord">
          <ac:chgData name="Yntema, Michiel SIBV-FR/P/R" userId="09241570-8f23-4256-be7e-a3c32bde0a3f" providerId="ADAL" clId="{D3F607C7-5341-416A-AE37-F2917009CA1C}" dt="2026-09-01T11:47:13.554" v="150055"/>
          <ac:spMkLst>
            <pc:docMk/>
            <pc:sldMk cId="0" sldId="256"/>
            <ac:spMk id="409" creationId="{148CB862-5E24-23D4-222D-1972331287F0}"/>
          </ac:spMkLst>
        </pc:spChg>
        <pc:spChg chg="mod ord">
          <ac:chgData name="Yntema, Michiel SIBV-FR/P/R" userId="09241570-8f23-4256-be7e-a3c32bde0a3f" providerId="ADAL" clId="{D3F607C7-5341-416A-AE37-F2917009CA1C}" dt="2026-09-01T11:47:13.555" v="150057"/>
          <ac:spMkLst>
            <pc:docMk/>
            <pc:sldMk cId="0" sldId="256"/>
            <ac:spMk id="410" creationId="{E8CC8B08-CC28-BE29-695A-3881DFEDC033}"/>
          </ac:spMkLst>
        </pc:spChg>
        <pc:spChg chg="mod ord">
          <ac:chgData name="Yntema, Michiel SIBV-FR/P/R" userId="09241570-8f23-4256-be7e-a3c32bde0a3f" providerId="ADAL" clId="{D3F607C7-5341-416A-AE37-F2917009CA1C}" dt="2026-09-01T11:47:13.555" v="150059"/>
          <ac:spMkLst>
            <pc:docMk/>
            <pc:sldMk cId="0" sldId="256"/>
            <ac:spMk id="411" creationId="{D2AB9663-CEA2-5802-8804-44BFD14C9BB2}"/>
          </ac:spMkLst>
        </pc:spChg>
        <pc:spChg chg="mod ord">
          <ac:chgData name="Yntema, Michiel SIBV-FR/P/R" userId="09241570-8f23-4256-be7e-a3c32bde0a3f" providerId="ADAL" clId="{D3F607C7-5341-416A-AE37-F2917009CA1C}" dt="2026-09-01T11:47:13.555" v="150061"/>
          <ac:spMkLst>
            <pc:docMk/>
            <pc:sldMk cId="0" sldId="256"/>
            <ac:spMk id="412" creationId="{7C9E7CC9-F324-AEB3-AC18-4A490C89EAA9}"/>
          </ac:spMkLst>
        </pc:spChg>
        <pc:spChg chg="mod ord">
          <ac:chgData name="Yntema, Michiel SIBV-FR/P/R" userId="09241570-8f23-4256-be7e-a3c32bde0a3f" providerId="ADAL" clId="{D3F607C7-5341-416A-AE37-F2917009CA1C}" dt="2026-09-01T11:47:13.555" v="150063"/>
          <ac:spMkLst>
            <pc:docMk/>
            <pc:sldMk cId="0" sldId="256"/>
            <ac:spMk id="413" creationId="{79B4948E-A5CF-D1E8-D581-069E62C4E633}"/>
          </ac:spMkLst>
        </pc:spChg>
        <pc:spChg chg="mod ord">
          <ac:chgData name="Yntema, Michiel SIBV-FR/P/R" userId="09241570-8f23-4256-be7e-a3c32bde0a3f" providerId="ADAL" clId="{D3F607C7-5341-416A-AE37-F2917009CA1C}" dt="2026-09-01T11:47:13.556" v="150065"/>
          <ac:spMkLst>
            <pc:docMk/>
            <pc:sldMk cId="0" sldId="256"/>
            <ac:spMk id="414" creationId="{B8B0D936-15F0-0C6C-4236-4A7F57B6D511}"/>
          </ac:spMkLst>
        </pc:spChg>
        <pc:spChg chg="add mod ord">
          <ac:chgData name="Yntema, Michiel SIBV-FR/P/R" userId="09241570-8f23-4256-be7e-a3c32bde0a3f" providerId="ADAL" clId="{D3F607C7-5341-416A-AE37-F2917009CA1C}" dt="2026-09-01T11:47:13.556" v="150067"/>
          <ac:spMkLst>
            <pc:docMk/>
            <pc:sldMk cId="0" sldId="256"/>
            <ac:spMk id="415" creationId="{44FDB512-CCC9-D91F-30D8-6905F9CF2AF5}"/>
          </ac:spMkLst>
        </pc:spChg>
        <pc:spChg chg="mod ord">
          <ac:chgData name="Yntema, Michiel SIBV-FR/P/R" userId="09241570-8f23-4256-be7e-a3c32bde0a3f" providerId="ADAL" clId="{D3F607C7-5341-416A-AE37-F2917009CA1C}" dt="2026-09-01T11:47:13.556" v="150069"/>
          <ac:spMkLst>
            <pc:docMk/>
            <pc:sldMk cId="0" sldId="256"/>
            <ac:spMk id="416" creationId="{F2415023-6C70-C914-04D8-3C92C474A813}"/>
          </ac:spMkLst>
        </pc:spChg>
        <pc:spChg chg="mod ord">
          <ac:chgData name="Yntema, Michiel SIBV-FR/P/R" userId="09241570-8f23-4256-be7e-a3c32bde0a3f" providerId="ADAL" clId="{D3F607C7-5341-416A-AE37-F2917009CA1C}" dt="2026-09-01T11:47:13.556" v="150071"/>
          <ac:spMkLst>
            <pc:docMk/>
            <pc:sldMk cId="0" sldId="256"/>
            <ac:spMk id="417" creationId="{2EC91488-7F00-867C-5AF1-6A4DA1CAFD19}"/>
          </ac:spMkLst>
        </pc:spChg>
        <pc:spChg chg="mod ord">
          <ac:chgData name="Yntema, Michiel SIBV-FR/P/R" userId="09241570-8f23-4256-be7e-a3c32bde0a3f" providerId="ADAL" clId="{D3F607C7-5341-416A-AE37-F2917009CA1C}" dt="2026-09-01T11:47:13.556" v="150073"/>
          <ac:spMkLst>
            <pc:docMk/>
            <pc:sldMk cId="0" sldId="256"/>
            <ac:spMk id="418" creationId="{A43BD0C8-80BE-5D98-9E60-A589D044A800}"/>
          </ac:spMkLst>
        </pc:spChg>
        <pc:spChg chg="mod ord">
          <ac:chgData name="Yntema, Michiel SIBV-FR/P/R" userId="09241570-8f23-4256-be7e-a3c32bde0a3f" providerId="ADAL" clId="{D3F607C7-5341-416A-AE37-F2917009CA1C}" dt="2026-09-01T11:47:13.558" v="150075"/>
          <ac:spMkLst>
            <pc:docMk/>
            <pc:sldMk cId="0" sldId="256"/>
            <ac:spMk id="419" creationId="{7E3020A3-BCD9-C369-CB26-36B61C263385}"/>
          </ac:spMkLst>
        </pc:spChg>
        <pc:spChg chg="mod ord">
          <ac:chgData name="Yntema, Michiel SIBV-FR/P/R" userId="09241570-8f23-4256-be7e-a3c32bde0a3f" providerId="ADAL" clId="{D3F607C7-5341-416A-AE37-F2917009CA1C}" dt="2026-09-01T11:47:13.558" v="150077"/>
          <ac:spMkLst>
            <pc:docMk/>
            <pc:sldMk cId="0" sldId="256"/>
            <ac:spMk id="420" creationId="{4E79E4FE-9189-43A5-138A-8BA3146191BA}"/>
          </ac:spMkLst>
        </pc:spChg>
        <pc:spChg chg="mod ord">
          <ac:chgData name="Yntema, Michiel SIBV-FR/P/R" userId="09241570-8f23-4256-be7e-a3c32bde0a3f" providerId="ADAL" clId="{D3F607C7-5341-416A-AE37-F2917009CA1C}" dt="2026-09-01T11:47:13.558" v="150079"/>
          <ac:spMkLst>
            <pc:docMk/>
            <pc:sldMk cId="0" sldId="256"/>
            <ac:spMk id="421" creationId="{1972C811-B992-2F79-5C11-2F16D6832F30}"/>
          </ac:spMkLst>
        </pc:spChg>
        <pc:spChg chg="mod ord">
          <ac:chgData name="Yntema, Michiel SIBV-FR/P/R" userId="09241570-8f23-4256-be7e-a3c32bde0a3f" providerId="ADAL" clId="{D3F607C7-5341-416A-AE37-F2917009CA1C}" dt="2026-09-01T11:47:13.559" v="150081"/>
          <ac:spMkLst>
            <pc:docMk/>
            <pc:sldMk cId="0" sldId="256"/>
            <ac:spMk id="422" creationId="{507AB39D-3039-6F96-176F-76B03CCCA068}"/>
          </ac:spMkLst>
        </pc:spChg>
        <pc:spChg chg="mod ord">
          <ac:chgData name="Yntema, Michiel SIBV-FR/P/R" userId="09241570-8f23-4256-be7e-a3c32bde0a3f" providerId="ADAL" clId="{D3F607C7-5341-416A-AE37-F2917009CA1C}" dt="2026-09-01T11:47:13.559" v="150083"/>
          <ac:spMkLst>
            <pc:docMk/>
            <pc:sldMk cId="0" sldId="256"/>
            <ac:spMk id="423" creationId="{90B0300F-8268-BE91-9F1A-891C5A6904F2}"/>
          </ac:spMkLst>
        </pc:spChg>
        <pc:spChg chg="add mod ord">
          <ac:chgData name="Yntema, Michiel SIBV-FR/P/R" userId="09241570-8f23-4256-be7e-a3c32bde0a3f" providerId="ADAL" clId="{D3F607C7-5341-416A-AE37-F2917009CA1C}" dt="2026-09-01T11:47:13.559" v="150085"/>
          <ac:spMkLst>
            <pc:docMk/>
            <pc:sldMk cId="0" sldId="256"/>
            <ac:spMk id="424" creationId="{D26F5E49-478A-59AD-C751-F51DC7E8A2F5}"/>
          </ac:spMkLst>
        </pc:spChg>
        <pc:spChg chg="mod ord">
          <ac:chgData name="Yntema, Michiel SIBV-FR/P/R" userId="09241570-8f23-4256-be7e-a3c32bde0a3f" providerId="ADAL" clId="{D3F607C7-5341-416A-AE37-F2917009CA1C}" dt="2026-09-01T11:47:13.559" v="150087"/>
          <ac:spMkLst>
            <pc:docMk/>
            <pc:sldMk cId="0" sldId="256"/>
            <ac:spMk id="425" creationId="{5A4C3689-B82B-728D-0D02-92395DA9BE58}"/>
          </ac:spMkLst>
        </pc:spChg>
        <pc:spChg chg="mod ord">
          <ac:chgData name="Yntema, Michiel SIBV-FR/P/R" userId="09241570-8f23-4256-be7e-a3c32bde0a3f" providerId="ADAL" clId="{D3F607C7-5341-416A-AE37-F2917009CA1C}" dt="2026-09-01T11:47:13.560" v="150089"/>
          <ac:spMkLst>
            <pc:docMk/>
            <pc:sldMk cId="0" sldId="256"/>
            <ac:spMk id="426" creationId="{8EC54B9C-AF8D-1D30-9E32-D264DCD38ADA}"/>
          </ac:spMkLst>
        </pc:spChg>
        <pc:spChg chg="mod ord">
          <ac:chgData name="Yntema, Michiel SIBV-FR/P/R" userId="09241570-8f23-4256-be7e-a3c32bde0a3f" providerId="ADAL" clId="{D3F607C7-5341-416A-AE37-F2917009CA1C}" dt="2026-09-01T11:47:13.560" v="150091"/>
          <ac:spMkLst>
            <pc:docMk/>
            <pc:sldMk cId="0" sldId="256"/>
            <ac:spMk id="427" creationId="{2A82C989-5195-2B33-AC62-41CD71D39168}"/>
          </ac:spMkLst>
        </pc:spChg>
        <pc:spChg chg="mod ord">
          <ac:chgData name="Yntema, Michiel SIBV-FR/P/R" userId="09241570-8f23-4256-be7e-a3c32bde0a3f" providerId="ADAL" clId="{D3F607C7-5341-416A-AE37-F2917009CA1C}" dt="2026-09-01T11:47:13.560" v="150093"/>
          <ac:spMkLst>
            <pc:docMk/>
            <pc:sldMk cId="0" sldId="256"/>
            <ac:spMk id="428" creationId="{AE2FABE2-7EA7-EE7F-C603-95700B1CCFBA}"/>
          </ac:spMkLst>
        </pc:spChg>
        <pc:spChg chg="mod ord">
          <ac:chgData name="Yntema, Michiel SIBV-FR/P/R" userId="09241570-8f23-4256-be7e-a3c32bde0a3f" providerId="ADAL" clId="{D3F607C7-5341-416A-AE37-F2917009CA1C}" dt="2026-09-01T11:47:13.560" v="150095"/>
          <ac:spMkLst>
            <pc:docMk/>
            <pc:sldMk cId="0" sldId="256"/>
            <ac:spMk id="429" creationId="{50455DED-38CC-EFA6-9BDF-47B89EBD95F5}"/>
          </ac:spMkLst>
        </pc:spChg>
        <pc:spChg chg="mod ord">
          <ac:chgData name="Yntema, Michiel SIBV-FR/P/R" userId="09241570-8f23-4256-be7e-a3c32bde0a3f" providerId="ADAL" clId="{D3F607C7-5341-416A-AE37-F2917009CA1C}" dt="2026-09-01T11:47:13.561" v="150097"/>
          <ac:spMkLst>
            <pc:docMk/>
            <pc:sldMk cId="0" sldId="256"/>
            <ac:spMk id="430" creationId="{DE3C4125-FE30-1CF6-26EF-716412B3B05E}"/>
          </ac:spMkLst>
        </pc:spChg>
        <pc:spChg chg="mod ord">
          <ac:chgData name="Yntema, Michiel SIBV-FR/P/R" userId="09241570-8f23-4256-be7e-a3c32bde0a3f" providerId="ADAL" clId="{D3F607C7-5341-416A-AE37-F2917009CA1C}" dt="2026-09-01T11:47:13.561" v="150099"/>
          <ac:spMkLst>
            <pc:docMk/>
            <pc:sldMk cId="0" sldId="256"/>
            <ac:spMk id="431" creationId="{5AAC3C51-56BD-FB33-7D93-2BFA5FD1DA94}"/>
          </ac:spMkLst>
        </pc:spChg>
        <pc:spChg chg="mod ord">
          <ac:chgData name="Yntema, Michiel SIBV-FR/P/R" userId="09241570-8f23-4256-be7e-a3c32bde0a3f" providerId="ADAL" clId="{D3F607C7-5341-416A-AE37-F2917009CA1C}" dt="2026-09-01T11:47:13.562" v="150101"/>
          <ac:spMkLst>
            <pc:docMk/>
            <pc:sldMk cId="0" sldId="256"/>
            <ac:spMk id="432" creationId="{FE965791-16D6-FA17-F975-E2D9A02BBA3E}"/>
          </ac:spMkLst>
        </pc:spChg>
        <pc:spChg chg="mod ord">
          <ac:chgData name="Yntema, Michiel SIBV-FR/P/R" userId="09241570-8f23-4256-be7e-a3c32bde0a3f" providerId="ADAL" clId="{D3F607C7-5341-416A-AE37-F2917009CA1C}" dt="2026-09-01T11:47:13.562" v="150103"/>
          <ac:spMkLst>
            <pc:docMk/>
            <pc:sldMk cId="0" sldId="256"/>
            <ac:spMk id="433" creationId="{28210372-A977-AB67-E3C5-A983FFC4E5E0}"/>
          </ac:spMkLst>
        </pc:spChg>
        <pc:spChg chg="mod ord">
          <ac:chgData name="Yntema, Michiel SIBV-FR/P/R" userId="09241570-8f23-4256-be7e-a3c32bde0a3f" providerId="ADAL" clId="{D3F607C7-5341-416A-AE37-F2917009CA1C}" dt="2026-09-01T11:47:13.562" v="150105"/>
          <ac:spMkLst>
            <pc:docMk/>
            <pc:sldMk cId="0" sldId="256"/>
            <ac:spMk id="434" creationId="{4E2E0D40-9849-3155-7B3D-4377E2CA3B1C}"/>
          </ac:spMkLst>
        </pc:spChg>
        <pc:spChg chg="mod ord">
          <ac:chgData name="Yntema, Michiel SIBV-FR/P/R" userId="09241570-8f23-4256-be7e-a3c32bde0a3f" providerId="ADAL" clId="{D3F607C7-5341-416A-AE37-F2917009CA1C}" dt="2026-09-01T11:47:13.562" v="150107"/>
          <ac:spMkLst>
            <pc:docMk/>
            <pc:sldMk cId="0" sldId="256"/>
            <ac:spMk id="435" creationId="{7D4B5130-5D42-559D-6980-185BD542F498}"/>
          </ac:spMkLst>
        </pc:spChg>
        <pc:spChg chg="mod ord">
          <ac:chgData name="Yntema, Michiel SIBV-FR/P/R" userId="09241570-8f23-4256-be7e-a3c32bde0a3f" providerId="ADAL" clId="{D3F607C7-5341-416A-AE37-F2917009CA1C}" dt="2026-09-01T11:47:13.563" v="150109"/>
          <ac:spMkLst>
            <pc:docMk/>
            <pc:sldMk cId="0" sldId="256"/>
            <ac:spMk id="436" creationId="{C71872BC-7428-28E6-0EA8-0FF00A6FE0D5}"/>
          </ac:spMkLst>
        </pc:spChg>
        <pc:spChg chg="mod ord">
          <ac:chgData name="Yntema, Michiel SIBV-FR/P/R" userId="09241570-8f23-4256-be7e-a3c32bde0a3f" providerId="ADAL" clId="{D3F607C7-5341-416A-AE37-F2917009CA1C}" dt="2026-09-01T11:47:13.563" v="150111"/>
          <ac:spMkLst>
            <pc:docMk/>
            <pc:sldMk cId="0" sldId="256"/>
            <ac:spMk id="437" creationId="{404ECC25-F16C-99B7-8D67-7FDD64A73F2E}"/>
          </ac:spMkLst>
        </pc:spChg>
        <pc:spChg chg="mod ord">
          <ac:chgData name="Yntema, Michiel SIBV-FR/P/R" userId="09241570-8f23-4256-be7e-a3c32bde0a3f" providerId="ADAL" clId="{D3F607C7-5341-416A-AE37-F2917009CA1C}" dt="2026-09-01T11:47:13.563" v="150113"/>
          <ac:spMkLst>
            <pc:docMk/>
            <pc:sldMk cId="0" sldId="256"/>
            <ac:spMk id="438" creationId="{636AD32F-A109-B0C2-3F6C-32870EFDC922}"/>
          </ac:spMkLst>
        </pc:spChg>
        <pc:spChg chg="mod ord">
          <ac:chgData name="Yntema, Michiel SIBV-FR/P/R" userId="09241570-8f23-4256-be7e-a3c32bde0a3f" providerId="ADAL" clId="{D3F607C7-5341-416A-AE37-F2917009CA1C}" dt="2026-09-01T11:47:13.563" v="150115"/>
          <ac:spMkLst>
            <pc:docMk/>
            <pc:sldMk cId="0" sldId="256"/>
            <ac:spMk id="439" creationId="{58D34E8F-7C94-2EA2-48E5-8ED28F6D7FD5}"/>
          </ac:spMkLst>
        </pc:spChg>
        <pc:spChg chg="mod ord">
          <ac:chgData name="Yntema, Michiel SIBV-FR/P/R" userId="09241570-8f23-4256-be7e-a3c32bde0a3f" providerId="ADAL" clId="{D3F607C7-5341-416A-AE37-F2917009CA1C}" dt="2026-09-01T11:47:13.564" v="150117"/>
          <ac:spMkLst>
            <pc:docMk/>
            <pc:sldMk cId="0" sldId="256"/>
            <ac:spMk id="440" creationId="{485B9EE8-8166-6C8E-E4DF-955F1FFC3A1D}"/>
          </ac:spMkLst>
        </pc:spChg>
        <pc:spChg chg="mod ord">
          <ac:chgData name="Yntema, Michiel SIBV-FR/P/R" userId="09241570-8f23-4256-be7e-a3c32bde0a3f" providerId="ADAL" clId="{D3F607C7-5341-416A-AE37-F2917009CA1C}" dt="2026-09-01T11:47:13.564" v="150119"/>
          <ac:spMkLst>
            <pc:docMk/>
            <pc:sldMk cId="0" sldId="256"/>
            <ac:spMk id="441" creationId="{454771FC-0AAA-FF34-C903-D62F99A0F193}"/>
          </ac:spMkLst>
        </pc:spChg>
        <pc:spChg chg="mod ord">
          <ac:chgData name="Yntema, Michiel SIBV-FR/P/R" userId="09241570-8f23-4256-be7e-a3c32bde0a3f" providerId="ADAL" clId="{D3F607C7-5341-416A-AE37-F2917009CA1C}" dt="2026-09-01T11:47:13.564" v="150121"/>
          <ac:spMkLst>
            <pc:docMk/>
            <pc:sldMk cId="0" sldId="256"/>
            <ac:spMk id="442" creationId="{4524AD7A-66EF-A0AB-A9FB-6651A2A8F5EE}"/>
          </ac:spMkLst>
        </pc:spChg>
        <pc:spChg chg="mod ord">
          <ac:chgData name="Yntema, Michiel SIBV-FR/P/R" userId="09241570-8f23-4256-be7e-a3c32bde0a3f" providerId="ADAL" clId="{D3F607C7-5341-416A-AE37-F2917009CA1C}" dt="2026-09-01T11:47:13.564" v="150123"/>
          <ac:spMkLst>
            <pc:docMk/>
            <pc:sldMk cId="0" sldId="256"/>
            <ac:spMk id="443" creationId="{CD6BDB00-DD30-4C3D-00F2-AA54ECB56BF2}"/>
          </ac:spMkLst>
        </pc:spChg>
        <pc:spChg chg="mod ord">
          <ac:chgData name="Yntema, Michiel SIBV-FR/P/R" userId="09241570-8f23-4256-be7e-a3c32bde0a3f" providerId="ADAL" clId="{D3F607C7-5341-416A-AE37-F2917009CA1C}" dt="2026-09-01T11:47:13.565" v="150125"/>
          <ac:spMkLst>
            <pc:docMk/>
            <pc:sldMk cId="0" sldId="256"/>
            <ac:spMk id="444" creationId="{9AB17693-5D8E-B251-6E4D-F02ABCCCADA8}"/>
          </ac:spMkLst>
        </pc:spChg>
        <pc:spChg chg="mod ord">
          <ac:chgData name="Yntema, Michiel SIBV-FR/P/R" userId="09241570-8f23-4256-be7e-a3c32bde0a3f" providerId="ADAL" clId="{D3F607C7-5341-416A-AE37-F2917009CA1C}" dt="2026-09-01T11:47:13.565" v="150127"/>
          <ac:spMkLst>
            <pc:docMk/>
            <pc:sldMk cId="0" sldId="256"/>
            <ac:spMk id="445" creationId="{12F24F85-88E5-9B13-B925-CE78EFF52AE3}"/>
          </ac:spMkLst>
        </pc:spChg>
        <pc:spChg chg="mod ord">
          <ac:chgData name="Yntema, Michiel SIBV-FR/P/R" userId="09241570-8f23-4256-be7e-a3c32bde0a3f" providerId="ADAL" clId="{D3F607C7-5341-416A-AE37-F2917009CA1C}" dt="2026-09-01T11:47:13.565" v="150129"/>
          <ac:spMkLst>
            <pc:docMk/>
            <pc:sldMk cId="0" sldId="256"/>
            <ac:spMk id="446" creationId="{D3C17C38-3F81-D140-3AFC-965B053A403E}"/>
          </ac:spMkLst>
        </pc:spChg>
        <pc:spChg chg="mod ord">
          <ac:chgData name="Yntema, Michiel SIBV-FR/P/R" userId="09241570-8f23-4256-be7e-a3c32bde0a3f" providerId="ADAL" clId="{D3F607C7-5341-416A-AE37-F2917009CA1C}" dt="2026-09-01T11:47:13.565" v="150131"/>
          <ac:spMkLst>
            <pc:docMk/>
            <pc:sldMk cId="0" sldId="256"/>
            <ac:spMk id="447" creationId="{78571411-B3CE-E8FA-08D6-6BBB4EB1008D}"/>
          </ac:spMkLst>
        </pc:spChg>
        <pc:spChg chg="mod ord">
          <ac:chgData name="Yntema, Michiel SIBV-FR/P/R" userId="09241570-8f23-4256-be7e-a3c32bde0a3f" providerId="ADAL" clId="{D3F607C7-5341-416A-AE37-F2917009CA1C}" dt="2026-09-01T11:47:13.566" v="150133"/>
          <ac:spMkLst>
            <pc:docMk/>
            <pc:sldMk cId="0" sldId="256"/>
            <ac:spMk id="448" creationId="{0E55BC6E-6E56-5387-F5CC-96512437DC5B}"/>
          </ac:spMkLst>
        </pc:spChg>
        <pc:spChg chg="mod ord">
          <ac:chgData name="Yntema, Michiel SIBV-FR/P/R" userId="09241570-8f23-4256-be7e-a3c32bde0a3f" providerId="ADAL" clId="{D3F607C7-5341-416A-AE37-F2917009CA1C}" dt="2026-09-01T11:47:13.566" v="150135"/>
          <ac:spMkLst>
            <pc:docMk/>
            <pc:sldMk cId="0" sldId="256"/>
            <ac:spMk id="449" creationId="{A3CA42E7-97D7-DC46-8A9A-91A41AC340CB}"/>
          </ac:spMkLst>
        </pc:spChg>
        <pc:spChg chg="mod ord">
          <ac:chgData name="Yntema, Michiel SIBV-FR/P/R" userId="09241570-8f23-4256-be7e-a3c32bde0a3f" providerId="ADAL" clId="{D3F607C7-5341-416A-AE37-F2917009CA1C}" dt="2026-09-01T11:47:13.566" v="150137"/>
          <ac:spMkLst>
            <pc:docMk/>
            <pc:sldMk cId="0" sldId="256"/>
            <ac:spMk id="450" creationId="{80343280-7F8B-6884-796C-B0D5B14467F6}"/>
          </ac:spMkLst>
        </pc:spChg>
        <pc:spChg chg="mod ord">
          <ac:chgData name="Yntema, Michiel SIBV-FR/P/R" userId="09241570-8f23-4256-be7e-a3c32bde0a3f" providerId="ADAL" clId="{D3F607C7-5341-416A-AE37-F2917009CA1C}" dt="2026-09-01T11:47:13.567" v="150139"/>
          <ac:spMkLst>
            <pc:docMk/>
            <pc:sldMk cId="0" sldId="256"/>
            <ac:spMk id="451" creationId="{3B6EF225-0256-69A1-2DBE-81DDCBB527FD}"/>
          </ac:spMkLst>
        </pc:spChg>
        <pc:spChg chg="mod ord">
          <ac:chgData name="Yntema, Michiel SIBV-FR/P/R" userId="09241570-8f23-4256-be7e-a3c32bde0a3f" providerId="ADAL" clId="{D3F607C7-5341-416A-AE37-F2917009CA1C}" dt="2026-09-01T11:47:13.567" v="150141"/>
          <ac:spMkLst>
            <pc:docMk/>
            <pc:sldMk cId="0" sldId="256"/>
            <ac:spMk id="452" creationId="{92AEFF6F-463A-2242-AE8D-31DA4A53617E}"/>
          </ac:spMkLst>
        </pc:spChg>
        <pc:spChg chg="add mod ord">
          <ac:chgData name="Yntema, Michiel SIBV-FR/P/R" userId="09241570-8f23-4256-be7e-a3c32bde0a3f" providerId="ADAL" clId="{D3F607C7-5341-416A-AE37-F2917009CA1C}" dt="2026-09-01T11:47:13.567" v="150143"/>
          <ac:spMkLst>
            <pc:docMk/>
            <pc:sldMk cId="0" sldId="256"/>
            <ac:spMk id="453" creationId="{39F43DBC-1039-5028-8A94-492E1CC36167}"/>
          </ac:spMkLst>
        </pc:spChg>
        <pc:spChg chg="mod ord">
          <ac:chgData name="Yntema, Michiel SIBV-FR/P/R" userId="09241570-8f23-4256-be7e-a3c32bde0a3f" providerId="ADAL" clId="{D3F607C7-5341-416A-AE37-F2917009CA1C}" dt="2026-09-01T11:47:13.567" v="150145"/>
          <ac:spMkLst>
            <pc:docMk/>
            <pc:sldMk cId="0" sldId="256"/>
            <ac:spMk id="454" creationId="{6E01EB1C-DFD6-AB12-62CB-BEF9CD4EBD60}"/>
          </ac:spMkLst>
        </pc:spChg>
        <pc:spChg chg="mod ord">
          <ac:chgData name="Yntema, Michiel SIBV-FR/P/R" userId="09241570-8f23-4256-be7e-a3c32bde0a3f" providerId="ADAL" clId="{D3F607C7-5341-416A-AE37-F2917009CA1C}" dt="2026-09-01T11:47:13.568" v="150147"/>
          <ac:spMkLst>
            <pc:docMk/>
            <pc:sldMk cId="0" sldId="256"/>
            <ac:spMk id="455" creationId="{65AF1E6D-87C1-43CC-40DF-C60F911BF1A7}"/>
          </ac:spMkLst>
        </pc:spChg>
        <pc:spChg chg="mod ord">
          <ac:chgData name="Yntema, Michiel SIBV-FR/P/R" userId="09241570-8f23-4256-be7e-a3c32bde0a3f" providerId="ADAL" clId="{D3F607C7-5341-416A-AE37-F2917009CA1C}" dt="2026-09-01T11:47:13.568" v="150149"/>
          <ac:spMkLst>
            <pc:docMk/>
            <pc:sldMk cId="0" sldId="256"/>
            <ac:spMk id="456" creationId="{5E3C0D41-B461-2215-1E68-CB04A44DA2C2}"/>
          </ac:spMkLst>
        </pc:spChg>
        <pc:spChg chg="mod ord">
          <ac:chgData name="Yntema, Michiel SIBV-FR/P/R" userId="09241570-8f23-4256-be7e-a3c32bde0a3f" providerId="ADAL" clId="{D3F607C7-5341-416A-AE37-F2917009CA1C}" dt="2026-09-01T11:47:13.568" v="150151"/>
          <ac:spMkLst>
            <pc:docMk/>
            <pc:sldMk cId="0" sldId="256"/>
            <ac:spMk id="457" creationId="{87509AE9-58B5-DFD6-BE53-09300083BDB7}"/>
          </ac:spMkLst>
        </pc:spChg>
        <pc:spChg chg="mod ord">
          <ac:chgData name="Yntema, Michiel SIBV-FR/P/R" userId="09241570-8f23-4256-be7e-a3c32bde0a3f" providerId="ADAL" clId="{D3F607C7-5341-416A-AE37-F2917009CA1C}" dt="2026-09-01T11:47:13.568" v="150153"/>
          <ac:spMkLst>
            <pc:docMk/>
            <pc:sldMk cId="0" sldId="256"/>
            <ac:spMk id="458" creationId="{9A7F524B-48C1-0ABD-0BDB-5F841F2CEE52}"/>
          </ac:spMkLst>
        </pc:spChg>
        <pc:spChg chg="mod ord">
          <ac:chgData name="Yntema, Michiel SIBV-FR/P/R" userId="09241570-8f23-4256-be7e-a3c32bde0a3f" providerId="ADAL" clId="{D3F607C7-5341-416A-AE37-F2917009CA1C}" dt="2026-09-01T11:47:13.569" v="150155"/>
          <ac:spMkLst>
            <pc:docMk/>
            <pc:sldMk cId="0" sldId="256"/>
            <ac:spMk id="459" creationId="{54019CE3-98BF-CE70-00FB-D56FC46DA948}"/>
          </ac:spMkLst>
        </pc:spChg>
        <pc:spChg chg="mod ord">
          <ac:chgData name="Yntema, Michiel SIBV-FR/P/R" userId="09241570-8f23-4256-be7e-a3c32bde0a3f" providerId="ADAL" clId="{D3F607C7-5341-416A-AE37-F2917009CA1C}" dt="2026-09-01T11:47:13.569" v="150157"/>
          <ac:spMkLst>
            <pc:docMk/>
            <pc:sldMk cId="0" sldId="256"/>
            <ac:spMk id="460" creationId="{BE6EDF23-E40C-C732-8AFB-DD0122EAE7B3}"/>
          </ac:spMkLst>
        </pc:spChg>
        <pc:spChg chg="add mod ord">
          <ac:chgData name="Yntema, Michiel SIBV-FR/P/R" userId="09241570-8f23-4256-be7e-a3c32bde0a3f" providerId="ADAL" clId="{D3F607C7-5341-416A-AE37-F2917009CA1C}" dt="2026-09-01T11:47:13.569" v="150159"/>
          <ac:spMkLst>
            <pc:docMk/>
            <pc:sldMk cId="0" sldId="256"/>
            <ac:spMk id="461" creationId="{40234E6F-6221-DBEC-B979-24F1C29CD737}"/>
          </ac:spMkLst>
        </pc:spChg>
        <pc:spChg chg="mod ord">
          <ac:chgData name="Yntema, Michiel SIBV-FR/P/R" userId="09241570-8f23-4256-be7e-a3c32bde0a3f" providerId="ADAL" clId="{D3F607C7-5341-416A-AE37-F2917009CA1C}" dt="2026-09-01T11:47:13.569" v="150161"/>
          <ac:spMkLst>
            <pc:docMk/>
            <pc:sldMk cId="0" sldId="256"/>
            <ac:spMk id="462" creationId="{AAB7BCF4-D9DC-9694-6EDD-DAF87C078011}"/>
          </ac:spMkLst>
        </pc:spChg>
        <pc:spChg chg="mod ord">
          <ac:chgData name="Yntema, Michiel SIBV-FR/P/R" userId="09241570-8f23-4256-be7e-a3c32bde0a3f" providerId="ADAL" clId="{D3F607C7-5341-416A-AE37-F2917009CA1C}" dt="2026-09-01T11:47:13.570" v="150163"/>
          <ac:spMkLst>
            <pc:docMk/>
            <pc:sldMk cId="0" sldId="256"/>
            <ac:spMk id="463" creationId="{07B445F2-5375-7DF9-66A3-DB92CB9C2E0C}"/>
          </ac:spMkLst>
        </pc:spChg>
        <pc:spChg chg="mod ord">
          <ac:chgData name="Yntema, Michiel SIBV-FR/P/R" userId="09241570-8f23-4256-be7e-a3c32bde0a3f" providerId="ADAL" clId="{D3F607C7-5341-416A-AE37-F2917009CA1C}" dt="2026-09-01T11:47:13.570" v="150165"/>
          <ac:spMkLst>
            <pc:docMk/>
            <pc:sldMk cId="0" sldId="256"/>
            <ac:spMk id="464" creationId="{6ECA8B64-73D4-F53A-FCAE-63FDAF809BB3}"/>
          </ac:spMkLst>
        </pc:spChg>
        <pc:spChg chg="mod ord">
          <ac:chgData name="Yntema, Michiel SIBV-FR/P/R" userId="09241570-8f23-4256-be7e-a3c32bde0a3f" providerId="ADAL" clId="{D3F607C7-5341-416A-AE37-F2917009CA1C}" dt="2026-09-01T11:47:13.570" v="150167"/>
          <ac:spMkLst>
            <pc:docMk/>
            <pc:sldMk cId="0" sldId="256"/>
            <ac:spMk id="465" creationId="{885B3EFA-F685-12FD-8848-6D3C4823E023}"/>
          </ac:spMkLst>
        </pc:spChg>
        <pc:spChg chg="mod ord">
          <ac:chgData name="Yntema, Michiel SIBV-FR/P/R" userId="09241570-8f23-4256-be7e-a3c32bde0a3f" providerId="ADAL" clId="{D3F607C7-5341-416A-AE37-F2917009CA1C}" dt="2026-09-01T11:47:13.570" v="150169"/>
          <ac:spMkLst>
            <pc:docMk/>
            <pc:sldMk cId="0" sldId="256"/>
            <ac:spMk id="466" creationId="{7511C016-EFC5-BEB8-AEF7-8BCAFA10A99D}"/>
          </ac:spMkLst>
        </pc:spChg>
        <pc:spChg chg="mod ord">
          <ac:chgData name="Yntema, Michiel SIBV-FR/P/R" userId="09241570-8f23-4256-be7e-a3c32bde0a3f" providerId="ADAL" clId="{D3F607C7-5341-416A-AE37-F2917009CA1C}" dt="2026-09-01T11:47:13.571" v="150171"/>
          <ac:spMkLst>
            <pc:docMk/>
            <pc:sldMk cId="0" sldId="256"/>
            <ac:spMk id="467" creationId="{998FE353-D891-A22D-A6A8-1D2F143D393E}"/>
          </ac:spMkLst>
        </pc:spChg>
        <pc:spChg chg="mod ord">
          <ac:chgData name="Yntema, Michiel SIBV-FR/P/R" userId="09241570-8f23-4256-be7e-a3c32bde0a3f" providerId="ADAL" clId="{D3F607C7-5341-416A-AE37-F2917009CA1C}" dt="2026-09-01T11:47:13.571" v="150173"/>
          <ac:spMkLst>
            <pc:docMk/>
            <pc:sldMk cId="0" sldId="256"/>
            <ac:spMk id="468" creationId="{AF6A929C-41EF-C29D-31FB-5436C6CDC065}"/>
          </ac:spMkLst>
        </pc:spChg>
        <pc:spChg chg="mod ord">
          <ac:chgData name="Yntema, Michiel SIBV-FR/P/R" userId="09241570-8f23-4256-be7e-a3c32bde0a3f" providerId="ADAL" clId="{D3F607C7-5341-416A-AE37-F2917009CA1C}" dt="2026-09-01T11:47:13.571" v="150175"/>
          <ac:spMkLst>
            <pc:docMk/>
            <pc:sldMk cId="0" sldId="256"/>
            <ac:spMk id="469" creationId="{DDDFD20F-7DE6-F769-FC35-36434BA6199D}"/>
          </ac:spMkLst>
        </pc:spChg>
        <pc:spChg chg="mod ord">
          <ac:chgData name="Yntema, Michiel SIBV-FR/P/R" userId="09241570-8f23-4256-be7e-a3c32bde0a3f" providerId="ADAL" clId="{D3F607C7-5341-416A-AE37-F2917009CA1C}" dt="2026-09-01T11:47:13.571" v="150177"/>
          <ac:spMkLst>
            <pc:docMk/>
            <pc:sldMk cId="0" sldId="256"/>
            <ac:spMk id="470" creationId="{DD4ADD7E-0868-4ADA-CA95-3ADB5B0B4894}"/>
          </ac:spMkLst>
        </pc:spChg>
        <pc:spChg chg="mod">
          <ac:chgData name="Yntema, Michiel SIBV-FR/P/R" userId="09241570-8f23-4256-be7e-a3c32bde0a3f" providerId="ADAL" clId="{D3F607C7-5341-416A-AE37-F2917009CA1C}" dt="2026-09-01T11:47:13.575" v="150198"/>
          <ac:spMkLst>
            <pc:docMk/>
            <pc:sldMk cId="0" sldId="256"/>
            <ac:spMk id="481" creationId="{06440AF8-3166-8D9A-3C20-EC91517E014C}"/>
          </ac:spMkLst>
        </pc:spChg>
        <pc:spChg chg="mod">
          <ac:chgData name="Yntema, Michiel SIBV-FR/P/R" userId="09241570-8f23-4256-be7e-a3c32bde0a3f" providerId="ADAL" clId="{D3F607C7-5341-416A-AE37-F2917009CA1C}" dt="2026-09-01T11:47:13.575" v="150199"/>
          <ac:spMkLst>
            <pc:docMk/>
            <pc:sldMk cId="0" sldId="256"/>
            <ac:spMk id="482" creationId="{67D5449E-010F-3379-4CF9-C042E5631A92}"/>
          </ac:spMkLst>
        </pc:spChg>
        <pc:spChg chg="add mod">
          <ac:chgData name="Yntema, Michiel SIBV-FR/P/R" userId="09241570-8f23-4256-be7e-a3c32bde0a3f" providerId="ADAL" clId="{D3F607C7-5341-416A-AE37-F2917009CA1C}" dt="2026-09-01T11:47:13.576" v="150200"/>
          <ac:spMkLst>
            <pc:docMk/>
            <pc:sldMk cId="0" sldId="256"/>
            <ac:spMk id="483" creationId="{4A21C3EE-B3C5-E7A2-7312-E3F83FAE09E8}"/>
          </ac:spMkLst>
        </pc:spChg>
        <pc:spChg chg="mod">
          <ac:chgData name="Yntema, Michiel SIBV-FR/P/R" userId="09241570-8f23-4256-be7e-a3c32bde0a3f" providerId="ADAL" clId="{D3F607C7-5341-416A-AE37-F2917009CA1C}" dt="2026-09-01T11:47:13.576" v="150201"/>
          <ac:spMkLst>
            <pc:docMk/>
            <pc:sldMk cId="0" sldId="256"/>
            <ac:spMk id="484" creationId="{C84A0118-8E09-791E-11E4-836E2BAC81BE}"/>
          </ac:spMkLst>
        </pc:spChg>
        <pc:spChg chg="mod">
          <ac:chgData name="Yntema, Michiel SIBV-FR/P/R" userId="09241570-8f23-4256-be7e-a3c32bde0a3f" providerId="ADAL" clId="{D3F607C7-5341-416A-AE37-F2917009CA1C}" dt="2026-09-01T11:47:13.576" v="150202"/>
          <ac:spMkLst>
            <pc:docMk/>
            <pc:sldMk cId="0" sldId="256"/>
            <ac:spMk id="485" creationId="{CA3A049F-D7C5-1258-7195-4FD32B561B18}"/>
          </ac:spMkLst>
        </pc:spChg>
        <pc:spChg chg="mod">
          <ac:chgData name="Yntema, Michiel SIBV-FR/P/R" userId="09241570-8f23-4256-be7e-a3c32bde0a3f" providerId="ADAL" clId="{D3F607C7-5341-416A-AE37-F2917009CA1C}" dt="2026-09-01T11:47:13.577" v="150203"/>
          <ac:spMkLst>
            <pc:docMk/>
            <pc:sldMk cId="0" sldId="256"/>
            <ac:spMk id="486" creationId="{182C5AD4-575F-BBD1-BDDC-3E1C17521B43}"/>
          </ac:spMkLst>
        </pc:spChg>
        <pc:spChg chg="mod">
          <ac:chgData name="Yntema, Michiel SIBV-FR/P/R" userId="09241570-8f23-4256-be7e-a3c32bde0a3f" providerId="ADAL" clId="{D3F607C7-5341-416A-AE37-F2917009CA1C}" dt="2026-09-01T11:47:13.577" v="150204"/>
          <ac:spMkLst>
            <pc:docMk/>
            <pc:sldMk cId="0" sldId="256"/>
            <ac:spMk id="487" creationId="{914F1F8A-2DD3-BEC9-DB4B-CB8C79C1BA65}"/>
          </ac:spMkLst>
        </pc:spChg>
        <pc:spChg chg="mod">
          <ac:chgData name="Yntema, Michiel SIBV-FR/P/R" userId="09241570-8f23-4256-be7e-a3c32bde0a3f" providerId="ADAL" clId="{D3F607C7-5341-416A-AE37-F2917009CA1C}" dt="2026-09-01T11:47:13.578" v="150205"/>
          <ac:spMkLst>
            <pc:docMk/>
            <pc:sldMk cId="0" sldId="256"/>
            <ac:spMk id="488" creationId="{DB5F62B8-11A6-D9B5-5FAB-CF19501033B9}"/>
          </ac:spMkLst>
        </pc:spChg>
        <pc:spChg chg="mod ord">
          <ac:chgData name="Yntema, Michiel SIBV-FR/P/R" userId="09241570-8f23-4256-be7e-a3c32bde0a3f" providerId="ADAL" clId="{D3F607C7-5341-416A-AE37-F2917009CA1C}" dt="2026-09-01T11:47:13.578" v="150207"/>
          <ac:spMkLst>
            <pc:docMk/>
            <pc:sldMk cId="0" sldId="256"/>
            <ac:spMk id="489" creationId="{491C6182-316C-5073-E71F-5763CA1D34B5}"/>
          </ac:spMkLst>
        </pc:spChg>
        <pc:spChg chg="mod ord">
          <ac:chgData name="Yntema, Michiel SIBV-FR/P/R" userId="09241570-8f23-4256-be7e-a3c32bde0a3f" providerId="ADAL" clId="{D3F607C7-5341-416A-AE37-F2917009CA1C}" dt="2026-09-01T11:47:13.579" v="150209"/>
          <ac:spMkLst>
            <pc:docMk/>
            <pc:sldMk cId="0" sldId="256"/>
            <ac:spMk id="490" creationId="{D4456A48-05E4-3516-86BB-11D7573FFB4C}"/>
          </ac:spMkLst>
        </pc:spChg>
        <pc:spChg chg="mod ord">
          <ac:chgData name="Yntema, Michiel SIBV-FR/P/R" userId="09241570-8f23-4256-be7e-a3c32bde0a3f" providerId="ADAL" clId="{D3F607C7-5341-416A-AE37-F2917009CA1C}" dt="2026-09-01T11:47:13.579" v="150211"/>
          <ac:spMkLst>
            <pc:docMk/>
            <pc:sldMk cId="0" sldId="256"/>
            <ac:spMk id="491" creationId="{E1114EB4-29F8-E797-6E45-1F057D47932C}"/>
          </ac:spMkLst>
        </pc:spChg>
        <pc:spChg chg="mod ord">
          <ac:chgData name="Yntema, Michiel SIBV-FR/P/R" userId="09241570-8f23-4256-be7e-a3c32bde0a3f" providerId="ADAL" clId="{D3F607C7-5341-416A-AE37-F2917009CA1C}" dt="2026-09-01T11:47:13.579" v="150213"/>
          <ac:spMkLst>
            <pc:docMk/>
            <pc:sldMk cId="0" sldId="256"/>
            <ac:spMk id="492" creationId="{3C763233-761E-54E1-F981-5050B48C39C3}"/>
          </ac:spMkLst>
        </pc:spChg>
        <pc:spChg chg="mod ord">
          <ac:chgData name="Yntema, Michiel SIBV-FR/P/R" userId="09241570-8f23-4256-be7e-a3c32bde0a3f" providerId="ADAL" clId="{D3F607C7-5341-416A-AE37-F2917009CA1C}" dt="2026-09-01T11:47:13.579" v="150215"/>
          <ac:spMkLst>
            <pc:docMk/>
            <pc:sldMk cId="0" sldId="256"/>
            <ac:spMk id="493" creationId="{A5796EA9-84D1-3EAC-CDF4-005AA9B17926}"/>
          </ac:spMkLst>
        </pc:spChg>
        <pc:spChg chg="mod ord">
          <ac:chgData name="Yntema, Michiel SIBV-FR/P/R" userId="09241570-8f23-4256-be7e-a3c32bde0a3f" providerId="ADAL" clId="{D3F607C7-5341-416A-AE37-F2917009CA1C}" dt="2026-09-01T11:47:13.580" v="150217"/>
          <ac:spMkLst>
            <pc:docMk/>
            <pc:sldMk cId="0" sldId="256"/>
            <ac:spMk id="494" creationId="{0817D980-D094-7537-005B-2F3C426ABC92}"/>
          </ac:spMkLst>
        </pc:spChg>
        <pc:spChg chg="mod ord">
          <ac:chgData name="Yntema, Michiel SIBV-FR/P/R" userId="09241570-8f23-4256-be7e-a3c32bde0a3f" providerId="ADAL" clId="{D3F607C7-5341-416A-AE37-F2917009CA1C}" dt="2026-09-01T11:47:13.580" v="150219"/>
          <ac:spMkLst>
            <pc:docMk/>
            <pc:sldMk cId="0" sldId="256"/>
            <ac:spMk id="495" creationId="{79D20999-E72A-F4F3-7E67-5DE17626F634}"/>
          </ac:spMkLst>
        </pc:spChg>
        <pc:spChg chg="mod ord">
          <ac:chgData name="Yntema, Michiel SIBV-FR/P/R" userId="09241570-8f23-4256-be7e-a3c32bde0a3f" providerId="ADAL" clId="{D3F607C7-5341-416A-AE37-F2917009CA1C}" dt="2026-09-01T11:47:13.580" v="150221"/>
          <ac:spMkLst>
            <pc:docMk/>
            <pc:sldMk cId="0" sldId="256"/>
            <ac:spMk id="496" creationId="{33DA97A8-965C-8D24-3FC1-E8E6AEDFCA53}"/>
          </ac:spMkLst>
        </pc:spChg>
        <pc:spChg chg="mod ord">
          <ac:chgData name="Yntema, Michiel SIBV-FR/P/R" userId="09241570-8f23-4256-be7e-a3c32bde0a3f" providerId="ADAL" clId="{D3F607C7-5341-416A-AE37-F2917009CA1C}" dt="2026-09-01T11:47:13.580" v="150223"/>
          <ac:spMkLst>
            <pc:docMk/>
            <pc:sldMk cId="0" sldId="256"/>
            <ac:spMk id="497" creationId="{3A2AA537-DEA6-B0A0-1F5F-0739C8F5EF81}"/>
          </ac:spMkLst>
        </pc:spChg>
        <pc:spChg chg="mod ord">
          <ac:chgData name="Yntema, Michiel SIBV-FR/P/R" userId="09241570-8f23-4256-be7e-a3c32bde0a3f" providerId="ADAL" clId="{D3F607C7-5341-416A-AE37-F2917009CA1C}" dt="2026-09-01T11:47:13.581" v="150225"/>
          <ac:spMkLst>
            <pc:docMk/>
            <pc:sldMk cId="0" sldId="256"/>
            <ac:spMk id="498" creationId="{569FC75A-F40B-6770-0A39-C5B660F42207}"/>
          </ac:spMkLst>
        </pc:spChg>
        <pc:spChg chg="mod ord">
          <ac:chgData name="Yntema, Michiel SIBV-FR/P/R" userId="09241570-8f23-4256-be7e-a3c32bde0a3f" providerId="ADAL" clId="{D3F607C7-5341-416A-AE37-F2917009CA1C}" dt="2026-09-01T11:47:13.581" v="150227"/>
          <ac:spMkLst>
            <pc:docMk/>
            <pc:sldMk cId="0" sldId="256"/>
            <ac:spMk id="499" creationId="{33BA84A1-E578-461D-A850-BF80CEA7141D}"/>
          </ac:spMkLst>
        </pc:spChg>
        <pc:spChg chg="mod ord">
          <ac:chgData name="Yntema, Michiel SIBV-FR/P/R" userId="09241570-8f23-4256-be7e-a3c32bde0a3f" providerId="ADAL" clId="{D3F607C7-5341-416A-AE37-F2917009CA1C}" dt="2026-09-01T11:47:13.581" v="150229"/>
          <ac:spMkLst>
            <pc:docMk/>
            <pc:sldMk cId="0" sldId="256"/>
            <ac:spMk id="500" creationId="{ECDD60FE-E2AF-6124-2C4F-07DF91A8E7E2}"/>
          </ac:spMkLst>
        </pc:spChg>
        <pc:spChg chg="mod ord">
          <ac:chgData name="Yntema, Michiel SIBV-FR/P/R" userId="09241570-8f23-4256-be7e-a3c32bde0a3f" providerId="ADAL" clId="{D3F607C7-5341-416A-AE37-F2917009CA1C}" dt="2026-09-01T11:47:13.582" v="150231"/>
          <ac:spMkLst>
            <pc:docMk/>
            <pc:sldMk cId="0" sldId="256"/>
            <ac:spMk id="501" creationId="{31D224BB-863E-608E-9D6B-A2C61207C0D6}"/>
          </ac:spMkLst>
        </pc:spChg>
        <pc:spChg chg="mod ord">
          <ac:chgData name="Yntema, Michiel SIBV-FR/P/R" userId="09241570-8f23-4256-be7e-a3c32bde0a3f" providerId="ADAL" clId="{D3F607C7-5341-416A-AE37-F2917009CA1C}" dt="2026-09-01T11:47:13.582" v="150233"/>
          <ac:spMkLst>
            <pc:docMk/>
            <pc:sldMk cId="0" sldId="256"/>
            <ac:spMk id="502" creationId="{FA2A85FF-C031-A633-7762-8F63FCA0B040}"/>
          </ac:spMkLst>
        </pc:spChg>
        <pc:spChg chg="mod ord">
          <ac:chgData name="Yntema, Michiel SIBV-FR/P/R" userId="09241570-8f23-4256-be7e-a3c32bde0a3f" providerId="ADAL" clId="{D3F607C7-5341-416A-AE37-F2917009CA1C}" dt="2026-09-01T11:47:13.582" v="150235"/>
          <ac:spMkLst>
            <pc:docMk/>
            <pc:sldMk cId="0" sldId="256"/>
            <ac:spMk id="503" creationId="{3C201CC2-45F1-5D48-14CD-4005F9D189E0}"/>
          </ac:spMkLst>
        </pc:spChg>
        <pc:spChg chg="mod ord">
          <ac:chgData name="Yntema, Michiel SIBV-FR/P/R" userId="09241570-8f23-4256-be7e-a3c32bde0a3f" providerId="ADAL" clId="{D3F607C7-5341-416A-AE37-F2917009CA1C}" dt="2026-09-01T11:47:13.582" v="150237"/>
          <ac:spMkLst>
            <pc:docMk/>
            <pc:sldMk cId="0" sldId="256"/>
            <ac:spMk id="504" creationId="{54DA3C98-731A-F9B6-5119-894DF2462B4F}"/>
          </ac:spMkLst>
        </pc:spChg>
        <pc:spChg chg="mod ord">
          <ac:chgData name="Yntema, Michiel SIBV-FR/P/R" userId="09241570-8f23-4256-be7e-a3c32bde0a3f" providerId="ADAL" clId="{D3F607C7-5341-416A-AE37-F2917009CA1C}" dt="2026-09-01T11:47:13.583" v="150239"/>
          <ac:spMkLst>
            <pc:docMk/>
            <pc:sldMk cId="0" sldId="256"/>
            <ac:spMk id="505" creationId="{53B63E86-B84B-5E14-1FDE-345AE5EB426E}"/>
          </ac:spMkLst>
        </pc:spChg>
        <pc:spChg chg="mod ord">
          <ac:chgData name="Yntema, Michiel SIBV-FR/P/R" userId="09241570-8f23-4256-be7e-a3c32bde0a3f" providerId="ADAL" clId="{D3F607C7-5341-416A-AE37-F2917009CA1C}" dt="2026-09-01T11:47:13.583" v="150241"/>
          <ac:spMkLst>
            <pc:docMk/>
            <pc:sldMk cId="0" sldId="256"/>
            <ac:spMk id="506" creationId="{C9551E0B-FA80-FB73-7D9D-DFA86EBA760B}"/>
          </ac:spMkLst>
        </pc:spChg>
        <pc:spChg chg="mod ord">
          <ac:chgData name="Yntema, Michiel SIBV-FR/P/R" userId="09241570-8f23-4256-be7e-a3c32bde0a3f" providerId="ADAL" clId="{D3F607C7-5341-416A-AE37-F2917009CA1C}" dt="2026-09-01T11:47:13.583" v="150243"/>
          <ac:spMkLst>
            <pc:docMk/>
            <pc:sldMk cId="0" sldId="256"/>
            <ac:spMk id="507" creationId="{016819FF-EFFC-9751-6C64-D7AF753B6FD0}"/>
          </ac:spMkLst>
        </pc:spChg>
        <pc:spChg chg="add mod ord">
          <ac:chgData name="Yntema, Michiel SIBV-FR/P/R" userId="09241570-8f23-4256-be7e-a3c32bde0a3f" providerId="ADAL" clId="{D3F607C7-5341-416A-AE37-F2917009CA1C}" dt="2026-09-01T11:47:13.583" v="150245"/>
          <ac:spMkLst>
            <pc:docMk/>
            <pc:sldMk cId="0" sldId="256"/>
            <ac:spMk id="508" creationId="{8563C9AC-1996-9DF8-DF4A-6C666F80FBE4}"/>
          </ac:spMkLst>
        </pc:spChg>
        <pc:spChg chg="mod ord">
          <ac:chgData name="Yntema, Michiel SIBV-FR/P/R" userId="09241570-8f23-4256-be7e-a3c32bde0a3f" providerId="ADAL" clId="{D3F607C7-5341-416A-AE37-F2917009CA1C}" dt="2026-09-01T11:47:13.584" v="150247"/>
          <ac:spMkLst>
            <pc:docMk/>
            <pc:sldMk cId="0" sldId="256"/>
            <ac:spMk id="509" creationId="{873C1BB1-882D-A851-353F-C060A8AD30BA}"/>
          </ac:spMkLst>
        </pc:spChg>
        <pc:spChg chg="mod ord">
          <ac:chgData name="Yntema, Michiel SIBV-FR/P/R" userId="09241570-8f23-4256-be7e-a3c32bde0a3f" providerId="ADAL" clId="{D3F607C7-5341-416A-AE37-F2917009CA1C}" dt="2026-09-01T11:47:13.584" v="150249"/>
          <ac:spMkLst>
            <pc:docMk/>
            <pc:sldMk cId="0" sldId="256"/>
            <ac:spMk id="510" creationId="{E1809728-A598-6E6E-AFFD-DC2B3C367251}"/>
          </ac:spMkLst>
        </pc:spChg>
        <pc:spChg chg="mod ord">
          <ac:chgData name="Yntema, Michiel SIBV-FR/P/R" userId="09241570-8f23-4256-be7e-a3c32bde0a3f" providerId="ADAL" clId="{D3F607C7-5341-416A-AE37-F2917009CA1C}" dt="2026-09-01T11:47:13.584" v="150251"/>
          <ac:spMkLst>
            <pc:docMk/>
            <pc:sldMk cId="0" sldId="256"/>
            <ac:spMk id="511" creationId="{F1A6F3D0-603B-E726-328F-DF0DE67EDC57}"/>
          </ac:spMkLst>
        </pc:spChg>
        <pc:spChg chg="mod ord">
          <ac:chgData name="Yntema, Michiel SIBV-FR/P/R" userId="09241570-8f23-4256-be7e-a3c32bde0a3f" providerId="ADAL" clId="{D3F607C7-5341-416A-AE37-F2917009CA1C}" dt="2026-09-01T11:47:13.584" v="150253"/>
          <ac:spMkLst>
            <pc:docMk/>
            <pc:sldMk cId="0" sldId="256"/>
            <ac:spMk id="512" creationId="{9B615AB9-9A8D-430B-D28D-B510E50D31B9}"/>
          </ac:spMkLst>
        </pc:spChg>
        <pc:spChg chg="mod ord">
          <ac:chgData name="Yntema, Michiel SIBV-FR/P/R" userId="09241570-8f23-4256-be7e-a3c32bde0a3f" providerId="ADAL" clId="{D3F607C7-5341-416A-AE37-F2917009CA1C}" dt="2026-09-01T11:47:13.585" v="150255"/>
          <ac:spMkLst>
            <pc:docMk/>
            <pc:sldMk cId="0" sldId="256"/>
            <ac:spMk id="513" creationId="{2DE27A30-2A2F-3F81-AE7E-DCDDB9B5302E}"/>
          </ac:spMkLst>
        </pc:spChg>
        <pc:spChg chg="mod ord">
          <ac:chgData name="Yntema, Michiel SIBV-FR/P/R" userId="09241570-8f23-4256-be7e-a3c32bde0a3f" providerId="ADAL" clId="{D3F607C7-5341-416A-AE37-F2917009CA1C}" dt="2026-09-01T11:47:13.585" v="150257"/>
          <ac:spMkLst>
            <pc:docMk/>
            <pc:sldMk cId="0" sldId="256"/>
            <ac:spMk id="514" creationId="{12A473D2-BAEF-4E27-660A-9C4955D8DB15}"/>
          </ac:spMkLst>
        </pc:spChg>
        <pc:spChg chg="mod ord">
          <ac:chgData name="Yntema, Michiel SIBV-FR/P/R" userId="09241570-8f23-4256-be7e-a3c32bde0a3f" providerId="ADAL" clId="{D3F607C7-5341-416A-AE37-F2917009CA1C}" dt="2026-09-01T11:47:13.585" v="150259"/>
          <ac:spMkLst>
            <pc:docMk/>
            <pc:sldMk cId="0" sldId="256"/>
            <ac:spMk id="515" creationId="{66EB5F30-7951-8BEC-0237-ADE270F41D07}"/>
          </ac:spMkLst>
        </pc:spChg>
        <pc:spChg chg="mod ord">
          <ac:chgData name="Yntema, Michiel SIBV-FR/P/R" userId="09241570-8f23-4256-be7e-a3c32bde0a3f" providerId="ADAL" clId="{D3F607C7-5341-416A-AE37-F2917009CA1C}" dt="2026-09-01T11:47:13.585" v="150261"/>
          <ac:spMkLst>
            <pc:docMk/>
            <pc:sldMk cId="0" sldId="256"/>
            <ac:spMk id="516" creationId="{716C488E-C6C4-8CCA-2474-F65158601ED7}"/>
          </ac:spMkLst>
        </pc:spChg>
        <pc:spChg chg="mod ord">
          <ac:chgData name="Yntema, Michiel SIBV-FR/P/R" userId="09241570-8f23-4256-be7e-a3c32bde0a3f" providerId="ADAL" clId="{D3F607C7-5341-416A-AE37-F2917009CA1C}" dt="2026-09-01T11:47:13.586" v="150263"/>
          <ac:spMkLst>
            <pc:docMk/>
            <pc:sldMk cId="0" sldId="256"/>
            <ac:spMk id="517" creationId="{B746DF8C-A8B3-4C54-ACC8-62143498E6F3}"/>
          </ac:spMkLst>
        </pc:spChg>
        <pc:spChg chg="mod ord">
          <ac:chgData name="Yntema, Michiel SIBV-FR/P/R" userId="09241570-8f23-4256-be7e-a3c32bde0a3f" providerId="ADAL" clId="{D3F607C7-5341-416A-AE37-F2917009CA1C}" dt="2026-09-01T11:47:13.586" v="150265"/>
          <ac:spMkLst>
            <pc:docMk/>
            <pc:sldMk cId="0" sldId="256"/>
            <ac:spMk id="518" creationId="{F4BA972D-1EFF-DD01-D3E5-6C6C3BBA60B3}"/>
          </ac:spMkLst>
        </pc:spChg>
        <pc:spChg chg="mod ord">
          <ac:chgData name="Yntema, Michiel SIBV-FR/P/R" userId="09241570-8f23-4256-be7e-a3c32bde0a3f" providerId="ADAL" clId="{D3F607C7-5341-416A-AE37-F2917009CA1C}" dt="2026-09-01T11:47:13.586" v="150267"/>
          <ac:spMkLst>
            <pc:docMk/>
            <pc:sldMk cId="0" sldId="256"/>
            <ac:spMk id="519" creationId="{4F03DFFD-E3B9-3493-9016-687949E567A4}"/>
          </ac:spMkLst>
        </pc:spChg>
        <pc:spChg chg="mod ord">
          <ac:chgData name="Yntema, Michiel SIBV-FR/P/R" userId="09241570-8f23-4256-be7e-a3c32bde0a3f" providerId="ADAL" clId="{D3F607C7-5341-416A-AE37-F2917009CA1C}" dt="2026-09-01T11:47:13.586" v="150269"/>
          <ac:spMkLst>
            <pc:docMk/>
            <pc:sldMk cId="0" sldId="256"/>
            <ac:spMk id="520" creationId="{CB0F00AE-40EA-8959-D2C4-3EEA7B474445}"/>
          </ac:spMkLst>
        </pc:spChg>
        <pc:spChg chg="mod ord">
          <ac:chgData name="Yntema, Michiel SIBV-FR/P/R" userId="09241570-8f23-4256-be7e-a3c32bde0a3f" providerId="ADAL" clId="{D3F607C7-5341-416A-AE37-F2917009CA1C}" dt="2026-09-01T11:47:13.587" v="150271"/>
          <ac:spMkLst>
            <pc:docMk/>
            <pc:sldMk cId="0" sldId="256"/>
            <ac:spMk id="521" creationId="{6767AABF-58C3-9CFB-F89E-F9B0DA839A0F}"/>
          </ac:spMkLst>
        </pc:spChg>
        <pc:spChg chg="mod ord">
          <ac:chgData name="Yntema, Michiel SIBV-FR/P/R" userId="09241570-8f23-4256-be7e-a3c32bde0a3f" providerId="ADAL" clId="{D3F607C7-5341-416A-AE37-F2917009CA1C}" dt="2026-09-01T11:47:13.587" v="150273"/>
          <ac:spMkLst>
            <pc:docMk/>
            <pc:sldMk cId="0" sldId="256"/>
            <ac:spMk id="522" creationId="{0C252400-DC9E-F327-A23E-843F616A3225}"/>
          </ac:spMkLst>
        </pc:spChg>
        <pc:spChg chg="mod ord">
          <ac:chgData name="Yntema, Michiel SIBV-FR/P/R" userId="09241570-8f23-4256-be7e-a3c32bde0a3f" providerId="ADAL" clId="{D3F607C7-5341-416A-AE37-F2917009CA1C}" dt="2026-09-01T11:47:13.587" v="150275"/>
          <ac:spMkLst>
            <pc:docMk/>
            <pc:sldMk cId="0" sldId="256"/>
            <ac:spMk id="523" creationId="{AFD64BE1-B5B6-C0FB-F90E-29E5B4A913FE}"/>
          </ac:spMkLst>
        </pc:spChg>
        <pc:spChg chg="mod ord">
          <ac:chgData name="Yntema, Michiel SIBV-FR/P/R" userId="09241570-8f23-4256-be7e-a3c32bde0a3f" providerId="ADAL" clId="{D3F607C7-5341-416A-AE37-F2917009CA1C}" dt="2026-09-01T11:47:13.587" v="150277"/>
          <ac:spMkLst>
            <pc:docMk/>
            <pc:sldMk cId="0" sldId="256"/>
            <ac:spMk id="524" creationId="{61EBD367-648B-8596-B6A9-E8DF584FB4AF}"/>
          </ac:spMkLst>
        </pc:spChg>
        <pc:spChg chg="mod ord">
          <ac:chgData name="Yntema, Michiel SIBV-FR/P/R" userId="09241570-8f23-4256-be7e-a3c32bde0a3f" providerId="ADAL" clId="{D3F607C7-5341-416A-AE37-F2917009CA1C}" dt="2026-09-01T11:47:13.588" v="150279"/>
          <ac:spMkLst>
            <pc:docMk/>
            <pc:sldMk cId="0" sldId="256"/>
            <ac:spMk id="525" creationId="{87BB8B6E-2EAC-18B6-DA9A-5AA8087B8E8F}"/>
          </ac:spMkLst>
        </pc:spChg>
        <pc:spChg chg="mod ord">
          <ac:chgData name="Yntema, Michiel SIBV-FR/P/R" userId="09241570-8f23-4256-be7e-a3c32bde0a3f" providerId="ADAL" clId="{D3F607C7-5341-416A-AE37-F2917009CA1C}" dt="2026-09-01T11:47:13.588" v="150281"/>
          <ac:spMkLst>
            <pc:docMk/>
            <pc:sldMk cId="0" sldId="256"/>
            <ac:spMk id="526" creationId="{469E6EEA-E2FD-F2C6-0190-0E287567F7DF}"/>
          </ac:spMkLst>
        </pc:spChg>
        <pc:spChg chg="mod ord">
          <ac:chgData name="Yntema, Michiel SIBV-FR/P/R" userId="09241570-8f23-4256-be7e-a3c32bde0a3f" providerId="ADAL" clId="{D3F607C7-5341-416A-AE37-F2917009CA1C}" dt="2026-09-01T11:47:13.588" v="150283"/>
          <ac:spMkLst>
            <pc:docMk/>
            <pc:sldMk cId="0" sldId="256"/>
            <ac:spMk id="527" creationId="{B4C56227-BAA8-5EA3-6423-3A0DDE72C0F0}"/>
          </ac:spMkLst>
        </pc:spChg>
        <pc:spChg chg="add mod ord">
          <ac:chgData name="Yntema, Michiel SIBV-FR/P/R" userId="09241570-8f23-4256-be7e-a3c32bde0a3f" providerId="ADAL" clId="{D3F607C7-5341-416A-AE37-F2917009CA1C}" dt="2026-09-01T11:47:13.589" v="150285"/>
          <ac:spMkLst>
            <pc:docMk/>
            <pc:sldMk cId="0" sldId="256"/>
            <ac:spMk id="528" creationId="{7C126C0A-5E54-B2BA-62CE-513EB8D12E0E}"/>
          </ac:spMkLst>
        </pc:spChg>
        <pc:spChg chg="mod ord">
          <ac:chgData name="Yntema, Michiel SIBV-FR/P/R" userId="09241570-8f23-4256-be7e-a3c32bde0a3f" providerId="ADAL" clId="{D3F607C7-5341-416A-AE37-F2917009CA1C}" dt="2026-09-01T11:47:13.589" v="150287"/>
          <ac:spMkLst>
            <pc:docMk/>
            <pc:sldMk cId="0" sldId="256"/>
            <ac:spMk id="529" creationId="{43E77D89-9ADD-32CD-3FF8-ACFE184AA7EA}"/>
          </ac:spMkLst>
        </pc:spChg>
        <pc:spChg chg="mod ord">
          <ac:chgData name="Yntema, Michiel SIBV-FR/P/R" userId="09241570-8f23-4256-be7e-a3c32bde0a3f" providerId="ADAL" clId="{D3F607C7-5341-416A-AE37-F2917009CA1C}" dt="2026-09-01T11:47:13.589" v="150289"/>
          <ac:spMkLst>
            <pc:docMk/>
            <pc:sldMk cId="0" sldId="256"/>
            <ac:spMk id="530" creationId="{E868DACD-D757-BDA6-283F-024BAFC35431}"/>
          </ac:spMkLst>
        </pc:spChg>
        <pc:spChg chg="mod ord">
          <ac:chgData name="Yntema, Michiel SIBV-FR/P/R" userId="09241570-8f23-4256-be7e-a3c32bde0a3f" providerId="ADAL" clId="{D3F607C7-5341-416A-AE37-F2917009CA1C}" dt="2026-09-01T11:47:13.589" v="150291"/>
          <ac:spMkLst>
            <pc:docMk/>
            <pc:sldMk cId="0" sldId="256"/>
            <ac:spMk id="531" creationId="{CADA5B05-38A2-2E8D-B9A6-E03535651F2F}"/>
          </ac:spMkLst>
        </pc:spChg>
        <pc:spChg chg="mod ord">
          <ac:chgData name="Yntema, Michiel SIBV-FR/P/R" userId="09241570-8f23-4256-be7e-a3c32bde0a3f" providerId="ADAL" clId="{D3F607C7-5341-416A-AE37-F2917009CA1C}" dt="2026-09-01T11:47:13.590" v="150293"/>
          <ac:spMkLst>
            <pc:docMk/>
            <pc:sldMk cId="0" sldId="256"/>
            <ac:spMk id="532" creationId="{0BE9B511-3EF0-D969-A122-C3B847A87524}"/>
          </ac:spMkLst>
        </pc:spChg>
        <pc:spChg chg="mod ord">
          <ac:chgData name="Yntema, Michiel SIBV-FR/P/R" userId="09241570-8f23-4256-be7e-a3c32bde0a3f" providerId="ADAL" clId="{D3F607C7-5341-416A-AE37-F2917009CA1C}" dt="2026-09-01T11:47:13.590" v="150295"/>
          <ac:spMkLst>
            <pc:docMk/>
            <pc:sldMk cId="0" sldId="256"/>
            <ac:spMk id="533" creationId="{745FA4A4-BDAB-3131-F887-F9B203839CDC}"/>
          </ac:spMkLst>
        </pc:spChg>
        <pc:spChg chg="mod ord">
          <ac:chgData name="Yntema, Michiel SIBV-FR/P/R" userId="09241570-8f23-4256-be7e-a3c32bde0a3f" providerId="ADAL" clId="{D3F607C7-5341-416A-AE37-F2917009CA1C}" dt="2026-09-01T11:47:13.590" v="150297"/>
          <ac:spMkLst>
            <pc:docMk/>
            <pc:sldMk cId="0" sldId="256"/>
            <ac:spMk id="534" creationId="{BFA337F1-6732-A690-CC85-E6DAA6693472}"/>
          </ac:spMkLst>
        </pc:spChg>
        <pc:spChg chg="mod ord">
          <ac:chgData name="Yntema, Michiel SIBV-FR/P/R" userId="09241570-8f23-4256-be7e-a3c32bde0a3f" providerId="ADAL" clId="{D3F607C7-5341-416A-AE37-F2917009CA1C}" dt="2026-09-01T11:47:13.590" v="150299"/>
          <ac:spMkLst>
            <pc:docMk/>
            <pc:sldMk cId="0" sldId="256"/>
            <ac:spMk id="535" creationId="{C6E239D0-F0C0-DBF2-F5B8-093263D8C45D}"/>
          </ac:spMkLst>
        </pc:spChg>
        <pc:spChg chg="mod ord">
          <ac:chgData name="Yntema, Michiel SIBV-FR/P/R" userId="09241570-8f23-4256-be7e-a3c32bde0a3f" providerId="ADAL" clId="{D3F607C7-5341-416A-AE37-F2917009CA1C}" dt="2026-09-01T11:47:13.591" v="150301"/>
          <ac:spMkLst>
            <pc:docMk/>
            <pc:sldMk cId="0" sldId="256"/>
            <ac:spMk id="536" creationId="{FF667C0D-E70D-7652-E1DB-D9F383BFC4D2}"/>
          </ac:spMkLst>
        </pc:spChg>
        <pc:spChg chg="mod ord">
          <ac:chgData name="Yntema, Michiel SIBV-FR/P/R" userId="09241570-8f23-4256-be7e-a3c32bde0a3f" providerId="ADAL" clId="{D3F607C7-5341-416A-AE37-F2917009CA1C}" dt="2026-09-01T11:47:13.591" v="150303"/>
          <ac:spMkLst>
            <pc:docMk/>
            <pc:sldMk cId="0" sldId="256"/>
            <ac:spMk id="537" creationId="{B50A003A-7130-5FC6-C60E-9AAF61DCC249}"/>
          </ac:spMkLst>
        </pc:spChg>
        <pc:spChg chg="mod ord">
          <ac:chgData name="Yntema, Michiel SIBV-FR/P/R" userId="09241570-8f23-4256-be7e-a3c32bde0a3f" providerId="ADAL" clId="{D3F607C7-5341-416A-AE37-F2917009CA1C}" dt="2026-09-01T11:47:13.591" v="150305"/>
          <ac:spMkLst>
            <pc:docMk/>
            <pc:sldMk cId="0" sldId="256"/>
            <ac:spMk id="538" creationId="{C8211254-4E92-E037-E46F-6AD9EA5D8634}"/>
          </ac:spMkLst>
        </pc:spChg>
        <pc:spChg chg="mod ord">
          <ac:chgData name="Yntema, Michiel SIBV-FR/P/R" userId="09241570-8f23-4256-be7e-a3c32bde0a3f" providerId="ADAL" clId="{D3F607C7-5341-416A-AE37-F2917009CA1C}" dt="2026-09-01T11:47:13.591" v="150307"/>
          <ac:spMkLst>
            <pc:docMk/>
            <pc:sldMk cId="0" sldId="256"/>
            <ac:spMk id="539" creationId="{254347E0-B7E2-5FB2-A337-2611A454BA32}"/>
          </ac:spMkLst>
        </pc:spChg>
        <pc:spChg chg="mod ord">
          <ac:chgData name="Yntema, Michiel SIBV-FR/P/R" userId="09241570-8f23-4256-be7e-a3c32bde0a3f" providerId="ADAL" clId="{D3F607C7-5341-416A-AE37-F2917009CA1C}" dt="2026-09-01T11:47:13.592" v="150309"/>
          <ac:spMkLst>
            <pc:docMk/>
            <pc:sldMk cId="0" sldId="256"/>
            <ac:spMk id="540" creationId="{BB197C9C-CE19-9A13-8AF7-FFD47167A683}"/>
          </ac:spMkLst>
        </pc:spChg>
        <pc:spChg chg="mod ord">
          <ac:chgData name="Yntema, Michiel SIBV-FR/P/R" userId="09241570-8f23-4256-be7e-a3c32bde0a3f" providerId="ADAL" clId="{D3F607C7-5341-416A-AE37-F2917009CA1C}" dt="2026-09-01T11:47:13.592" v="150311"/>
          <ac:spMkLst>
            <pc:docMk/>
            <pc:sldMk cId="0" sldId="256"/>
            <ac:spMk id="541" creationId="{7196CBCB-9450-8A62-7A64-9580BB6A7B42}"/>
          </ac:spMkLst>
        </pc:spChg>
        <pc:spChg chg="mod ord">
          <ac:chgData name="Yntema, Michiel SIBV-FR/P/R" userId="09241570-8f23-4256-be7e-a3c32bde0a3f" providerId="ADAL" clId="{D3F607C7-5341-416A-AE37-F2917009CA1C}" dt="2026-09-01T11:47:13.592" v="150313"/>
          <ac:spMkLst>
            <pc:docMk/>
            <pc:sldMk cId="0" sldId="256"/>
            <ac:spMk id="542" creationId="{148E8BA6-AF39-F2A0-0308-280773EDA78A}"/>
          </ac:spMkLst>
        </pc:spChg>
        <pc:spChg chg="mod ord">
          <ac:chgData name="Yntema, Michiel SIBV-FR/P/R" userId="09241570-8f23-4256-be7e-a3c32bde0a3f" providerId="ADAL" clId="{D3F607C7-5341-416A-AE37-F2917009CA1C}" dt="2026-09-01T11:47:13.592" v="150315"/>
          <ac:spMkLst>
            <pc:docMk/>
            <pc:sldMk cId="0" sldId="256"/>
            <ac:spMk id="543" creationId="{9AE3300B-D11F-90FD-E913-A4959361AECF}"/>
          </ac:spMkLst>
        </pc:spChg>
        <pc:spChg chg="mod ord">
          <ac:chgData name="Yntema, Michiel SIBV-FR/P/R" userId="09241570-8f23-4256-be7e-a3c32bde0a3f" providerId="ADAL" clId="{D3F607C7-5341-416A-AE37-F2917009CA1C}" dt="2026-09-01T11:47:13.593" v="150317"/>
          <ac:spMkLst>
            <pc:docMk/>
            <pc:sldMk cId="0" sldId="256"/>
            <ac:spMk id="544" creationId="{3778C843-FA28-17F1-F25A-8D9CD50A26CE}"/>
          </ac:spMkLst>
        </pc:spChg>
        <pc:spChg chg="mod ord">
          <ac:chgData name="Yntema, Michiel SIBV-FR/P/R" userId="09241570-8f23-4256-be7e-a3c32bde0a3f" providerId="ADAL" clId="{D3F607C7-5341-416A-AE37-F2917009CA1C}" dt="2026-09-01T11:47:13.593" v="150319"/>
          <ac:spMkLst>
            <pc:docMk/>
            <pc:sldMk cId="0" sldId="256"/>
            <ac:spMk id="545" creationId="{41D7C749-CE32-30E1-7866-77D5410A6E7F}"/>
          </ac:spMkLst>
        </pc:spChg>
        <pc:spChg chg="mod ord">
          <ac:chgData name="Yntema, Michiel SIBV-FR/P/R" userId="09241570-8f23-4256-be7e-a3c32bde0a3f" providerId="ADAL" clId="{D3F607C7-5341-416A-AE37-F2917009CA1C}" dt="2026-09-01T11:47:13.593" v="150321"/>
          <ac:spMkLst>
            <pc:docMk/>
            <pc:sldMk cId="0" sldId="256"/>
            <ac:spMk id="546" creationId="{C9ACF97A-B72B-D9A5-C64F-94461904FF0C}"/>
          </ac:spMkLst>
        </pc:spChg>
        <pc:spChg chg="mod ord">
          <ac:chgData name="Yntema, Michiel SIBV-FR/P/R" userId="09241570-8f23-4256-be7e-a3c32bde0a3f" providerId="ADAL" clId="{D3F607C7-5341-416A-AE37-F2917009CA1C}" dt="2026-09-01T11:47:13.594" v="150323"/>
          <ac:spMkLst>
            <pc:docMk/>
            <pc:sldMk cId="0" sldId="256"/>
            <ac:spMk id="547" creationId="{62992B66-5C89-9C3E-DAC2-9DEBA7AFD634}"/>
          </ac:spMkLst>
        </pc:spChg>
        <pc:spChg chg="mod ord">
          <ac:chgData name="Yntema, Michiel SIBV-FR/P/R" userId="09241570-8f23-4256-be7e-a3c32bde0a3f" providerId="ADAL" clId="{D3F607C7-5341-416A-AE37-F2917009CA1C}" dt="2026-09-01T11:47:13.594" v="150325"/>
          <ac:spMkLst>
            <pc:docMk/>
            <pc:sldMk cId="0" sldId="256"/>
            <ac:spMk id="548" creationId="{D16A9950-59A4-2194-8B27-91C7A05E69B7}"/>
          </ac:spMkLst>
        </pc:spChg>
        <pc:spChg chg="mod ord">
          <ac:chgData name="Yntema, Michiel SIBV-FR/P/R" userId="09241570-8f23-4256-be7e-a3c32bde0a3f" providerId="ADAL" clId="{D3F607C7-5341-416A-AE37-F2917009CA1C}" dt="2026-09-01T11:47:13.594" v="150327"/>
          <ac:spMkLst>
            <pc:docMk/>
            <pc:sldMk cId="0" sldId="256"/>
            <ac:spMk id="549" creationId="{1A9A24E5-D1F7-51C3-3FF3-D9275F1C90D4}"/>
          </ac:spMkLst>
        </pc:spChg>
        <pc:spChg chg="mod ord">
          <ac:chgData name="Yntema, Michiel SIBV-FR/P/R" userId="09241570-8f23-4256-be7e-a3c32bde0a3f" providerId="ADAL" clId="{D3F607C7-5341-416A-AE37-F2917009CA1C}" dt="2026-09-01T11:47:13.595" v="150329"/>
          <ac:spMkLst>
            <pc:docMk/>
            <pc:sldMk cId="0" sldId="256"/>
            <ac:spMk id="550" creationId="{C5CD93D2-63D2-52C1-744B-9AC81C9FDBC6}"/>
          </ac:spMkLst>
        </pc:spChg>
        <pc:spChg chg="mod ord">
          <ac:chgData name="Yntema, Michiel SIBV-FR/P/R" userId="09241570-8f23-4256-be7e-a3c32bde0a3f" providerId="ADAL" clId="{D3F607C7-5341-416A-AE37-F2917009CA1C}" dt="2026-09-01T11:47:13.595" v="150331"/>
          <ac:spMkLst>
            <pc:docMk/>
            <pc:sldMk cId="0" sldId="256"/>
            <ac:spMk id="551" creationId="{7CBE1969-4A7E-1609-0691-20C17E573FCE}"/>
          </ac:spMkLst>
        </pc:spChg>
        <pc:spChg chg="mod ord">
          <ac:chgData name="Yntema, Michiel SIBV-FR/P/R" userId="09241570-8f23-4256-be7e-a3c32bde0a3f" providerId="ADAL" clId="{D3F607C7-5341-416A-AE37-F2917009CA1C}" dt="2026-09-01T11:47:13.595" v="150333"/>
          <ac:spMkLst>
            <pc:docMk/>
            <pc:sldMk cId="0" sldId="256"/>
            <ac:spMk id="552" creationId="{7111D2D4-6213-5302-1463-513CCBAD4DB6}"/>
          </ac:spMkLst>
        </pc:spChg>
        <pc:spChg chg="mod ord">
          <ac:chgData name="Yntema, Michiel SIBV-FR/P/R" userId="09241570-8f23-4256-be7e-a3c32bde0a3f" providerId="ADAL" clId="{D3F607C7-5341-416A-AE37-F2917009CA1C}" dt="2026-09-01T11:47:13.595" v="150335"/>
          <ac:spMkLst>
            <pc:docMk/>
            <pc:sldMk cId="0" sldId="256"/>
            <ac:spMk id="553" creationId="{7CAD41AF-75A9-FD72-5FFE-EC149D8C29BD}"/>
          </ac:spMkLst>
        </pc:spChg>
        <pc:spChg chg="mod ord">
          <ac:chgData name="Yntema, Michiel SIBV-FR/P/R" userId="09241570-8f23-4256-be7e-a3c32bde0a3f" providerId="ADAL" clId="{D3F607C7-5341-416A-AE37-F2917009CA1C}" dt="2026-09-01T11:47:13.596" v="150337"/>
          <ac:spMkLst>
            <pc:docMk/>
            <pc:sldMk cId="0" sldId="256"/>
            <ac:spMk id="554" creationId="{A82C4DEE-6F06-65DB-D314-83BFB655461E}"/>
          </ac:spMkLst>
        </pc:spChg>
        <pc:spChg chg="mod ord">
          <ac:chgData name="Yntema, Michiel SIBV-FR/P/R" userId="09241570-8f23-4256-be7e-a3c32bde0a3f" providerId="ADAL" clId="{D3F607C7-5341-416A-AE37-F2917009CA1C}" dt="2026-09-01T11:47:13.596" v="150339"/>
          <ac:spMkLst>
            <pc:docMk/>
            <pc:sldMk cId="0" sldId="256"/>
            <ac:spMk id="555" creationId="{73098A67-18AD-D485-4F90-BBD6BB75F515}"/>
          </ac:spMkLst>
        </pc:spChg>
        <pc:spChg chg="mod ord">
          <ac:chgData name="Yntema, Michiel SIBV-FR/P/R" userId="09241570-8f23-4256-be7e-a3c32bde0a3f" providerId="ADAL" clId="{D3F607C7-5341-416A-AE37-F2917009CA1C}" dt="2026-09-01T11:47:13.596" v="150341"/>
          <ac:spMkLst>
            <pc:docMk/>
            <pc:sldMk cId="0" sldId="256"/>
            <ac:spMk id="556" creationId="{3DAE855A-2CC7-24C6-5CE1-82C1C7EBD3F1}"/>
          </ac:spMkLst>
        </pc:spChg>
        <pc:spChg chg="mod ord">
          <ac:chgData name="Yntema, Michiel SIBV-FR/P/R" userId="09241570-8f23-4256-be7e-a3c32bde0a3f" providerId="ADAL" clId="{D3F607C7-5341-416A-AE37-F2917009CA1C}" dt="2026-09-01T11:47:13.596" v="150343"/>
          <ac:spMkLst>
            <pc:docMk/>
            <pc:sldMk cId="0" sldId="256"/>
            <ac:spMk id="557" creationId="{7BC141E6-AFB4-C200-C7FF-9FC1FE7C8107}"/>
          </ac:spMkLst>
        </pc:spChg>
        <pc:spChg chg="add mod ord">
          <ac:chgData name="Yntema, Michiel SIBV-FR/P/R" userId="09241570-8f23-4256-be7e-a3c32bde0a3f" providerId="ADAL" clId="{D3F607C7-5341-416A-AE37-F2917009CA1C}" dt="2026-09-01T11:47:13.597" v="150345"/>
          <ac:spMkLst>
            <pc:docMk/>
            <pc:sldMk cId="0" sldId="256"/>
            <ac:spMk id="558" creationId="{F434CE1F-289F-C92E-B8A5-74463EAE67C1}"/>
          </ac:spMkLst>
        </pc:spChg>
        <pc:spChg chg="mod ord">
          <ac:chgData name="Yntema, Michiel SIBV-FR/P/R" userId="09241570-8f23-4256-be7e-a3c32bde0a3f" providerId="ADAL" clId="{D3F607C7-5341-416A-AE37-F2917009CA1C}" dt="2026-09-01T11:47:13.642" v="150639"/>
          <ac:spMkLst>
            <pc:docMk/>
            <pc:sldMk cId="0" sldId="256"/>
            <ac:spMk id="702" creationId="{E071F042-50D1-6009-F02C-8633D0FEBBFD}"/>
          </ac:spMkLst>
        </pc:spChg>
        <pc:spChg chg="mod ord">
          <ac:chgData name="Yntema, Michiel SIBV-FR/P/R" userId="09241570-8f23-4256-be7e-a3c32bde0a3f" providerId="ADAL" clId="{D3F607C7-5341-416A-AE37-F2917009CA1C}" dt="2026-09-01T11:47:13.642" v="150641"/>
          <ac:spMkLst>
            <pc:docMk/>
            <pc:sldMk cId="0" sldId="256"/>
            <ac:spMk id="703" creationId="{40498AD0-7A9B-61F8-61C8-319C2ACC622C}"/>
          </ac:spMkLst>
        </pc:spChg>
        <pc:spChg chg="mod ord">
          <ac:chgData name="Yntema, Michiel SIBV-FR/P/R" userId="09241570-8f23-4256-be7e-a3c32bde0a3f" providerId="ADAL" clId="{D3F607C7-5341-416A-AE37-F2917009CA1C}" dt="2026-09-01T11:47:13.643" v="150643"/>
          <ac:spMkLst>
            <pc:docMk/>
            <pc:sldMk cId="0" sldId="256"/>
            <ac:spMk id="704" creationId="{8D2C413C-69C4-E030-7D51-C541A2F3631F}"/>
          </ac:spMkLst>
        </pc:spChg>
        <pc:spChg chg="mod ord">
          <ac:chgData name="Yntema, Michiel SIBV-FR/P/R" userId="09241570-8f23-4256-be7e-a3c32bde0a3f" providerId="ADAL" clId="{D3F607C7-5341-416A-AE37-F2917009CA1C}" dt="2026-09-01T11:47:13.643" v="150645"/>
          <ac:spMkLst>
            <pc:docMk/>
            <pc:sldMk cId="0" sldId="256"/>
            <ac:spMk id="705" creationId="{9D7F8AB3-960D-9102-0672-11E600D7FCD9}"/>
          </ac:spMkLst>
        </pc:spChg>
        <pc:spChg chg="mod ord">
          <ac:chgData name="Yntema, Michiel SIBV-FR/P/R" userId="09241570-8f23-4256-be7e-a3c32bde0a3f" providerId="ADAL" clId="{D3F607C7-5341-416A-AE37-F2917009CA1C}" dt="2026-09-01T11:47:13.643" v="150647"/>
          <ac:spMkLst>
            <pc:docMk/>
            <pc:sldMk cId="0" sldId="256"/>
            <ac:spMk id="706" creationId="{D207684E-3146-9D8A-63A3-F9D292058B94}"/>
          </ac:spMkLst>
        </pc:spChg>
        <pc:spChg chg="mod ord">
          <ac:chgData name="Yntema, Michiel SIBV-FR/P/R" userId="09241570-8f23-4256-be7e-a3c32bde0a3f" providerId="ADAL" clId="{D3F607C7-5341-416A-AE37-F2917009CA1C}" dt="2026-09-01T11:47:13.644" v="150649"/>
          <ac:spMkLst>
            <pc:docMk/>
            <pc:sldMk cId="0" sldId="256"/>
            <ac:spMk id="707" creationId="{AEFFF6CB-C172-23E4-CF1A-032D856DAA6D}"/>
          </ac:spMkLst>
        </pc:spChg>
        <pc:spChg chg="del mod ord">
          <ac:chgData name="Yntema, Michiel SIBV-FR/P/R" userId="09241570-8f23-4256-be7e-a3c32bde0a3f" providerId="ADAL" clId="{D3F607C7-5341-416A-AE37-F2917009CA1C}" dt="2026-09-01T08:38:34.584" v="48254" actId="478"/>
          <ac:spMkLst>
            <pc:docMk/>
            <pc:sldMk cId="0" sldId="256"/>
            <ac:spMk id="708" creationId="{92B7C54B-52E1-F87D-DCAC-605FE34A0014}"/>
          </ac:spMkLst>
        </pc:spChg>
        <pc:spChg chg="mod ord">
          <ac:chgData name="Yntema, Michiel SIBV-FR/P/R" userId="09241570-8f23-4256-be7e-a3c32bde0a3f" providerId="ADAL" clId="{D3F607C7-5341-416A-AE37-F2917009CA1C}" dt="2026-09-01T11:47:13.644" v="150651"/>
          <ac:spMkLst>
            <pc:docMk/>
            <pc:sldMk cId="0" sldId="256"/>
            <ac:spMk id="710" creationId="{EB690D78-3A90-CE62-2A40-E02BF64B2127}"/>
          </ac:spMkLst>
        </pc:spChg>
        <pc:spChg chg="mod ord">
          <ac:chgData name="Yntema, Michiel SIBV-FR/P/R" userId="09241570-8f23-4256-be7e-a3c32bde0a3f" providerId="ADAL" clId="{D3F607C7-5341-416A-AE37-F2917009CA1C}" dt="2026-09-01T11:47:13.644" v="150653"/>
          <ac:spMkLst>
            <pc:docMk/>
            <pc:sldMk cId="0" sldId="256"/>
            <ac:spMk id="711" creationId="{44FC8A89-615A-8075-FA53-C38BBC50571F}"/>
          </ac:spMkLst>
        </pc:spChg>
        <pc:spChg chg="mod ord">
          <ac:chgData name="Yntema, Michiel SIBV-FR/P/R" userId="09241570-8f23-4256-be7e-a3c32bde0a3f" providerId="ADAL" clId="{D3F607C7-5341-416A-AE37-F2917009CA1C}" dt="2026-09-01T11:47:13.645" v="150655"/>
          <ac:spMkLst>
            <pc:docMk/>
            <pc:sldMk cId="0" sldId="256"/>
            <ac:spMk id="712" creationId="{56A4C86D-2252-7EA2-542F-040DB436F8A5}"/>
          </ac:spMkLst>
        </pc:spChg>
        <pc:spChg chg="mod ord">
          <ac:chgData name="Yntema, Michiel SIBV-FR/P/R" userId="09241570-8f23-4256-be7e-a3c32bde0a3f" providerId="ADAL" clId="{D3F607C7-5341-416A-AE37-F2917009CA1C}" dt="2026-09-01T11:47:13.645" v="150659"/>
          <ac:spMkLst>
            <pc:docMk/>
            <pc:sldMk cId="0" sldId="256"/>
            <ac:spMk id="714" creationId="{FD6EBD0D-6080-5D7C-4923-C8B2F51D86C6}"/>
          </ac:spMkLst>
        </pc:spChg>
        <pc:spChg chg="add del mod modVis">
          <ac:chgData name="Yntema, Michiel SIBV-FR/P/R" userId="09241570-8f23-4256-be7e-a3c32bde0a3f" providerId="ADAL" clId="{D3F607C7-5341-416A-AE37-F2917009CA1C}" dt="2026-09-01T08:35:41.202" v="30460"/>
          <ac:spMkLst>
            <pc:docMk/>
            <pc:sldMk cId="0" sldId="256"/>
            <ac:spMk id="715" creationId="{0A597FFB-C7DE-8AB9-C604-65305F0BE5C5}"/>
          </ac:spMkLst>
        </pc:spChg>
        <pc:spChg chg="add del mod modVis">
          <ac:chgData name="Yntema, Michiel SIBV-FR/P/R" userId="09241570-8f23-4256-be7e-a3c32bde0a3f" providerId="ADAL" clId="{D3F607C7-5341-416A-AE37-F2917009CA1C}" dt="2026-09-01T08:35:58.310" v="30884"/>
          <ac:spMkLst>
            <pc:docMk/>
            <pc:sldMk cId="0" sldId="256"/>
            <ac:spMk id="716" creationId="{5CC0E023-6141-D90F-787B-4796A9E28F47}"/>
          </ac:spMkLst>
        </pc:spChg>
        <pc:spChg chg="add del mod modVis">
          <ac:chgData name="Yntema, Michiel SIBV-FR/P/R" userId="09241570-8f23-4256-be7e-a3c32bde0a3f" providerId="ADAL" clId="{D3F607C7-5341-416A-AE37-F2917009CA1C}" dt="2026-09-01T08:41:49.208" v="56645"/>
          <ac:spMkLst>
            <pc:docMk/>
            <pc:sldMk cId="0" sldId="256"/>
            <ac:spMk id="731" creationId="{5B78F9DB-C1F0-EFCD-5955-952424B7D715}"/>
          </ac:spMkLst>
        </pc:spChg>
        <pc:spChg chg="add del mod">
          <ac:chgData name="Yntema, Michiel SIBV-FR/P/R" userId="09241570-8f23-4256-be7e-a3c32bde0a3f" providerId="ADAL" clId="{D3F607C7-5341-416A-AE37-F2917009CA1C}" dt="2026-09-01T11:14:20.897" v="82503"/>
          <ac:spMkLst>
            <pc:docMk/>
            <pc:sldMk cId="0" sldId="256"/>
            <ac:spMk id="733" creationId="{8830770A-1DB2-B9CA-8F9E-A7157C90A911}"/>
          </ac:spMkLst>
        </pc:spChg>
        <pc:spChg chg="add del mod">
          <ac:chgData name="Yntema, Michiel SIBV-FR/P/R" userId="09241570-8f23-4256-be7e-a3c32bde0a3f" providerId="ADAL" clId="{D3F607C7-5341-416A-AE37-F2917009CA1C}" dt="2026-09-01T11:14:20.904" v="82520"/>
          <ac:spMkLst>
            <pc:docMk/>
            <pc:sldMk cId="0" sldId="256"/>
            <ac:spMk id="734" creationId="{AEC65270-5161-B5F1-568F-C4281F59C9F1}"/>
          </ac:spMkLst>
        </pc:spChg>
        <pc:spChg chg="add del mod ord">
          <ac:chgData name="Yntema, Michiel SIBV-FR/P/R" userId="09241570-8f23-4256-be7e-a3c32bde0a3f" providerId="ADAL" clId="{D3F607C7-5341-416A-AE37-F2917009CA1C}" dt="2026-09-01T11:14:20.915" v="82538"/>
          <ac:spMkLst>
            <pc:docMk/>
            <pc:sldMk cId="0" sldId="256"/>
            <ac:spMk id="735" creationId="{F231D08D-8320-5024-AB63-C87486FF7449}"/>
          </ac:spMkLst>
        </pc:spChg>
        <pc:spChg chg="add del">
          <ac:chgData name="Yntema, Michiel SIBV-FR/P/R" userId="09241570-8f23-4256-be7e-a3c32bde0a3f" providerId="ADAL" clId="{D3F607C7-5341-416A-AE37-F2917009CA1C}" dt="2026-09-01T08:48:49.720" v="58800" actId="22"/>
          <ac:spMkLst>
            <pc:docMk/>
            <pc:sldMk cId="0" sldId="256"/>
            <ac:spMk id="745" creationId="{8391315E-D99E-A879-658E-5294288DCDEF}"/>
          </ac:spMkLst>
        </pc:spChg>
        <pc:spChg chg="add mod ord">
          <ac:chgData name="Yntema, Michiel SIBV-FR/P/R" userId="09241570-8f23-4256-be7e-a3c32bde0a3f" providerId="ADAL" clId="{D3F607C7-5341-416A-AE37-F2917009CA1C}" dt="2026-09-01T11:53:56.110" v="151037" actId="6549"/>
          <ac:spMkLst>
            <pc:docMk/>
            <pc:sldMk cId="0" sldId="256"/>
            <ac:spMk id="749" creationId="{FA657A47-45E4-9D4C-7934-EBD6CD800139}"/>
          </ac:spMkLst>
        </pc:spChg>
        <pc:spChg chg="mod">
          <ac:chgData name="Yntema, Michiel SIBV-FR/P/R" userId="09241570-8f23-4256-be7e-a3c32bde0a3f" providerId="ADAL" clId="{D3F607C7-5341-416A-AE37-F2917009CA1C}" dt="2026-09-01T08:50:50.952" v="59018"/>
          <ac:spMkLst>
            <pc:docMk/>
            <pc:sldMk cId="0" sldId="256"/>
            <ac:spMk id="751" creationId="{6DCD0243-E8CB-2582-03BB-F6F27906895F}"/>
          </ac:spMkLst>
        </pc:spChg>
        <pc:spChg chg="mod">
          <ac:chgData name="Yntema, Michiel SIBV-FR/P/R" userId="09241570-8f23-4256-be7e-a3c32bde0a3f" providerId="ADAL" clId="{D3F607C7-5341-416A-AE37-F2917009CA1C}" dt="2026-09-01T08:50:50.952" v="59018"/>
          <ac:spMkLst>
            <pc:docMk/>
            <pc:sldMk cId="0" sldId="256"/>
            <ac:spMk id="752" creationId="{5B567B79-4821-CFCA-3EDF-5EB5516CA0B3}"/>
          </ac:spMkLst>
        </pc:spChg>
        <pc:spChg chg="mod">
          <ac:chgData name="Yntema, Michiel SIBV-FR/P/R" userId="09241570-8f23-4256-be7e-a3c32bde0a3f" providerId="ADAL" clId="{D3F607C7-5341-416A-AE37-F2917009CA1C}" dt="2026-09-01T08:50:50.952" v="59018"/>
          <ac:spMkLst>
            <pc:docMk/>
            <pc:sldMk cId="0" sldId="256"/>
            <ac:spMk id="753" creationId="{6E223EA5-CA1B-E7A5-6D4A-48C96C1B4364}"/>
          </ac:spMkLst>
        </pc:spChg>
        <pc:spChg chg="del mod ord">
          <ac:chgData name="Yntema, Michiel SIBV-FR/P/R" userId="09241570-8f23-4256-be7e-a3c32bde0a3f" providerId="ADAL" clId="{D3F607C7-5341-416A-AE37-F2917009CA1C}" dt="2026-09-01T10:47:59.832" v="71974" actId="478"/>
          <ac:spMkLst>
            <pc:docMk/>
            <pc:sldMk cId="0" sldId="256"/>
            <ac:spMk id="754" creationId="{7E94534F-4BA7-D95A-F089-77A7A8BADF3C}"/>
          </ac:spMkLst>
        </pc:spChg>
        <pc:spChg chg="del mod ord">
          <ac:chgData name="Yntema, Michiel SIBV-FR/P/R" userId="09241570-8f23-4256-be7e-a3c32bde0a3f" providerId="ADAL" clId="{D3F607C7-5341-416A-AE37-F2917009CA1C}" dt="2026-09-01T10:46:44.215" v="71926" actId="478"/>
          <ac:spMkLst>
            <pc:docMk/>
            <pc:sldMk cId="0" sldId="256"/>
            <ac:spMk id="755" creationId="{F8EEC586-BE7B-AF08-A36E-A42BDCE5B618}"/>
          </ac:spMkLst>
        </pc:spChg>
        <pc:spChg chg="add del mod ord">
          <ac:chgData name="Yntema, Michiel SIBV-FR/P/R" userId="09241570-8f23-4256-be7e-a3c32bde0a3f" providerId="ADAL" clId="{D3F607C7-5341-416A-AE37-F2917009CA1C}" dt="2026-09-01T10:40:56.372" v="62086" actId="478"/>
          <ac:spMkLst>
            <pc:docMk/>
            <pc:sldMk cId="0" sldId="256"/>
            <ac:spMk id="756" creationId="{843A6CB8-1971-486A-424E-093E12FBADBF}"/>
          </ac:spMkLst>
        </pc:spChg>
        <pc:spChg chg="del mod ord">
          <ac:chgData name="Yntema, Michiel SIBV-FR/P/R" userId="09241570-8f23-4256-be7e-a3c32bde0a3f" providerId="ADAL" clId="{D3F607C7-5341-416A-AE37-F2917009CA1C}" dt="2026-09-01T10:40:56.372" v="62086" actId="478"/>
          <ac:spMkLst>
            <pc:docMk/>
            <pc:sldMk cId="0" sldId="256"/>
            <ac:spMk id="757" creationId="{B32D7693-5F78-743A-C5A2-358DA8678694}"/>
          </ac:spMkLst>
        </pc:spChg>
        <pc:spChg chg="add del mod ord">
          <ac:chgData name="Yntema, Michiel SIBV-FR/P/R" userId="09241570-8f23-4256-be7e-a3c32bde0a3f" providerId="ADAL" clId="{D3F607C7-5341-416A-AE37-F2917009CA1C}" dt="2026-09-01T10:40:56.372" v="62086" actId="478"/>
          <ac:spMkLst>
            <pc:docMk/>
            <pc:sldMk cId="0" sldId="256"/>
            <ac:spMk id="758" creationId="{A9084070-6FE2-0D6B-1B38-AF8FB7C66E04}"/>
          </ac:spMkLst>
        </pc:spChg>
        <pc:spChg chg="del mod ord">
          <ac:chgData name="Yntema, Michiel SIBV-FR/P/R" userId="09241570-8f23-4256-be7e-a3c32bde0a3f" providerId="ADAL" clId="{D3F607C7-5341-416A-AE37-F2917009CA1C}" dt="2026-09-01T10:40:56.372" v="62086" actId="478"/>
          <ac:spMkLst>
            <pc:docMk/>
            <pc:sldMk cId="0" sldId="256"/>
            <ac:spMk id="759" creationId="{E11086EE-67D4-63A3-978B-FC832054E34B}"/>
          </ac:spMkLst>
        </pc:spChg>
        <pc:spChg chg="del mod ord">
          <ac:chgData name="Yntema, Michiel SIBV-FR/P/R" userId="09241570-8f23-4256-be7e-a3c32bde0a3f" providerId="ADAL" clId="{D3F607C7-5341-416A-AE37-F2917009CA1C}" dt="2026-09-01T10:40:56.372" v="62086" actId="478"/>
          <ac:spMkLst>
            <pc:docMk/>
            <pc:sldMk cId="0" sldId="256"/>
            <ac:spMk id="760" creationId="{B206F02E-CF2F-86A2-9A4A-D531CABA7ADF}"/>
          </ac:spMkLst>
        </pc:spChg>
        <pc:spChg chg="del mod ord">
          <ac:chgData name="Yntema, Michiel SIBV-FR/P/R" userId="09241570-8f23-4256-be7e-a3c32bde0a3f" providerId="ADAL" clId="{D3F607C7-5341-416A-AE37-F2917009CA1C}" dt="2026-09-01T10:40:56.372" v="62086" actId="478"/>
          <ac:spMkLst>
            <pc:docMk/>
            <pc:sldMk cId="0" sldId="256"/>
            <ac:spMk id="761" creationId="{D0A95046-1B16-4883-0FA5-86811A070446}"/>
          </ac:spMkLst>
        </pc:spChg>
        <pc:spChg chg="del mod ord">
          <ac:chgData name="Yntema, Michiel SIBV-FR/P/R" userId="09241570-8f23-4256-be7e-a3c32bde0a3f" providerId="ADAL" clId="{D3F607C7-5341-416A-AE37-F2917009CA1C}" dt="2026-09-01T10:40:56.372" v="62086" actId="478"/>
          <ac:spMkLst>
            <pc:docMk/>
            <pc:sldMk cId="0" sldId="256"/>
            <ac:spMk id="762" creationId="{89C5EFB1-EA52-A82D-3170-E60E6B5AA49F}"/>
          </ac:spMkLst>
        </pc:spChg>
        <pc:spChg chg="del mod ord">
          <ac:chgData name="Yntema, Michiel SIBV-FR/P/R" userId="09241570-8f23-4256-be7e-a3c32bde0a3f" providerId="ADAL" clId="{D3F607C7-5341-416A-AE37-F2917009CA1C}" dt="2026-09-01T10:40:56.372" v="62086" actId="478"/>
          <ac:spMkLst>
            <pc:docMk/>
            <pc:sldMk cId="0" sldId="256"/>
            <ac:spMk id="763" creationId="{95057357-868A-BF37-C5A5-C85BA3F31281}"/>
          </ac:spMkLst>
        </pc:spChg>
        <pc:spChg chg="del mod ord">
          <ac:chgData name="Yntema, Michiel SIBV-FR/P/R" userId="09241570-8f23-4256-be7e-a3c32bde0a3f" providerId="ADAL" clId="{D3F607C7-5341-416A-AE37-F2917009CA1C}" dt="2026-09-01T10:40:56.372" v="62086" actId="478"/>
          <ac:spMkLst>
            <pc:docMk/>
            <pc:sldMk cId="0" sldId="256"/>
            <ac:spMk id="764" creationId="{B2574911-DB82-8F07-8615-9DC954EF4566}"/>
          </ac:spMkLst>
        </pc:spChg>
        <pc:spChg chg="mod ord">
          <ac:chgData name="Yntema, Michiel SIBV-FR/P/R" userId="09241570-8f23-4256-be7e-a3c32bde0a3f" providerId="ADAL" clId="{D3F607C7-5341-416A-AE37-F2917009CA1C}" dt="2026-09-01T11:47:13.646" v="150665"/>
          <ac:spMkLst>
            <pc:docMk/>
            <pc:sldMk cId="0" sldId="256"/>
            <ac:spMk id="765" creationId="{540D0B6E-2146-68B5-8945-0DAE002C42E3}"/>
          </ac:spMkLst>
        </pc:spChg>
        <pc:spChg chg="add mod ord">
          <ac:chgData name="Yntema, Michiel SIBV-FR/P/R" userId="09241570-8f23-4256-be7e-a3c32bde0a3f" providerId="ADAL" clId="{D3F607C7-5341-416A-AE37-F2917009CA1C}" dt="2026-09-01T11:47:13.647" v="150667"/>
          <ac:spMkLst>
            <pc:docMk/>
            <pc:sldMk cId="0" sldId="256"/>
            <ac:spMk id="766" creationId="{AE9AE25D-3894-6BD0-3081-203B0688441F}"/>
          </ac:spMkLst>
        </pc:spChg>
        <pc:spChg chg="del mod ord">
          <ac:chgData name="Yntema, Michiel SIBV-FR/P/R" userId="09241570-8f23-4256-be7e-a3c32bde0a3f" providerId="ADAL" clId="{D3F607C7-5341-416A-AE37-F2917009CA1C}" dt="2026-09-01T10:46:34.817" v="71923" actId="478"/>
          <ac:spMkLst>
            <pc:docMk/>
            <pc:sldMk cId="0" sldId="256"/>
            <ac:spMk id="767" creationId="{C078821B-DA62-585D-2A9C-08A81DE4349E}"/>
          </ac:spMkLst>
        </pc:spChg>
        <pc:spChg chg="del mod">
          <ac:chgData name="Yntema, Michiel SIBV-FR/P/R" userId="09241570-8f23-4256-be7e-a3c32bde0a3f" providerId="ADAL" clId="{D3F607C7-5341-416A-AE37-F2917009CA1C}" dt="2026-09-01T10:47:57.852" v="71959"/>
          <ac:spMkLst>
            <pc:docMk/>
            <pc:sldMk cId="0" sldId="256"/>
            <ac:spMk id="769" creationId="{015924B7-420E-84F0-0CAA-7893919F695C}"/>
          </ac:spMkLst>
        </pc:spChg>
        <pc:spChg chg="del mod">
          <ac:chgData name="Yntema, Michiel SIBV-FR/P/R" userId="09241570-8f23-4256-be7e-a3c32bde0a3f" providerId="ADAL" clId="{D3F607C7-5341-416A-AE37-F2917009CA1C}" dt="2026-09-01T10:47:57.852" v="71958"/>
          <ac:spMkLst>
            <pc:docMk/>
            <pc:sldMk cId="0" sldId="256"/>
            <ac:spMk id="770" creationId="{AD22A61D-98DA-750E-C865-38311C229B4F}"/>
          </ac:spMkLst>
        </pc:spChg>
        <pc:spChg chg="del mod">
          <ac:chgData name="Yntema, Michiel SIBV-FR/P/R" userId="09241570-8f23-4256-be7e-a3c32bde0a3f" providerId="ADAL" clId="{D3F607C7-5341-416A-AE37-F2917009CA1C}" dt="2026-09-01T10:47:57.852" v="71957"/>
          <ac:spMkLst>
            <pc:docMk/>
            <pc:sldMk cId="0" sldId="256"/>
            <ac:spMk id="771" creationId="{12D72E76-A0A8-6254-5126-E37BC77EB099}"/>
          </ac:spMkLst>
        </pc:spChg>
        <pc:spChg chg="add del mod">
          <ac:chgData name="Yntema, Michiel SIBV-FR/P/R" userId="09241570-8f23-4256-be7e-a3c32bde0a3f" providerId="ADAL" clId="{D3F607C7-5341-416A-AE37-F2917009CA1C}" dt="2026-09-01T10:47:57.851" v="71956"/>
          <ac:spMkLst>
            <pc:docMk/>
            <pc:sldMk cId="0" sldId="256"/>
            <ac:spMk id="772" creationId="{9A3BB63F-ADCE-C74E-0E78-27B1C366127E}"/>
          </ac:spMkLst>
        </pc:spChg>
        <pc:spChg chg="del mod">
          <ac:chgData name="Yntema, Michiel SIBV-FR/P/R" userId="09241570-8f23-4256-be7e-a3c32bde0a3f" providerId="ADAL" clId="{D3F607C7-5341-416A-AE37-F2917009CA1C}" dt="2026-09-01T10:47:57.851" v="71955"/>
          <ac:spMkLst>
            <pc:docMk/>
            <pc:sldMk cId="0" sldId="256"/>
            <ac:spMk id="773" creationId="{3CEC08D2-7B6D-426A-2561-0D2713A665BE}"/>
          </ac:spMkLst>
        </pc:spChg>
        <pc:spChg chg="del mod">
          <ac:chgData name="Yntema, Michiel SIBV-FR/P/R" userId="09241570-8f23-4256-be7e-a3c32bde0a3f" providerId="ADAL" clId="{D3F607C7-5341-416A-AE37-F2917009CA1C}" dt="2026-09-01T10:47:57.851" v="71954"/>
          <ac:spMkLst>
            <pc:docMk/>
            <pc:sldMk cId="0" sldId="256"/>
            <ac:spMk id="774" creationId="{BFF74442-5783-4E92-5874-1CED5AEDB7C1}"/>
          </ac:spMkLst>
        </pc:spChg>
        <pc:spChg chg="add del mod">
          <ac:chgData name="Yntema, Michiel SIBV-FR/P/R" userId="09241570-8f23-4256-be7e-a3c32bde0a3f" providerId="ADAL" clId="{D3F607C7-5341-416A-AE37-F2917009CA1C}" dt="2026-09-01T10:47:57.850" v="71953"/>
          <ac:spMkLst>
            <pc:docMk/>
            <pc:sldMk cId="0" sldId="256"/>
            <ac:spMk id="775" creationId="{B48DDDBD-2DF6-5F1C-4B41-820A41DE011F}"/>
          </ac:spMkLst>
        </pc:spChg>
        <pc:spChg chg="add del mod ord">
          <ac:chgData name="Yntema, Michiel SIBV-FR/P/R" userId="09241570-8f23-4256-be7e-a3c32bde0a3f" providerId="ADAL" clId="{D3F607C7-5341-416A-AE37-F2917009CA1C}" dt="2026-09-01T10:47:57.860" v="71971"/>
          <ac:spMkLst>
            <pc:docMk/>
            <pc:sldMk cId="0" sldId="256"/>
            <ac:spMk id="776" creationId="{B7D5E826-17D7-2DCA-1E07-4C872235E5AD}"/>
          </ac:spMkLst>
        </pc:spChg>
        <pc:spChg chg="del mod ord">
          <ac:chgData name="Yntema, Michiel SIBV-FR/P/R" userId="09241570-8f23-4256-be7e-a3c32bde0a3f" providerId="ADAL" clId="{D3F607C7-5341-416A-AE37-F2917009CA1C}" dt="2026-09-01T10:47:57.856" v="71963"/>
          <ac:spMkLst>
            <pc:docMk/>
            <pc:sldMk cId="0" sldId="256"/>
            <ac:spMk id="777" creationId="{FBC190AC-B6B6-D42B-7A6F-A78A1C23B2F5}"/>
          </ac:spMkLst>
        </pc:spChg>
        <pc:spChg chg="del mod ord">
          <ac:chgData name="Yntema, Michiel SIBV-FR/P/R" userId="09241570-8f23-4256-be7e-a3c32bde0a3f" providerId="ADAL" clId="{D3F607C7-5341-416A-AE37-F2917009CA1C}" dt="2026-09-01T10:47:57.858" v="71967"/>
          <ac:spMkLst>
            <pc:docMk/>
            <pc:sldMk cId="0" sldId="256"/>
            <ac:spMk id="778" creationId="{89CE79AB-EF99-5EEE-1416-C05662624D25}"/>
          </ac:spMkLst>
        </pc:spChg>
        <pc:spChg chg="del mod ord">
          <ac:chgData name="Yntema, Michiel SIBV-FR/P/R" userId="09241570-8f23-4256-be7e-a3c32bde0a3f" providerId="ADAL" clId="{D3F607C7-5341-416A-AE37-F2917009CA1C}" dt="2026-09-01T10:47:57.858" v="71969"/>
          <ac:spMkLst>
            <pc:docMk/>
            <pc:sldMk cId="0" sldId="256"/>
            <ac:spMk id="779" creationId="{E005928F-0DFF-75CF-7C49-2840F3CBB73F}"/>
          </ac:spMkLst>
        </pc:spChg>
        <pc:spChg chg="del mod ord">
          <ac:chgData name="Yntema, Michiel SIBV-FR/P/R" userId="09241570-8f23-4256-be7e-a3c32bde0a3f" providerId="ADAL" clId="{D3F607C7-5341-416A-AE37-F2917009CA1C}" dt="2026-09-01T10:47:57.857" v="71965"/>
          <ac:spMkLst>
            <pc:docMk/>
            <pc:sldMk cId="0" sldId="256"/>
            <ac:spMk id="780" creationId="{A5DC2FD9-D34C-C13B-B20C-52377B1DA523}"/>
          </ac:spMkLst>
        </pc:spChg>
        <pc:spChg chg="add del mod ord">
          <ac:chgData name="Yntema, Michiel SIBV-FR/P/R" userId="09241570-8f23-4256-be7e-a3c32bde0a3f" providerId="ADAL" clId="{D3F607C7-5341-416A-AE37-F2917009CA1C}" dt="2026-09-01T11:21:31.381" v="106995" actId="478"/>
          <ac:spMkLst>
            <pc:docMk/>
            <pc:sldMk cId="0" sldId="256"/>
            <ac:spMk id="791" creationId="{19B21E36-29CB-98DD-278A-C7F82D028283}"/>
          </ac:spMkLst>
        </pc:spChg>
        <pc:spChg chg="add mod ord">
          <ac:chgData name="Yntema, Michiel SIBV-FR/P/R" userId="09241570-8f23-4256-be7e-a3c32bde0a3f" providerId="ADAL" clId="{D3F607C7-5341-416A-AE37-F2917009CA1C}" dt="2026-09-01T11:47:13.652" v="150699"/>
          <ac:spMkLst>
            <pc:docMk/>
            <pc:sldMk cId="0" sldId="256"/>
            <ac:spMk id="792" creationId="{5E047911-D895-EF63-C34F-DF9870E52D6A}"/>
          </ac:spMkLst>
        </pc:spChg>
        <pc:spChg chg="mod ord">
          <ac:chgData name="Yntema, Michiel SIBV-FR/P/R" userId="09241570-8f23-4256-be7e-a3c32bde0a3f" providerId="ADAL" clId="{D3F607C7-5341-416A-AE37-F2917009CA1C}" dt="2026-09-01T11:47:13.653" v="150701"/>
          <ac:spMkLst>
            <pc:docMk/>
            <pc:sldMk cId="0" sldId="256"/>
            <ac:spMk id="793" creationId="{F5ADF0C2-4B05-B9C0-A622-034B62D47899}"/>
          </ac:spMkLst>
        </pc:spChg>
        <pc:spChg chg="mod ord">
          <ac:chgData name="Yntema, Michiel SIBV-FR/P/R" userId="09241570-8f23-4256-be7e-a3c32bde0a3f" providerId="ADAL" clId="{D3F607C7-5341-416A-AE37-F2917009CA1C}" dt="2026-09-01T11:47:13.654" v="150707"/>
          <ac:spMkLst>
            <pc:docMk/>
            <pc:sldMk cId="0" sldId="256"/>
            <ac:spMk id="794" creationId="{9640CF81-DC9C-7455-EE2D-1CFE246E57AF}"/>
          </ac:spMkLst>
        </pc:spChg>
        <pc:spChg chg="add mod ord">
          <ac:chgData name="Yntema, Michiel SIBV-FR/P/R" userId="09241570-8f23-4256-be7e-a3c32bde0a3f" providerId="ADAL" clId="{D3F607C7-5341-416A-AE37-F2917009CA1C}" dt="2026-09-01T11:47:13.654" v="150709"/>
          <ac:spMkLst>
            <pc:docMk/>
            <pc:sldMk cId="0" sldId="256"/>
            <ac:spMk id="795" creationId="{0CEB187D-1BA2-C908-30BC-0739DBF1F026}"/>
          </ac:spMkLst>
        </pc:spChg>
        <pc:spChg chg="mod ord">
          <ac:chgData name="Yntema, Michiel SIBV-FR/P/R" userId="09241570-8f23-4256-be7e-a3c32bde0a3f" providerId="ADAL" clId="{D3F607C7-5341-416A-AE37-F2917009CA1C}" dt="2026-09-01T11:47:13.653" v="150703"/>
          <ac:spMkLst>
            <pc:docMk/>
            <pc:sldMk cId="0" sldId="256"/>
            <ac:spMk id="796" creationId="{529DC185-60AF-48A4-E584-25E9C9ADC15E}"/>
          </ac:spMkLst>
        </pc:spChg>
        <pc:spChg chg="mod ord">
          <ac:chgData name="Yntema, Michiel SIBV-FR/P/R" userId="09241570-8f23-4256-be7e-a3c32bde0a3f" providerId="ADAL" clId="{D3F607C7-5341-416A-AE37-F2917009CA1C}" dt="2026-09-01T11:47:13.654" v="150705"/>
          <ac:spMkLst>
            <pc:docMk/>
            <pc:sldMk cId="0" sldId="256"/>
            <ac:spMk id="797" creationId="{FB7676E3-1ECC-481B-E1B6-CFB49061AB2D}"/>
          </ac:spMkLst>
        </pc:spChg>
        <pc:spChg chg="add del mod modVis">
          <ac:chgData name="Yntema, Michiel SIBV-FR/P/R" userId="09241570-8f23-4256-be7e-a3c32bde0a3f" providerId="ADAL" clId="{D3F607C7-5341-416A-AE37-F2917009CA1C}" dt="2026-09-01T08:50:51.439" v="60250"/>
          <ac:spMkLst>
            <pc:docMk/>
            <pc:sldMk cId="0" sldId="256"/>
            <ac:spMk id="798" creationId="{1F8AC4AE-4074-9000-9BF8-C30B741C8DF4}"/>
          </ac:spMkLst>
        </pc:spChg>
        <pc:spChg chg="add del mod modVis">
          <ac:chgData name="Yntema, Michiel SIBV-FR/P/R" userId="09241570-8f23-4256-be7e-a3c32bde0a3f" providerId="ADAL" clId="{D3F607C7-5341-416A-AE37-F2917009CA1C}" dt="2026-09-01T10:41:36.828" v="63129"/>
          <ac:spMkLst>
            <pc:docMk/>
            <pc:sldMk cId="0" sldId="256"/>
            <ac:spMk id="802" creationId="{24D0EE9E-88A3-B2D2-35DF-470EB8A83A6F}"/>
          </ac:spMkLst>
        </pc:spChg>
        <pc:spChg chg="add del mod modVis">
          <ac:chgData name="Yntema, Michiel SIBV-FR/P/R" userId="09241570-8f23-4256-be7e-a3c32bde0a3f" providerId="ADAL" clId="{D3F607C7-5341-416A-AE37-F2917009CA1C}" dt="2026-09-01T10:41:41.601" v="64255"/>
          <ac:spMkLst>
            <pc:docMk/>
            <pc:sldMk cId="0" sldId="256"/>
            <ac:spMk id="804" creationId="{0F4D0CE5-FDF5-43DA-A098-26068763BE85}"/>
          </ac:spMkLst>
        </pc:spChg>
        <pc:spChg chg="add del mod modVis">
          <ac:chgData name="Yntema, Michiel SIBV-FR/P/R" userId="09241570-8f23-4256-be7e-a3c32bde0a3f" providerId="ADAL" clId="{D3F607C7-5341-416A-AE37-F2917009CA1C}" dt="2026-09-01T10:45:09.454" v="70855"/>
          <ac:spMkLst>
            <pc:docMk/>
            <pc:sldMk cId="0" sldId="256"/>
            <ac:spMk id="816" creationId="{7267521B-13C4-E593-E696-8DB95CE8C4A6}"/>
          </ac:spMkLst>
        </pc:spChg>
        <pc:spChg chg="mod ord">
          <ac:chgData name="Yntema, Michiel SIBV-FR/P/R" userId="09241570-8f23-4256-be7e-a3c32bde0a3f" providerId="ADAL" clId="{D3F607C7-5341-416A-AE37-F2917009CA1C}" dt="2026-09-01T11:47:13.655" v="150711"/>
          <ac:spMkLst>
            <pc:docMk/>
            <pc:sldMk cId="0" sldId="256"/>
            <ac:spMk id="820" creationId="{5E89AAD8-D6C6-D59D-FE6C-5E39EF73AD3F}"/>
          </ac:spMkLst>
        </pc:spChg>
        <pc:spChg chg="add mod ord">
          <ac:chgData name="Yntema, Michiel SIBV-FR/P/R" userId="09241570-8f23-4256-be7e-a3c32bde0a3f" providerId="ADAL" clId="{D3F607C7-5341-416A-AE37-F2917009CA1C}" dt="2026-09-01T11:47:13.655" v="150715"/>
          <ac:spMkLst>
            <pc:docMk/>
            <pc:sldMk cId="0" sldId="256"/>
            <ac:spMk id="822" creationId="{E598C158-668D-C368-18D7-84F3A3B3207F}"/>
          </ac:spMkLst>
        </pc:spChg>
        <pc:spChg chg="add mod ord">
          <ac:chgData name="Yntema, Michiel SIBV-FR/P/R" userId="09241570-8f23-4256-be7e-a3c32bde0a3f" providerId="ADAL" clId="{D3F607C7-5341-416A-AE37-F2917009CA1C}" dt="2026-09-01T11:47:13.656" v="150717"/>
          <ac:spMkLst>
            <pc:docMk/>
            <pc:sldMk cId="0" sldId="256"/>
            <ac:spMk id="824" creationId="{49AA6CCB-DDE3-6740-5ADC-7C0E017260A9}"/>
          </ac:spMkLst>
        </pc:spChg>
        <pc:spChg chg="add mod ord">
          <ac:chgData name="Yntema, Michiel SIBV-FR/P/R" userId="09241570-8f23-4256-be7e-a3c32bde0a3f" providerId="ADAL" clId="{D3F607C7-5341-416A-AE37-F2917009CA1C}" dt="2026-09-01T11:47:13.656" v="150719"/>
          <ac:spMkLst>
            <pc:docMk/>
            <pc:sldMk cId="0" sldId="256"/>
            <ac:spMk id="826" creationId="{FE0B1F55-7B52-7927-F027-9C5818594348}"/>
          </ac:spMkLst>
        </pc:spChg>
        <pc:spChg chg="add mod ord">
          <ac:chgData name="Yntema, Michiel SIBV-FR/P/R" userId="09241570-8f23-4256-be7e-a3c32bde0a3f" providerId="ADAL" clId="{D3F607C7-5341-416A-AE37-F2917009CA1C}" dt="2026-09-01T11:47:13.656" v="150721"/>
          <ac:spMkLst>
            <pc:docMk/>
            <pc:sldMk cId="0" sldId="256"/>
            <ac:spMk id="828" creationId="{A86DBA58-CA5B-E73D-474A-E1A68EEA766A}"/>
          </ac:spMkLst>
        </pc:spChg>
        <pc:spChg chg="add mod ord">
          <ac:chgData name="Yntema, Michiel SIBV-FR/P/R" userId="09241570-8f23-4256-be7e-a3c32bde0a3f" providerId="ADAL" clId="{D3F607C7-5341-416A-AE37-F2917009CA1C}" dt="2026-09-01T11:47:13.657" v="150723"/>
          <ac:spMkLst>
            <pc:docMk/>
            <pc:sldMk cId="0" sldId="256"/>
            <ac:spMk id="830" creationId="{474EECF4-C136-0EED-74B7-3B6229777AA7}"/>
          </ac:spMkLst>
        </pc:spChg>
        <pc:spChg chg="add mod ord">
          <ac:chgData name="Yntema, Michiel SIBV-FR/P/R" userId="09241570-8f23-4256-be7e-a3c32bde0a3f" providerId="ADAL" clId="{D3F607C7-5341-416A-AE37-F2917009CA1C}" dt="2026-09-01T11:47:13.657" v="150725"/>
          <ac:spMkLst>
            <pc:docMk/>
            <pc:sldMk cId="0" sldId="256"/>
            <ac:spMk id="832" creationId="{CA092291-3DF4-2A33-4577-46019FD0AA30}"/>
          </ac:spMkLst>
        </pc:spChg>
        <pc:spChg chg="add mod ord">
          <ac:chgData name="Yntema, Michiel SIBV-FR/P/R" userId="09241570-8f23-4256-be7e-a3c32bde0a3f" providerId="ADAL" clId="{D3F607C7-5341-416A-AE37-F2917009CA1C}" dt="2026-09-01T11:47:13.658" v="150727"/>
          <ac:spMkLst>
            <pc:docMk/>
            <pc:sldMk cId="0" sldId="256"/>
            <ac:spMk id="834" creationId="{FEDA6910-EAF4-078D-DDAA-2AACD8CA65FC}"/>
          </ac:spMkLst>
        </pc:spChg>
        <pc:spChg chg="add mod ord">
          <ac:chgData name="Yntema, Michiel SIBV-FR/P/R" userId="09241570-8f23-4256-be7e-a3c32bde0a3f" providerId="ADAL" clId="{D3F607C7-5341-416A-AE37-F2917009CA1C}" dt="2026-09-01T11:47:13.658" v="150729"/>
          <ac:spMkLst>
            <pc:docMk/>
            <pc:sldMk cId="0" sldId="256"/>
            <ac:spMk id="836" creationId="{7D8B3455-C32D-BDBC-D3FE-10E59BE2126D}"/>
          </ac:spMkLst>
        </pc:spChg>
        <pc:spChg chg="add mod ord">
          <ac:chgData name="Yntema, Michiel SIBV-FR/P/R" userId="09241570-8f23-4256-be7e-a3c32bde0a3f" providerId="ADAL" clId="{D3F607C7-5341-416A-AE37-F2917009CA1C}" dt="2026-09-01T11:47:13.655" v="150713"/>
          <ac:spMkLst>
            <pc:docMk/>
            <pc:sldMk cId="0" sldId="256"/>
            <ac:spMk id="838" creationId="{43B268C0-CB38-A0C3-0070-C77FB2BA75EA}"/>
          </ac:spMkLst>
        </pc:spChg>
        <pc:spChg chg="add del mod ord">
          <ac:chgData name="Yntema, Michiel SIBV-FR/P/R" userId="09241570-8f23-4256-be7e-a3c32bde0a3f" providerId="ADAL" clId="{D3F607C7-5341-416A-AE37-F2917009CA1C}" dt="2026-09-01T11:38:24.268" v="146455" actId="478"/>
          <ac:spMkLst>
            <pc:docMk/>
            <pc:sldMk cId="0" sldId="256"/>
            <ac:spMk id="842" creationId="{3770C393-6CF5-CD0A-AA19-2FA68D7F58B7}"/>
          </ac:spMkLst>
        </pc:spChg>
        <pc:spChg chg="add mod">
          <ac:chgData name="Yntema, Michiel SIBV-FR/P/R" userId="09241570-8f23-4256-be7e-a3c32bde0a3f" providerId="ADAL" clId="{D3F607C7-5341-416A-AE37-F2917009CA1C}" dt="2026-09-01T11:47:13.658" v="150732"/>
          <ac:spMkLst>
            <pc:docMk/>
            <pc:sldMk cId="0" sldId="256"/>
            <ac:spMk id="847" creationId="{43056CBD-50B6-1699-5BF0-396BDA5D1BF2}"/>
          </ac:spMkLst>
        </pc:spChg>
        <pc:spChg chg="add mod">
          <ac:chgData name="Yntema, Michiel SIBV-FR/P/R" userId="09241570-8f23-4256-be7e-a3c32bde0a3f" providerId="ADAL" clId="{D3F607C7-5341-416A-AE37-F2917009CA1C}" dt="2026-09-01T11:47:13.659" v="150733"/>
          <ac:spMkLst>
            <pc:docMk/>
            <pc:sldMk cId="0" sldId="256"/>
            <ac:spMk id="848" creationId="{07222B2D-A9B6-E499-69CC-3EFB05D1E94E}"/>
          </ac:spMkLst>
        </pc:spChg>
        <pc:spChg chg="add mod">
          <ac:chgData name="Yntema, Michiel SIBV-FR/P/R" userId="09241570-8f23-4256-be7e-a3c32bde0a3f" providerId="ADAL" clId="{D3F607C7-5341-416A-AE37-F2917009CA1C}" dt="2026-09-01T11:47:13.659" v="150734"/>
          <ac:spMkLst>
            <pc:docMk/>
            <pc:sldMk cId="0" sldId="256"/>
            <ac:spMk id="849" creationId="{5C5BD806-38DD-0CE1-7104-2EEDAE24B49A}"/>
          </ac:spMkLst>
        </pc:spChg>
        <pc:spChg chg="add mod">
          <ac:chgData name="Yntema, Michiel SIBV-FR/P/R" userId="09241570-8f23-4256-be7e-a3c32bde0a3f" providerId="ADAL" clId="{D3F607C7-5341-416A-AE37-F2917009CA1C}" dt="2026-09-01T11:47:13.660" v="150736"/>
          <ac:spMkLst>
            <pc:docMk/>
            <pc:sldMk cId="0" sldId="256"/>
            <ac:spMk id="850" creationId="{8661D7AB-D814-A749-99D0-9B73520BB985}"/>
          </ac:spMkLst>
        </pc:spChg>
        <pc:spChg chg="add mod">
          <ac:chgData name="Yntema, Michiel SIBV-FR/P/R" userId="09241570-8f23-4256-be7e-a3c32bde0a3f" providerId="ADAL" clId="{D3F607C7-5341-416A-AE37-F2917009CA1C}" dt="2026-09-01T11:47:13.660" v="150735"/>
          <ac:spMkLst>
            <pc:docMk/>
            <pc:sldMk cId="0" sldId="256"/>
            <ac:spMk id="851" creationId="{E4476F35-FC86-810C-D5D8-FAD41DE18262}"/>
          </ac:spMkLst>
        </pc:spChg>
        <pc:spChg chg="add mod ord">
          <ac:chgData name="Yntema, Michiel SIBV-FR/P/R" userId="09241570-8f23-4256-be7e-a3c32bde0a3f" providerId="ADAL" clId="{D3F607C7-5341-416A-AE37-F2917009CA1C}" dt="2026-09-01T11:47:13.661" v="150739"/>
          <ac:spMkLst>
            <pc:docMk/>
            <pc:sldMk cId="0" sldId="256"/>
            <ac:spMk id="853" creationId="{87920E54-9A93-8105-86E2-DFADDE318E76}"/>
          </ac:spMkLst>
        </pc:spChg>
        <pc:spChg chg="add del mod modVis">
          <ac:chgData name="Yntema, Michiel SIBV-FR/P/R" userId="09241570-8f23-4256-be7e-a3c32bde0a3f" providerId="ADAL" clId="{D3F607C7-5341-416A-AE37-F2917009CA1C}" dt="2026-09-01T10:50:54.918" v="78368"/>
          <ac:spMkLst>
            <pc:docMk/>
            <pc:sldMk cId="0" sldId="256"/>
            <ac:spMk id="854" creationId="{E2AD763A-D46D-1DED-9A5E-438C345379BD}"/>
          </ac:spMkLst>
        </pc:spChg>
        <pc:spChg chg="add mod">
          <ac:chgData name="Yntema, Michiel SIBV-FR/P/R" userId="09241570-8f23-4256-be7e-a3c32bde0a3f" providerId="ADAL" clId="{D3F607C7-5341-416A-AE37-F2917009CA1C}" dt="2026-09-01T10:51:00.252" v="79974" actId="207"/>
          <ac:spMkLst>
            <pc:docMk/>
            <pc:sldMk cId="0" sldId="256"/>
            <ac:spMk id="857" creationId="{F44E2B49-059B-B65A-8A72-81CE4DA17123}"/>
          </ac:spMkLst>
        </pc:spChg>
        <pc:spChg chg="add mod">
          <ac:chgData name="Yntema, Michiel SIBV-FR/P/R" userId="09241570-8f23-4256-be7e-a3c32bde0a3f" providerId="ADAL" clId="{D3F607C7-5341-416A-AE37-F2917009CA1C}" dt="2026-09-01T10:51:00.249" v="79968" actId="207"/>
          <ac:spMkLst>
            <pc:docMk/>
            <pc:sldMk cId="0" sldId="256"/>
            <ac:spMk id="858" creationId="{4872FFC9-6E1B-07CF-09A9-1F206C168F7A}"/>
          </ac:spMkLst>
        </pc:spChg>
        <pc:spChg chg="add mod ord">
          <ac:chgData name="Yntema, Michiel SIBV-FR/P/R" userId="09241570-8f23-4256-be7e-a3c32bde0a3f" providerId="ADAL" clId="{D3F607C7-5341-416A-AE37-F2917009CA1C}" dt="2026-09-01T10:51:00.245" v="79961" actId="207"/>
          <ac:spMkLst>
            <pc:docMk/>
            <pc:sldMk cId="0" sldId="256"/>
            <ac:spMk id="859" creationId="{38A3F8DF-E671-D8B5-1E4B-08B1A343150A}"/>
          </ac:spMkLst>
        </pc:spChg>
        <pc:spChg chg="add del mod modVis">
          <ac:chgData name="Yntema, Michiel SIBV-FR/P/R" userId="09241570-8f23-4256-be7e-a3c32bde0a3f" providerId="ADAL" clId="{D3F607C7-5341-416A-AE37-F2917009CA1C}" dt="2026-09-01T10:51:13.053" v="81423"/>
          <ac:spMkLst>
            <pc:docMk/>
            <pc:sldMk cId="0" sldId="256"/>
            <ac:spMk id="861" creationId="{5176BAFF-ECFC-98B9-1EE3-CBB51E15E241}"/>
          </ac:spMkLst>
        </pc:spChg>
        <pc:spChg chg="add del mod">
          <ac:chgData name="Yntema, Michiel SIBV-FR/P/R" userId="09241570-8f23-4256-be7e-a3c32bde0a3f" providerId="ADAL" clId="{D3F607C7-5341-416A-AE37-F2917009CA1C}" dt="2026-09-01T11:15:15.040" v="86375"/>
          <ac:spMkLst>
            <pc:docMk/>
            <pc:sldMk cId="0" sldId="256"/>
            <ac:spMk id="866" creationId="{83B27151-005C-6F3A-9B6E-077BFE727A69}"/>
          </ac:spMkLst>
        </pc:spChg>
        <pc:spChg chg="add del mod">
          <ac:chgData name="Yntema, Michiel SIBV-FR/P/R" userId="09241570-8f23-4256-be7e-a3c32bde0a3f" providerId="ADAL" clId="{D3F607C7-5341-416A-AE37-F2917009CA1C}" dt="2026-09-01T11:15:15.046" v="86389"/>
          <ac:spMkLst>
            <pc:docMk/>
            <pc:sldMk cId="0" sldId="256"/>
            <ac:spMk id="867" creationId="{DF748982-D65C-92CD-63A8-4C8ADA2931FC}"/>
          </ac:spMkLst>
        </pc:spChg>
        <pc:spChg chg="add del mod ord">
          <ac:chgData name="Yntema, Michiel SIBV-FR/P/R" userId="09241570-8f23-4256-be7e-a3c32bde0a3f" providerId="ADAL" clId="{D3F607C7-5341-416A-AE37-F2917009CA1C}" dt="2026-09-01T11:15:15.051" v="86404"/>
          <ac:spMkLst>
            <pc:docMk/>
            <pc:sldMk cId="0" sldId="256"/>
            <ac:spMk id="868" creationId="{0F037E07-481C-D81B-8598-D7069B81A986}"/>
          </ac:spMkLst>
        </pc:spChg>
        <pc:spChg chg="add del mod modVis">
          <ac:chgData name="Yntema, Michiel SIBV-FR/P/R" userId="09241570-8f23-4256-be7e-a3c32bde0a3f" providerId="ADAL" clId="{D3F607C7-5341-416A-AE37-F2917009CA1C}" dt="2026-09-01T11:14:57.589" v="85001"/>
          <ac:spMkLst>
            <pc:docMk/>
            <pc:sldMk cId="0" sldId="256"/>
            <ac:spMk id="871" creationId="{10CBF3D3-7CCA-42AF-BEF1-7C085ACC60D5}"/>
          </ac:spMkLst>
        </pc:spChg>
        <pc:spChg chg="add del mod modVis">
          <ac:chgData name="Yntema, Michiel SIBV-FR/P/R" userId="09241570-8f23-4256-be7e-a3c32bde0a3f" providerId="ADAL" clId="{D3F607C7-5341-416A-AE37-F2917009CA1C}" dt="2026-09-01T11:15:15.458" v="87552"/>
          <ac:spMkLst>
            <pc:docMk/>
            <pc:sldMk cId="0" sldId="256"/>
            <ac:spMk id="877" creationId="{BA798FB0-6F94-7B97-0237-FB09EA2D612D}"/>
          </ac:spMkLst>
        </pc:spChg>
        <pc:spChg chg="add del mod ord">
          <ac:chgData name="Yntema, Michiel SIBV-FR/P/R" userId="09241570-8f23-4256-be7e-a3c32bde0a3f" providerId="ADAL" clId="{D3F607C7-5341-416A-AE37-F2917009CA1C}" dt="2026-09-01T11:17:01.146" v="99765"/>
          <ac:spMkLst>
            <pc:docMk/>
            <pc:sldMk cId="0" sldId="256"/>
            <ac:spMk id="878" creationId="{05DEAB09-2C71-8E97-BEC6-8853BEBE8C87}"/>
          </ac:spMkLst>
        </pc:spChg>
        <pc:spChg chg="add del mod ord">
          <ac:chgData name="Yntema, Michiel SIBV-FR/P/R" userId="09241570-8f23-4256-be7e-a3c32bde0a3f" providerId="ADAL" clId="{D3F607C7-5341-416A-AE37-F2917009CA1C}" dt="2026-09-01T11:17:01.178" v="99780"/>
          <ac:spMkLst>
            <pc:docMk/>
            <pc:sldMk cId="0" sldId="256"/>
            <ac:spMk id="879" creationId="{90139C47-78E0-2A43-FAAD-274644DF9348}"/>
          </ac:spMkLst>
        </pc:spChg>
        <pc:spChg chg="add del mod ord">
          <ac:chgData name="Yntema, Michiel SIBV-FR/P/R" userId="09241570-8f23-4256-be7e-a3c32bde0a3f" providerId="ADAL" clId="{D3F607C7-5341-416A-AE37-F2917009CA1C}" dt="2026-09-01T11:17:01.213" v="99795"/>
          <ac:spMkLst>
            <pc:docMk/>
            <pc:sldMk cId="0" sldId="256"/>
            <ac:spMk id="880" creationId="{50D4BBB4-8787-3BA3-36BE-73A74BD78EBB}"/>
          </ac:spMkLst>
        </pc:spChg>
        <pc:spChg chg="add del mod">
          <ac:chgData name="Yntema, Michiel SIBV-FR/P/R" userId="09241570-8f23-4256-be7e-a3c32bde0a3f" providerId="ADAL" clId="{D3F607C7-5341-416A-AE37-F2917009CA1C}" dt="2026-09-01T11:17:01.234" v="99805"/>
          <ac:spMkLst>
            <pc:docMk/>
            <pc:sldMk cId="0" sldId="256"/>
            <ac:spMk id="881" creationId="{0DF96CB9-0C3E-EC02-71CC-0E87B99545B5}"/>
          </ac:spMkLst>
        </pc:spChg>
        <pc:spChg chg="add del mod">
          <ac:chgData name="Yntema, Michiel SIBV-FR/P/R" userId="09241570-8f23-4256-be7e-a3c32bde0a3f" providerId="ADAL" clId="{D3F607C7-5341-416A-AE37-F2917009CA1C}" dt="2026-09-01T11:17:01.270" v="99822"/>
          <ac:spMkLst>
            <pc:docMk/>
            <pc:sldMk cId="0" sldId="256"/>
            <ac:spMk id="882" creationId="{1F213672-9DB0-27DC-34E7-4BBEC4CC4255}"/>
          </ac:spMkLst>
        </pc:spChg>
        <pc:spChg chg="add del mod ord">
          <ac:chgData name="Yntema, Michiel SIBV-FR/P/R" userId="09241570-8f23-4256-be7e-a3c32bde0a3f" providerId="ADAL" clId="{D3F607C7-5341-416A-AE37-F2917009CA1C}" dt="2026-09-01T11:17:01.305" v="99840"/>
          <ac:spMkLst>
            <pc:docMk/>
            <pc:sldMk cId="0" sldId="256"/>
            <ac:spMk id="883" creationId="{11468059-4957-4D32-7335-68D391F354A9}"/>
          </ac:spMkLst>
        </pc:spChg>
        <pc:spChg chg="add del mod modVis">
          <ac:chgData name="Yntema, Michiel SIBV-FR/P/R" userId="09241570-8f23-4256-be7e-a3c32bde0a3f" providerId="ADAL" clId="{D3F607C7-5341-416A-AE37-F2917009CA1C}" dt="2026-09-01T11:16:38.003" v="98326" actId="962"/>
          <ac:spMkLst>
            <pc:docMk/>
            <pc:sldMk cId="0" sldId="256"/>
            <ac:spMk id="887" creationId="{8372A04F-B10B-0D09-C787-EF22F6709700}"/>
          </ac:spMkLst>
        </pc:spChg>
        <pc:spChg chg="add del mod">
          <ac:chgData name="Yntema, Michiel SIBV-FR/P/R" userId="09241570-8f23-4256-be7e-a3c32bde0a3f" providerId="ADAL" clId="{D3F607C7-5341-416A-AE37-F2917009CA1C}" dt="2026-09-01T11:16:37.884" v="98213" actId="207"/>
          <ac:spMkLst>
            <pc:docMk/>
            <pc:sldMk cId="0" sldId="256"/>
            <ac:spMk id="888" creationId="{E8B7FAE8-FFC5-B2C2-6B22-CD7CCEEF441A}"/>
          </ac:spMkLst>
        </pc:spChg>
        <pc:spChg chg="add del mod">
          <ac:chgData name="Yntema, Michiel SIBV-FR/P/R" userId="09241570-8f23-4256-be7e-a3c32bde0a3f" providerId="ADAL" clId="{D3F607C7-5341-416A-AE37-F2917009CA1C}" dt="2026-09-01T11:16:37.871" v="98193" actId="207"/>
          <ac:spMkLst>
            <pc:docMk/>
            <pc:sldMk cId="0" sldId="256"/>
            <ac:spMk id="889" creationId="{D302320F-2022-DE9F-499A-9F143FCADC78}"/>
          </ac:spMkLst>
        </pc:spChg>
        <pc:spChg chg="add del mod">
          <ac:chgData name="Yntema, Michiel SIBV-FR/P/R" userId="09241570-8f23-4256-be7e-a3c32bde0a3f" providerId="ADAL" clId="{D3F607C7-5341-416A-AE37-F2917009CA1C}" dt="2026-09-01T11:16:37.856" v="98174" actId="207"/>
          <ac:spMkLst>
            <pc:docMk/>
            <pc:sldMk cId="0" sldId="256"/>
            <ac:spMk id="890" creationId="{9BF65959-54B5-0440-3182-52B89C6C3789}"/>
          </ac:spMkLst>
        </pc:spChg>
        <pc:spChg chg="add del mod">
          <ac:chgData name="Yntema, Michiel SIBV-FR/P/R" userId="09241570-8f23-4256-be7e-a3c32bde0a3f" providerId="ADAL" clId="{D3F607C7-5341-416A-AE37-F2917009CA1C}" dt="2026-09-01T11:16:37.842" v="98155" actId="207"/>
          <ac:spMkLst>
            <pc:docMk/>
            <pc:sldMk cId="0" sldId="256"/>
            <ac:spMk id="891" creationId="{B2CF3EEC-EC0F-6EC0-09CF-0FCAA357B9D9}"/>
          </ac:spMkLst>
        </pc:spChg>
        <pc:spChg chg="add del mod">
          <ac:chgData name="Yntema, Michiel SIBV-FR/P/R" userId="09241570-8f23-4256-be7e-a3c32bde0a3f" providerId="ADAL" clId="{D3F607C7-5341-416A-AE37-F2917009CA1C}" dt="2026-09-01T11:16:37.828" v="98136" actId="207"/>
          <ac:spMkLst>
            <pc:docMk/>
            <pc:sldMk cId="0" sldId="256"/>
            <ac:spMk id="892" creationId="{D2EF0A47-262A-4884-5DE7-1D46A669F4B6}"/>
          </ac:spMkLst>
        </pc:spChg>
        <pc:spChg chg="add del mod">
          <ac:chgData name="Yntema, Michiel SIBV-FR/P/R" userId="09241570-8f23-4256-be7e-a3c32bde0a3f" providerId="ADAL" clId="{D3F607C7-5341-416A-AE37-F2917009CA1C}" dt="2026-09-01T11:16:37.814" v="98117" actId="207"/>
          <ac:spMkLst>
            <pc:docMk/>
            <pc:sldMk cId="0" sldId="256"/>
            <ac:spMk id="893" creationId="{57B58277-960C-CB9C-1D69-DF373C024EBF}"/>
          </ac:spMkLst>
        </pc:spChg>
        <pc:spChg chg="add del mod">
          <ac:chgData name="Yntema, Michiel SIBV-FR/P/R" userId="09241570-8f23-4256-be7e-a3c32bde0a3f" providerId="ADAL" clId="{D3F607C7-5341-416A-AE37-F2917009CA1C}" dt="2026-09-01T11:16:37.800" v="98098" actId="207"/>
          <ac:spMkLst>
            <pc:docMk/>
            <pc:sldMk cId="0" sldId="256"/>
            <ac:spMk id="894" creationId="{2548E85A-D02B-6096-433E-519CBD5289BF}"/>
          </ac:spMkLst>
        </pc:spChg>
        <pc:spChg chg="add del mod">
          <ac:chgData name="Yntema, Michiel SIBV-FR/P/R" userId="09241570-8f23-4256-be7e-a3c32bde0a3f" providerId="ADAL" clId="{D3F607C7-5341-416A-AE37-F2917009CA1C}" dt="2026-09-01T11:16:37.786" v="98079" actId="207"/>
          <ac:spMkLst>
            <pc:docMk/>
            <pc:sldMk cId="0" sldId="256"/>
            <ac:spMk id="895" creationId="{DBB2DF6B-3E5B-12C2-DBE7-1120D9292881}"/>
          </ac:spMkLst>
        </pc:spChg>
        <pc:spChg chg="add del mod">
          <ac:chgData name="Yntema, Michiel SIBV-FR/P/R" userId="09241570-8f23-4256-be7e-a3c32bde0a3f" providerId="ADAL" clId="{D3F607C7-5341-416A-AE37-F2917009CA1C}" dt="2026-09-01T11:16:37.772" v="98060" actId="207"/>
          <ac:spMkLst>
            <pc:docMk/>
            <pc:sldMk cId="0" sldId="256"/>
            <ac:spMk id="896" creationId="{321C08C3-B06C-923D-9358-D7CE63C5D240}"/>
          </ac:spMkLst>
        </pc:spChg>
        <pc:spChg chg="add del mod">
          <ac:chgData name="Yntema, Michiel SIBV-FR/P/R" userId="09241570-8f23-4256-be7e-a3c32bde0a3f" providerId="ADAL" clId="{D3F607C7-5341-416A-AE37-F2917009CA1C}" dt="2026-09-01T11:16:37.760" v="98041" actId="207"/>
          <ac:spMkLst>
            <pc:docMk/>
            <pc:sldMk cId="0" sldId="256"/>
            <ac:spMk id="897" creationId="{1AAAF36E-CEE9-7215-5D6E-D1FF0228FF25}"/>
          </ac:spMkLst>
        </pc:spChg>
        <pc:spChg chg="add del mod">
          <ac:chgData name="Yntema, Michiel SIBV-FR/P/R" userId="09241570-8f23-4256-be7e-a3c32bde0a3f" providerId="ADAL" clId="{D3F607C7-5341-416A-AE37-F2917009CA1C}" dt="2026-09-01T11:16:37.748" v="98022" actId="207"/>
          <ac:spMkLst>
            <pc:docMk/>
            <pc:sldMk cId="0" sldId="256"/>
            <ac:spMk id="898" creationId="{E0EE4876-E90D-A807-4FBC-A82C8F1B891D}"/>
          </ac:spMkLst>
        </pc:spChg>
        <pc:spChg chg="add del mod">
          <ac:chgData name="Yntema, Michiel SIBV-FR/P/R" userId="09241570-8f23-4256-be7e-a3c32bde0a3f" providerId="ADAL" clId="{D3F607C7-5341-416A-AE37-F2917009CA1C}" dt="2026-09-01T11:16:37.734" v="98003" actId="207"/>
          <ac:spMkLst>
            <pc:docMk/>
            <pc:sldMk cId="0" sldId="256"/>
            <ac:spMk id="899" creationId="{B71ABBC1-3E94-727E-DEA3-489585CD8FB7}"/>
          </ac:spMkLst>
        </pc:spChg>
        <pc:spChg chg="add del mod">
          <ac:chgData name="Yntema, Michiel SIBV-FR/P/R" userId="09241570-8f23-4256-be7e-a3c32bde0a3f" providerId="ADAL" clId="{D3F607C7-5341-416A-AE37-F2917009CA1C}" dt="2026-09-01T11:16:38.012" v="98327"/>
          <ac:spMkLst>
            <pc:docMk/>
            <pc:sldMk cId="0" sldId="256"/>
            <ac:spMk id="901" creationId="{17DF34F1-4AAD-1AE8-6E39-FCE9FB492BDE}"/>
          </ac:spMkLst>
        </pc:spChg>
        <pc:spChg chg="add del mod modVis">
          <ac:chgData name="Yntema, Michiel SIBV-FR/P/R" userId="09241570-8f23-4256-be7e-a3c32bde0a3f" providerId="ADAL" clId="{D3F607C7-5341-416A-AE37-F2917009CA1C}" dt="2026-09-01T11:16:37.622" v="97477" actId="962"/>
          <ac:spMkLst>
            <pc:docMk/>
            <pc:sldMk cId="0" sldId="256"/>
            <ac:spMk id="902" creationId="{981B0356-8CC6-1F94-1DF3-2E88439EADE8}"/>
          </ac:spMkLst>
        </pc:spChg>
        <pc:spChg chg="add del mod">
          <ac:chgData name="Yntema, Michiel SIBV-FR/P/R" userId="09241570-8f23-4256-be7e-a3c32bde0a3f" providerId="ADAL" clId="{D3F607C7-5341-416A-AE37-F2917009CA1C}" dt="2026-09-01T11:16:37.616" v="97468" actId="207"/>
          <ac:spMkLst>
            <pc:docMk/>
            <pc:sldMk cId="0" sldId="256"/>
            <ac:spMk id="903" creationId="{4EAF5320-534F-8141-D618-365F2FAD7E38}"/>
          </ac:spMkLst>
        </pc:spChg>
        <pc:spChg chg="add del mod">
          <ac:chgData name="Yntema, Michiel SIBV-FR/P/R" userId="09241570-8f23-4256-be7e-a3c32bde0a3f" providerId="ADAL" clId="{D3F607C7-5341-416A-AE37-F2917009CA1C}" dt="2026-09-01T11:16:37.601" v="97450" actId="207"/>
          <ac:spMkLst>
            <pc:docMk/>
            <pc:sldMk cId="0" sldId="256"/>
            <ac:spMk id="904" creationId="{7409343D-9807-CB27-D192-A989CBA3B03A}"/>
          </ac:spMkLst>
        </pc:spChg>
        <pc:spChg chg="add del mod">
          <ac:chgData name="Yntema, Michiel SIBV-FR/P/R" userId="09241570-8f23-4256-be7e-a3c32bde0a3f" providerId="ADAL" clId="{D3F607C7-5341-416A-AE37-F2917009CA1C}" dt="2026-09-01T11:16:37.582" v="97431" actId="207"/>
          <ac:spMkLst>
            <pc:docMk/>
            <pc:sldMk cId="0" sldId="256"/>
            <ac:spMk id="905" creationId="{B6B9283B-364E-92E7-37A8-314791CAE219}"/>
          </ac:spMkLst>
        </pc:spChg>
        <pc:spChg chg="add del mod">
          <ac:chgData name="Yntema, Michiel SIBV-FR/P/R" userId="09241570-8f23-4256-be7e-a3c32bde0a3f" providerId="ADAL" clId="{D3F607C7-5341-416A-AE37-F2917009CA1C}" dt="2026-09-01T11:16:37.567" v="97413" actId="207"/>
          <ac:spMkLst>
            <pc:docMk/>
            <pc:sldMk cId="0" sldId="256"/>
            <ac:spMk id="906" creationId="{AC9BE966-E362-7B89-EC7E-78CA90916AF2}"/>
          </ac:spMkLst>
        </pc:spChg>
        <pc:spChg chg="add del mod">
          <ac:chgData name="Yntema, Michiel SIBV-FR/P/R" userId="09241570-8f23-4256-be7e-a3c32bde0a3f" providerId="ADAL" clId="{D3F607C7-5341-416A-AE37-F2917009CA1C}" dt="2026-09-01T11:16:37.552" v="97395" actId="207"/>
          <ac:spMkLst>
            <pc:docMk/>
            <pc:sldMk cId="0" sldId="256"/>
            <ac:spMk id="907" creationId="{1A2B7AF8-7B9E-29E4-2D41-2D82E1DB9A61}"/>
          </ac:spMkLst>
        </pc:spChg>
        <pc:spChg chg="add del mod">
          <ac:chgData name="Yntema, Michiel SIBV-FR/P/R" userId="09241570-8f23-4256-be7e-a3c32bde0a3f" providerId="ADAL" clId="{D3F607C7-5341-416A-AE37-F2917009CA1C}" dt="2026-09-01T11:16:37.537" v="97377" actId="207"/>
          <ac:spMkLst>
            <pc:docMk/>
            <pc:sldMk cId="0" sldId="256"/>
            <ac:spMk id="908" creationId="{2A08A8DB-1DF2-5BDF-7358-8E671271A345}"/>
          </ac:spMkLst>
        </pc:spChg>
        <pc:spChg chg="add del mod">
          <ac:chgData name="Yntema, Michiel SIBV-FR/P/R" userId="09241570-8f23-4256-be7e-a3c32bde0a3f" providerId="ADAL" clId="{D3F607C7-5341-416A-AE37-F2917009CA1C}" dt="2026-09-01T11:16:37.525" v="97358" actId="207"/>
          <ac:spMkLst>
            <pc:docMk/>
            <pc:sldMk cId="0" sldId="256"/>
            <ac:spMk id="909" creationId="{C4A97A2E-2176-06AD-E7EF-3C16460D399D}"/>
          </ac:spMkLst>
        </pc:spChg>
        <pc:spChg chg="add del mod">
          <ac:chgData name="Yntema, Michiel SIBV-FR/P/R" userId="09241570-8f23-4256-be7e-a3c32bde0a3f" providerId="ADAL" clId="{D3F607C7-5341-416A-AE37-F2917009CA1C}" dt="2026-09-01T11:16:37.512" v="97339" actId="207"/>
          <ac:spMkLst>
            <pc:docMk/>
            <pc:sldMk cId="0" sldId="256"/>
            <ac:spMk id="910" creationId="{8B3084CE-563A-C8D7-6089-69FFE0213069}"/>
          </ac:spMkLst>
        </pc:spChg>
        <pc:spChg chg="add del mod">
          <ac:chgData name="Yntema, Michiel SIBV-FR/P/R" userId="09241570-8f23-4256-be7e-a3c32bde0a3f" providerId="ADAL" clId="{D3F607C7-5341-416A-AE37-F2917009CA1C}" dt="2026-09-01T11:16:37.497" v="97320" actId="207"/>
          <ac:spMkLst>
            <pc:docMk/>
            <pc:sldMk cId="0" sldId="256"/>
            <ac:spMk id="911" creationId="{92AD219F-BA62-2B57-03E7-06F0BAAB2494}"/>
          </ac:spMkLst>
        </pc:spChg>
        <pc:spChg chg="add mod">
          <ac:chgData name="Yntema, Michiel SIBV-FR/P/R" userId="09241570-8f23-4256-be7e-a3c32bde0a3f" providerId="ADAL" clId="{D3F607C7-5341-416A-AE37-F2917009CA1C}" dt="2026-09-01T11:16:37.393" v="96812" actId="207"/>
          <ac:spMkLst>
            <pc:docMk/>
            <pc:sldMk cId="0" sldId="256"/>
            <ac:spMk id="913" creationId="{792877F0-C91D-60E4-EE10-F3B694005F5E}"/>
          </ac:spMkLst>
        </pc:spChg>
        <pc:spChg chg="add del mod modVis">
          <ac:chgData name="Yntema, Michiel SIBV-FR/P/R" userId="09241570-8f23-4256-be7e-a3c32bde0a3f" providerId="ADAL" clId="{D3F607C7-5341-416A-AE37-F2917009CA1C}" dt="2026-09-01T11:16:37.380" v="96798" actId="962"/>
          <ac:spMkLst>
            <pc:docMk/>
            <pc:sldMk cId="0" sldId="256"/>
            <ac:spMk id="914" creationId="{E0F27CD0-DA93-EE0B-659C-9F2C6A091517}"/>
          </ac:spMkLst>
        </pc:spChg>
        <pc:spChg chg="add mod">
          <ac:chgData name="Yntema, Michiel SIBV-FR/P/R" userId="09241570-8f23-4256-be7e-a3c32bde0a3f" providerId="ADAL" clId="{D3F607C7-5341-416A-AE37-F2917009CA1C}" dt="2026-09-01T11:16:37.369" v="96789" actId="207"/>
          <ac:spMkLst>
            <pc:docMk/>
            <pc:sldMk cId="0" sldId="256"/>
            <ac:spMk id="915" creationId="{9BF81B58-FEB3-29CD-01EF-486D7971AED7}"/>
          </ac:spMkLst>
        </pc:spChg>
        <pc:spChg chg="add mod">
          <ac:chgData name="Yntema, Michiel SIBV-FR/P/R" userId="09241570-8f23-4256-be7e-a3c32bde0a3f" providerId="ADAL" clId="{D3F607C7-5341-416A-AE37-F2917009CA1C}" dt="2026-09-01T11:16:37.353" v="96774" actId="207"/>
          <ac:spMkLst>
            <pc:docMk/>
            <pc:sldMk cId="0" sldId="256"/>
            <ac:spMk id="916" creationId="{E2FDC636-4083-B1F8-E8BF-4BEE3DAADC4E}"/>
          </ac:spMkLst>
        </pc:spChg>
        <pc:spChg chg="add mod">
          <ac:chgData name="Yntema, Michiel SIBV-FR/P/R" userId="09241570-8f23-4256-be7e-a3c32bde0a3f" providerId="ADAL" clId="{D3F607C7-5341-416A-AE37-F2917009CA1C}" dt="2026-09-01T11:16:37.340" v="96759" actId="207"/>
          <ac:spMkLst>
            <pc:docMk/>
            <pc:sldMk cId="0" sldId="256"/>
            <ac:spMk id="917" creationId="{CEBF61E1-DFC4-47D1-7D1E-90D4204FE77B}"/>
          </ac:spMkLst>
        </pc:spChg>
        <pc:spChg chg="add mod">
          <ac:chgData name="Yntema, Michiel SIBV-FR/P/R" userId="09241570-8f23-4256-be7e-a3c32bde0a3f" providerId="ADAL" clId="{D3F607C7-5341-416A-AE37-F2917009CA1C}" dt="2026-09-01T11:16:37.327" v="96744" actId="207"/>
          <ac:spMkLst>
            <pc:docMk/>
            <pc:sldMk cId="0" sldId="256"/>
            <ac:spMk id="918" creationId="{2AFAF62D-26E5-DEAE-A5E1-B6087A435E01}"/>
          </ac:spMkLst>
        </pc:spChg>
        <pc:spChg chg="add mod">
          <ac:chgData name="Yntema, Michiel SIBV-FR/P/R" userId="09241570-8f23-4256-be7e-a3c32bde0a3f" providerId="ADAL" clId="{D3F607C7-5341-416A-AE37-F2917009CA1C}" dt="2026-09-01T11:16:37.315" v="96730" actId="207"/>
          <ac:spMkLst>
            <pc:docMk/>
            <pc:sldMk cId="0" sldId="256"/>
            <ac:spMk id="919" creationId="{B8B1F222-B423-D4C8-DC13-D7AA6DDDC0F7}"/>
          </ac:spMkLst>
        </pc:spChg>
        <pc:spChg chg="add mod">
          <ac:chgData name="Yntema, Michiel SIBV-FR/P/R" userId="09241570-8f23-4256-be7e-a3c32bde0a3f" providerId="ADAL" clId="{D3F607C7-5341-416A-AE37-F2917009CA1C}" dt="2026-09-01T11:16:37.302" v="96715" actId="207"/>
          <ac:spMkLst>
            <pc:docMk/>
            <pc:sldMk cId="0" sldId="256"/>
            <ac:spMk id="920" creationId="{3046649D-2941-905A-6B4B-1B6F80E90DD5}"/>
          </ac:spMkLst>
        </pc:spChg>
        <pc:spChg chg="add mod">
          <ac:chgData name="Yntema, Michiel SIBV-FR/P/R" userId="09241570-8f23-4256-be7e-a3c32bde0a3f" providerId="ADAL" clId="{D3F607C7-5341-416A-AE37-F2917009CA1C}" dt="2026-09-01T11:16:38.012" v="98327"/>
          <ac:spMkLst>
            <pc:docMk/>
            <pc:sldMk cId="0" sldId="256"/>
            <ac:spMk id="921" creationId="{DE402283-9056-3F0A-D85E-D5F734664E04}"/>
          </ac:spMkLst>
        </pc:spChg>
        <pc:spChg chg="add mod">
          <ac:chgData name="Yntema, Michiel SIBV-FR/P/R" userId="09241570-8f23-4256-be7e-a3c32bde0a3f" providerId="ADAL" clId="{D3F607C7-5341-416A-AE37-F2917009CA1C}" dt="2026-09-01T11:16:37.278" v="96685" actId="207"/>
          <ac:spMkLst>
            <pc:docMk/>
            <pc:sldMk cId="0" sldId="256"/>
            <ac:spMk id="922" creationId="{DA1E298C-C52C-FF49-F7C0-ECA87DF58218}"/>
          </ac:spMkLst>
        </pc:spChg>
        <pc:spChg chg="add mod">
          <ac:chgData name="Yntema, Michiel SIBV-FR/P/R" userId="09241570-8f23-4256-be7e-a3c32bde0a3f" providerId="ADAL" clId="{D3F607C7-5341-416A-AE37-F2917009CA1C}" dt="2026-09-01T11:16:37.266" v="96670" actId="207"/>
          <ac:spMkLst>
            <pc:docMk/>
            <pc:sldMk cId="0" sldId="256"/>
            <ac:spMk id="923" creationId="{D165C10C-7086-5581-6BDF-45AB0787CAA7}"/>
          </ac:spMkLst>
        </pc:spChg>
        <pc:spChg chg="add mod">
          <ac:chgData name="Yntema, Michiel SIBV-FR/P/R" userId="09241570-8f23-4256-be7e-a3c32bde0a3f" providerId="ADAL" clId="{D3F607C7-5341-416A-AE37-F2917009CA1C}" dt="2026-09-01T11:16:37.253" v="96656" actId="207"/>
          <ac:spMkLst>
            <pc:docMk/>
            <pc:sldMk cId="0" sldId="256"/>
            <ac:spMk id="924" creationId="{100243A8-C8D5-66D3-DCC3-CAE83CA611A1}"/>
          </ac:spMkLst>
        </pc:spChg>
        <pc:spChg chg="add mod">
          <ac:chgData name="Yntema, Michiel SIBV-FR/P/R" userId="09241570-8f23-4256-be7e-a3c32bde0a3f" providerId="ADAL" clId="{D3F607C7-5341-416A-AE37-F2917009CA1C}" dt="2026-09-01T11:16:37.242" v="96642" actId="207"/>
          <ac:spMkLst>
            <pc:docMk/>
            <pc:sldMk cId="0" sldId="256"/>
            <ac:spMk id="925" creationId="{52397819-B170-59F3-F0CA-AC2CA49BDD7B}"/>
          </ac:spMkLst>
        </pc:spChg>
        <pc:spChg chg="add mod">
          <ac:chgData name="Yntema, Michiel SIBV-FR/P/R" userId="09241570-8f23-4256-be7e-a3c32bde0a3f" providerId="ADAL" clId="{D3F607C7-5341-416A-AE37-F2917009CA1C}" dt="2026-09-01T11:16:37.228" v="96627" actId="207"/>
          <ac:spMkLst>
            <pc:docMk/>
            <pc:sldMk cId="0" sldId="256"/>
            <ac:spMk id="926" creationId="{66EFA83D-3D21-3E30-6E97-45319868E581}"/>
          </ac:spMkLst>
        </pc:spChg>
        <pc:spChg chg="add mod">
          <ac:chgData name="Yntema, Michiel SIBV-FR/P/R" userId="09241570-8f23-4256-be7e-a3c32bde0a3f" providerId="ADAL" clId="{D3F607C7-5341-416A-AE37-F2917009CA1C}" dt="2026-09-01T11:16:37.216" v="96612" actId="207"/>
          <ac:spMkLst>
            <pc:docMk/>
            <pc:sldMk cId="0" sldId="256"/>
            <ac:spMk id="927" creationId="{629D6814-F980-923A-E7BB-BE1A0DA19546}"/>
          </ac:spMkLst>
        </pc:spChg>
        <pc:spChg chg="add mod">
          <ac:chgData name="Yntema, Michiel SIBV-FR/P/R" userId="09241570-8f23-4256-be7e-a3c32bde0a3f" providerId="ADAL" clId="{D3F607C7-5341-416A-AE37-F2917009CA1C}" dt="2026-09-01T11:16:37.203" v="96597" actId="207"/>
          <ac:spMkLst>
            <pc:docMk/>
            <pc:sldMk cId="0" sldId="256"/>
            <ac:spMk id="928" creationId="{A8169F8B-C206-C644-07AE-7637062C823F}"/>
          </ac:spMkLst>
        </pc:spChg>
        <pc:spChg chg="add mod">
          <ac:chgData name="Yntema, Michiel SIBV-FR/P/R" userId="09241570-8f23-4256-be7e-a3c32bde0a3f" providerId="ADAL" clId="{D3F607C7-5341-416A-AE37-F2917009CA1C}" dt="2026-09-01T11:16:37.193" v="96583" actId="207"/>
          <ac:spMkLst>
            <pc:docMk/>
            <pc:sldMk cId="0" sldId="256"/>
            <ac:spMk id="929" creationId="{2A18C505-AA00-C25F-6EF8-592400A6AB1C}"/>
          </ac:spMkLst>
        </pc:spChg>
        <pc:spChg chg="add mod">
          <ac:chgData name="Yntema, Michiel SIBV-FR/P/R" userId="09241570-8f23-4256-be7e-a3c32bde0a3f" providerId="ADAL" clId="{D3F607C7-5341-416A-AE37-F2917009CA1C}" dt="2026-09-01T11:16:37.180" v="96568" actId="207"/>
          <ac:spMkLst>
            <pc:docMk/>
            <pc:sldMk cId="0" sldId="256"/>
            <ac:spMk id="930" creationId="{0C17DF9A-731F-A50C-2258-AF531FD6D97B}"/>
          </ac:spMkLst>
        </pc:spChg>
        <pc:spChg chg="add mod">
          <ac:chgData name="Yntema, Michiel SIBV-FR/P/R" userId="09241570-8f23-4256-be7e-a3c32bde0a3f" providerId="ADAL" clId="{D3F607C7-5341-416A-AE37-F2917009CA1C}" dt="2026-09-01T11:16:37.167" v="96553" actId="207"/>
          <ac:spMkLst>
            <pc:docMk/>
            <pc:sldMk cId="0" sldId="256"/>
            <ac:spMk id="931" creationId="{E3864EB9-2605-DE2C-1A33-9DEAE1F9BEA6}"/>
          </ac:spMkLst>
        </pc:spChg>
        <pc:spChg chg="add mod">
          <ac:chgData name="Yntema, Michiel SIBV-FR/P/R" userId="09241570-8f23-4256-be7e-a3c32bde0a3f" providerId="ADAL" clId="{D3F607C7-5341-416A-AE37-F2917009CA1C}" dt="2026-09-01T11:16:37.156" v="96538" actId="207"/>
          <ac:spMkLst>
            <pc:docMk/>
            <pc:sldMk cId="0" sldId="256"/>
            <ac:spMk id="932" creationId="{DB7A7723-3824-1349-A4CF-3EDDAB44C920}"/>
          </ac:spMkLst>
        </pc:spChg>
        <pc:spChg chg="add mod">
          <ac:chgData name="Yntema, Michiel SIBV-FR/P/R" userId="09241570-8f23-4256-be7e-a3c32bde0a3f" providerId="ADAL" clId="{D3F607C7-5341-416A-AE37-F2917009CA1C}" dt="2026-09-01T11:16:38.012" v="98327"/>
          <ac:spMkLst>
            <pc:docMk/>
            <pc:sldMk cId="0" sldId="256"/>
            <ac:spMk id="933" creationId="{41B60B62-E49C-D831-4330-E31167EBDE53}"/>
          </ac:spMkLst>
        </pc:spChg>
        <pc:spChg chg="add mod">
          <ac:chgData name="Yntema, Michiel SIBV-FR/P/R" userId="09241570-8f23-4256-be7e-a3c32bde0a3f" providerId="ADAL" clId="{D3F607C7-5341-416A-AE37-F2917009CA1C}" dt="2026-09-01T11:16:37.131" v="96509" actId="207"/>
          <ac:spMkLst>
            <pc:docMk/>
            <pc:sldMk cId="0" sldId="256"/>
            <ac:spMk id="934" creationId="{B6AC279D-7E62-B8DB-7793-BB2021756306}"/>
          </ac:spMkLst>
        </pc:spChg>
        <pc:spChg chg="add mod">
          <ac:chgData name="Yntema, Michiel SIBV-FR/P/R" userId="09241570-8f23-4256-be7e-a3c32bde0a3f" providerId="ADAL" clId="{D3F607C7-5341-416A-AE37-F2917009CA1C}" dt="2026-09-01T11:16:37.117" v="96494" actId="207"/>
          <ac:spMkLst>
            <pc:docMk/>
            <pc:sldMk cId="0" sldId="256"/>
            <ac:spMk id="935" creationId="{D30DB441-61B9-7C45-D1DD-91AA2302D4B7}"/>
          </ac:spMkLst>
        </pc:spChg>
        <pc:spChg chg="add mod">
          <ac:chgData name="Yntema, Michiel SIBV-FR/P/R" userId="09241570-8f23-4256-be7e-a3c32bde0a3f" providerId="ADAL" clId="{D3F607C7-5341-416A-AE37-F2917009CA1C}" dt="2026-09-01T11:16:37.104" v="96479" actId="207"/>
          <ac:spMkLst>
            <pc:docMk/>
            <pc:sldMk cId="0" sldId="256"/>
            <ac:spMk id="936" creationId="{12028BBB-9316-919D-D3EF-7D999D209558}"/>
          </ac:spMkLst>
        </pc:spChg>
        <pc:spChg chg="add mod">
          <ac:chgData name="Yntema, Michiel SIBV-FR/P/R" userId="09241570-8f23-4256-be7e-a3c32bde0a3f" providerId="ADAL" clId="{D3F607C7-5341-416A-AE37-F2917009CA1C}" dt="2026-09-01T11:16:37.088" v="96464" actId="207"/>
          <ac:spMkLst>
            <pc:docMk/>
            <pc:sldMk cId="0" sldId="256"/>
            <ac:spMk id="937" creationId="{11BEA75B-3329-5BBE-B578-0CF4C1F323A5}"/>
          </ac:spMkLst>
        </pc:spChg>
        <pc:spChg chg="add mod">
          <ac:chgData name="Yntema, Michiel SIBV-FR/P/R" userId="09241570-8f23-4256-be7e-a3c32bde0a3f" providerId="ADAL" clId="{D3F607C7-5341-416A-AE37-F2917009CA1C}" dt="2026-09-01T11:16:37.075" v="96449" actId="207"/>
          <ac:spMkLst>
            <pc:docMk/>
            <pc:sldMk cId="0" sldId="256"/>
            <ac:spMk id="938" creationId="{85AD709F-BA91-8CDB-7B71-B8A970B2AE57}"/>
          </ac:spMkLst>
        </pc:spChg>
        <pc:spChg chg="add mod">
          <ac:chgData name="Yntema, Michiel SIBV-FR/P/R" userId="09241570-8f23-4256-be7e-a3c32bde0a3f" providerId="ADAL" clId="{D3F607C7-5341-416A-AE37-F2917009CA1C}" dt="2026-09-01T11:16:37.064" v="96435" actId="207"/>
          <ac:spMkLst>
            <pc:docMk/>
            <pc:sldMk cId="0" sldId="256"/>
            <ac:spMk id="939" creationId="{D34EAAD0-1231-921F-F9D4-82B955087ECA}"/>
          </ac:spMkLst>
        </pc:spChg>
        <pc:spChg chg="add mod">
          <ac:chgData name="Yntema, Michiel SIBV-FR/P/R" userId="09241570-8f23-4256-be7e-a3c32bde0a3f" providerId="ADAL" clId="{D3F607C7-5341-416A-AE37-F2917009CA1C}" dt="2026-09-01T11:16:37.048" v="96420" actId="207"/>
          <ac:spMkLst>
            <pc:docMk/>
            <pc:sldMk cId="0" sldId="256"/>
            <ac:spMk id="940" creationId="{392E1F84-B18F-9FE2-C1DD-6E89EDBA8E10}"/>
          </ac:spMkLst>
        </pc:spChg>
        <pc:spChg chg="add mod">
          <ac:chgData name="Yntema, Michiel SIBV-FR/P/R" userId="09241570-8f23-4256-be7e-a3c32bde0a3f" providerId="ADAL" clId="{D3F607C7-5341-416A-AE37-F2917009CA1C}" dt="2026-09-01T11:16:37.034" v="96405" actId="207"/>
          <ac:spMkLst>
            <pc:docMk/>
            <pc:sldMk cId="0" sldId="256"/>
            <ac:spMk id="941" creationId="{C75A3D75-3ED0-1C38-6FF0-878A4E33F107}"/>
          </ac:spMkLst>
        </pc:spChg>
        <pc:spChg chg="add mod">
          <ac:chgData name="Yntema, Michiel SIBV-FR/P/R" userId="09241570-8f23-4256-be7e-a3c32bde0a3f" providerId="ADAL" clId="{D3F607C7-5341-416A-AE37-F2917009CA1C}" dt="2026-09-01T11:16:37.021" v="96390" actId="207"/>
          <ac:spMkLst>
            <pc:docMk/>
            <pc:sldMk cId="0" sldId="256"/>
            <ac:spMk id="942" creationId="{6C9776D0-5A4D-A1CC-8663-734A4A32FEF5}"/>
          </ac:spMkLst>
        </pc:spChg>
        <pc:spChg chg="add mod">
          <ac:chgData name="Yntema, Michiel SIBV-FR/P/R" userId="09241570-8f23-4256-be7e-a3c32bde0a3f" providerId="ADAL" clId="{D3F607C7-5341-416A-AE37-F2917009CA1C}" dt="2026-09-01T11:16:37.005" v="96375" actId="207"/>
          <ac:spMkLst>
            <pc:docMk/>
            <pc:sldMk cId="0" sldId="256"/>
            <ac:spMk id="943" creationId="{2AF665ED-C133-B11C-D4C0-D4EAD67AEE9B}"/>
          </ac:spMkLst>
        </pc:spChg>
        <pc:spChg chg="add mod">
          <ac:chgData name="Yntema, Michiel SIBV-FR/P/R" userId="09241570-8f23-4256-be7e-a3c32bde0a3f" providerId="ADAL" clId="{D3F607C7-5341-416A-AE37-F2917009CA1C}" dt="2026-09-01T11:16:36.989" v="96361" actId="207"/>
          <ac:spMkLst>
            <pc:docMk/>
            <pc:sldMk cId="0" sldId="256"/>
            <ac:spMk id="944" creationId="{A4BED585-59A1-72F0-04B1-AF58CB6C08DB}"/>
          </ac:spMkLst>
        </pc:spChg>
        <pc:spChg chg="add mod">
          <ac:chgData name="Yntema, Michiel SIBV-FR/P/R" userId="09241570-8f23-4256-be7e-a3c32bde0a3f" providerId="ADAL" clId="{D3F607C7-5341-416A-AE37-F2917009CA1C}" dt="2026-09-01T11:16:36.974" v="96346" actId="207"/>
          <ac:spMkLst>
            <pc:docMk/>
            <pc:sldMk cId="0" sldId="256"/>
            <ac:spMk id="945" creationId="{F9F67745-03D0-362B-C2F8-3050E8911C03}"/>
          </ac:spMkLst>
        </pc:spChg>
        <pc:spChg chg="add mod">
          <ac:chgData name="Yntema, Michiel SIBV-FR/P/R" userId="09241570-8f23-4256-be7e-a3c32bde0a3f" providerId="ADAL" clId="{D3F607C7-5341-416A-AE37-F2917009CA1C}" dt="2026-09-01T11:16:36.958" v="96331" actId="207"/>
          <ac:spMkLst>
            <pc:docMk/>
            <pc:sldMk cId="0" sldId="256"/>
            <ac:spMk id="946" creationId="{230F39E8-C14C-2018-7815-87BD84464749}"/>
          </ac:spMkLst>
        </pc:spChg>
        <pc:spChg chg="add mod">
          <ac:chgData name="Yntema, Michiel SIBV-FR/P/R" userId="09241570-8f23-4256-be7e-a3c32bde0a3f" providerId="ADAL" clId="{D3F607C7-5341-416A-AE37-F2917009CA1C}" dt="2026-09-01T11:16:36.939" v="96316" actId="207"/>
          <ac:spMkLst>
            <pc:docMk/>
            <pc:sldMk cId="0" sldId="256"/>
            <ac:spMk id="947" creationId="{D91A55E9-3805-532B-F244-36AC0621D224}"/>
          </ac:spMkLst>
        </pc:spChg>
        <pc:spChg chg="add mod">
          <ac:chgData name="Yntema, Michiel SIBV-FR/P/R" userId="09241570-8f23-4256-be7e-a3c32bde0a3f" providerId="ADAL" clId="{D3F607C7-5341-416A-AE37-F2917009CA1C}" dt="2026-09-01T11:16:36.916" v="96301" actId="207"/>
          <ac:spMkLst>
            <pc:docMk/>
            <pc:sldMk cId="0" sldId="256"/>
            <ac:spMk id="948" creationId="{E2FE1EE7-624F-3E2C-D09B-30ED804D2A67}"/>
          </ac:spMkLst>
        </pc:spChg>
        <pc:spChg chg="add mod">
          <ac:chgData name="Yntema, Michiel SIBV-FR/P/R" userId="09241570-8f23-4256-be7e-a3c32bde0a3f" providerId="ADAL" clId="{D3F607C7-5341-416A-AE37-F2917009CA1C}" dt="2026-09-01T11:16:36.897" v="96287" actId="207"/>
          <ac:spMkLst>
            <pc:docMk/>
            <pc:sldMk cId="0" sldId="256"/>
            <ac:spMk id="949" creationId="{9648188D-FA25-67C0-0889-357EC4540BC1}"/>
          </ac:spMkLst>
        </pc:spChg>
        <pc:spChg chg="add mod">
          <ac:chgData name="Yntema, Michiel SIBV-FR/P/R" userId="09241570-8f23-4256-be7e-a3c32bde0a3f" providerId="ADAL" clId="{D3F607C7-5341-416A-AE37-F2917009CA1C}" dt="2026-09-01T11:16:36.872" v="96272" actId="207"/>
          <ac:spMkLst>
            <pc:docMk/>
            <pc:sldMk cId="0" sldId="256"/>
            <ac:spMk id="950" creationId="{E8221B92-A102-F067-31A4-8565987E56AD}"/>
          </ac:spMkLst>
        </pc:spChg>
        <pc:spChg chg="add mod">
          <ac:chgData name="Yntema, Michiel SIBV-FR/P/R" userId="09241570-8f23-4256-be7e-a3c32bde0a3f" providerId="ADAL" clId="{D3F607C7-5341-416A-AE37-F2917009CA1C}" dt="2026-09-01T11:16:36.851" v="96257" actId="207"/>
          <ac:spMkLst>
            <pc:docMk/>
            <pc:sldMk cId="0" sldId="256"/>
            <ac:spMk id="951" creationId="{07573CD2-3225-AB18-BB6A-58F30B2FB0F3}"/>
          </ac:spMkLst>
        </pc:spChg>
        <pc:spChg chg="add mod">
          <ac:chgData name="Yntema, Michiel SIBV-FR/P/R" userId="09241570-8f23-4256-be7e-a3c32bde0a3f" providerId="ADAL" clId="{D3F607C7-5341-416A-AE37-F2917009CA1C}" dt="2026-09-01T11:16:36.833" v="96242" actId="207"/>
          <ac:spMkLst>
            <pc:docMk/>
            <pc:sldMk cId="0" sldId="256"/>
            <ac:spMk id="952" creationId="{6B4CC03A-E0BF-EA3C-A46C-85BAC7AA6952}"/>
          </ac:spMkLst>
        </pc:spChg>
        <pc:spChg chg="add mod">
          <ac:chgData name="Yntema, Michiel SIBV-FR/P/R" userId="09241570-8f23-4256-be7e-a3c32bde0a3f" providerId="ADAL" clId="{D3F607C7-5341-416A-AE37-F2917009CA1C}" dt="2026-09-01T11:16:36.815" v="96227" actId="207"/>
          <ac:spMkLst>
            <pc:docMk/>
            <pc:sldMk cId="0" sldId="256"/>
            <ac:spMk id="953" creationId="{3F2C9B3C-C6CB-CF29-1788-D9DB83F51FFF}"/>
          </ac:spMkLst>
        </pc:spChg>
        <pc:spChg chg="add mod">
          <ac:chgData name="Yntema, Michiel SIBV-FR/P/R" userId="09241570-8f23-4256-be7e-a3c32bde0a3f" providerId="ADAL" clId="{D3F607C7-5341-416A-AE37-F2917009CA1C}" dt="2026-09-01T11:16:36.799" v="96213" actId="207"/>
          <ac:spMkLst>
            <pc:docMk/>
            <pc:sldMk cId="0" sldId="256"/>
            <ac:spMk id="954" creationId="{3BA2BBF9-5E77-72B0-6517-5AB5C8EE7E53}"/>
          </ac:spMkLst>
        </pc:spChg>
        <pc:spChg chg="add mod">
          <ac:chgData name="Yntema, Michiel SIBV-FR/P/R" userId="09241570-8f23-4256-be7e-a3c32bde0a3f" providerId="ADAL" clId="{D3F607C7-5341-416A-AE37-F2917009CA1C}" dt="2026-09-01T11:16:36.779" v="96198" actId="207"/>
          <ac:spMkLst>
            <pc:docMk/>
            <pc:sldMk cId="0" sldId="256"/>
            <ac:spMk id="955" creationId="{D4BC4005-1A85-7544-24CD-D94E5F837597}"/>
          </ac:spMkLst>
        </pc:spChg>
        <pc:spChg chg="add mod">
          <ac:chgData name="Yntema, Michiel SIBV-FR/P/R" userId="09241570-8f23-4256-be7e-a3c32bde0a3f" providerId="ADAL" clId="{D3F607C7-5341-416A-AE37-F2917009CA1C}" dt="2026-09-01T11:16:36.757" v="96183" actId="207"/>
          <ac:spMkLst>
            <pc:docMk/>
            <pc:sldMk cId="0" sldId="256"/>
            <ac:spMk id="956" creationId="{27657E4E-C297-083D-D25C-DEF2A738E399}"/>
          </ac:spMkLst>
        </pc:spChg>
        <pc:spChg chg="add mod">
          <ac:chgData name="Yntema, Michiel SIBV-FR/P/R" userId="09241570-8f23-4256-be7e-a3c32bde0a3f" providerId="ADAL" clId="{D3F607C7-5341-416A-AE37-F2917009CA1C}" dt="2026-09-01T11:16:36.739" v="96168" actId="207"/>
          <ac:spMkLst>
            <pc:docMk/>
            <pc:sldMk cId="0" sldId="256"/>
            <ac:spMk id="957" creationId="{23B01074-14D7-A808-71F5-735AE60B2031}"/>
          </ac:spMkLst>
        </pc:spChg>
        <pc:spChg chg="add mod">
          <ac:chgData name="Yntema, Michiel SIBV-FR/P/R" userId="09241570-8f23-4256-be7e-a3c32bde0a3f" providerId="ADAL" clId="{D3F607C7-5341-416A-AE37-F2917009CA1C}" dt="2026-09-01T11:16:36.723" v="96153" actId="207"/>
          <ac:spMkLst>
            <pc:docMk/>
            <pc:sldMk cId="0" sldId="256"/>
            <ac:spMk id="958" creationId="{418CD398-BD0E-391A-4A70-D9346A4F0E9E}"/>
          </ac:spMkLst>
        </pc:spChg>
        <pc:spChg chg="add mod">
          <ac:chgData name="Yntema, Michiel SIBV-FR/P/R" userId="09241570-8f23-4256-be7e-a3c32bde0a3f" providerId="ADAL" clId="{D3F607C7-5341-416A-AE37-F2917009CA1C}" dt="2026-09-01T11:16:36.686" v="96129" actId="207"/>
          <ac:spMkLst>
            <pc:docMk/>
            <pc:sldMk cId="0" sldId="256"/>
            <ac:spMk id="959" creationId="{0CAC72BE-9666-1BBD-5802-F3E58778B8E1}"/>
          </ac:spMkLst>
        </pc:spChg>
        <pc:spChg chg="add mod">
          <ac:chgData name="Yntema, Michiel SIBV-FR/P/R" userId="09241570-8f23-4256-be7e-a3c32bde0a3f" providerId="ADAL" clId="{D3F607C7-5341-416A-AE37-F2917009CA1C}" dt="2026-09-01T11:16:36.673" v="96122" actId="207"/>
          <ac:spMkLst>
            <pc:docMk/>
            <pc:sldMk cId="0" sldId="256"/>
            <ac:spMk id="960" creationId="{5FD2571F-2585-8586-52B0-7E4A28803EBB}"/>
          </ac:spMkLst>
        </pc:spChg>
        <pc:spChg chg="add mod ord">
          <ac:chgData name="Yntema, Michiel SIBV-FR/P/R" userId="09241570-8f23-4256-be7e-a3c32bde0a3f" providerId="ADAL" clId="{D3F607C7-5341-416A-AE37-F2917009CA1C}" dt="2026-09-01T11:16:36.663" v="96115" actId="207"/>
          <ac:spMkLst>
            <pc:docMk/>
            <pc:sldMk cId="0" sldId="256"/>
            <ac:spMk id="961" creationId="{804CA021-5B5A-FFBF-99D3-DCA19EF16D6D}"/>
          </ac:spMkLst>
        </pc:spChg>
        <pc:spChg chg="add mod ord">
          <ac:chgData name="Yntema, Michiel SIBV-FR/P/R" userId="09241570-8f23-4256-be7e-a3c32bde0a3f" providerId="ADAL" clId="{D3F607C7-5341-416A-AE37-F2917009CA1C}" dt="2026-09-01T11:16:36.657" v="96109" actId="208"/>
          <ac:spMkLst>
            <pc:docMk/>
            <pc:sldMk cId="0" sldId="256"/>
            <ac:spMk id="962" creationId="{52FCC8DC-3D53-1429-D448-A51277290637}"/>
          </ac:spMkLst>
        </pc:spChg>
        <pc:spChg chg="add mod ord">
          <ac:chgData name="Yntema, Michiel SIBV-FR/P/R" userId="09241570-8f23-4256-be7e-a3c32bde0a3f" providerId="ADAL" clId="{D3F607C7-5341-416A-AE37-F2917009CA1C}" dt="2026-09-01T11:16:36.651" v="96101" actId="208"/>
          <ac:spMkLst>
            <pc:docMk/>
            <pc:sldMk cId="0" sldId="256"/>
            <ac:spMk id="963" creationId="{631CB4F6-3036-7F6D-3D46-872B8B5C3328}"/>
          </ac:spMkLst>
        </pc:spChg>
        <pc:spChg chg="add mod ord">
          <ac:chgData name="Yntema, Michiel SIBV-FR/P/R" userId="09241570-8f23-4256-be7e-a3c32bde0a3f" providerId="ADAL" clId="{D3F607C7-5341-416A-AE37-F2917009CA1C}" dt="2026-09-01T11:16:36.644" v="96092" actId="207"/>
          <ac:spMkLst>
            <pc:docMk/>
            <pc:sldMk cId="0" sldId="256"/>
            <ac:spMk id="964" creationId="{3E9776ED-3E13-E7E6-51D3-A6A6FD0C7709}"/>
          </ac:spMkLst>
        </pc:spChg>
        <pc:spChg chg="add del mod modVis">
          <ac:chgData name="Yntema, Michiel SIBV-FR/P/R" userId="09241570-8f23-4256-be7e-a3c32bde0a3f" providerId="ADAL" clId="{D3F607C7-5341-416A-AE37-F2917009CA1C}" dt="2026-09-01T11:16:51.502" v="99754"/>
          <ac:spMkLst>
            <pc:docMk/>
            <pc:sldMk cId="0" sldId="256"/>
            <ac:spMk id="967" creationId="{3985DE92-C19E-A2E3-6233-484197B84F17}"/>
          </ac:spMkLst>
        </pc:spChg>
        <pc:spChg chg="add del mod ord">
          <ac:chgData name="Yntema, Michiel SIBV-FR/P/R" userId="09241570-8f23-4256-be7e-a3c32bde0a3f" providerId="ADAL" clId="{D3F607C7-5341-416A-AE37-F2917009CA1C}" dt="2026-09-01T11:34:58.456" v="127886"/>
          <ac:spMkLst>
            <pc:docMk/>
            <pc:sldMk cId="0" sldId="256"/>
            <ac:spMk id="970" creationId="{FB0056BF-34DF-1863-0D05-13CCA0725195}"/>
          </ac:spMkLst>
        </pc:spChg>
        <pc:spChg chg="add del mod ord">
          <ac:chgData name="Yntema, Michiel SIBV-FR/P/R" userId="09241570-8f23-4256-be7e-a3c32bde0a3f" providerId="ADAL" clId="{D3F607C7-5341-416A-AE37-F2917009CA1C}" dt="2026-09-01T11:34:58.464" v="127901"/>
          <ac:spMkLst>
            <pc:docMk/>
            <pc:sldMk cId="0" sldId="256"/>
            <ac:spMk id="971" creationId="{7087DF8F-A39D-A896-AC30-553D55E8D5A6}"/>
          </ac:spMkLst>
        </pc:spChg>
        <pc:spChg chg="add del mod ord">
          <ac:chgData name="Yntema, Michiel SIBV-FR/P/R" userId="09241570-8f23-4256-be7e-a3c32bde0a3f" providerId="ADAL" clId="{D3F607C7-5341-416A-AE37-F2917009CA1C}" dt="2026-09-01T11:34:58.470" v="127916"/>
          <ac:spMkLst>
            <pc:docMk/>
            <pc:sldMk cId="0" sldId="256"/>
            <ac:spMk id="972" creationId="{ADB87990-4400-1841-BC5D-B14D06A25AB0}"/>
          </ac:spMkLst>
        </pc:spChg>
        <pc:spChg chg="add del mod">
          <ac:chgData name="Yntema, Michiel SIBV-FR/P/R" userId="09241570-8f23-4256-be7e-a3c32bde0a3f" providerId="ADAL" clId="{D3F607C7-5341-416A-AE37-F2917009CA1C}" dt="2026-09-01T11:34:58.474" v="127926"/>
          <ac:spMkLst>
            <pc:docMk/>
            <pc:sldMk cId="0" sldId="256"/>
            <ac:spMk id="973" creationId="{309D98D8-BB68-3D99-E5B4-FECD1D0E3386}"/>
          </ac:spMkLst>
        </pc:spChg>
        <pc:spChg chg="add del mod">
          <ac:chgData name="Yntema, Michiel SIBV-FR/P/R" userId="09241570-8f23-4256-be7e-a3c32bde0a3f" providerId="ADAL" clId="{D3F607C7-5341-416A-AE37-F2917009CA1C}" dt="2026-09-01T11:34:58.482" v="127943"/>
          <ac:spMkLst>
            <pc:docMk/>
            <pc:sldMk cId="0" sldId="256"/>
            <ac:spMk id="974" creationId="{56F14117-F8BF-CC5D-E76F-B1DC59B39BEB}"/>
          </ac:spMkLst>
        </pc:spChg>
        <pc:spChg chg="add del mod ord">
          <ac:chgData name="Yntema, Michiel SIBV-FR/P/R" userId="09241570-8f23-4256-be7e-a3c32bde0a3f" providerId="ADAL" clId="{D3F607C7-5341-416A-AE37-F2917009CA1C}" dt="2026-09-01T11:34:58.493" v="127961"/>
          <ac:spMkLst>
            <pc:docMk/>
            <pc:sldMk cId="0" sldId="256"/>
            <ac:spMk id="975" creationId="{12C6A439-CA59-1AA7-E8A0-52E1928111BF}"/>
          </ac:spMkLst>
        </pc:spChg>
        <pc:spChg chg="add del mod">
          <ac:chgData name="Yntema, Michiel SIBV-FR/P/R" userId="09241570-8f23-4256-be7e-a3c32bde0a3f" providerId="ADAL" clId="{D3F607C7-5341-416A-AE37-F2917009CA1C}" dt="2026-09-01T11:17:05.635" v="101197"/>
          <ac:spMkLst>
            <pc:docMk/>
            <pc:sldMk cId="0" sldId="256"/>
            <ac:spMk id="976" creationId="{D6D0E834-4299-1181-4538-86AB1C91E61D}"/>
          </ac:spMkLst>
        </pc:spChg>
        <pc:spChg chg="add del mod modVis">
          <ac:chgData name="Yntema, Michiel SIBV-FR/P/R" userId="09241570-8f23-4256-be7e-a3c32bde0a3f" providerId="ADAL" clId="{D3F607C7-5341-416A-AE37-F2917009CA1C}" dt="2026-09-01T11:17:03.432" v="101194"/>
          <ac:spMkLst>
            <pc:docMk/>
            <pc:sldMk cId="0" sldId="256"/>
            <ac:spMk id="977" creationId="{892B4A74-21CD-18F1-72BC-B010A0EED0A6}"/>
          </ac:spMkLst>
        </pc:spChg>
        <pc:spChg chg="add del mod">
          <ac:chgData name="Yntema, Michiel SIBV-FR/P/R" userId="09241570-8f23-4256-be7e-a3c32bde0a3f" providerId="ADAL" clId="{D3F607C7-5341-416A-AE37-F2917009CA1C}" dt="2026-09-01T11:17:05.638" v="101198"/>
          <ac:spMkLst>
            <pc:docMk/>
            <pc:sldMk cId="0" sldId="256"/>
            <ac:spMk id="978" creationId="{32D41FD9-66E4-AA35-521B-96A11025D60F}"/>
          </ac:spMkLst>
        </pc:spChg>
        <pc:spChg chg="add del mod">
          <ac:chgData name="Yntema, Michiel SIBV-FR/P/R" userId="09241570-8f23-4256-be7e-a3c32bde0a3f" providerId="ADAL" clId="{D3F607C7-5341-416A-AE37-F2917009CA1C}" dt="2026-09-01T11:17:05.641" v="101199"/>
          <ac:spMkLst>
            <pc:docMk/>
            <pc:sldMk cId="0" sldId="256"/>
            <ac:spMk id="979" creationId="{21DFE6A7-63EA-A57C-82D0-15D7DFC60E80}"/>
          </ac:spMkLst>
        </pc:spChg>
        <pc:spChg chg="add del mod">
          <ac:chgData name="Yntema, Michiel SIBV-FR/P/R" userId="09241570-8f23-4256-be7e-a3c32bde0a3f" providerId="ADAL" clId="{D3F607C7-5341-416A-AE37-F2917009CA1C}" dt="2026-09-01T11:17:05.645" v="101200"/>
          <ac:spMkLst>
            <pc:docMk/>
            <pc:sldMk cId="0" sldId="256"/>
            <ac:spMk id="980" creationId="{8048CC00-CC52-5A69-2ACE-E8A977ADA858}"/>
          </ac:spMkLst>
        </pc:spChg>
        <pc:spChg chg="add del mod">
          <ac:chgData name="Yntema, Michiel SIBV-FR/P/R" userId="09241570-8f23-4256-be7e-a3c32bde0a3f" providerId="ADAL" clId="{D3F607C7-5341-416A-AE37-F2917009CA1C}" dt="2026-09-01T11:17:05.648" v="101201"/>
          <ac:spMkLst>
            <pc:docMk/>
            <pc:sldMk cId="0" sldId="256"/>
            <ac:spMk id="981" creationId="{D1A3648B-F164-2AC9-90B6-85CEC1B9D399}"/>
          </ac:spMkLst>
        </pc:spChg>
        <pc:spChg chg="add del mod">
          <ac:chgData name="Yntema, Michiel SIBV-FR/P/R" userId="09241570-8f23-4256-be7e-a3c32bde0a3f" providerId="ADAL" clId="{D3F607C7-5341-416A-AE37-F2917009CA1C}" dt="2026-09-01T11:17:05.651" v="101202"/>
          <ac:spMkLst>
            <pc:docMk/>
            <pc:sldMk cId="0" sldId="256"/>
            <ac:spMk id="982" creationId="{6B041E20-C8D9-5DF4-7BA0-E82A6AE1B276}"/>
          </ac:spMkLst>
        </pc:spChg>
        <pc:spChg chg="add del mod">
          <ac:chgData name="Yntema, Michiel SIBV-FR/P/R" userId="09241570-8f23-4256-be7e-a3c32bde0a3f" providerId="ADAL" clId="{D3F607C7-5341-416A-AE37-F2917009CA1C}" dt="2026-09-01T11:17:05.653" v="101203"/>
          <ac:spMkLst>
            <pc:docMk/>
            <pc:sldMk cId="0" sldId="256"/>
            <ac:spMk id="983" creationId="{7ABFC43E-8DA4-91ED-77EC-256C52DBFCCB}"/>
          </ac:spMkLst>
        </pc:spChg>
        <pc:spChg chg="add del mod">
          <ac:chgData name="Yntema, Michiel SIBV-FR/P/R" userId="09241570-8f23-4256-be7e-a3c32bde0a3f" providerId="ADAL" clId="{D3F607C7-5341-416A-AE37-F2917009CA1C}" dt="2026-09-01T11:17:10.170" v="103507"/>
          <ac:spMkLst>
            <pc:docMk/>
            <pc:sldMk cId="0" sldId="256"/>
            <ac:spMk id="986" creationId="{A7703720-23F2-349C-399F-DEA35EA60C6A}"/>
          </ac:spMkLst>
        </pc:spChg>
        <pc:spChg chg="add del mod">
          <ac:chgData name="Yntema, Michiel SIBV-FR/P/R" userId="09241570-8f23-4256-be7e-a3c32bde0a3f" providerId="ADAL" clId="{D3F607C7-5341-416A-AE37-F2917009CA1C}" dt="2026-09-01T11:17:10.171" v="103508"/>
          <ac:spMkLst>
            <pc:docMk/>
            <pc:sldMk cId="0" sldId="256"/>
            <ac:spMk id="987" creationId="{F3121458-3EA3-AF45-8189-531FB2D01297}"/>
          </ac:spMkLst>
        </pc:spChg>
        <pc:spChg chg="add del mod">
          <ac:chgData name="Yntema, Michiel SIBV-FR/P/R" userId="09241570-8f23-4256-be7e-a3c32bde0a3f" providerId="ADAL" clId="{D3F607C7-5341-416A-AE37-F2917009CA1C}" dt="2026-09-01T11:17:10.172" v="103509"/>
          <ac:spMkLst>
            <pc:docMk/>
            <pc:sldMk cId="0" sldId="256"/>
            <ac:spMk id="988" creationId="{2BE53AFB-DC82-F376-51E9-3A2E1ED85983}"/>
          </ac:spMkLst>
        </pc:spChg>
        <pc:spChg chg="add del mod">
          <ac:chgData name="Yntema, Michiel SIBV-FR/P/R" userId="09241570-8f23-4256-be7e-a3c32bde0a3f" providerId="ADAL" clId="{D3F607C7-5341-416A-AE37-F2917009CA1C}" dt="2026-09-01T11:17:10.172" v="103510"/>
          <ac:spMkLst>
            <pc:docMk/>
            <pc:sldMk cId="0" sldId="256"/>
            <ac:spMk id="989" creationId="{657B5180-8F55-949E-0C06-42760285C65F}"/>
          </ac:spMkLst>
        </pc:spChg>
        <pc:spChg chg="add del mod">
          <ac:chgData name="Yntema, Michiel SIBV-FR/P/R" userId="09241570-8f23-4256-be7e-a3c32bde0a3f" providerId="ADAL" clId="{D3F607C7-5341-416A-AE37-F2917009CA1C}" dt="2026-09-01T11:17:10.173" v="103511"/>
          <ac:spMkLst>
            <pc:docMk/>
            <pc:sldMk cId="0" sldId="256"/>
            <ac:spMk id="990" creationId="{4C2DC4D8-82E7-6F10-CCCA-4DEA6DD81B6C}"/>
          </ac:spMkLst>
        </pc:spChg>
        <pc:spChg chg="add del mod">
          <ac:chgData name="Yntema, Michiel SIBV-FR/P/R" userId="09241570-8f23-4256-be7e-a3c32bde0a3f" providerId="ADAL" clId="{D3F607C7-5341-416A-AE37-F2917009CA1C}" dt="2026-09-01T11:17:10.173" v="103512"/>
          <ac:spMkLst>
            <pc:docMk/>
            <pc:sldMk cId="0" sldId="256"/>
            <ac:spMk id="991" creationId="{FEFCC79A-8C70-3FC0-4B2A-4B190593BA6D}"/>
          </ac:spMkLst>
        </pc:spChg>
        <pc:spChg chg="add del mod">
          <ac:chgData name="Yntema, Michiel SIBV-FR/P/R" userId="09241570-8f23-4256-be7e-a3c32bde0a3f" providerId="ADAL" clId="{D3F607C7-5341-416A-AE37-F2917009CA1C}" dt="2026-09-01T11:17:10.174" v="103513"/>
          <ac:spMkLst>
            <pc:docMk/>
            <pc:sldMk cId="0" sldId="256"/>
            <ac:spMk id="992" creationId="{ACA3DA15-D61B-965A-49B8-F2AEFB5B989B}"/>
          </ac:spMkLst>
        </pc:spChg>
        <pc:spChg chg="add del mod">
          <ac:chgData name="Yntema, Michiel SIBV-FR/P/R" userId="09241570-8f23-4256-be7e-a3c32bde0a3f" providerId="ADAL" clId="{D3F607C7-5341-416A-AE37-F2917009CA1C}" dt="2026-09-01T11:17:18.242" v="105817"/>
          <ac:spMkLst>
            <pc:docMk/>
            <pc:sldMk cId="0" sldId="256"/>
            <ac:spMk id="995" creationId="{3C3C3B5C-B89C-7762-1ECA-17A06C2292A0}"/>
          </ac:spMkLst>
        </pc:spChg>
        <pc:spChg chg="add del mod">
          <ac:chgData name="Yntema, Michiel SIBV-FR/P/R" userId="09241570-8f23-4256-be7e-a3c32bde0a3f" providerId="ADAL" clId="{D3F607C7-5341-416A-AE37-F2917009CA1C}" dt="2026-09-01T11:17:18.243" v="105818"/>
          <ac:spMkLst>
            <pc:docMk/>
            <pc:sldMk cId="0" sldId="256"/>
            <ac:spMk id="996" creationId="{8C93D324-0BFD-1988-6A64-ED3E7E01C779}"/>
          </ac:spMkLst>
        </pc:spChg>
        <pc:spChg chg="add del mod">
          <ac:chgData name="Yntema, Michiel SIBV-FR/P/R" userId="09241570-8f23-4256-be7e-a3c32bde0a3f" providerId="ADAL" clId="{D3F607C7-5341-416A-AE37-F2917009CA1C}" dt="2026-09-01T11:17:18.243" v="105819"/>
          <ac:spMkLst>
            <pc:docMk/>
            <pc:sldMk cId="0" sldId="256"/>
            <ac:spMk id="997" creationId="{26D3AC37-7DF7-70F8-2BA7-3FA63E0A7CAD}"/>
          </ac:spMkLst>
        </pc:spChg>
        <pc:spChg chg="add del mod">
          <ac:chgData name="Yntema, Michiel SIBV-FR/P/R" userId="09241570-8f23-4256-be7e-a3c32bde0a3f" providerId="ADAL" clId="{D3F607C7-5341-416A-AE37-F2917009CA1C}" dt="2026-09-01T11:17:18.244" v="105820"/>
          <ac:spMkLst>
            <pc:docMk/>
            <pc:sldMk cId="0" sldId="256"/>
            <ac:spMk id="998" creationId="{D7EFE653-A115-18D3-C39F-1589C4329A64}"/>
          </ac:spMkLst>
        </pc:spChg>
        <pc:spChg chg="add del mod">
          <ac:chgData name="Yntema, Michiel SIBV-FR/P/R" userId="09241570-8f23-4256-be7e-a3c32bde0a3f" providerId="ADAL" clId="{D3F607C7-5341-416A-AE37-F2917009CA1C}" dt="2026-09-01T11:17:18.244" v="105821"/>
          <ac:spMkLst>
            <pc:docMk/>
            <pc:sldMk cId="0" sldId="256"/>
            <ac:spMk id="999" creationId="{E0330C89-8CB6-F7C6-051F-09645F3F34E3}"/>
          </ac:spMkLst>
        </pc:spChg>
        <pc:spChg chg="add del mod">
          <ac:chgData name="Yntema, Michiel SIBV-FR/P/R" userId="09241570-8f23-4256-be7e-a3c32bde0a3f" providerId="ADAL" clId="{D3F607C7-5341-416A-AE37-F2917009CA1C}" dt="2026-09-01T11:17:18.245" v="105822"/>
          <ac:spMkLst>
            <pc:docMk/>
            <pc:sldMk cId="0" sldId="256"/>
            <ac:spMk id="1000" creationId="{642854A3-179F-61FF-C3F3-73088E69C256}"/>
          </ac:spMkLst>
        </pc:spChg>
        <pc:spChg chg="add del mod">
          <ac:chgData name="Yntema, Michiel SIBV-FR/P/R" userId="09241570-8f23-4256-be7e-a3c32bde0a3f" providerId="ADAL" clId="{D3F607C7-5341-416A-AE37-F2917009CA1C}" dt="2026-09-01T11:17:18.245" v="105823"/>
          <ac:spMkLst>
            <pc:docMk/>
            <pc:sldMk cId="0" sldId="256"/>
            <ac:spMk id="1001" creationId="{701E62B9-DAD8-711B-CDD0-3F4D509AC0E7}"/>
          </ac:spMkLst>
        </pc:spChg>
        <pc:spChg chg="add mod ord">
          <ac:chgData name="Yntema, Michiel SIBV-FR/P/R" userId="09241570-8f23-4256-be7e-a3c32bde0a3f" providerId="ADAL" clId="{D3F607C7-5341-416A-AE37-F2917009CA1C}" dt="2026-09-01T11:47:46.522" v="150790" actId="1036"/>
          <ac:spMkLst>
            <pc:docMk/>
            <pc:sldMk cId="0" sldId="256"/>
            <ac:spMk id="1005" creationId="{BDA53577-EAE6-86F6-CC7A-7DFDBD8DA8E2}"/>
          </ac:spMkLst>
        </pc:spChg>
        <pc:spChg chg="add mod ord">
          <ac:chgData name="Yntema, Michiel SIBV-FR/P/R" userId="09241570-8f23-4256-be7e-a3c32bde0a3f" providerId="ADAL" clId="{D3F607C7-5341-416A-AE37-F2917009CA1C}" dt="2026-09-01T11:47:13.506" v="149765"/>
          <ac:spMkLst>
            <pc:docMk/>
            <pc:sldMk cId="0" sldId="256"/>
            <ac:spMk id="1007" creationId="{AAB44D90-B618-277F-C16E-8ED7FAEE1AEE}"/>
          </ac:spMkLst>
        </pc:spChg>
        <pc:spChg chg="add mod ord">
          <ac:chgData name="Yntema, Michiel SIBV-FR/P/R" userId="09241570-8f23-4256-be7e-a3c32bde0a3f" providerId="ADAL" clId="{D3F607C7-5341-416A-AE37-F2917009CA1C}" dt="2026-09-01T11:47:13.506" v="149767"/>
          <ac:spMkLst>
            <pc:docMk/>
            <pc:sldMk cId="0" sldId="256"/>
            <ac:spMk id="1009" creationId="{56C27ADE-20CC-8DEE-1D31-815CEF707DAD}"/>
          </ac:spMkLst>
        </pc:spChg>
        <pc:spChg chg="add mod ord">
          <ac:chgData name="Yntema, Michiel SIBV-FR/P/R" userId="09241570-8f23-4256-be7e-a3c32bde0a3f" providerId="ADAL" clId="{D3F607C7-5341-416A-AE37-F2917009CA1C}" dt="2026-09-01T11:47:13.506" v="149769"/>
          <ac:spMkLst>
            <pc:docMk/>
            <pc:sldMk cId="0" sldId="256"/>
            <ac:spMk id="1011" creationId="{19C7F473-5C39-9193-4BE4-6355FAEBBFFA}"/>
          </ac:spMkLst>
        </pc:spChg>
        <pc:spChg chg="add mod ord">
          <ac:chgData name="Yntema, Michiel SIBV-FR/P/R" userId="09241570-8f23-4256-be7e-a3c32bde0a3f" providerId="ADAL" clId="{D3F607C7-5341-416A-AE37-F2917009CA1C}" dt="2026-09-01T11:49:56.740" v="150810" actId="1035"/>
          <ac:spMkLst>
            <pc:docMk/>
            <pc:sldMk cId="0" sldId="256"/>
            <ac:spMk id="1013" creationId="{98153B73-35AE-C706-D3EE-979088BA2037}"/>
          </ac:spMkLst>
        </pc:spChg>
        <pc:spChg chg="add mod ord">
          <ac:chgData name="Yntema, Michiel SIBV-FR/P/R" userId="09241570-8f23-4256-be7e-a3c32bde0a3f" providerId="ADAL" clId="{D3F607C7-5341-416A-AE37-F2917009CA1C}" dt="2026-09-01T11:50:03.835" v="150813" actId="1038"/>
          <ac:spMkLst>
            <pc:docMk/>
            <pc:sldMk cId="0" sldId="256"/>
            <ac:spMk id="1015" creationId="{00053F64-B8B3-4593-585A-4762EC3A8CAC}"/>
          </ac:spMkLst>
        </pc:spChg>
        <pc:spChg chg="add mod ord">
          <ac:chgData name="Yntema, Michiel SIBV-FR/P/R" userId="09241570-8f23-4256-be7e-a3c32bde0a3f" providerId="ADAL" clId="{D3F607C7-5341-416A-AE37-F2917009CA1C}" dt="2026-09-01T11:47:13.505" v="149763"/>
          <ac:spMkLst>
            <pc:docMk/>
            <pc:sldMk cId="0" sldId="256"/>
            <ac:spMk id="1017" creationId="{FD6E1285-66BC-41CA-3F2C-111FC925F939}"/>
          </ac:spMkLst>
        </pc:spChg>
        <pc:spChg chg="add mod ord">
          <ac:chgData name="Yntema, Michiel SIBV-FR/P/R" userId="09241570-8f23-4256-be7e-a3c32bde0a3f" providerId="ADAL" clId="{D3F607C7-5341-416A-AE37-F2917009CA1C}" dt="2026-09-01T11:47:13.507" v="149773"/>
          <ac:spMkLst>
            <pc:docMk/>
            <pc:sldMk cId="0" sldId="256"/>
            <ac:spMk id="1019" creationId="{0B0A5CD4-C3D3-4627-83FD-2BFC06A2FFAE}"/>
          </ac:spMkLst>
        </pc:spChg>
        <pc:spChg chg="add mod ord">
          <ac:chgData name="Yntema, Michiel SIBV-FR/P/R" userId="09241570-8f23-4256-be7e-a3c32bde0a3f" providerId="ADAL" clId="{D3F607C7-5341-416A-AE37-F2917009CA1C}" dt="2026-09-01T11:47:13.661" v="150741"/>
          <ac:spMkLst>
            <pc:docMk/>
            <pc:sldMk cId="0" sldId="256"/>
            <ac:spMk id="1021" creationId="{05665F2A-97CF-A484-F874-B9CB606E2010}"/>
          </ac:spMkLst>
        </pc:spChg>
        <pc:spChg chg="add mod ord">
          <ac:chgData name="Yntema, Michiel SIBV-FR/P/R" userId="09241570-8f23-4256-be7e-a3c32bde0a3f" providerId="ADAL" clId="{D3F607C7-5341-416A-AE37-F2917009CA1C}" dt="2026-09-01T11:47:47.995" v="150793" actId="1038"/>
          <ac:spMkLst>
            <pc:docMk/>
            <pc:sldMk cId="0" sldId="256"/>
            <ac:spMk id="1023" creationId="{81B63C41-33E7-3738-260A-41C68981BEAB}"/>
          </ac:spMkLst>
        </pc:spChg>
        <pc:spChg chg="add mod ord">
          <ac:chgData name="Yntema, Michiel SIBV-FR/P/R" userId="09241570-8f23-4256-be7e-a3c32bde0a3f" providerId="ADAL" clId="{D3F607C7-5341-416A-AE37-F2917009CA1C}" dt="2026-09-01T11:47:13.662" v="150745"/>
          <ac:spMkLst>
            <pc:docMk/>
            <pc:sldMk cId="0" sldId="256"/>
            <ac:spMk id="1025" creationId="{8B71553C-9BD5-3C05-FAE5-3E9E719A64AC}"/>
          </ac:spMkLst>
        </pc:spChg>
        <pc:spChg chg="add mod ord">
          <ac:chgData name="Yntema, Michiel SIBV-FR/P/R" userId="09241570-8f23-4256-be7e-a3c32bde0a3f" providerId="ADAL" clId="{D3F607C7-5341-416A-AE37-F2917009CA1C}" dt="2026-09-01T11:47:13.663" v="150747"/>
          <ac:spMkLst>
            <pc:docMk/>
            <pc:sldMk cId="0" sldId="256"/>
            <ac:spMk id="1027" creationId="{BEC46BD4-B732-7870-E09F-2F453DBE431D}"/>
          </ac:spMkLst>
        </pc:spChg>
        <pc:spChg chg="add mod ord">
          <ac:chgData name="Yntema, Michiel SIBV-FR/P/R" userId="09241570-8f23-4256-be7e-a3c32bde0a3f" providerId="ADAL" clId="{D3F607C7-5341-416A-AE37-F2917009CA1C}" dt="2026-09-01T11:47:13.663" v="150749"/>
          <ac:spMkLst>
            <pc:docMk/>
            <pc:sldMk cId="0" sldId="256"/>
            <ac:spMk id="1029" creationId="{B0EB1044-69F2-530B-0FB5-8397C7CF752E}"/>
          </ac:spMkLst>
        </pc:spChg>
        <pc:spChg chg="add mod ord">
          <ac:chgData name="Yntema, Michiel SIBV-FR/P/R" userId="09241570-8f23-4256-be7e-a3c32bde0a3f" providerId="ADAL" clId="{D3F607C7-5341-416A-AE37-F2917009CA1C}" dt="2026-09-01T11:47:13.663" v="150751"/>
          <ac:spMkLst>
            <pc:docMk/>
            <pc:sldMk cId="0" sldId="256"/>
            <ac:spMk id="1031" creationId="{63CE67CB-DBCB-5C4F-46E8-C5BE9E869F24}"/>
          </ac:spMkLst>
        </pc:spChg>
        <pc:spChg chg="add mod ord">
          <ac:chgData name="Yntema, Michiel SIBV-FR/P/R" userId="09241570-8f23-4256-be7e-a3c32bde0a3f" providerId="ADAL" clId="{D3F607C7-5341-416A-AE37-F2917009CA1C}" dt="2026-09-01T11:47:38.865" v="150785" actId="1036"/>
          <ac:spMkLst>
            <pc:docMk/>
            <pc:sldMk cId="0" sldId="256"/>
            <ac:spMk id="1033" creationId="{0C00BAB9-F160-7D4C-A423-F68B9993B202}"/>
          </ac:spMkLst>
        </pc:spChg>
        <pc:spChg chg="add mod ord">
          <ac:chgData name="Yntema, Michiel SIBV-FR/P/R" userId="09241570-8f23-4256-be7e-a3c32bde0a3f" providerId="ADAL" clId="{D3F607C7-5341-416A-AE37-F2917009CA1C}" dt="2026-09-01T11:47:40.059" v="150789" actId="1036"/>
          <ac:spMkLst>
            <pc:docMk/>
            <pc:sldMk cId="0" sldId="256"/>
            <ac:spMk id="1035" creationId="{01B75330-5ECC-DBE2-73D3-706C7BB7DB48}"/>
          </ac:spMkLst>
        </pc:spChg>
        <pc:spChg chg="add del mod modVis">
          <ac:chgData name="Yntema, Michiel SIBV-FR/P/R" userId="09241570-8f23-4256-be7e-a3c32bde0a3f" providerId="ADAL" clId="{D3F607C7-5341-416A-AE37-F2917009CA1C}" dt="2026-09-01T11:33:28.093" v="119692"/>
          <ac:spMkLst>
            <pc:docMk/>
            <pc:sldMk cId="0" sldId="256"/>
            <ac:spMk id="1038" creationId="{942F7D38-DDCF-A9A6-20D5-40DB12FDBA5D}"/>
          </ac:spMkLst>
        </pc:spChg>
        <pc:spChg chg="add del mod modVis">
          <ac:chgData name="Yntema, Michiel SIBV-FR/P/R" userId="09241570-8f23-4256-be7e-a3c32bde0a3f" providerId="ADAL" clId="{D3F607C7-5341-416A-AE37-F2917009CA1C}" dt="2026-09-01T11:33:49.243" v="123723"/>
          <ac:spMkLst>
            <pc:docMk/>
            <pc:sldMk cId="0" sldId="256"/>
            <ac:spMk id="1042" creationId="{215C32C8-62E9-9322-1B6A-5ACBD42145A8}"/>
          </ac:spMkLst>
        </pc:spChg>
        <pc:spChg chg="add del mod ord">
          <ac:chgData name="Yntema, Michiel SIBV-FR/P/R" userId="09241570-8f23-4256-be7e-a3c32bde0a3f" providerId="ADAL" clId="{D3F607C7-5341-416A-AE37-F2917009CA1C}" dt="2026-09-01T11:35:41.272" v="133535"/>
          <ac:spMkLst>
            <pc:docMk/>
            <pc:sldMk cId="0" sldId="256"/>
            <ac:spMk id="1048" creationId="{4707FD1E-9C9D-4C30-6C97-3D3483B7F253}"/>
          </ac:spMkLst>
        </pc:spChg>
        <pc:spChg chg="add del mod ord">
          <ac:chgData name="Yntema, Michiel SIBV-FR/P/R" userId="09241570-8f23-4256-be7e-a3c32bde0a3f" providerId="ADAL" clId="{D3F607C7-5341-416A-AE37-F2917009CA1C}" dt="2026-09-01T11:35:41.278" v="133550"/>
          <ac:spMkLst>
            <pc:docMk/>
            <pc:sldMk cId="0" sldId="256"/>
            <ac:spMk id="1049" creationId="{D32103DD-D35C-57E9-7A42-0D0F7F7B60BF}"/>
          </ac:spMkLst>
        </pc:spChg>
        <pc:spChg chg="add del mod ord">
          <ac:chgData name="Yntema, Michiel SIBV-FR/P/R" userId="09241570-8f23-4256-be7e-a3c32bde0a3f" providerId="ADAL" clId="{D3F607C7-5341-416A-AE37-F2917009CA1C}" dt="2026-09-01T11:35:41.283" v="133565"/>
          <ac:spMkLst>
            <pc:docMk/>
            <pc:sldMk cId="0" sldId="256"/>
            <ac:spMk id="1050" creationId="{16131B15-94D3-77A5-DA3F-4C3AEA7CCE01}"/>
          </ac:spMkLst>
        </pc:spChg>
        <pc:spChg chg="add del mod">
          <ac:chgData name="Yntema, Michiel SIBV-FR/P/R" userId="09241570-8f23-4256-be7e-a3c32bde0a3f" providerId="ADAL" clId="{D3F607C7-5341-416A-AE37-F2917009CA1C}" dt="2026-09-01T11:35:41.286" v="133575"/>
          <ac:spMkLst>
            <pc:docMk/>
            <pc:sldMk cId="0" sldId="256"/>
            <ac:spMk id="1051" creationId="{3F5FE047-F3AD-AC6B-7CCE-BD24C508CA4C}"/>
          </ac:spMkLst>
        </pc:spChg>
        <pc:spChg chg="add del mod">
          <ac:chgData name="Yntema, Michiel SIBV-FR/P/R" userId="09241570-8f23-4256-be7e-a3c32bde0a3f" providerId="ADAL" clId="{D3F607C7-5341-416A-AE37-F2917009CA1C}" dt="2026-09-01T11:35:41.293" v="133592"/>
          <ac:spMkLst>
            <pc:docMk/>
            <pc:sldMk cId="0" sldId="256"/>
            <ac:spMk id="1052" creationId="{D12F9518-A189-0C7B-0618-7AE882C2B69B}"/>
          </ac:spMkLst>
        </pc:spChg>
        <pc:spChg chg="add del mod ord">
          <ac:chgData name="Yntema, Michiel SIBV-FR/P/R" userId="09241570-8f23-4256-be7e-a3c32bde0a3f" providerId="ADAL" clId="{D3F607C7-5341-416A-AE37-F2917009CA1C}" dt="2026-09-01T11:35:41.299" v="133610"/>
          <ac:spMkLst>
            <pc:docMk/>
            <pc:sldMk cId="0" sldId="256"/>
            <ac:spMk id="1053" creationId="{DE2F545A-2526-0DA0-1977-827199DC0195}"/>
          </ac:spMkLst>
        </pc:spChg>
        <pc:spChg chg="add del mod modVis">
          <ac:chgData name="Yntema, Michiel SIBV-FR/P/R" userId="09241570-8f23-4256-be7e-a3c32bde0a3f" providerId="ADAL" clId="{D3F607C7-5341-416A-AE37-F2917009CA1C}" dt="2026-09-01T11:35:31.714" v="133524"/>
          <ac:spMkLst>
            <pc:docMk/>
            <pc:sldMk cId="0" sldId="256"/>
            <ac:spMk id="1056" creationId="{3464E7FC-21CE-3C0A-B621-BC267A535FB0}"/>
          </ac:spMkLst>
        </pc:spChg>
        <pc:spChg chg="add mod ord">
          <ac:chgData name="Yntema, Michiel SIBV-FR/P/R" userId="09241570-8f23-4256-be7e-a3c32bde0a3f" providerId="ADAL" clId="{D3F607C7-5341-416A-AE37-F2917009CA1C}" dt="2026-09-01T11:47:13.537" v="149935"/>
          <ac:spMkLst>
            <pc:docMk/>
            <pc:sldMk cId="0" sldId="256"/>
            <ac:spMk id="1058" creationId="{44B589BB-7F50-CF5C-771C-DE820B90B4A6}"/>
          </ac:spMkLst>
        </pc:spChg>
        <pc:spChg chg="add mod ord">
          <ac:chgData name="Yntema, Michiel SIBV-FR/P/R" userId="09241570-8f23-4256-be7e-a3c32bde0a3f" providerId="ADAL" clId="{D3F607C7-5341-416A-AE37-F2917009CA1C}" dt="2026-09-01T11:47:13.537" v="149937"/>
          <ac:spMkLst>
            <pc:docMk/>
            <pc:sldMk cId="0" sldId="256"/>
            <ac:spMk id="1059" creationId="{8B91338C-3776-55C4-A50A-227D1D1600B0}"/>
          </ac:spMkLst>
        </pc:spChg>
        <pc:spChg chg="add mod ord">
          <ac:chgData name="Yntema, Michiel SIBV-FR/P/R" userId="09241570-8f23-4256-be7e-a3c32bde0a3f" providerId="ADAL" clId="{D3F607C7-5341-416A-AE37-F2917009CA1C}" dt="2026-09-01T11:47:13.536" v="149931"/>
          <ac:spMkLst>
            <pc:docMk/>
            <pc:sldMk cId="0" sldId="256"/>
            <ac:spMk id="1060" creationId="{392E19F4-8052-8386-DD3F-5F2D4CF0A7F3}"/>
          </ac:spMkLst>
        </pc:spChg>
        <pc:spChg chg="add mod">
          <ac:chgData name="Yntema, Michiel SIBV-FR/P/R" userId="09241570-8f23-4256-be7e-a3c32bde0a3f" providerId="ADAL" clId="{D3F607C7-5341-416A-AE37-F2917009CA1C}" dt="2026-09-01T11:47:13.538" v="149938"/>
          <ac:spMkLst>
            <pc:docMk/>
            <pc:sldMk cId="0" sldId="256"/>
            <ac:spMk id="1061" creationId="{FCCF7032-BFE2-5DBF-CC7A-5418C7D2C50A}"/>
          </ac:spMkLst>
        </pc:spChg>
        <pc:spChg chg="add mod">
          <ac:chgData name="Yntema, Michiel SIBV-FR/P/R" userId="09241570-8f23-4256-be7e-a3c32bde0a3f" providerId="ADAL" clId="{D3F607C7-5341-416A-AE37-F2917009CA1C}" dt="2026-09-01T11:47:13.538" v="149939"/>
          <ac:spMkLst>
            <pc:docMk/>
            <pc:sldMk cId="0" sldId="256"/>
            <ac:spMk id="1062" creationId="{CC3DC154-6628-0010-79EB-8E7F9D03E074}"/>
          </ac:spMkLst>
        </pc:spChg>
        <pc:spChg chg="add mod ord">
          <ac:chgData name="Yntema, Michiel SIBV-FR/P/R" userId="09241570-8f23-4256-be7e-a3c32bde0a3f" providerId="ADAL" clId="{D3F607C7-5341-416A-AE37-F2917009CA1C}" dt="2026-09-01T11:47:13.537" v="149933"/>
          <ac:spMkLst>
            <pc:docMk/>
            <pc:sldMk cId="0" sldId="256"/>
            <ac:spMk id="1063" creationId="{5AA20BC4-0A94-6C02-7214-6E31A0120FB4}"/>
          </ac:spMkLst>
        </pc:spChg>
        <pc:spChg chg="add mod ord">
          <ac:chgData name="Yntema, Michiel SIBV-FR/P/R" userId="09241570-8f23-4256-be7e-a3c32bde0a3f" providerId="ADAL" clId="{D3F607C7-5341-416A-AE37-F2917009CA1C}" dt="2026-09-01T11:47:13.664" v="150757"/>
          <ac:spMkLst>
            <pc:docMk/>
            <pc:sldMk cId="0" sldId="256"/>
            <ac:spMk id="1066" creationId="{F86735CB-9B7A-A7C8-298E-FFC8AE5BF377}"/>
          </ac:spMkLst>
        </pc:spChg>
        <pc:spChg chg="add mod ord">
          <ac:chgData name="Yntema, Michiel SIBV-FR/P/R" userId="09241570-8f23-4256-be7e-a3c32bde0a3f" providerId="ADAL" clId="{D3F607C7-5341-416A-AE37-F2917009CA1C}" dt="2026-09-01T11:47:13.664" v="150759"/>
          <ac:spMkLst>
            <pc:docMk/>
            <pc:sldMk cId="0" sldId="256"/>
            <ac:spMk id="1068" creationId="{6CE804DC-052D-2328-6822-8C2289C29EF3}"/>
          </ac:spMkLst>
        </pc:spChg>
        <pc:spChg chg="add mod">
          <ac:chgData name="Yntema, Michiel SIBV-FR/P/R" userId="09241570-8f23-4256-be7e-a3c32bde0a3f" providerId="ADAL" clId="{D3F607C7-5341-416A-AE37-F2917009CA1C}" dt="2026-09-01T11:37:16.014" v="142484" actId="207"/>
          <ac:spMkLst>
            <pc:docMk/>
            <pc:sldMk cId="0" sldId="256"/>
            <ac:spMk id="1071" creationId="{71B3C81D-214B-CCD3-EA6C-317508369E94}"/>
          </ac:spMkLst>
        </pc:spChg>
        <pc:spChg chg="add del mod modVis">
          <ac:chgData name="Yntema, Michiel SIBV-FR/P/R" userId="09241570-8f23-4256-be7e-a3c32bde0a3f" providerId="ADAL" clId="{D3F607C7-5341-416A-AE37-F2917009CA1C}" dt="2026-09-01T11:37:16.002" v="142470" actId="962"/>
          <ac:spMkLst>
            <pc:docMk/>
            <pc:sldMk cId="0" sldId="256"/>
            <ac:spMk id="1072" creationId="{2D6E473B-9633-56AF-12F8-1987A013531F}"/>
          </ac:spMkLst>
        </pc:spChg>
        <pc:spChg chg="add mod">
          <ac:chgData name="Yntema, Michiel SIBV-FR/P/R" userId="09241570-8f23-4256-be7e-a3c32bde0a3f" providerId="ADAL" clId="{D3F607C7-5341-416A-AE37-F2917009CA1C}" dt="2026-09-01T11:37:15.997" v="142461" actId="207"/>
          <ac:spMkLst>
            <pc:docMk/>
            <pc:sldMk cId="0" sldId="256"/>
            <ac:spMk id="1073" creationId="{5AF666E0-2A91-C49B-F96B-5E3721B04B9A}"/>
          </ac:spMkLst>
        </pc:spChg>
        <pc:spChg chg="add mod">
          <ac:chgData name="Yntema, Michiel SIBV-FR/P/R" userId="09241570-8f23-4256-be7e-a3c32bde0a3f" providerId="ADAL" clId="{D3F607C7-5341-416A-AE37-F2917009CA1C}" dt="2026-09-01T11:37:15.986" v="142446" actId="207"/>
          <ac:spMkLst>
            <pc:docMk/>
            <pc:sldMk cId="0" sldId="256"/>
            <ac:spMk id="1074" creationId="{8867BFBD-7286-6D5D-06C5-25DA49308B0A}"/>
          </ac:spMkLst>
        </pc:spChg>
        <pc:spChg chg="add mod">
          <ac:chgData name="Yntema, Michiel SIBV-FR/P/R" userId="09241570-8f23-4256-be7e-a3c32bde0a3f" providerId="ADAL" clId="{D3F607C7-5341-416A-AE37-F2917009CA1C}" dt="2026-09-01T11:37:15.974" v="142431" actId="207"/>
          <ac:spMkLst>
            <pc:docMk/>
            <pc:sldMk cId="0" sldId="256"/>
            <ac:spMk id="1075" creationId="{8F15D355-048D-271A-FA4E-7AF1CF491EB8}"/>
          </ac:spMkLst>
        </pc:spChg>
        <pc:spChg chg="add mod">
          <ac:chgData name="Yntema, Michiel SIBV-FR/P/R" userId="09241570-8f23-4256-be7e-a3c32bde0a3f" providerId="ADAL" clId="{D3F607C7-5341-416A-AE37-F2917009CA1C}" dt="2026-09-01T11:37:15.964" v="142416" actId="207"/>
          <ac:spMkLst>
            <pc:docMk/>
            <pc:sldMk cId="0" sldId="256"/>
            <ac:spMk id="1076" creationId="{B917CFD6-CE38-C45F-06B5-D79E7E9B0C89}"/>
          </ac:spMkLst>
        </pc:spChg>
        <pc:spChg chg="add mod">
          <ac:chgData name="Yntema, Michiel SIBV-FR/P/R" userId="09241570-8f23-4256-be7e-a3c32bde0a3f" providerId="ADAL" clId="{D3F607C7-5341-416A-AE37-F2917009CA1C}" dt="2026-09-01T11:37:15.955" v="142402" actId="207"/>
          <ac:spMkLst>
            <pc:docMk/>
            <pc:sldMk cId="0" sldId="256"/>
            <ac:spMk id="1077" creationId="{6C3C7155-6695-7909-ACCA-EDF9E9CB6CA9}"/>
          </ac:spMkLst>
        </pc:spChg>
        <pc:spChg chg="add mod">
          <ac:chgData name="Yntema, Michiel SIBV-FR/P/R" userId="09241570-8f23-4256-be7e-a3c32bde0a3f" providerId="ADAL" clId="{D3F607C7-5341-416A-AE37-F2917009CA1C}" dt="2026-09-01T11:37:15.943" v="142387" actId="207"/>
          <ac:spMkLst>
            <pc:docMk/>
            <pc:sldMk cId="0" sldId="256"/>
            <ac:spMk id="1078" creationId="{CD209642-E53E-0906-92F4-78CBBC7CF233}"/>
          </ac:spMkLst>
        </pc:spChg>
        <pc:spChg chg="add mod">
          <ac:chgData name="Yntema, Michiel SIBV-FR/P/R" userId="09241570-8f23-4256-be7e-a3c32bde0a3f" providerId="ADAL" clId="{D3F607C7-5341-416A-AE37-F2917009CA1C}" dt="2026-09-01T11:37:15.932" v="142372" actId="207"/>
          <ac:spMkLst>
            <pc:docMk/>
            <pc:sldMk cId="0" sldId="256"/>
            <ac:spMk id="1079" creationId="{BAC0241A-7376-1B04-5075-93FC0789EB3E}"/>
          </ac:spMkLst>
        </pc:spChg>
        <pc:spChg chg="add mod">
          <ac:chgData name="Yntema, Michiel SIBV-FR/P/R" userId="09241570-8f23-4256-be7e-a3c32bde0a3f" providerId="ADAL" clId="{D3F607C7-5341-416A-AE37-F2917009CA1C}" dt="2026-09-01T11:37:15.923" v="142357" actId="207"/>
          <ac:spMkLst>
            <pc:docMk/>
            <pc:sldMk cId="0" sldId="256"/>
            <ac:spMk id="1080" creationId="{C30ACDA7-843E-C75E-948B-894F9A950741}"/>
          </ac:spMkLst>
        </pc:spChg>
        <pc:spChg chg="add mod">
          <ac:chgData name="Yntema, Michiel SIBV-FR/P/R" userId="09241570-8f23-4256-be7e-a3c32bde0a3f" providerId="ADAL" clId="{D3F607C7-5341-416A-AE37-F2917009CA1C}" dt="2026-09-01T11:37:15.912" v="142342" actId="207"/>
          <ac:spMkLst>
            <pc:docMk/>
            <pc:sldMk cId="0" sldId="256"/>
            <ac:spMk id="1081" creationId="{90FFADC1-D07D-3E1F-E11E-F2FC27A64156}"/>
          </ac:spMkLst>
        </pc:spChg>
        <pc:spChg chg="add mod">
          <ac:chgData name="Yntema, Michiel SIBV-FR/P/R" userId="09241570-8f23-4256-be7e-a3c32bde0a3f" providerId="ADAL" clId="{D3F607C7-5341-416A-AE37-F2917009CA1C}" dt="2026-09-01T11:37:15.904" v="142327" actId="207"/>
          <ac:spMkLst>
            <pc:docMk/>
            <pc:sldMk cId="0" sldId="256"/>
            <ac:spMk id="1082" creationId="{425A8ED9-D66C-B1DB-ED82-5F415A4E9189}"/>
          </ac:spMkLst>
        </pc:spChg>
        <pc:spChg chg="add mod">
          <ac:chgData name="Yntema, Michiel SIBV-FR/P/R" userId="09241570-8f23-4256-be7e-a3c32bde0a3f" providerId="ADAL" clId="{D3F607C7-5341-416A-AE37-F2917009CA1C}" dt="2026-09-01T11:37:15.893" v="142313" actId="207"/>
          <ac:spMkLst>
            <pc:docMk/>
            <pc:sldMk cId="0" sldId="256"/>
            <ac:spMk id="1083" creationId="{37626969-F7AF-6587-85FF-671CCD6916F3}"/>
          </ac:spMkLst>
        </pc:spChg>
        <pc:spChg chg="add mod">
          <ac:chgData name="Yntema, Michiel SIBV-FR/P/R" userId="09241570-8f23-4256-be7e-a3c32bde0a3f" providerId="ADAL" clId="{D3F607C7-5341-416A-AE37-F2917009CA1C}" dt="2026-09-01T11:37:15.885" v="142298" actId="207"/>
          <ac:spMkLst>
            <pc:docMk/>
            <pc:sldMk cId="0" sldId="256"/>
            <ac:spMk id="1084" creationId="{A3445636-ECEB-0B7E-7F73-7A0693CDCA7B}"/>
          </ac:spMkLst>
        </pc:spChg>
        <pc:spChg chg="add mod">
          <ac:chgData name="Yntema, Michiel SIBV-FR/P/R" userId="09241570-8f23-4256-be7e-a3c32bde0a3f" providerId="ADAL" clId="{D3F607C7-5341-416A-AE37-F2917009CA1C}" dt="2026-09-01T11:37:15.874" v="142283" actId="207"/>
          <ac:spMkLst>
            <pc:docMk/>
            <pc:sldMk cId="0" sldId="256"/>
            <ac:spMk id="1085" creationId="{B42BCB20-F2E7-C42A-DBB0-40B90F553EE3}"/>
          </ac:spMkLst>
        </pc:spChg>
        <pc:spChg chg="add mod">
          <ac:chgData name="Yntema, Michiel SIBV-FR/P/R" userId="09241570-8f23-4256-be7e-a3c32bde0a3f" providerId="ADAL" clId="{D3F607C7-5341-416A-AE37-F2917009CA1C}" dt="2026-09-01T11:37:15.866" v="142268" actId="207"/>
          <ac:spMkLst>
            <pc:docMk/>
            <pc:sldMk cId="0" sldId="256"/>
            <ac:spMk id="1086" creationId="{72C0A347-6EAC-8130-C5C2-C41E83A10F93}"/>
          </ac:spMkLst>
        </pc:spChg>
        <pc:spChg chg="add mod">
          <ac:chgData name="Yntema, Michiel SIBV-FR/P/R" userId="09241570-8f23-4256-be7e-a3c32bde0a3f" providerId="ADAL" clId="{D3F607C7-5341-416A-AE37-F2917009CA1C}" dt="2026-09-01T11:37:15.855" v="142254" actId="207"/>
          <ac:spMkLst>
            <pc:docMk/>
            <pc:sldMk cId="0" sldId="256"/>
            <ac:spMk id="1087" creationId="{DB8F20DA-7205-04A3-9C88-3BCD585F0070}"/>
          </ac:spMkLst>
        </pc:spChg>
        <pc:spChg chg="add mod">
          <ac:chgData name="Yntema, Michiel SIBV-FR/P/R" userId="09241570-8f23-4256-be7e-a3c32bde0a3f" providerId="ADAL" clId="{D3F607C7-5341-416A-AE37-F2917009CA1C}" dt="2026-09-01T11:37:15.845" v="142239" actId="207"/>
          <ac:spMkLst>
            <pc:docMk/>
            <pc:sldMk cId="0" sldId="256"/>
            <ac:spMk id="1088" creationId="{9CAD7E97-B3E9-D1ED-18EE-3E3F85B177BE}"/>
          </ac:spMkLst>
        </pc:spChg>
        <pc:spChg chg="add mod">
          <ac:chgData name="Yntema, Michiel SIBV-FR/P/R" userId="09241570-8f23-4256-be7e-a3c32bde0a3f" providerId="ADAL" clId="{D3F607C7-5341-416A-AE37-F2917009CA1C}" dt="2026-09-01T11:37:15.833" v="142224" actId="207"/>
          <ac:spMkLst>
            <pc:docMk/>
            <pc:sldMk cId="0" sldId="256"/>
            <ac:spMk id="1089" creationId="{C570701C-4F64-568B-C6B1-59A00DCEB987}"/>
          </ac:spMkLst>
        </pc:spChg>
        <pc:spChg chg="add mod">
          <ac:chgData name="Yntema, Michiel SIBV-FR/P/R" userId="09241570-8f23-4256-be7e-a3c32bde0a3f" providerId="ADAL" clId="{D3F607C7-5341-416A-AE37-F2917009CA1C}" dt="2026-09-01T11:37:15.824" v="142209" actId="207"/>
          <ac:spMkLst>
            <pc:docMk/>
            <pc:sldMk cId="0" sldId="256"/>
            <ac:spMk id="1090" creationId="{89135C31-2F24-E0F8-6C20-05AD04D3EF7C}"/>
          </ac:spMkLst>
        </pc:spChg>
        <pc:spChg chg="add mod">
          <ac:chgData name="Yntema, Michiel SIBV-FR/P/R" userId="09241570-8f23-4256-be7e-a3c32bde0a3f" providerId="ADAL" clId="{D3F607C7-5341-416A-AE37-F2917009CA1C}" dt="2026-09-01T11:37:15.816" v="142194" actId="207"/>
          <ac:spMkLst>
            <pc:docMk/>
            <pc:sldMk cId="0" sldId="256"/>
            <ac:spMk id="1091" creationId="{8908AB40-6E80-A870-C132-438AB4DE19FE}"/>
          </ac:spMkLst>
        </pc:spChg>
        <pc:spChg chg="add mod">
          <ac:chgData name="Yntema, Michiel SIBV-FR/P/R" userId="09241570-8f23-4256-be7e-a3c32bde0a3f" providerId="ADAL" clId="{D3F607C7-5341-416A-AE37-F2917009CA1C}" dt="2026-09-01T11:37:15.805" v="142180" actId="207"/>
          <ac:spMkLst>
            <pc:docMk/>
            <pc:sldMk cId="0" sldId="256"/>
            <ac:spMk id="1092" creationId="{77CC48F9-C004-684A-61A4-2F501A17ACF4}"/>
          </ac:spMkLst>
        </pc:spChg>
        <pc:spChg chg="add mod">
          <ac:chgData name="Yntema, Michiel SIBV-FR/P/R" userId="09241570-8f23-4256-be7e-a3c32bde0a3f" providerId="ADAL" clId="{D3F607C7-5341-416A-AE37-F2917009CA1C}" dt="2026-09-01T11:37:15.792" v="142165" actId="207"/>
          <ac:spMkLst>
            <pc:docMk/>
            <pc:sldMk cId="0" sldId="256"/>
            <ac:spMk id="1093" creationId="{44F1BDF7-3C43-5AD4-9C98-0E0171CBA9E9}"/>
          </ac:spMkLst>
        </pc:spChg>
        <pc:spChg chg="add mod">
          <ac:chgData name="Yntema, Michiel SIBV-FR/P/R" userId="09241570-8f23-4256-be7e-a3c32bde0a3f" providerId="ADAL" clId="{D3F607C7-5341-416A-AE37-F2917009CA1C}" dt="2026-09-01T11:37:15.783" v="142150" actId="207"/>
          <ac:spMkLst>
            <pc:docMk/>
            <pc:sldMk cId="0" sldId="256"/>
            <ac:spMk id="1094" creationId="{EAD00C50-6E0F-8050-F872-E56AB0C672A9}"/>
          </ac:spMkLst>
        </pc:spChg>
        <pc:spChg chg="add mod">
          <ac:chgData name="Yntema, Michiel SIBV-FR/P/R" userId="09241570-8f23-4256-be7e-a3c32bde0a3f" providerId="ADAL" clId="{D3F607C7-5341-416A-AE37-F2917009CA1C}" dt="2026-09-01T11:37:15.773" v="142135" actId="207"/>
          <ac:spMkLst>
            <pc:docMk/>
            <pc:sldMk cId="0" sldId="256"/>
            <ac:spMk id="1095" creationId="{04057231-4C96-81BD-1F2C-1B43AB0EE8DC}"/>
          </ac:spMkLst>
        </pc:spChg>
        <pc:spChg chg="add mod">
          <ac:chgData name="Yntema, Michiel SIBV-FR/P/R" userId="09241570-8f23-4256-be7e-a3c32bde0a3f" providerId="ADAL" clId="{D3F607C7-5341-416A-AE37-F2917009CA1C}" dt="2026-09-01T11:37:15.764" v="142120" actId="207"/>
          <ac:spMkLst>
            <pc:docMk/>
            <pc:sldMk cId="0" sldId="256"/>
            <ac:spMk id="1096" creationId="{CF8A2D3F-79F3-71D0-64D6-78C2F33718C7}"/>
          </ac:spMkLst>
        </pc:spChg>
        <pc:spChg chg="add mod">
          <ac:chgData name="Yntema, Michiel SIBV-FR/P/R" userId="09241570-8f23-4256-be7e-a3c32bde0a3f" providerId="ADAL" clId="{D3F607C7-5341-416A-AE37-F2917009CA1C}" dt="2026-09-01T11:37:15.754" v="142106" actId="207"/>
          <ac:spMkLst>
            <pc:docMk/>
            <pc:sldMk cId="0" sldId="256"/>
            <ac:spMk id="1097" creationId="{54DB14F5-A486-19FF-D30E-BED0039A2F5C}"/>
          </ac:spMkLst>
        </pc:spChg>
        <pc:spChg chg="add mod">
          <ac:chgData name="Yntema, Michiel SIBV-FR/P/R" userId="09241570-8f23-4256-be7e-a3c32bde0a3f" providerId="ADAL" clId="{D3F607C7-5341-416A-AE37-F2917009CA1C}" dt="2026-09-01T11:37:15.745" v="142091" actId="207"/>
          <ac:spMkLst>
            <pc:docMk/>
            <pc:sldMk cId="0" sldId="256"/>
            <ac:spMk id="1098" creationId="{C9369C72-A821-B260-A9F5-93165D55BC93}"/>
          </ac:spMkLst>
        </pc:spChg>
        <pc:spChg chg="add mod">
          <ac:chgData name="Yntema, Michiel SIBV-FR/P/R" userId="09241570-8f23-4256-be7e-a3c32bde0a3f" providerId="ADAL" clId="{D3F607C7-5341-416A-AE37-F2917009CA1C}" dt="2026-09-01T11:37:15.735" v="142076" actId="207"/>
          <ac:spMkLst>
            <pc:docMk/>
            <pc:sldMk cId="0" sldId="256"/>
            <ac:spMk id="1099" creationId="{BF3F6300-24DD-B952-4CFA-EB0CD4B4075F}"/>
          </ac:spMkLst>
        </pc:spChg>
        <pc:spChg chg="add mod">
          <ac:chgData name="Yntema, Michiel SIBV-FR/P/R" userId="09241570-8f23-4256-be7e-a3c32bde0a3f" providerId="ADAL" clId="{D3F607C7-5341-416A-AE37-F2917009CA1C}" dt="2026-09-01T11:37:15.724" v="142061" actId="207"/>
          <ac:spMkLst>
            <pc:docMk/>
            <pc:sldMk cId="0" sldId="256"/>
            <ac:spMk id="1100" creationId="{8AA89D93-3BAB-A1D9-7866-A61CEBA8CF74}"/>
          </ac:spMkLst>
        </pc:spChg>
        <pc:spChg chg="add mod">
          <ac:chgData name="Yntema, Michiel SIBV-FR/P/R" userId="09241570-8f23-4256-be7e-a3c32bde0a3f" providerId="ADAL" clId="{D3F607C7-5341-416A-AE37-F2917009CA1C}" dt="2026-09-01T11:37:15.715" v="142046" actId="207"/>
          <ac:spMkLst>
            <pc:docMk/>
            <pc:sldMk cId="0" sldId="256"/>
            <ac:spMk id="1101" creationId="{3D896ADB-7DE5-1524-6FED-CF30E15F9F24}"/>
          </ac:spMkLst>
        </pc:spChg>
        <pc:spChg chg="add mod">
          <ac:chgData name="Yntema, Michiel SIBV-FR/P/R" userId="09241570-8f23-4256-be7e-a3c32bde0a3f" providerId="ADAL" clId="{D3F607C7-5341-416A-AE37-F2917009CA1C}" dt="2026-09-01T11:37:15.706" v="142031" actId="207"/>
          <ac:spMkLst>
            <pc:docMk/>
            <pc:sldMk cId="0" sldId="256"/>
            <ac:spMk id="1102" creationId="{291FA7AF-36FE-1330-C3A7-0632FED14F75}"/>
          </ac:spMkLst>
        </pc:spChg>
        <pc:spChg chg="add mod">
          <ac:chgData name="Yntema, Michiel SIBV-FR/P/R" userId="09241570-8f23-4256-be7e-a3c32bde0a3f" providerId="ADAL" clId="{D3F607C7-5341-416A-AE37-F2917009CA1C}" dt="2026-09-01T11:37:15.695" v="142016" actId="207"/>
          <ac:spMkLst>
            <pc:docMk/>
            <pc:sldMk cId="0" sldId="256"/>
            <ac:spMk id="1103" creationId="{3892F92D-B9AB-14E6-DC30-050535594B9A}"/>
          </ac:spMkLst>
        </pc:spChg>
        <pc:spChg chg="add mod">
          <ac:chgData name="Yntema, Michiel SIBV-FR/P/R" userId="09241570-8f23-4256-be7e-a3c32bde0a3f" providerId="ADAL" clId="{D3F607C7-5341-416A-AE37-F2917009CA1C}" dt="2026-09-01T11:37:15.686" v="142001" actId="207"/>
          <ac:spMkLst>
            <pc:docMk/>
            <pc:sldMk cId="0" sldId="256"/>
            <ac:spMk id="1104" creationId="{2F59F971-720A-5CA7-BE86-5E2BD2E425BC}"/>
          </ac:spMkLst>
        </pc:spChg>
        <pc:spChg chg="add mod">
          <ac:chgData name="Yntema, Michiel SIBV-FR/P/R" userId="09241570-8f23-4256-be7e-a3c32bde0a3f" providerId="ADAL" clId="{D3F607C7-5341-416A-AE37-F2917009CA1C}" dt="2026-09-01T11:37:15.676" v="141986" actId="207"/>
          <ac:spMkLst>
            <pc:docMk/>
            <pc:sldMk cId="0" sldId="256"/>
            <ac:spMk id="1105" creationId="{DDACA04D-5689-3B46-3183-5B250432BAB8}"/>
          </ac:spMkLst>
        </pc:spChg>
        <pc:spChg chg="add mod">
          <ac:chgData name="Yntema, Michiel SIBV-FR/P/R" userId="09241570-8f23-4256-be7e-a3c32bde0a3f" providerId="ADAL" clId="{D3F607C7-5341-416A-AE37-F2917009CA1C}" dt="2026-09-01T11:37:15.662" v="141971" actId="207"/>
          <ac:spMkLst>
            <pc:docMk/>
            <pc:sldMk cId="0" sldId="256"/>
            <ac:spMk id="1106" creationId="{4EA64E09-3D76-132B-87B9-C3042C187B2E}"/>
          </ac:spMkLst>
        </pc:spChg>
        <pc:spChg chg="add mod">
          <ac:chgData name="Yntema, Michiel SIBV-FR/P/R" userId="09241570-8f23-4256-be7e-a3c32bde0a3f" providerId="ADAL" clId="{D3F607C7-5341-416A-AE37-F2917009CA1C}" dt="2026-09-01T11:37:15.646" v="141956" actId="207"/>
          <ac:spMkLst>
            <pc:docMk/>
            <pc:sldMk cId="0" sldId="256"/>
            <ac:spMk id="1107" creationId="{38198B21-56D7-F68B-0E91-A70C1D3B28D3}"/>
          </ac:spMkLst>
        </pc:spChg>
        <pc:spChg chg="add mod">
          <ac:chgData name="Yntema, Michiel SIBV-FR/P/R" userId="09241570-8f23-4256-be7e-a3c32bde0a3f" providerId="ADAL" clId="{D3F607C7-5341-416A-AE37-F2917009CA1C}" dt="2026-09-01T11:37:15.636" v="141941" actId="207"/>
          <ac:spMkLst>
            <pc:docMk/>
            <pc:sldMk cId="0" sldId="256"/>
            <ac:spMk id="1108" creationId="{7EEFEF29-4EEC-077D-3C0C-BCA31289F12E}"/>
          </ac:spMkLst>
        </pc:spChg>
        <pc:spChg chg="add mod">
          <ac:chgData name="Yntema, Michiel SIBV-FR/P/R" userId="09241570-8f23-4256-be7e-a3c32bde0a3f" providerId="ADAL" clId="{D3F607C7-5341-416A-AE37-F2917009CA1C}" dt="2026-09-01T11:37:15.625" v="141926" actId="207"/>
          <ac:spMkLst>
            <pc:docMk/>
            <pc:sldMk cId="0" sldId="256"/>
            <ac:spMk id="1109" creationId="{A4342574-BC2F-7262-A85F-28F9C2B01844}"/>
          </ac:spMkLst>
        </pc:spChg>
        <pc:spChg chg="add mod">
          <ac:chgData name="Yntema, Michiel SIBV-FR/P/R" userId="09241570-8f23-4256-be7e-a3c32bde0a3f" providerId="ADAL" clId="{D3F607C7-5341-416A-AE37-F2917009CA1C}" dt="2026-09-01T11:37:15.615" v="141911" actId="207"/>
          <ac:spMkLst>
            <pc:docMk/>
            <pc:sldMk cId="0" sldId="256"/>
            <ac:spMk id="1110" creationId="{9C61C40B-B2C6-561E-3F37-DECB52A54351}"/>
          </ac:spMkLst>
        </pc:spChg>
        <pc:spChg chg="add mod">
          <ac:chgData name="Yntema, Michiel SIBV-FR/P/R" userId="09241570-8f23-4256-be7e-a3c32bde0a3f" providerId="ADAL" clId="{D3F607C7-5341-416A-AE37-F2917009CA1C}" dt="2026-09-01T11:37:15.606" v="141896" actId="207"/>
          <ac:spMkLst>
            <pc:docMk/>
            <pc:sldMk cId="0" sldId="256"/>
            <ac:spMk id="1111" creationId="{6816DD5C-AF71-B9A7-BCE5-076E8652077C}"/>
          </ac:spMkLst>
        </pc:spChg>
        <pc:spChg chg="add mod">
          <ac:chgData name="Yntema, Michiel SIBV-FR/P/R" userId="09241570-8f23-4256-be7e-a3c32bde0a3f" providerId="ADAL" clId="{D3F607C7-5341-416A-AE37-F2917009CA1C}" dt="2026-09-01T11:37:15.595" v="141881" actId="207"/>
          <ac:spMkLst>
            <pc:docMk/>
            <pc:sldMk cId="0" sldId="256"/>
            <ac:spMk id="1112" creationId="{7F882851-5088-16FC-1760-F2A02473CA6A}"/>
          </ac:spMkLst>
        </pc:spChg>
        <pc:spChg chg="add mod">
          <ac:chgData name="Yntema, Michiel SIBV-FR/P/R" userId="09241570-8f23-4256-be7e-a3c32bde0a3f" providerId="ADAL" clId="{D3F607C7-5341-416A-AE37-F2917009CA1C}" dt="2026-09-01T11:37:15.587" v="141866" actId="207"/>
          <ac:spMkLst>
            <pc:docMk/>
            <pc:sldMk cId="0" sldId="256"/>
            <ac:spMk id="1113" creationId="{9A52CEBC-F128-E3FD-C317-DF3124603A15}"/>
          </ac:spMkLst>
        </pc:spChg>
        <pc:spChg chg="add mod">
          <ac:chgData name="Yntema, Michiel SIBV-FR/P/R" userId="09241570-8f23-4256-be7e-a3c32bde0a3f" providerId="ADAL" clId="{D3F607C7-5341-416A-AE37-F2917009CA1C}" dt="2026-09-01T11:37:15.576" v="141851" actId="207"/>
          <ac:spMkLst>
            <pc:docMk/>
            <pc:sldMk cId="0" sldId="256"/>
            <ac:spMk id="1114" creationId="{3E867649-7A51-072A-A24F-228C8F751780}"/>
          </ac:spMkLst>
        </pc:spChg>
        <pc:spChg chg="add mod">
          <ac:chgData name="Yntema, Michiel SIBV-FR/P/R" userId="09241570-8f23-4256-be7e-a3c32bde0a3f" providerId="ADAL" clId="{D3F607C7-5341-416A-AE37-F2917009CA1C}" dt="2026-09-01T11:37:15.565" v="141836" actId="207"/>
          <ac:spMkLst>
            <pc:docMk/>
            <pc:sldMk cId="0" sldId="256"/>
            <ac:spMk id="1115" creationId="{3B9B1D96-CBEE-9E0E-1286-8620C6EA7C27}"/>
          </ac:spMkLst>
        </pc:spChg>
        <pc:spChg chg="add mod">
          <ac:chgData name="Yntema, Michiel SIBV-FR/P/R" userId="09241570-8f23-4256-be7e-a3c32bde0a3f" providerId="ADAL" clId="{D3F607C7-5341-416A-AE37-F2917009CA1C}" dt="2026-09-01T11:37:15.553" v="141821" actId="207"/>
          <ac:spMkLst>
            <pc:docMk/>
            <pc:sldMk cId="0" sldId="256"/>
            <ac:spMk id="1116" creationId="{91C97FFA-E912-C684-02CC-96A20808F4A1}"/>
          </ac:spMkLst>
        </pc:spChg>
        <pc:spChg chg="add del mod modVis">
          <ac:chgData name="Yntema, Michiel SIBV-FR/P/R" userId="09241570-8f23-4256-be7e-a3c32bde0a3f" providerId="ADAL" clId="{D3F607C7-5341-416A-AE37-F2917009CA1C}" dt="2026-09-01T11:37:26.148" v="144406"/>
          <ac:spMkLst>
            <pc:docMk/>
            <pc:sldMk cId="0" sldId="256"/>
            <ac:spMk id="1119" creationId="{39B45278-955E-51B2-B8E6-02D8444E0AF0}"/>
          </ac:spMkLst>
        </pc:spChg>
        <pc:spChg chg="add mod ord">
          <ac:chgData name="Yntema, Michiel SIBV-FR/P/R" userId="09241570-8f23-4256-be7e-a3c32bde0a3f" providerId="ADAL" clId="{D3F607C7-5341-416A-AE37-F2917009CA1C}" dt="2026-09-01T11:47:13.665" v="150761"/>
          <ac:spMkLst>
            <pc:docMk/>
            <pc:sldMk cId="0" sldId="256"/>
            <ac:spMk id="1123" creationId="{25906EC9-8D65-880C-A7D6-EB9B1C6308AB}"/>
          </ac:spMkLst>
        </pc:spChg>
        <pc:spChg chg="add del mod ord">
          <ac:chgData name="Yntema, Michiel SIBV-FR/P/R" userId="09241570-8f23-4256-be7e-a3c32bde0a3f" providerId="ADAL" clId="{D3F607C7-5341-416A-AE37-F2917009CA1C}" dt="2026-09-01T11:47:35.301" v="150777" actId="1037"/>
          <ac:spMkLst>
            <pc:docMk/>
            <pc:sldMk cId="0" sldId="256"/>
            <ac:spMk id="1125" creationId="{AFDD13BC-DD96-4B14-957E-349888E91549}"/>
          </ac:spMkLst>
        </pc:spChg>
        <pc:spChg chg="add mod ord">
          <ac:chgData name="Yntema, Michiel SIBV-FR/P/R" userId="09241570-8f23-4256-be7e-a3c32bde0a3f" providerId="ADAL" clId="{D3F607C7-5341-416A-AE37-F2917009CA1C}" dt="2026-09-01T11:47:36.244" v="150780" actId="1036"/>
          <ac:spMkLst>
            <pc:docMk/>
            <pc:sldMk cId="0" sldId="256"/>
            <ac:spMk id="1127" creationId="{E1B5766C-CF2F-41CF-2AA6-0FCB04C89293}"/>
          </ac:spMkLst>
        </pc:spChg>
        <pc:spChg chg="add mod ord">
          <ac:chgData name="Yntema, Michiel SIBV-FR/P/R" userId="09241570-8f23-4256-be7e-a3c32bde0a3f" providerId="ADAL" clId="{D3F607C7-5341-416A-AE37-F2917009CA1C}" dt="2026-09-01T11:50:09.003" v="150844" actId="1038"/>
          <ac:spMkLst>
            <pc:docMk/>
            <pc:sldMk cId="0" sldId="256"/>
            <ac:spMk id="1129" creationId="{1BF4B318-9105-3E14-46DF-045C24B9DF4E}"/>
          </ac:spMkLst>
        </pc:spChg>
        <pc:spChg chg="add mod ord">
          <ac:chgData name="Yntema, Michiel SIBV-FR/P/R" userId="09241570-8f23-4256-be7e-a3c32bde0a3f" providerId="ADAL" clId="{D3F607C7-5341-416A-AE37-F2917009CA1C}" dt="2026-09-01T11:47:13.666" v="150769"/>
          <ac:spMkLst>
            <pc:docMk/>
            <pc:sldMk cId="0" sldId="256"/>
            <ac:spMk id="1131" creationId="{374C5F9C-D602-104F-7403-22300788AF75}"/>
          </ac:spMkLst>
        </pc:spChg>
        <pc:spChg chg="add del mod modVis">
          <ac:chgData name="Yntema, Michiel SIBV-FR/P/R" userId="09241570-8f23-4256-be7e-a3c32bde0a3f" providerId="ADAL" clId="{D3F607C7-5341-416A-AE37-F2917009CA1C}" dt="2026-09-01T11:47:13.669" v="150771"/>
          <ac:spMkLst>
            <pc:docMk/>
            <pc:sldMk cId="0" sldId="256"/>
            <ac:spMk id="1133" creationId="{BF9D6990-ABC9-162A-76FE-86F016A5F314}"/>
          </ac:spMkLst>
        </pc:spChg>
        <pc:grpChg chg="del">
          <ac:chgData name="Yntema, Michiel SIBV-FR/P/R" userId="09241570-8f23-4256-be7e-a3c32bde0a3f" providerId="ADAL" clId="{D3F607C7-5341-416A-AE37-F2917009CA1C}" dt="2026-09-01T11:20:17.272" v="106971" actId="478"/>
          <ac:grpSpMkLst>
            <pc:docMk/>
            <pc:sldMk cId="0" sldId="256"/>
            <ac:grpSpMk id="11" creationId="{DC087C06-1565-B41C-2432-044F279B95E0}"/>
          </ac:grpSpMkLst>
        </pc:grpChg>
        <pc:grpChg chg="mod ord">
          <ac:chgData name="Yntema, Michiel SIBV-FR/P/R" userId="09241570-8f23-4256-be7e-a3c32bde0a3f" providerId="ADAL" clId="{D3F607C7-5341-416A-AE37-F2917009CA1C}" dt="2026-09-01T11:47:13.512" v="149801"/>
          <ac:grpSpMkLst>
            <pc:docMk/>
            <pc:sldMk cId="0" sldId="256"/>
            <ac:grpSpMk id="61" creationId="{BE7CA9A8-12E1-B385-BA85-2EFAA5E19EC5}"/>
          </ac:grpSpMkLst>
        </pc:grpChg>
        <pc:grpChg chg="add del mod ord">
          <ac:chgData name="Yntema, Michiel SIBV-FR/P/R" userId="09241570-8f23-4256-be7e-a3c32bde0a3f" providerId="ADAL" clId="{D3F607C7-5341-416A-AE37-F2917009CA1C}" dt="2026-09-01T07:46:26.956" v="11381" actId="478"/>
          <ac:grpSpMkLst>
            <pc:docMk/>
            <pc:sldMk cId="0" sldId="256"/>
            <ac:grpSpMk id="68" creationId="{D78045C2-130D-3612-E86F-A6E04D2EB64C}"/>
          </ac:grpSpMkLst>
        </pc:grpChg>
        <pc:grpChg chg="del mod ord">
          <ac:chgData name="Yntema, Michiel SIBV-FR/P/R" userId="09241570-8f23-4256-be7e-a3c32bde0a3f" providerId="ADAL" clId="{D3F607C7-5341-416A-AE37-F2917009CA1C}" dt="2026-09-01T07:45:21.087" v="5787" actId="478"/>
          <ac:grpSpMkLst>
            <pc:docMk/>
            <pc:sldMk cId="0" sldId="256"/>
            <ac:grpSpMk id="107" creationId="{688E0940-EB69-CD46-7953-8DD4F31231FD}"/>
          </ac:grpSpMkLst>
        </pc:grpChg>
        <pc:grpChg chg="add del mod ord">
          <ac:chgData name="Yntema, Michiel SIBV-FR/P/R" userId="09241570-8f23-4256-be7e-a3c32bde0a3f" providerId="ADAL" clId="{D3F607C7-5341-416A-AE37-F2917009CA1C}" dt="2026-09-01T08:00:18.369" v="21480" actId="478"/>
          <ac:grpSpMkLst>
            <pc:docMk/>
            <pc:sldMk cId="0" sldId="256"/>
            <ac:grpSpMk id="136" creationId="{F89BEA7A-EE70-8959-2849-EA3F629BFB48}"/>
          </ac:grpSpMkLst>
        </pc:grpChg>
        <pc:grpChg chg="del mod ord">
          <ac:chgData name="Yntema, Michiel SIBV-FR/P/R" userId="09241570-8f23-4256-be7e-a3c32bde0a3f" providerId="ADAL" clId="{D3F607C7-5341-416A-AE37-F2917009CA1C}" dt="2026-09-01T10:36:51.200" v="62079" actId="478"/>
          <ac:grpSpMkLst>
            <pc:docMk/>
            <pc:sldMk cId="0" sldId="256"/>
            <ac:grpSpMk id="750" creationId="{EF76C55C-B02B-FB18-697B-D6A052A38F65}"/>
          </ac:grpSpMkLst>
        </pc:grpChg>
        <pc:graphicFrameChg chg="del">
          <ac:chgData name="Yntema, Michiel SIBV-FR/P/R" userId="09241570-8f23-4256-be7e-a3c32bde0a3f" providerId="ADAL" clId="{D3F607C7-5341-416A-AE37-F2917009CA1C}" dt="2026-09-01T07:31:54.764" v="821"/>
          <ac:graphicFrameMkLst>
            <pc:docMk/>
            <pc:sldMk cId="0" sldId="256"/>
            <ac:graphicFrameMk id="75" creationId="{89EB3067-E2BC-EB4F-CBCC-AF400AD6C108}"/>
          </ac:graphicFrameMkLst>
        </pc:graphicFrameChg>
        <pc:graphicFrameChg chg="del mod ord">
          <ac:chgData name="Yntema, Michiel SIBV-FR/P/R" userId="09241570-8f23-4256-be7e-a3c32bde0a3f" providerId="ADAL" clId="{D3F607C7-5341-416A-AE37-F2917009CA1C}" dt="2026-09-01T07:33:48.237" v="1121" actId="478"/>
          <ac:graphicFrameMkLst>
            <pc:docMk/>
            <pc:sldMk cId="0" sldId="256"/>
            <ac:graphicFrameMk id="83" creationId="{89A363B6-5B4E-6826-694B-A52A5E9C8504}"/>
          </ac:graphicFrameMkLst>
        </pc:graphicFrameChg>
        <pc:graphicFrameChg chg="del">
          <ac:chgData name="Yntema, Michiel SIBV-FR/P/R" userId="09241570-8f23-4256-be7e-a3c32bde0a3f" providerId="ADAL" clId="{D3F607C7-5341-416A-AE37-F2917009CA1C}" dt="2026-09-01T07:31:54.840" v="892"/>
          <ac:graphicFrameMkLst>
            <pc:docMk/>
            <pc:sldMk cId="0" sldId="256"/>
            <ac:graphicFrameMk id="92" creationId="{A69628D3-4202-F39E-F51B-E64216FEC177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34:45.044" v="1731"/>
          <ac:graphicFrameMkLst>
            <pc:docMk/>
            <pc:sldMk cId="0" sldId="256"/>
            <ac:graphicFrameMk id="102" creationId="{A921CE03-410C-9584-198A-A3F785BE0CDF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34:29.552" v="1698"/>
          <ac:graphicFrameMkLst>
            <pc:docMk/>
            <pc:sldMk cId="0" sldId="256"/>
            <ac:graphicFrameMk id="103" creationId="{C0A437DA-60ED-CB94-9143-725CBA99F26E}"/>
          </ac:graphicFrameMkLst>
        </pc:graphicFrameChg>
        <pc:graphicFrameChg chg="add mod ord modVis">
          <ac:chgData name="Yntema, Michiel SIBV-FR/P/R" userId="09241570-8f23-4256-be7e-a3c32bde0a3f" providerId="ADAL" clId="{D3F607C7-5341-416A-AE37-F2917009CA1C}" dt="2026-09-01T11:47:13.671" v="150773"/>
          <ac:graphicFrameMkLst>
            <pc:docMk/>
            <pc:sldMk cId="0" sldId="256"/>
            <ac:graphicFrameMk id="104" creationId="{0165037E-44E0-E80D-5C5E-23DFB93CC7C6}"/>
          </ac:graphicFrameMkLst>
        </pc:graphicFrameChg>
        <pc:graphicFrameChg chg="del">
          <ac:chgData name="Yntema, Michiel SIBV-FR/P/R" userId="09241570-8f23-4256-be7e-a3c32bde0a3f" providerId="ADAL" clId="{D3F607C7-5341-416A-AE37-F2917009CA1C}" dt="2026-09-01T07:33:51.366" v="1283"/>
          <ac:graphicFrameMkLst>
            <pc:docMk/>
            <pc:sldMk cId="0" sldId="256"/>
            <ac:graphicFrameMk id="113" creationId="{CEAD3126-5926-EC45-7184-E112F05B6CEB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34:07.758" v="1500"/>
          <ac:graphicFrameMkLst>
            <pc:docMk/>
            <pc:sldMk cId="0" sldId="256"/>
            <ac:graphicFrameMk id="128" creationId="{570237B9-103E-468A-74EA-2ECCFD43F58D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34:50.238" v="1931"/>
          <ac:graphicFrameMkLst>
            <pc:docMk/>
            <pc:sldMk cId="0" sldId="256"/>
            <ac:graphicFrameMk id="129" creationId="{05A57A53-76E2-84F6-2F21-A6A95D85741F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38:42.390" v="2122"/>
          <ac:graphicFrameMkLst>
            <pc:docMk/>
            <pc:sldMk cId="0" sldId="256"/>
            <ac:graphicFrameMk id="130" creationId="{79A52FEA-AA8A-D98A-DDB7-2E28E509362A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38:42.464" v="2209"/>
          <ac:graphicFrameMkLst>
            <pc:docMk/>
            <pc:sldMk cId="0" sldId="256"/>
            <ac:graphicFrameMk id="131" creationId="{71A812AE-CDB5-3EE9-4D57-65F7EA56CA79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38:44.977" v="2399"/>
          <ac:graphicFrameMkLst>
            <pc:docMk/>
            <pc:sldMk cId="0" sldId="256"/>
            <ac:graphicFrameMk id="132" creationId="{C2702911-6CA3-E07F-3D91-72CD720674A2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38:45.041" v="2486"/>
          <ac:graphicFrameMkLst>
            <pc:docMk/>
            <pc:sldMk cId="0" sldId="256"/>
            <ac:graphicFrameMk id="133" creationId="{3FC4C3AB-8AFE-0D18-EEAD-76058C331C81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22.754" v="6154"/>
          <ac:graphicFrameMkLst>
            <pc:docMk/>
            <pc:sldMk cId="0" sldId="256"/>
            <ac:graphicFrameMk id="134" creationId="{EA039118-76F2-A4D8-6A26-C2DDEA5644A9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6:59.722" v="11632"/>
          <ac:graphicFrameMkLst>
            <pc:docMk/>
            <pc:sldMk cId="0" sldId="256"/>
            <ac:graphicFrameMk id="135" creationId="{4816BC57-A031-C889-E945-2B4E7D2B7111}"/>
          </ac:graphicFrameMkLst>
        </pc:graphicFrameChg>
        <pc:graphicFrameChg chg="del">
          <ac:chgData name="Yntema, Michiel SIBV-FR/P/R" userId="09241570-8f23-4256-be7e-a3c32bde0a3f" providerId="ADAL" clId="{D3F607C7-5341-416A-AE37-F2917009CA1C}" dt="2026-09-01T07:40:06.304" v="2653"/>
          <ac:graphicFrameMkLst>
            <pc:docMk/>
            <pc:sldMk cId="0" sldId="256"/>
            <ac:graphicFrameMk id="140" creationId="{FDC69FD5-E6EC-0C5F-E93D-69D80F1F78D8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6:35.644" v="20871"/>
          <ac:graphicFrameMkLst>
            <pc:docMk/>
            <pc:sldMk cId="0" sldId="256"/>
            <ac:graphicFrameMk id="165" creationId="{19732053-8628-F880-6422-9C14152A29C5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07:41:37.338" v="3771" actId="1076"/>
          <ac:graphicFrameMkLst>
            <pc:docMk/>
            <pc:sldMk cId="0" sldId="256"/>
            <ac:graphicFrameMk id="166" creationId="{BDB9D3E3-6E65-E014-A6D9-DB56164ED95B}"/>
          </ac:graphicFrameMkLst>
        </pc:graphicFrameChg>
        <pc:graphicFrameChg chg="del">
          <ac:chgData name="Yntema, Michiel SIBV-FR/P/R" userId="09241570-8f23-4256-be7e-a3c32bde0a3f" providerId="ADAL" clId="{D3F607C7-5341-416A-AE37-F2917009CA1C}" dt="2026-09-01T07:44:00.257" v="4226"/>
          <ac:graphicFrameMkLst>
            <pc:docMk/>
            <pc:sldMk cId="0" sldId="256"/>
            <ac:graphicFrameMk id="176" creationId="{07AAA853-9972-4960-A56D-E80305A7895A}"/>
          </ac:graphicFrameMkLst>
        </pc:graphicFrameChg>
        <pc:graphicFrameChg chg="del">
          <ac:chgData name="Yntema, Michiel SIBV-FR/P/R" userId="09241570-8f23-4256-be7e-a3c32bde0a3f" providerId="ADAL" clId="{D3F607C7-5341-416A-AE37-F2917009CA1C}" dt="2026-09-01T07:44:00.352" v="4363"/>
          <ac:graphicFrameMkLst>
            <pc:docMk/>
            <pc:sldMk cId="0" sldId="256"/>
            <ac:graphicFrameMk id="195" creationId="{B15DDBCE-4C8D-9381-7AB7-8C5116E4C7DD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13.779" v="5434"/>
          <ac:graphicFrameMkLst>
            <pc:docMk/>
            <pc:sldMk cId="0" sldId="256"/>
            <ac:graphicFrameMk id="207" creationId="{EFAB7596-F236-ED72-BD4E-A85ECCE71F95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13.859" v="5495"/>
          <ac:graphicFrameMkLst>
            <pc:docMk/>
            <pc:sldMk cId="0" sldId="256"/>
            <ac:graphicFrameMk id="213" creationId="{D21BC459-1AB5-CFE4-4EB7-3F8AC1F1446F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07:45:06.039" v="5075" actId="1076"/>
          <ac:graphicFrameMkLst>
            <pc:docMk/>
            <pc:sldMk cId="0" sldId="256"/>
            <ac:graphicFrameMk id="214" creationId="{A0712412-E29D-B9B1-F0D5-3FE5DF89DD10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6:35.801" v="21114"/>
          <ac:graphicFrameMkLst>
            <pc:docMk/>
            <pc:sldMk cId="0" sldId="256"/>
            <ac:graphicFrameMk id="219" creationId="{633D9D99-0D44-BF57-3DE8-01EB1C643418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6:35.866" v="21173"/>
          <ac:graphicFrameMkLst>
            <pc:docMk/>
            <pc:sldMk cId="0" sldId="256"/>
            <ac:graphicFrameMk id="220" creationId="{4E5F0A46-2761-AFBD-544E-C726C0CB095E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23.559" v="6419"/>
          <ac:graphicFrameMkLst>
            <pc:docMk/>
            <pc:sldMk cId="0" sldId="256"/>
            <ac:graphicFrameMk id="230" creationId="{89704FF1-F156-E906-64C4-D14B0B76AE57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0:34.240" v="15732"/>
          <ac:graphicFrameMkLst>
            <pc:docMk/>
            <pc:sldMk cId="0" sldId="256"/>
            <ac:graphicFrameMk id="231" creationId="{977B63F1-325C-7BA1-6839-23373C69C76E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50.840" v="11326" actId="1076"/>
          <ac:graphicFrameMkLst>
            <pc:docMk/>
            <pc:sldMk cId="0" sldId="256"/>
            <ac:graphicFrameMk id="233" creationId="{A085E08A-1B74-7427-A675-D15C89BE9838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50.835" v="11323" actId="1076"/>
          <ac:graphicFrameMkLst>
            <pc:docMk/>
            <pc:sldMk cId="0" sldId="256"/>
            <ac:graphicFrameMk id="234" creationId="{253EC19E-015D-3227-E32A-339EF69C8C9B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50.133" v="11162" actId="1076"/>
          <ac:graphicFrameMkLst>
            <pc:docMk/>
            <pc:sldMk cId="0" sldId="256"/>
            <ac:graphicFrameMk id="236" creationId="{3DDC115D-82CB-9520-C332-7FBC3BECFECC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50.126" v="11159" actId="1076"/>
          <ac:graphicFrameMkLst>
            <pc:docMk/>
            <pc:sldMk cId="0" sldId="256"/>
            <ac:graphicFrameMk id="237" creationId="{EFC10612-F6C2-D9D3-9D31-4C576710D55A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48.970" v="10998" actId="1076"/>
          <ac:graphicFrameMkLst>
            <pc:docMk/>
            <pc:sldMk cId="0" sldId="256"/>
            <ac:graphicFrameMk id="239" creationId="{C89A6D21-2FE8-35B4-16D6-02556070BC3F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48.964" v="10995" actId="1076"/>
          <ac:graphicFrameMkLst>
            <pc:docMk/>
            <pc:sldMk cId="0" sldId="256"/>
            <ac:graphicFrameMk id="240" creationId="{8DD7F366-BCB9-6F5A-6422-58BFBAA19C65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48.647" v="10837" actId="1076"/>
          <ac:graphicFrameMkLst>
            <pc:docMk/>
            <pc:sldMk cId="0" sldId="256"/>
            <ac:graphicFrameMk id="242" creationId="{E0638702-D671-7469-B3E4-E0EA82D38259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48.640" v="10834" actId="1076"/>
          <ac:graphicFrameMkLst>
            <pc:docMk/>
            <pc:sldMk cId="0" sldId="256"/>
            <ac:graphicFrameMk id="243" creationId="{C13C5B0A-925D-7ADC-1AD0-C5C071A64B85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47.837" v="10680" actId="1076"/>
          <ac:graphicFrameMkLst>
            <pc:docMk/>
            <pc:sldMk cId="0" sldId="256"/>
            <ac:graphicFrameMk id="245" creationId="{3096F146-E2D0-5D54-56D3-80A90B690558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47.829" v="10677" actId="1076"/>
          <ac:graphicFrameMkLst>
            <pc:docMk/>
            <pc:sldMk cId="0" sldId="256"/>
            <ac:graphicFrameMk id="246" creationId="{4150323E-B5FD-53DD-C92C-8FBF00548365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47.451" v="10523" actId="1076"/>
          <ac:graphicFrameMkLst>
            <pc:docMk/>
            <pc:sldMk cId="0" sldId="256"/>
            <ac:graphicFrameMk id="248" creationId="{7990770F-CAC5-0D28-A0B0-218A6993AD00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47.442" v="10520" actId="1076"/>
          <ac:graphicFrameMkLst>
            <pc:docMk/>
            <pc:sldMk cId="0" sldId="256"/>
            <ac:graphicFrameMk id="249" creationId="{54C0C128-F2F0-58C1-A410-F6E354C7A671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45.543" v="10366" actId="1076"/>
          <ac:graphicFrameMkLst>
            <pc:docMk/>
            <pc:sldMk cId="0" sldId="256"/>
            <ac:graphicFrameMk id="251" creationId="{7DA7E936-2E42-3FDE-809F-5E9BE39B3F78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5:45.536" v="10363" actId="1076"/>
          <ac:graphicFrameMkLst>
            <pc:docMk/>
            <pc:sldMk cId="0" sldId="256"/>
            <ac:graphicFrameMk id="252" creationId="{02C420CF-5B71-F823-3E1A-F1898C188C8B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07:45:43.858" v="10209" actId="1076"/>
          <ac:graphicFrameMkLst>
            <pc:docMk/>
            <pc:sldMk cId="0" sldId="256"/>
            <ac:graphicFrameMk id="254" creationId="{2ACEE522-BA21-0C56-7F05-9505C84952A8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07:45:43.851" v="10206" actId="1076"/>
          <ac:graphicFrameMkLst>
            <pc:docMk/>
            <pc:sldMk cId="0" sldId="256"/>
            <ac:graphicFrameMk id="255" creationId="{D91A5072-37A1-B72D-1405-E54718BD80DE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7:02.342" v="11888"/>
          <ac:graphicFrameMkLst>
            <pc:docMk/>
            <pc:sldMk cId="0" sldId="256"/>
            <ac:graphicFrameMk id="257" creationId="{9417355D-2A44-195D-C512-D845D4C9FF06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8:26.853" v="12152"/>
          <ac:graphicFrameMkLst>
            <pc:docMk/>
            <pc:sldMk cId="0" sldId="256"/>
            <ac:graphicFrameMk id="258" creationId="{27A26733-28CA-1E40-3061-FAD6D4084A20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8:40.591" v="12507"/>
          <ac:graphicFrameMkLst>
            <pc:docMk/>
            <pc:sldMk cId="0" sldId="256"/>
            <ac:graphicFrameMk id="260" creationId="{1748FBDA-FADF-198A-E932-93C6CFA650C3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8:50.108" v="12765"/>
          <ac:graphicFrameMkLst>
            <pc:docMk/>
            <pc:sldMk cId="0" sldId="256"/>
            <ac:graphicFrameMk id="262" creationId="{65F07E78-6303-0F99-A2F5-4A0704C74D18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8:54.502" v="13021"/>
          <ac:graphicFrameMkLst>
            <pc:docMk/>
            <pc:sldMk cId="0" sldId="256"/>
            <ac:graphicFrameMk id="263" creationId="{B0A00CE9-0FC7-B39C-72D4-2BC57B279F9B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8:57.002" v="13276"/>
          <ac:graphicFrameMkLst>
            <pc:docMk/>
            <pc:sldMk cId="0" sldId="256"/>
            <ac:graphicFrameMk id="264" creationId="{5DC46A01-BFCA-51CD-2825-276BD672AD06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8:59.237" v="13526"/>
          <ac:graphicFrameMkLst>
            <pc:docMk/>
            <pc:sldMk cId="0" sldId="256"/>
            <ac:graphicFrameMk id="265" creationId="{E3CF2FB5-94CB-6210-D1CF-BF8B8AB79D87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9:02.469" v="13776"/>
          <ac:graphicFrameMkLst>
            <pc:docMk/>
            <pc:sldMk cId="0" sldId="256"/>
            <ac:graphicFrameMk id="266" creationId="{5AD7F171-E1D0-D588-7B30-13BC6C60475F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49:05.320" v="14026"/>
          <ac:graphicFrameMkLst>
            <pc:docMk/>
            <pc:sldMk cId="0" sldId="256"/>
            <ac:graphicFrameMk id="267" creationId="{E2EDA983-3973-4826-AB03-748C2C12DAB7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5:36.219" v="20546"/>
          <ac:graphicFrameMkLst>
            <pc:docMk/>
            <pc:sldMk cId="0" sldId="256"/>
            <ac:graphicFrameMk id="268" creationId="{3812D464-F494-4FE6-D9D3-97B51F3C5EA2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0:35.350" v="15996"/>
          <ac:graphicFrameMkLst>
            <pc:docMk/>
            <pc:sldMk cId="0" sldId="256"/>
            <ac:graphicFrameMk id="279" creationId="{18587910-6619-55E7-74BD-9ED371C55A7B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0:40.632" v="16267"/>
          <ac:graphicFrameMkLst>
            <pc:docMk/>
            <pc:sldMk cId="0" sldId="256"/>
            <ac:graphicFrameMk id="280" creationId="{6C622975-F204-BA43-24B3-785827895467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0:46.687" v="16518"/>
          <ac:graphicFrameMkLst>
            <pc:docMk/>
            <pc:sldMk cId="0" sldId="256"/>
            <ac:graphicFrameMk id="282" creationId="{003FDE2C-80F9-28E7-1614-9A346C3A8036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0:56.666" v="16772"/>
          <ac:graphicFrameMkLst>
            <pc:docMk/>
            <pc:sldMk cId="0" sldId="256"/>
            <ac:graphicFrameMk id="283" creationId="{DBB25030-4A7D-7AA4-9010-503744512A69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0:58.554" v="17021"/>
          <ac:graphicFrameMkLst>
            <pc:docMk/>
            <pc:sldMk cId="0" sldId="256"/>
            <ac:graphicFrameMk id="284" creationId="{379EE2AF-9F8C-583C-D593-3CA79854E18E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1:30.739" v="17282"/>
          <ac:graphicFrameMkLst>
            <pc:docMk/>
            <pc:sldMk cId="0" sldId="256"/>
            <ac:graphicFrameMk id="285" creationId="{291758D0-1139-F306-B7A7-A1908764BAE4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1:49.208" v="17776"/>
          <ac:graphicFrameMkLst>
            <pc:docMk/>
            <pc:sldMk cId="0" sldId="256"/>
            <ac:graphicFrameMk id="286" creationId="{3D5CB30E-82DE-898D-56D7-4D8505215F5B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7:55:36.148" v="20493"/>
          <ac:graphicFrameMkLst>
            <pc:docMk/>
            <pc:sldMk cId="0" sldId="256"/>
            <ac:graphicFrameMk id="287" creationId="{0E5B6771-D267-0A16-5986-613C608CDF27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07:55:25.700" v="20205" actId="1076"/>
          <ac:graphicFrameMkLst>
            <pc:docMk/>
            <pc:sldMk cId="0" sldId="256"/>
            <ac:graphicFrameMk id="290" creationId="{D93E0E55-8E37-82E0-A64F-E856078ABC5A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47:13.515" v="149817"/>
          <ac:graphicFrameMkLst>
            <pc:docMk/>
            <pc:sldMk cId="0" sldId="256"/>
            <ac:graphicFrameMk id="292" creationId="{9B8A42CA-801D-1B01-8FCC-8031B767E085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01:34.936" v="22497"/>
          <ac:graphicFrameMkLst>
            <pc:docMk/>
            <pc:sldMk cId="0" sldId="256"/>
            <ac:graphicFrameMk id="293" creationId="{792D0B52-6F6A-6E4C-10AD-7ADFE9C8DF48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00:41.248" v="22104"/>
          <ac:graphicFrameMkLst>
            <pc:docMk/>
            <pc:sldMk cId="0" sldId="256"/>
            <ac:graphicFrameMk id="333" creationId="{11D16C78-7898-36DE-7612-706AEA10E64C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5:01.793" v="28463"/>
          <ac:graphicFrameMkLst>
            <pc:docMk/>
            <pc:sldMk cId="0" sldId="256"/>
            <ac:graphicFrameMk id="337" creationId="{475052DC-989A-E52E-B76A-A6144F5A0305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5:01.849" v="28522"/>
          <ac:graphicFrameMkLst>
            <pc:docMk/>
            <pc:sldMk cId="0" sldId="256"/>
            <ac:graphicFrameMk id="338" creationId="{456BF75F-303A-5A7C-84AF-B414408220F6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08:00:33.632" v="21842" actId="1076"/>
          <ac:graphicFrameMkLst>
            <pc:docMk/>
            <pc:sldMk cId="0" sldId="256"/>
            <ac:graphicFrameMk id="347" creationId="{B326EE92-06C7-BF69-F232-0BFE3BA26853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2:40.023" v="25152"/>
          <ac:graphicFrameMkLst>
            <pc:docMk/>
            <pc:sldMk cId="0" sldId="256"/>
            <ac:graphicFrameMk id="349" creationId="{CBC21501-6D10-77CC-2C4E-E1D941BEE8AF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47:13.519" v="149835"/>
          <ac:graphicFrameMkLst>
            <pc:docMk/>
            <pc:sldMk cId="0" sldId="256"/>
            <ac:graphicFrameMk id="350" creationId="{2AFB32B6-B642-2312-3E0F-110BEFCB6514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08:01:48.288" v="23107" actId="1076"/>
          <ac:graphicFrameMkLst>
            <pc:docMk/>
            <pc:sldMk cId="0" sldId="256"/>
            <ac:graphicFrameMk id="351" creationId="{7809A3CE-A995-396F-380B-77FBE4AD6925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08:32:22.486" v="24071" actId="1076"/>
          <ac:graphicFrameMkLst>
            <pc:docMk/>
            <pc:sldMk cId="0" sldId="256"/>
            <ac:graphicFrameMk id="353" creationId="{65B96CC2-C023-1A3F-8E22-07897DD17E6A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08:32:27.741" v="24792" actId="1076"/>
          <ac:graphicFrameMkLst>
            <pc:docMk/>
            <pc:sldMk cId="0" sldId="256"/>
            <ac:graphicFrameMk id="355" creationId="{4251C664-8D9B-8DEE-0FB7-C1E4EE4C79D1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3:08.199" v="25619"/>
          <ac:graphicFrameMkLst>
            <pc:docMk/>
            <pc:sldMk cId="0" sldId="256"/>
            <ac:graphicFrameMk id="357" creationId="{B9C5EA08-38F1-61E9-AA89-BA511BB85614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3:11.363" v="25866"/>
          <ac:graphicFrameMkLst>
            <pc:docMk/>
            <pc:sldMk cId="0" sldId="256"/>
            <ac:graphicFrameMk id="358" creationId="{2677D72C-A034-5B28-03E7-72C1E16C0304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3:13.714" v="26113"/>
          <ac:graphicFrameMkLst>
            <pc:docMk/>
            <pc:sldMk cId="0" sldId="256"/>
            <ac:graphicFrameMk id="359" creationId="{33A45AA5-CBCB-7D7B-3DE8-0F64DBA400EE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3:17.185" v="26360"/>
          <ac:graphicFrameMkLst>
            <pc:docMk/>
            <pc:sldMk cId="0" sldId="256"/>
            <ac:graphicFrameMk id="360" creationId="{1F56F115-CDD6-8881-6C66-3099E7F934DD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3:20.701" v="26607"/>
          <ac:graphicFrameMkLst>
            <pc:docMk/>
            <pc:sldMk cId="0" sldId="256"/>
            <ac:graphicFrameMk id="361" creationId="{5884FDCC-902C-9C9E-15E7-E26F877F8B62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4:25.989" v="26903"/>
          <ac:graphicFrameMkLst>
            <pc:docMk/>
            <pc:sldMk cId="0" sldId="256"/>
            <ac:graphicFrameMk id="362" creationId="{D623B70F-A47C-07EF-3613-240051F8E868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4:29.157" v="27264"/>
          <ac:graphicFrameMkLst>
            <pc:docMk/>
            <pc:sldMk cId="0" sldId="256"/>
            <ac:graphicFrameMk id="363" creationId="{B6FF6CD8-31B9-DC66-2ABA-A6F1F0AF7B32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6:41.571" v="36807"/>
          <ac:graphicFrameMkLst>
            <pc:docMk/>
            <pc:sldMk cId="0" sldId="256"/>
            <ac:graphicFrameMk id="364" creationId="{39F4DCCF-97CD-E799-2820-9579BEDB7A23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08:34:55.412" v="28069" actId="1076"/>
          <ac:graphicFrameMkLst>
            <pc:docMk/>
            <pc:sldMk cId="0" sldId="256"/>
            <ac:graphicFrameMk id="368" creationId="{D1E40E90-580D-2FE9-52C7-093F31FBDF31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46:57.345" v="57782"/>
          <ac:graphicFrameMkLst>
            <pc:docMk/>
            <pc:sldMk cId="0" sldId="256"/>
            <ac:graphicFrameMk id="373" creationId="{91E54BE7-EAD8-2A55-01FE-913E525826E5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46:57.414" v="57841"/>
          <ac:graphicFrameMkLst>
            <pc:docMk/>
            <pc:sldMk cId="0" sldId="256"/>
            <ac:graphicFrameMk id="374" creationId="{27BE6949-BD60-67E2-71DA-C9E4817CF48E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6:47.091" v="39322"/>
          <ac:graphicFrameMkLst>
            <pc:docMk/>
            <pc:sldMk cId="0" sldId="256"/>
            <ac:graphicFrameMk id="721" creationId="{47C22E18-BEE6-4C74-9B4E-186C91E214FF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7:06.367" v="43134"/>
          <ac:graphicFrameMkLst>
            <pc:docMk/>
            <pc:sldMk cId="0" sldId="256"/>
            <ac:graphicFrameMk id="722" creationId="{86612DF7-8399-4D72-C832-344B7197A9D1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7:07.937" v="44823"/>
          <ac:graphicFrameMkLst>
            <pc:docMk/>
            <pc:sldMk cId="0" sldId="256"/>
            <ac:graphicFrameMk id="723" creationId="{3CB7840F-B394-4FF1-ED0C-B748F32E7C61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37:34.137" v="46514"/>
          <ac:graphicFrameMkLst>
            <pc:docMk/>
            <pc:sldMk cId="0" sldId="256"/>
            <ac:graphicFrameMk id="724" creationId="{B3AB4C5D-7D5C-706E-04B1-D4B9226982C4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41:16.110" v="48314"/>
          <ac:graphicFrameMkLst>
            <pc:docMk/>
            <pc:sldMk cId="0" sldId="256"/>
            <ac:graphicFrameMk id="725" creationId="{2B7BCFAD-8902-C250-D9F1-439758C2A9A3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41:30.688" v="51119"/>
          <ac:graphicFrameMkLst>
            <pc:docMk/>
            <pc:sldMk cId="0" sldId="256"/>
            <ac:graphicFrameMk id="728" creationId="{80AD368A-DDE2-65A0-BE38-1F4BDE639904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41:36.080" v="52146"/>
          <ac:graphicFrameMkLst>
            <pc:docMk/>
            <pc:sldMk cId="0" sldId="256"/>
            <ac:graphicFrameMk id="729" creationId="{89179744-5C24-7D41-7CBA-2F6AA027BA3D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41:48.908" v="55620"/>
          <ac:graphicFrameMkLst>
            <pc:docMk/>
            <pc:sldMk cId="0" sldId="256"/>
            <ac:graphicFrameMk id="730" creationId="{708B7815-F362-18BE-40E4-EF8C63E281F0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08:50:58.020" v="60264"/>
          <ac:graphicFrameMkLst>
            <pc:docMk/>
            <pc:sldMk cId="0" sldId="256"/>
            <ac:graphicFrameMk id="732" creationId="{0743296D-347F-B31F-799D-11A28ADA3126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4:20.935" v="82589"/>
          <ac:graphicFrameMkLst>
            <pc:docMk/>
            <pc:sldMk cId="0" sldId="256"/>
            <ac:graphicFrameMk id="740" creationId="{2D30EA94-0E49-DD90-1065-4DB2E090A4A5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4:21.041" v="82648"/>
          <ac:graphicFrameMkLst>
            <pc:docMk/>
            <pc:sldMk cId="0" sldId="256"/>
            <ac:graphicFrameMk id="741" creationId="{96179208-82FD-ACD3-EF0B-D06F058FF868}"/>
          </ac:graphicFrameMkLst>
        </pc:graphicFrameChg>
        <pc:graphicFrameChg chg="add del">
          <ac:chgData name="Yntema, Michiel SIBV-FR/P/R" userId="09241570-8f23-4256-be7e-a3c32bde0a3f" providerId="ADAL" clId="{D3F607C7-5341-416A-AE37-F2917009CA1C}" dt="2026-09-01T08:48:49.720" v="58800" actId="22"/>
          <ac:graphicFrameMkLst>
            <pc:docMk/>
            <pc:sldMk cId="0" sldId="256"/>
            <ac:graphicFrameMk id="743" creationId="{E349EB91-0D05-F891-3569-0EC51E34D414}"/>
          </ac:graphicFrameMkLst>
        </pc:graphicFrameChg>
        <pc:graphicFrameChg chg="add mod ord modGraphic">
          <ac:chgData name="Yntema, Michiel SIBV-FR/P/R" userId="09241570-8f23-4256-be7e-a3c32bde0a3f" providerId="ADAL" clId="{D3F607C7-5341-416A-AE37-F2917009CA1C}" dt="2026-09-01T11:54:03.118" v="151038" actId="14100"/>
          <ac:graphicFrameMkLst>
            <pc:docMk/>
            <pc:sldMk cId="0" sldId="256"/>
            <ac:graphicFrameMk id="747" creationId="{688E6E34-814B-15CE-BC70-1AB503AA26BC}"/>
          </ac:graphicFrameMkLst>
        </pc:graphicFrameChg>
        <pc:graphicFrameChg chg="del">
          <ac:chgData name="Yntema, Michiel SIBV-FR/P/R" userId="09241570-8f23-4256-be7e-a3c32bde0a3f" providerId="ADAL" clId="{D3F607C7-5341-416A-AE37-F2917009CA1C}" dt="2026-09-01T08:50:51.028" v="59125"/>
          <ac:graphicFrameMkLst>
            <pc:docMk/>
            <pc:sldMk cId="0" sldId="256"/>
            <ac:graphicFrameMk id="768" creationId="{4EC9F778-6110-BF97-3B72-40A0C051BBA3}"/>
          </ac:graphicFrameMkLst>
        </pc:graphicFrameChg>
        <pc:graphicFrameChg chg="del">
          <ac:chgData name="Yntema, Michiel SIBV-FR/P/R" userId="09241570-8f23-4256-be7e-a3c32bde0a3f" providerId="ADAL" clId="{D3F607C7-5341-416A-AE37-F2917009CA1C}" dt="2026-09-01T08:50:51.154" v="59210"/>
          <ac:graphicFrameMkLst>
            <pc:docMk/>
            <pc:sldMk cId="0" sldId="256"/>
            <ac:graphicFrameMk id="790" creationId="{547C22DC-0B79-5E43-5482-15F977550DDE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7:57.856" v="71961"/>
          <ac:graphicFrameMkLst>
            <pc:docMk/>
            <pc:sldMk cId="0" sldId="256"/>
            <ac:graphicFrameMk id="799" creationId="{638EA5F4-CF44-6010-90D8-9EEB412D5640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1:36.606" v="62149"/>
          <ac:graphicFrameMkLst>
            <pc:docMk/>
            <pc:sldMk cId="0" sldId="256"/>
            <ac:graphicFrameMk id="800" creationId="{23958ADB-E92C-098A-8EF6-8CB8EA52B3A3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47:13.523" v="149858"/>
          <ac:graphicFrameMkLst>
            <pc:docMk/>
            <pc:sldMk cId="0" sldId="256"/>
            <ac:graphicFrameMk id="801" creationId="{7F530E19-C064-A02B-6E14-4DA34B73375F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1:41.308" v="63263"/>
          <ac:graphicFrameMkLst>
            <pc:docMk/>
            <pc:sldMk cId="0" sldId="256"/>
            <ac:graphicFrameMk id="803" creationId="{997BD74D-BE83-0F67-EDED-0C829B0588FA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1:45.694" v="64315"/>
          <ac:graphicFrameMkLst>
            <pc:docMk/>
            <pc:sldMk cId="0" sldId="256"/>
            <ac:graphicFrameMk id="811" creationId="{92536E0E-2D32-4595-DFBB-9CE80F69AACC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1:50.779" v="65339"/>
          <ac:graphicFrameMkLst>
            <pc:docMk/>
            <pc:sldMk cId="0" sldId="256"/>
            <ac:graphicFrameMk id="812" creationId="{3B3059F8-B2BC-84FD-24E0-16740681FA60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2:02.180" v="66335"/>
          <ac:graphicFrameMkLst>
            <pc:docMk/>
            <pc:sldMk cId="0" sldId="256"/>
            <ac:graphicFrameMk id="813" creationId="{A4B6AC65-281F-9D9E-5E25-6A2CABCBEC79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2:49.711" v="68358"/>
          <ac:graphicFrameMkLst>
            <pc:docMk/>
            <pc:sldMk cId="0" sldId="256"/>
            <ac:graphicFrameMk id="814" creationId="{7A30E67D-CB4B-35B0-85C4-B0F623E49553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5:09.225" v="69863"/>
          <ac:graphicFrameMkLst>
            <pc:docMk/>
            <pc:sldMk cId="0" sldId="256"/>
            <ac:graphicFrameMk id="815" creationId="{34642723-8FEF-4E7C-5D34-52F93E9A1EA2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5:12.916" v="70887"/>
          <ac:graphicFrameMkLst>
            <pc:docMk/>
            <pc:sldMk cId="0" sldId="256"/>
            <ac:graphicFrameMk id="817" creationId="{364437BD-5EB1-9A23-C79D-5957EB652693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8:13.593" v="72045"/>
          <ac:graphicFrameMkLst>
            <pc:docMk/>
            <pc:sldMk cId="0" sldId="256"/>
            <ac:graphicFrameMk id="818" creationId="{D14F7A6E-4027-4000-D55B-34AF037D2438}"/>
          </ac:graphicFrameMkLst>
        </pc:graphicFrameChg>
        <pc:graphicFrameChg chg="mod ord">
          <ac:chgData name="Yntema, Michiel SIBV-FR/P/R" userId="09241570-8f23-4256-be7e-a3c32bde0a3f" providerId="ADAL" clId="{D3F607C7-5341-416A-AE37-F2917009CA1C}" dt="2026-09-01T11:47:13.507" v="149775"/>
          <ac:graphicFrameMkLst>
            <pc:docMk/>
            <pc:sldMk cId="0" sldId="256"/>
            <ac:graphicFrameMk id="840" creationId="{7D37D1B8-5F8A-381F-9936-77E9DC37FEA8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8:24.147" v="73105"/>
          <ac:graphicFrameMkLst>
            <pc:docMk/>
            <pc:sldMk cId="0" sldId="256"/>
            <ac:graphicFrameMk id="843" creationId="{1CBF92D7-0CA7-1F3D-AAC8-27EB6BD98558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48:28.605" v="74099"/>
          <ac:graphicFrameMkLst>
            <pc:docMk/>
            <pc:sldMk cId="0" sldId="256"/>
            <ac:graphicFrameMk id="844" creationId="{0ECF1629-5102-E45B-DE9C-E6BF7C108CE1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47:13.652" v="150697"/>
          <ac:graphicFrameMkLst>
            <pc:docMk/>
            <pc:sldMk cId="0" sldId="256"/>
            <ac:graphicFrameMk id="845" creationId="{0D5D740A-2747-4464-6C25-264FBCB2BFC6}"/>
          </ac:graphicFrameMkLst>
        </pc:graphicFrameChg>
        <pc:graphicFrameChg chg="add del mod">
          <ac:chgData name="Yntema, Michiel SIBV-FR/P/R" userId="09241570-8f23-4256-be7e-a3c32bde0a3f" providerId="ADAL" clId="{D3F607C7-5341-416A-AE37-F2917009CA1C}" dt="2026-09-01T10:50:54.598" v="77357"/>
          <ac:graphicFrameMkLst>
            <pc:docMk/>
            <pc:sldMk cId="0" sldId="256"/>
            <ac:graphicFrameMk id="846" creationId="{77291902-0C88-C20D-4189-03A7F58D2D1D}"/>
          </ac:graphicFrameMkLst>
        </pc:graphicFrameChg>
        <pc:graphicFrameChg chg="add del mod">
          <ac:chgData name="Yntema, Michiel SIBV-FR/P/R" userId="09241570-8f23-4256-be7e-a3c32bde0a3f" providerId="ADAL" clId="{D3F607C7-5341-416A-AE37-F2917009CA1C}" dt="2026-09-01T10:50:54.679" v="77367"/>
          <ac:graphicFrameMkLst>
            <pc:docMk/>
            <pc:sldMk cId="0" sldId="256"/>
            <ac:graphicFrameMk id="852" creationId="{F000E158-45C1-64FF-EDBD-91448CB47877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51:12.657" v="80413"/>
          <ac:graphicFrameMkLst>
            <pc:docMk/>
            <pc:sldMk cId="0" sldId="256"/>
            <ac:graphicFrameMk id="855" creationId="{A0A46A40-9E89-A5BF-56C8-7AC79131295A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51:12.765" v="80422"/>
          <ac:graphicFrameMkLst>
            <pc:docMk/>
            <pc:sldMk cId="0" sldId="256"/>
            <ac:graphicFrameMk id="856" creationId="{0F7EF4B9-2682-1BFB-9C81-84F33C204923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0:51:00.235" v="79938" actId="1076"/>
          <ac:graphicFrameMkLst>
            <pc:docMk/>
            <pc:sldMk cId="0" sldId="256"/>
            <ac:graphicFrameMk id="860" creationId="{5F03FFAC-F6A9-211E-84B2-6255345E30AD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52:49.752" v="81432"/>
          <ac:graphicFrameMkLst>
            <pc:docMk/>
            <pc:sldMk cId="0" sldId="256"/>
            <ac:graphicFrameMk id="862" creationId="{11A9E015-B87F-9E64-13F1-70749D2E9D26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0:52:49.851" v="81440"/>
          <ac:graphicFrameMkLst>
            <pc:docMk/>
            <pc:sldMk cId="0" sldId="256"/>
            <ac:graphicFrameMk id="863" creationId="{124F7401-6BBE-986F-41B6-B690955348E1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47:13.316" v="149737"/>
          <ac:graphicFrameMkLst>
            <pc:docMk/>
            <pc:sldMk cId="0" sldId="256"/>
            <ac:graphicFrameMk id="864" creationId="{8EDD956A-AC3B-6559-9143-D553EEC67E53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47:13.407" v="149746"/>
          <ac:graphicFrameMkLst>
            <pc:docMk/>
            <pc:sldMk cId="0" sldId="256"/>
            <ac:graphicFrameMk id="865" creationId="{87F4A357-6C73-587C-6E33-F82C83F6C042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4:57.140" v="83847"/>
          <ac:graphicFrameMkLst>
            <pc:docMk/>
            <pc:sldMk cId="0" sldId="256"/>
            <ac:graphicFrameMk id="869" creationId="{B0ECC963-F0C0-E84A-6EFF-8AE201139B3E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4:57.273" v="83924"/>
          <ac:graphicFrameMkLst>
            <pc:docMk/>
            <pc:sldMk cId="0" sldId="256"/>
            <ac:graphicFrameMk id="870" creationId="{580E75A0-6CCB-CB6F-8BE6-C0E3064D712E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5:06.368" v="85107"/>
          <ac:graphicFrameMkLst>
            <pc:docMk/>
            <pc:sldMk cId="0" sldId="256"/>
            <ac:graphicFrameMk id="872" creationId="{E045C269-BA51-941A-3081-30296F1CF272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5:06.482" v="85170"/>
          <ac:graphicFrameMkLst>
            <pc:docMk/>
            <pc:sldMk cId="0" sldId="256"/>
            <ac:graphicFrameMk id="874" creationId="{3F641484-7451-8B4C-5B6C-18ADD012B7BD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5:15.084" v="86486"/>
          <ac:graphicFrameMkLst>
            <pc:docMk/>
            <pc:sldMk cId="0" sldId="256"/>
            <ac:graphicFrameMk id="875" creationId="{8B9C6B9B-33CA-A0F4-B842-1F93AA147192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5:15.197" v="86545"/>
          <ac:graphicFrameMkLst>
            <pc:docMk/>
            <pc:sldMk cId="0" sldId="256"/>
            <ac:graphicFrameMk id="876" creationId="{F9377697-1475-18BC-05C7-1D2EFD5A1191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5:41.305" v="133621"/>
          <ac:graphicFrameMkLst>
            <pc:docMk/>
            <pc:sldMk cId="0" sldId="256"/>
            <ac:graphicFrameMk id="884" creationId="{8782B995-C371-6C49-19C7-40FBC0928C8A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6:51.222" v="98755"/>
          <ac:graphicFrameMkLst>
            <pc:docMk/>
            <pc:sldMk cId="0" sldId="256"/>
            <ac:graphicFrameMk id="885" creationId="{8E6567E8-0023-473B-C0C7-6AA3D3417320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15:41.846" v="89078" actId="1076"/>
          <ac:graphicFrameMkLst>
            <pc:docMk/>
            <pc:sldMk cId="0" sldId="256"/>
            <ac:graphicFrameMk id="886" creationId="{3054C91F-86E4-23F5-260D-FEF93D9D6F03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6:37.713" v="97983" actId="1076"/>
          <ac:graphicFrameMkLst>
            <pc:docMk/>
            <pc:sldMk cId="0" sldId="256"/>
            <ac:graphicFrameMk id="900" creationId="{44973717-8E00-0F82-243C-C051A88FA293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6:37.475" v="97300" actId="1076"/>
          <ac:graphicFrameMkLst>
            <pc:docMk/>
            <pc:sldMk cId="0" sldId="256"/>
            <ac:graphicFrameMk id="912" creationId="{689803B4-CB5E-9571-D805-7CB960D3C8FA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16:36.633" v="96081" actId="1076"/>
          <ac:graphicFrameMkLst>
            <pc:docMk/>
            <pc:sldMk cId="0" sldId="256"/>
            <ac:graphicFrameMk id="965" creationId="{72147A4B-3E8A-4183-9C4F-57DE92C95E66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16:36.621" v="96078" actId="1076"/>
          <ac:graphicFrameMkLst>
            <pc:docMk/>
            <pc:sldMk cId="0" sldId="256"/>
            <ac:graphicFrameMk id="966" creationId="{743D5DBC-6574-5B3A-C431-A09EDC9FEDBB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7:02.314" v="100188"/>
          <ac:graphicFrameMkLst>
            <pc:docMk/>
            <pc:sldMk cId="0" sldId="256"/>
            <ac:graphicFrameMk id="969" creationId="{C82F0FFC-4B12-1C0A-D575-F07D36D66BAD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7:05.662" v="101205"/>
          <ac:graphicFrameMkLst>
            <pc:docMk/>
            <pc:sldMk cId="0" sldId="256"/>
            <ac:graphicFrameMk id="984" creationId="{F5471A64-0448-C194-BA13-E2520FD79A31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7:07.999" v="102500"/>
          <ac:graphicFrameMkLst>
            <pc:docMk/>
            <pc:sldMk cId="0" sldId="256"/>
            <ac:graphicFrameMk id="985" creationId="{B3D8A4BC-5950-4846-BE37-C75E61C54F34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7:10.177" v="103515"/>
          <ac:graphicFrameMkLst>
            <pc:docMk/>
            <pc:sldMk cId="0" sldId="256"/>
            <ac:graphicFrameMk id="993" creationId="{FC05B059-F50B-E3FB-2B3F-79BEF60C48D2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7:14.215" v="104810"/>
          <ac:graphicFrameMkLst>
            <pc:docMk/>
            <pc:sldMk cId="0" sldId="256"/>
            <ac:graphicFrameMk id="994" creationId="{01BDDF4B-B61A-C882-10FD-97042E9CD715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17:18.251" v="105825"/>
          <ac:graphicFrameMkLst>
            <pc:docMk/>
            <pc:sldMk cId="0" sldId="256"/>
            <ac:graphicFrameMk id="1002" creationId="{F6EB7797-E4C6-2507-8086-CFCFF1F45993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3:07.678" v="115633"/>
          <ac:graphicFrameMkLst>
            <pc:docMk/>
            <pc:sldMk cId="0" sldId="256"/>
            <ac:graphicFrameMk id="1003" creationId="{F315C810-5F81-8277-B2BE-56673E1CC8A7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3:27.797" v="118675"/>
          <ac:graphicFrameMkLst>
            <pc:docMk/>
            <pc:sldMk cId="0" sldId="256"/>
            <ac:graphicFrameMk id="1036" creationId="{EE850E02-5114-2F19-0F9E-8057D60E4627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33:20.703" v="118232" actId="1076"/>
          <ac:graphicFrameMkLst>
            <pc:docMk/>
            <pc:sldMk cId="0" sldId="256"/>
            <ac:graphicFrameMk id="1037" creationId="{F2B72F4F-BC9D-19AB-C47F-8C0D8D59EC0C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3:38.163" v="119716"/>
          <ac:graphicFrameMkLst>
            <pc:docMk/>
            <pc:sldMk cId="0" sldId="256"/>
            <ac:graphicFrameMk id="1039" creationId="{B9AF627C-9FBB-57B0-994C-BF14318489CD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3:49.002" v="122706"/>
          <ac:graphicFrameMkLst>
            <pc:docMk/>
            <pc:sldMk cId="0" sldId="256"/>
            <ac:graphicFrameMk id="1040" creationId="{1173E0EF-4046-7D5F-37A0-7C8F10D70016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33:43.984" v="122280" actId="1076"/>
          <ac:graphicFrameMkLst>
            <pc:docMk/>
            <pc:sldMk cId="0" sldId="256"/>
            <ac:graphicFrameMk id="1041" creationId="{BB20932E-3CAE-5ACA-344B-5B95EE6267D0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3:54.607" v="123745"/>
          <ac:graphicFrameMkLst>
            <pc:docMk/>
            <pc:sldMk cId="0" sldId="256"/>
            <ac:graphicFrameMk id="1043" creationId="{DD87FC7B-517B-DF08-52A8-D6BFA1B5FC64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4:01.835" v="124782"/>
          <ac:graphicFrameMkLst>
            <pc:docMk/>
            <pc:sldMk cId="0" sldId="256"/>
            <ac:graphicFrameMk id="1044" creationId="{5E70CA6A-1A18-6C13-60BD-F10ECD7271C0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4:09.166" v="125820"/>
          <ac:graphicFrameMkLst>
            <pc:docMk/>
            <pc:sldMk cId="0" sldId="256"/>
            <ac:graphicFrameMk id="1045" creationId="{56B048A7-5DF7-5B8B-46D8-F8E43E52F301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4:16.512" v="126858"/>
          <ac:graphicFrameMkLst>
            <pc:docMk/>
            <pc:sldMk cId="0" sldId="256"/>
            <ac:graphicFrameMk id="1046" creationId="{85C78ED7-B0BA-AF50-E347-0DD13C9E1586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5:31.491" v="132517"/>
          <ac:graphicFrameMkLst>
            <pc:docMk/>
            <pc:sldMk cId="0" sldId="256"/>
            <ac:graphicFrameMk id="1047" creationId="{5E41F31B-4BA7-5EA4-D010-885D5BA9A2B7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35:21.443" v="132101" actId="1076"/>
          <ac:graphicFrameMkLst>
            <pc:docMk/>
            <pc:sldMk cId="0" sldId="256"/>
            <ac:graphicFrameMk id="1054" creationId="{A35AE868-1B84-9941-B6F8-DB843266CF50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35:19.644" v="131591" actId="1076"/>
          <ac:graphicFrameMkLst>
            <pc:docMk/>
            <pc:sldMk cId="0" sldId="256"/>
            <ac:graphicFrameMk id="1055" creationId="{0B02DAE9-607B-C275-BEE2-55DCD159F6D2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7:25.863" v="143395"/>
          <ac:graphicFrameMkLst>
            <pc:docMk/>
            <pc:sldMk cId="0" sldId="256"/>
            <ac:graphicFrameMk id="1057" creationId="{2DC79D75-7DB0-9C0C-ED85-3EB1314FB916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6:54.803" v="134739"/>
          <ac:graphicFrameMkLst>
            <pc:docMk/>
            <pc:sldMk cId="0" sldId="256"/>
            <ac:graphicFrameMk id="1064" creationId="{3D810039-2419-77D4-F5AC-31E141143BE4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47:13.533" v="149922"/>
          <ac:graphicFrameMkLst>
            <pc:docMk/>
            <pc:sldMk cId="0" sldId="256"/>
            <ac:graphicFrameMk id="1069" creationId="{C7842A47-23E7-EA82-A230-316434AFE75D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7:17.312" v="142977" actId="1076"/>
          <ac:graphicFrameMkLst>
            <pc:docMk/>
            <pc:sldMk cId="0" sldId="256"/>
            <ac:graphicFrameMk id="1070" creationId="{76822CA0-1E61-7C2C-72B1-3B04909A5153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7:15.522" v="141796" actId="1076"/>
          <ac:graphicFrameMkLst>
            <pc:docMk/>
            <pc:sldMk cId="0" sldId="256"/>
            <ac:graphicFrameMk id="1117" creationId="{9AEA004C-4973-EB59-3D76-FA1B619D4987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37:14.306" v="141310" actId="1076"/>
          <ac:graphicFrameMkLst>
            <pc:docMk/>
            <pc:sldMk cId="0" sldId="256"/>
            <ac:graphicFrameMk id="1118" creationId="{F54C3941-6699-2742-3EEF-BAAD75B16D2D}"/>
          </ac:graphicFrameMkLst>
        </pc:graphicFrameChg>
        <pc:graphicFrameChg chg="add del mod ord">
          <ac:chgData name="Yntema, Michiel SIBV-FR/P/R" userId="09241570-8f23-4256-be7e-a3c32bde0a3f" providerId="ADAL" clId="{D3F607C7-5341-416A-AE37-F2917009CA1C}" dt="2026-09-01T11:37:30.276" v="144430"/>
          <ac:graphicFrameMkLst>
            <pc:docMk/>
            <pc:sldMk cId="0" sldId="256"/>
            <ac:graphicFrameMk id="1120" creationId="{328B51AA-D346-DB3A-BAB8-47081C385F2A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47:13.541" v="149959"/>
          <ac:graphicFrameMkLst>
            <pc:docMk/>
            <pc:sldMk cId="0" sldId="256"/>
            <ac:graphicFrameMk id="1121" creationId="{C38BAA55-86EB-4614-A728-9DEBAEF99E5C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47:04.704" v="149277" actId="1076"/>
          <ac:graphicFrameMkLst>
            <pc:docMk/>
            <pc:sldMk cId="0" sldId="256"/>
            <ac:graphicFrameMk id="1132" creationId="{7FCAC4D7-06A9-ADC3-D19E-66532259E3A5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47:13.658" v="150731"/>
          <ac:graphicFrameMkLst>
            <pc:docMk/>
            <pc:sldMk cId="0" sldId="256"/>
            <ac:graphicFrameMk id="1134" creationId="{219C39AF-3FEC-8276-0B07-0F071B6DD1D3}"/>
          </ac:graphicFrameMkLst>
        </pc:graphicFrameChg>
        <pc:graphicFrameChg chg="add mod ord">
          <ac:chgData name="Yntema, Michiel SIBV-FR/P/R" userId="09241570-8f23-4256-be7e-a3c32bde0a3f" providerId="ADAL" clId="{D3F607C7-5341-416A-AE37-F2917009CA1C}" dt="2026-09-01T11:47:13.661" v="150738"/>
          <ac:graphicFrameMkLst>
            <pc:docMk/>
            <pc:sldMk cId="0" sldId="256"/>
            <ac:graphicFrameMk id="1135" creationId="{04A8C19C-FD06-D22B-E4B4-91838D8FDE69}"/>
          </ac:graphicFrameMkLst>
        </pc:graphicFrameChg>
        <pc:picChg chg="mod ord">
          <ac:chgData name="Yntema, Michiel SIBV-FR/P/R" userId="09241570-8f23-4256-be7e-a3c32bde0a3f" providerId="ADAL" clId="{D3F607C7-5341-416A-AE37-F2917009CA1C}" dt="2026-09-01T11:47:13.508" v="149779"/>
          <ac:picMkLst>
            <pc:docMk/>
            <pc:sldMk cId="0" sldId="256"/>
            <ac:picMk id="2" creationId="{00000000-0000-0000-0000-000000000000}"/>
          </ac:picMkLst>
        </pc:picChg>
        <pc:picChg chg="mod ord">
          <ac:chgData name="Yntema, Michiel SIBV-FR/P/R" userId="09241570-8f23-4256-be7e-a3c32bde0a3f" providerId="ADAL" clId="{D3F607C7-5341-416A-AE37-F2917009CA1C}" dt="2026-09-01T11:47:13.511" v="149791"/>
          <ac:picMkLst>
            <pc:docMk/>
            <pc:sldMk cId="0" sldId="256"/>
            <ac:picMk id="8" creationId="{00000000-0000-0000-0000-000000000000}"/>
          </ac:picMkLst>
        </pc:picChg>
        <pc:picChg chg="mod ord">
          <ac:chgData name="Yntema, Michiel SIBV-FR/P/R" userId="09241570-8f23-4256-be7e-a3c32bde0a3f" providerId="ADAL" clId="{D3F607C7-5341-416A-AE37-F2917009CA1C}" dt="2026-09-01T11:47:13.512" v="149799"/>
          <ac:picMkLst>
            <pc:docMk/>
            <pc:sldMk cId="0" sldId="256"/>
            <ac:picMk id="24" creationId="{E9488486-9067-A209-415D-58E37B121257}"/>
          </ac:picMkLst>
        </pc:picChg>
        <pc:picChg chg="add mod ord modCrop">
          <ac:chgData name="Yntema, Michiel SIBV-FR/P/R" userId="09241570-8f23-4256-be7e-a3c32bde0a3f" providerId="ADAL" clId="{D3F607C7-5341-416A-AE37-F2917009CA1C}" dt="2026-09-01T11:49:18.220" v="150803" actId="732"/>
          <ac:picMkLst>
            <pc:docMk/>
            <pc:sldMk cId="0" sldId="256"/>
            <ac:picMk id="62" creationId="{487BFB62-0CFF-9372-99FC-B6D64440BFAC}"/>
          </ac:picMkLst>
        </pc:picChg>
        <pc:picChg chg="add del mod">
          <ac:chgData name="Yntema, Michiel SIBV-FR/P/R" userId="09241570-8f23-4256-be7e-a3c32bde0a3f" providerId="ADAL" clId="{D3F607C7-5341-416A-AE37-F2917009CA1C}" dt="2026-09-01T07:25:02.960" v="457" actId="478"/>
          <ac:picMkLst>
            <pc:docMk/>
            <pc:sldMk cId="0" sldId="256"/>
            <ac:picMk id="63" creationId="{7FF91676-18ED-7E91-1768-5920518BD137}"/>
          </ac:picMkLst>
        </pc:picChg>
        <pc:picChg chg="add mod ord modCrop">
          <ac:chgData name="Yntema, Michiel SIBV-FR/P/R" userId="09241570-8f23-4256-be7e-a3c32bde0a3f" providerId="ADAL" clId="{D3F607C7-5341-416A-AE37-F2917009CA1C}" dt="2026-09-01T11:49:27.655" v="150804" actId="732"/>
          <ac:picMkLst>
            <pc:docMk/>
            <pc:sldMk cId="0" sldId="256"/>
            <ac:picMk id="64" creationId="{001DE978-F407-197F-A17C-BBE7A27FE187}"/>
          </ac:picMkLst>
        </pc:picChg>
        <pc:picChg chg="add mod ord modCrop">
          <ac:chgData name="Yntema, Michiel SIBV-FR/P/R" userId="09241570-8f23-4256-be7e-a3c32bde0a3f" providerId="ADAL" clId="{D3F607C7-5341-416A-AE37-F2917009CA1C}" dt="2026-09-01T11:49:36.328" v="150806" actId="1037"/>
          <ac:picMkLst>
            <pc:docMk/>
            <pc:sldMk cId="0" sldId="256"/>
            <ac:picMk id="65" creationId="{82B48537-5974-4B12-D8F1-CC38971928FA}"/>
          </ac:picMkLst>
        </pc:picChg>
        <pc:picChg chg="add mod ord modCrop">
          <ac:chgData name="Yntema, Michiel SIBV-FR/P/R" userId="09241570-8f23-4256-be7e-a3c32bde0a3f" providerId="ADAL" clId="{D3F607C7-5341-416A-AE37-F2917009CA1C}" dt="2026-09-01T11:49:50.920" v="150809" actId="732"/>
          <ac:picMkLst>
            <pc:docMk/>
            <pc:sldMk cId="0" sldId="256"/>
            <ac:picMk id="66" creationId="{A89A0456-0BA8-11C0-8D9B-C82A7D055FD6}"/>
          </ac:picMkLst>
        </pc:picChg>
        <pc:picChg chg="mod ord">
          <ac:chgData name="Yntema, Michiel SIBV-FR/P/R" userId="09241570-8f23-4256-be7e-a3c32bde0a3f" providerId="ADAL" clId="{D3F607C7-5341-416A-AE37-F2917009CA1C}" dt="2026-09-01T11:47:13.544" v="149977"/>
          <ac:picMkLst>
            <pc:docMk/>
            <pc:sldMk cId="0" sldId="256"/>
            <ac:picMk id="81" creationId="{6799207C-5330-DF44-5009-54B275735E22}"/>
          </ac:picMkLst>
        </pc:picChg>
        <pc:picChg chg="add del">
          <ac:chgData name="Yntema, Michiel SIBV-FR/P/R" userId="09241570-8f23-4256-be7e-a3c32bde0a3f" providerId="ADAL" clId="{D3F607C7-5341-416A-AE37-F2917009CA1C}" dt="2026-09-01T07:59:21.995" v="21469" actId="478"/>
          <ac:picMkLst>
            <pc:docMk/>
            <pc:sldMk cId="0" sldId="256"/>
            <ac:picMk id="340" creationId="{EEB1A768-D12F-77B3-759B-EFFC55D13B6C}"/>
          </ac:picMkLst>
        </pc:picChg>
        <pc:picChg chg="add del">
          <ac:chgData name="Yntema, Michiel SIBV-FR/P/R" userId="09241570-8f23-4256-be7e-a3c32bde0a3f" providerId="ADAL" clId="{D3F607C7-5341-416A-AE37-F2917009CA1C}" dt="2026-09-01T07:59:20.564" v="21468" actId="478"/>
          <ac:picMkLst>
            <pc:docMk/>
            <pc:sldMk cId="0" sldId="256"/>
            <ac:picMk id="342" creationId="{9D85DF61-8D7C-715C-6E6A-80CEA1B17CDC}"/>
          </ac:picMkLst>
        </pc:picChg>
        <pc:picChg chg="add del">
          <ac:chgData name="Yntema, Michiel SIBV-FR/P/R" userId="09241570-8f23-4256-be7e-a3c32bde0a3f" providerId="ADAL" clId="{D3F607C7-5341-416A-AE37-F2917009CA1C}" dt="2026-09-01T07:59:19.293" v="21467" actId="478"/>
          <ac:picMkLst>
            <pc:docMk/>
            <pc:sldMk cId="0" sldId="256"/>
            <ac:picMk id="344" creationId="{E797E0A6-E66E-254D-DA4B-6D4BB2ED5E08}"/>
          </ac:picMkLst>
        </pc:picChg>
        <pc:picChg chg="add mod ord">
          <ac:chgData name="Yntema, Michiel SIBV-FR/P/R" userId="09241570-8f23-4256-be7e-a3c32bde0a3f" providerId="ADAL" clId="{D3F607C7-5341-416A-AE37-F2917009CA1C}" dt="2026-09-01T11:47:13.545" v="149985"/>
          <ac:picMkLst>
            <pc:docMk/>
            <pc:sldMk cId="0" sldId="256"/>
            <ac:picMk id="346" creationId="{EB78AC5D-20CD-605C-437F-93B68D861537}"/>
          </ac:picMkLst>
        </pc:picChg>
        <pc:cxnChg chg="mod">
          <ac:chgData name="Yntema, Michiel SIBV-FR/P/R" userId="09241570-8f23-4256-be7e-a3c32bde0a3f" providerId="ADAL" clId="{D3F607C7-5341-416A-AE37-F2917009CA1C}" dt="2026-09-01T07:04:08.776" v="380" actId="208"/>
          <ac:cxnSpMkLst>
            <pc:docMk/>
            <pc:sldMk cId="0" sldId="256"/>
            <ac:cxnSpMk id="52" creationId="{870A866E-549B-5D55-10CE-D833B0945452}"/>
          </ac:cxnSpMkLst>
        </pc:cxnChg>
        <pc:cxnChg chg="mod">
          <ac:chgData name="Yntema, Michiel SIBV-FR/P/R" userId="09241570-8f23-4256-be7e-a3c32bde0a3f" providerId="ADAL" clId="{D3F607C7-5341-416A-AE37-F2917009CA1C}" dt="2026-09-01T07:04:08.776" v="380" actId="208"/>
          <ac:cxnSpMkLst>
            <pc:docMk/>
            <pc:sldMk cId="0" sldId="256"/>
            <ac:cxnSpMk id="54" creationId="{70466B52-3BC7-8550-B591-15E44DA53849}"/>
          </ac:cxnSpMkLst>
        </pc:cxnChg>
        <pc:cxnChg chg="mod">
          <ac:chgData name="Yntema, Michiel SIBV-FR/P/R" userId="09241570-8f23-4256-be7e-a3c32bde0a3f" providerId="ADAL" clId="{D3F607C7-5341-416A-AE37-F2917009CA1C}" dt="2026-09-01T07:04:08.776" v="380" actId="208"/>
          <ac:cxnSpMkLst>
            <pc:docMk/>
            <pc:sldMk cId="0" sldId="256"/>
            <ac:cxnSpMk id="58" creationId="{3A28D601-1E70-3791-FD2F-F03802C3441E}"/>
          </ac:cxnSpMkLst>
        </pc:cxnChg>
        <pc:cxnChg chg="mod">
          <ac:chgData name="Yntema, Michiel SIBV-FR/P/R" userId="09241570-8f23-4256-be7e-a3c32bde0a3f" providerId="ADAL" clId="{D3F607C7-5341-416A-AE37-F2917009CA1C}" dt="2026-09-01T07:04:08.776" v="380" actId="208"/>
          <ac:cxnSpMkLst>
            <pc:docMk/>
            <pc:sldMk cId="0" sldId="256"/>
            <ac:cxnSpMk id="59" creationId="{10900718-11DE-6238-9F2B-3A2A69370EA8}"/>
          </ac:cxnSpMkLst>
        </pc:cxnChg>
        <pc:cxnChg chg="mod">
          <ac:chgData name="Yntema, Michiel SIBV-FR/P/R" userId="09241570-8f23-4256-be7e-a3c32bde0a3f" providerId="ADAL" clId="{D3F607C7-5341-416A-AE37-F2917009CA1C}" dt="2026-09-01T07:04:08.776" v="380" actId="208"/>
          <ac:cxnSpMkLst>
            <pc:docMk/>
            <pc:sldMk cId="0" sldId="256"/>
            <ac:cxnSpMk id="60" creationId="{A6B5CE1E-2166-8711-8AAB-935DE0A57472}"/>
          </ac:cxnSpMkLst>
        </pc:cxnChg>
        <pc:cxnChg chg="del mod ord">
          <ac:chgData name="Yntema, Michiel SIBV-FR/P/R" userId="09241570-8f23-4256-be7e-a3c32bde0a3f" providerId="ADAL" clId="{D3F607C7-5341-416A-AE37-F2917009CA1C}" dt="2026-09-01T07:34:29.549" v="1695"/>
          <ac:cxnSpMkLst>
            <pc:docMk/>
            <pc:sldMk cId="0" sldId="256"/>
            <ac:cxnSpMk id="93" creationId="{1F020C81-EF5E-1AA6-9088-6E076AE2DD0F}"/>
          </ac:cxnSpMkLst>
        </pc:cxnChg>
        <pc:cxnChg chg="del mod ord">
          <ac:chgData name="Yntema, Michiel SIBV-FR/P/R" userId="09241570-8f23-4256-be7e-a3c32bde0a3f" providerId="ADAL" clId="{D3F607C7-5341-416A-AE37-F2917009CA1C}" dt="2026-09-01T07:34:29.548" v="1692"/>
          <ac:cxnSpMkLst>
            <pc:docMk/>
            <pc:sldMk cId="0" sldId="256"/>
            <ac:cxnSpMk id="94" creationId="{0FD658C4-1D26-A779-B477-9FA40C585D5F}"/>
          </ac:cxnSpMkLst>
        </pc:cxnChg>
        <pc:cxnChg chg="del mod ord">
          <ac:chgData name="Yntema, Michiel SIBV-FR/P/R" userId="09241570-8f23-4256-be7e-a3c32bde0a3f" providerId="ADAL" clId="{D3F607C7-5341-416A-AE37-F2917009CA1C}" dt="2026-09-01T07:34:29.546" v="1689"/>
          <ac:cxnSpMkLst>
            <pc:docMk/>
            <pc:sldMk cId="0" sldId="256"/>
            <ac:cxnSpMk id="95" creationId="{49AE05DA-43E8-8E0A-DA05-CD287148038A}"/>
          </ac:cxnSpMkLst>
        </pc:cxnChg>
        <pc:cxnChg chg="mod ord">
          <ac:chgData name="Yntema, Michiel SIBV-FR/P/R" userId="09241570-8f23-4256-be7e-a3c32bde0a3f" providerId="ADAL" clId="{D3F607C7-5341-416A-AE37-F2917009CA1C}" dt="2026-09-01T11:47:13.522" v="149848"/>
          <ac:cxnSpMkLst>
            <pc:docMk/>
            <pc:sldMk cId="0" sldId="256"/>
            <ac:cxnSpMk id="122" creationId="{3F07598B-10E4-181C-F6CB-456B7A942802}"/>
          </ac:cxnSpMkLst>
        </pc:cxnChg>
        <pc:cxnChg chg="mod ord">
          <ac:chgData name="Yntema, Michiel SIBV-FR/P/R" userId="09241570-8f23-4256-be7e-a3c32bde0a3f" providerId="ADAL" clId="{D3F607C7-5341-416A-AE37-F2917009CA1C}" dt="2026-09-01T11:47:13.529" v="149896"/>
          <ac:cxnSpMkLst>
            <pc:docMk/>
            <pc:sldMk cId="0" sldId="256"/>
            <ac:cxnSpMk id="161" creationId="{60AB33D4-0A3A-F9BF-705E-1A68EC2B89CB}"/>
          </ac:cxnSpMkLst>
        </pc:cxnChg>
        <pc:cxnChg chg="mod ord">
          <ac:chgData name="Yntema, Michiel SIBV-FR/P/R" userId="09241570-8f23-4256-be7e-a3c32bde0a3f" providerId="ADAL" clId="{D3F607C7-5341-416A-AE37-F2917009CA1C}" dt="2026-09-01T11:47:13.530" v="149902"/>
          <ac:cxnSpMkLst>
            <pc:docMk/>
            <pc:sldMk cId="0" sldId="256"/>
            <ac:cxnSpMk id="164" creationId="{8C032EF9-D4E2-80F8-78A3-0D1576767C01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530" v="149904"/>
          <ac:cxnSpMkLst>
            <pc:docMk/>
            <pc:sldMk cId="0" sldId="256"/>
            <ac:cxnSpMk id="168" creationId="{534697A1-844E-AB9E-F17D-A7C29EF683A1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531" v="149906"/>
          <ac:cxnSpMkLst>
            <pc:docMk/>
            <pc:sldMk cId="0" sldId="256"/>
            <ac:cxnSpMk id="169" creationId="{393157A2-970F-91CF-1EED-3708CF687163}"/>
          </ac:cxnSpMkLst>
        </pc:cxnChg>
        <pc:cxnChg chg="mod ord">
          <ac:chgData name="Yntema, Michiel SIBV-FR/P/R" userId="09241570-8f23-4256-be7e-a3c32bde0a3f" providerId="ADAL" clId="{D3F607C7-5341-416A-AE37-F2917009CA1C}" dt="2026-09-01T11:47:13.532" v="149914"/>
          <ac:cxnSpMkLst>
            <pc:docMk/>
            <pc:sldMk cId="0" sldId="256"/>
            <ac:cxnSpMk id="170" creationId="{511B2AF2-1C99-61A9-5828-9054FEF1A295}"/>
          </ac:cxnSpMkLst>
        </pc:cxnChg>
        <pc:cxnChg chg="mod ord">
          <ac:chgData name="Yntema, Michiel SIBV-FR/P/R" userId="09241570-8f23-4256-be7e-a3c32bde0a3f" providerId="ADAL" clId="{D3F607C7-5341-416A-AE37-F2917009CA1C}" dt="2026-09-01T11:47:13.531" v="149908"/>
          <ac:cxnSpMkLst>
            <pc:docMk/>
            <pc:sldMk cId="0" sldId="256"/>
            <ac:cxnSpMk id="171" creationId="{6F6E3F44-DCEB-322B-2D12-E92BAB30862C}"/>
          </ac:cxnSpMkLst>
        </pc:cxnChg>
        <pc:cxnChg chg="mod ord">
          <ac:chgData name="Yntema, Michiel SIBV-FR/P/R" userId="09241570-8f23-4256-be7e-a3c32bde0a3f" providerId="ADAL" clId="{D3F607C7-5341-416A-AE37-F2917009CA1C}" dt="2026-09-01T11:47:13.532" v="149916"/>
          <ac:cxnSpMkLst>
            <pc:docMk/>
            <pc:sldMk cId="0" sldId="256"/>
            <ac:cxnSpMk id="172" creationId="{DC8F469C-FD57-EBC7-907A-E13651401706}"/>
          </ac:cxnSpMkLst>
        </pc:cxnChg>
        <pc:cxnChg chg="mod ord">
          <ac:chgData name="Yntema, Michiel SIBV-FR/P/R" userId="09241570-8f23-4256-be7e-a3c32bde0a3f" providerId="ADAL" clId="{D3F607C7-5341-416A-AE37-F2917009CA1C}" dt="2026-09-01T11:47:13.532" v="149918"/>
          <ac:cxnSpMkLst>
            <pc:docMk/>
            <pc:sldMk cId="0" sldId="256"/>
            <ac:cxnSpMk id="173" creationId="{FB7C610A-A0DC-8876-AC3F-969ACFF0E89E}"/>
          </ac:cxnSpMkLst>
        </pc:cxnChg>
        <pc:cxnChg chg="mod ord">
          <ac:chgData name="Yntema, Michiel SIBV-FR/P/R" userId="09241570-8f23-4256-be7e-a3c32bde0a3f" providerId="ADAL" clId="{D3F607C7-5341-416A-AE37-F2917009CA1C}" dt="2026-09-01T11:47:13.531" v="149912"/>
          <ac:cxnSpMkLst>
            <pc:docMk/>
            <pc:sldMk cId="0" sldId="256"/>
            <ac:cxnSpMk id="174" creationId="{51482AFC-D824-8230-90A9-A746B5BF76CF}"/>
          </ac:cxnSpMkLst>
        </pc:cxnChg>
        <pc:cxnChg chg="mod ord">
          <ac:chgData name="Yntema, Michiel SIBV-FR/P/R" userId="09241570-8f23-4256-be7e-a3c32bde0a3f" providerId="ADAL" clId="{D3F607C7-5341-416A-AE37-F2917009CA1C}" dt="2026-09-01T11:47:13.532" v="149920"/>
          <ac:cxnSpMkLst>
            <pc:docMk/>
            <pc:sldMk cId="0" sldId="256"/>
            <ac:cxnSpMk id="175" creationId="{2227237F-D68E-807A-1D6C-A1C4ACFE2C04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538" v="149941"/>
          <ac:cxnSpMkLst>
            <pc:docMk/>
            <pc:sldMk cId="0" sldId="256"/>
            <ac:cxnSpMk id="186" creationId="{74FABFAB-8916-9760-179B-12F1FB9E9EB2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539" v="149943"/>
          <ac:cxnSpMkLst>
            <pc:docMk/>
            <pc:sldMk cId="0" sldId="256"/>
            <ac:cxnSpMk id="187" creationId="{515D0D9C-F35A-394C-8E82-626CF52B4DE8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540" v="149951"/>
          <ac:cxnSpMkLst>
            <pc:docMk/>
            <pc:sldMk cId="0" sldId="256"/>
            <ac:cxnSpMk id="188" creationId="{340451FA-B0B3-74FF-4C0E-AAA9A0DDCB27}"/>
          </ac:cxnSpMkLst>
        </pc:cxnChg>
        <pc:cxnChg chg="del">
          <ac:chgData name="Yntema, Michiel SIBV-FR/P/R" userId="09241570-8f23-4256-be7e-a3c32bde0a3f" providerId="ADAL" clId="{D3F607C7-5341-416A-AE37-F2917009CA1C}" dt="2026-09-01T07:44:00.310" v="4243"/>
          <ac:cxnSpMkLst>
            <pc:docMk/>
            <pc:sldMk cId="0" sldId="256"/>
            <ac:cxnSpMk id="189" creationId="{DC2E2D88-9ECB-49F1-AC91-7BC0B402703C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539" v="149947"/>
          <ac:cxnSpMkLst>
            <pc:docMk/>
            <pc:sldMk cId="0" sldId="256"/>
            <ac:cxnSpMk id="190" creationId="{356797D7-17C5-FCED-F376-CA2CCF1AED46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540" v="149949"/>
          <ac:cxnSpMkLst>
            <pc:docMk/>
            <pc:sldMk cId="0" sldId="256"/>
            <ac:cxnSpMk id="191" creationId="{592C1B4C-0943-DD63-60AC-0B67E8E43D8A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540" v="149953"/>
          <ac:cxnSpMkLst>
            <pc:docMk/>
            <pc:sldMk cId="0" sldId="256"/>
            <ac:cxnSpMk id="192" creationId="{6F4C338E-62FE-105D-3506-84B2168B51CB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541" v="149955"/>
          <ac:cxnSpMkLst>
            <pc:docMk/>
            <pc:sldMk cId="0" sldId="256"/>
            <ac:cxnSpMk id="193" creationId="{A174C648-4FD7-F429-A0C5-EF49B2598C25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541" v="149957"/>
          <ac:cxnSpMkLst>
            <pc:docMk/>
            <pc:sldMk cId="0" sldId="256"/>
            <ac:cxnSpMk id="194" creationId="{517CA414-C784-2967-E3F1-3D3FEB994438}"/>
          </ac:cxnSpMkLst>
        </pc:cxnChg>
        <pc:cxnChg chg="add mod ord">
          <ac:chgData name="Yntema, Michiel SIBV-FR/P/R" userId="09241570-8f23-4256-be7e-a3c32bde0a3f" providerId="ADAL" clId="{D3F607C7-5341-416A-AE37-F2917009CA1C}" dt="2026-09-01T11:47:13.531" v="149910"/>
          <ac:cxnSpMkLst>
            <pc:docMk/>
            <pc:sldMk cId="0" sldId="256"/>
            <ac:cxnSpMk id="206" creationId="{8EE62E12-11ED-53AE-3C6A-1E94F5FCF936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16:51.204" v="98723"/>
          <ac:cxnSpMkLst>
            <pc:docMk/>
            <pc:sldMk cId="0" sldId="256"/>
            <ac:cxnSpMk id="208" creationId="{A66265E9-9999-23BB-E7B1-455B07662CCB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16:51.203" v="98721"/>
          <ac:cxnSpMkLst>
            <pc:docMk/>
            <pc:sldMk cId="0" sldId="256"/>
            <ac:cxnSpMk id="209" creationId="{19946A9A-4051-7A01-0E4E-E8A59947CFA7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16:51.201" v="98719"/>
          <ac:cxnSpMkLst>
            <pc:docMk/>
            <pc:sldMk cId="0" sldId="256"/>
            <ac:cxnSpMk id="210" creationId="{46B7BF95-003C-A6B5-1E40-4786E4096255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16:51.199" v="98717"/>
          <ac:cxnSpMkLst>
            <pc:docMk/>
            <pc:sldMk cId="0" sldId="256"/>
            <ac:cxnSpMk id="211" creationId="{AADD6C75-3779-4AA1-86F5-92668D0F1EB8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16:51.198" v="98715"/>
          <ac:cxnSpMkLst>
            <pc:docMk/>
            <pc:sldMk cId="0" sldId="256"/>
            <ac:cxnSpMk id="212" creationId="{B8CC2357-C06B-2F34-E60A-8204E3F68997}"/>
          </ac:cxnSpMkLst>
        </pc:cxnChg>
        <pc:cxnChg chg="mod ord">
          <ac:chgData name="Yntema, Michiel SIBV-FR/P/R" userId="09241570-8f23-4256-be7e-a3c32bde0a3f" providerId="ADAL" clId="{D3F607C7-5341-416A-AE37-F2917009CA1C}" dt="2026-09-01T11:47:13.572" v="150179"/>
          <ac:cxnSpMkLst>
            <pc:docMk/>
            <pc:sldMk cId="0" sldId="256"/>
            <ac:cxnSpMk id="471" creationId="{32974143-793A-051C-E4C4-94DDE198A3AB}"/>
          </ac:cxnSpMkLst>
        </pc:cxnChg>
        <pc:cxnChg chg="mod ord">
          <ac:chgData name="Yntema, Michiel SIBV-FR/P/R" userId="09241570-8f23-4256-be7e-a3c32bde0a3f" providerId="ADAL" clId="{D3F607C7-5341-416A-AE37-F2917009CA1C}" dt="2026-09-01T11:47:13.572" v="150181"/>
          <ac:cxnSpMkLst>
            <pc:docMk/>
            <pc:sldMk cId="0" sldId="256"/>
            <ac:cxnSpMk id="472" creationId="{98EE42A8-DC0B-2A20-B003-DAE26D59429E}"/>
          </ac:cxnSpMkLst>
        </pc:cxnChg>
        <pc:cxnChg chg="mod ord">
          <ac:chgData name="Yntema, Michiel SIBV-FR/P/R" userId="09241570-8f23-4256-be7e-a3c32bde0a3f" providerId="ADAL" clId="{D3F607C7-5341-416A-AE37-F2917009CA1C}" dt="2026-09-01T11:47:13.572" v="150183"/>
          <ac:cxnSpMkLst>
            <pc:docMk/>
            <pc:sldMk cId="0" sldId="256"/>
            <ac:cxnSpMk id="473" creationId="{E488225A-A94C-2DF0-7C52-8444F5A3BF72}"/>
          </ac:cxnSpMkLst>
        </pc:cxnChg>
        <pc:cxnChg chg="mod ord">
          <ac:chgData name="Yntema, Michiel SIBV-FR/P/R" userId="09241570-8f23-4256-be7e-a3c32bde0a3f" providerId="ADAL" clId="{D3F607C7-5341-416A-AE37-F2917009CA1C}" dt="2026-09-01T11:47:13.573" v="150185"/>
          <ac:cxnSpMkLst>
            <pc:docMk/>
            <pc:sldMk cId="0" sldId="256"/>
            <ac:cxnSpMk id="474" creationId="{2D3E0288-A2C0-3C38-714C-7DC71E4DA2BD}"/>
          </ac:cxnSpMkLst>
        </pc:cxnChg>
        <pc:cxnChg chg="mod ord">
          <ac:chgData name="Yntema, Michiel SIBV-FR/P/R" userId="09241570-8f23-4256-be7e-a3c32bde0a3f" providerId="ADAL" clId="{D3F607C7-5341-416A-AE37-F2917009CA1C}" dt="2026-09-01T11:47:13.573" v="150187"/>
          <ac:cxnSpMkLst>
            <pc:docMk/>
            <pc:sldMk cId="0" sldId="256"/>
            <ac:cxnSpMk id="475" creationId="{2622BE51-AEB8-C9A8-C14A-880B04E9FCA9}"/>
          </ac:cxnSpMkLst>
        </pc:cxnChg>
        <pc:cxnChg chg="mod ord">
          <ac:chgData name="Yntema, Michiel SIBV-FR/P/R" userId="09241570-8f23-4256-be7e-a3c32bde0a3f" providerId="ADAL" clId="{D3F607C7-5341-416A-AE37-F2917009CA1C}" dt="2026-09-01T11:47:13.573" v="150189"/>
          <ac:cxnSpMkLst>
            <pc:docMk/>
            <pc:sldMk cId="0" sldId="256"/>
            <ac:cxnSpMk id="476" creationId="{8E440907-576D-C8FD-0D2F-F6623F6EC5DA}"/>
          </ac:cxnSpMkLst>
        </pc:cxnChg>
        <pc:cxnChg chg="mod ord">
          <ac:chgData name="Yntema, Michiel SIBV-FR/P/R" userId="09241570-8f23-4256-be7e-a3c32bde0a3f" providerId="ADAL" clId="{D3F607C7-5341-416A-AE37-F2917009CA1C}" dt="2026-09-01T11:47:13.573" v="150191"/>
          <ac:cxnSpMkLst>
            <pc:docMk/>
            <pc:sldMk cId="0" sldId="256"/>
            <ac:cxnSpMk id="477" creationId="{D56B368B-876D-EA8A-B5D2-2876D8421111}"/>
          </ac:cxnSpMkLst>
        </pc:cxnChg>
        <pc:cxnChg chg="mod ord">
          <ac:chgData name="Yntema, Michiel SIBV-FR/P/R" userId="09241570-8f23-4256-be7e-a3c32bde0a3f" providerId="ADAL" clId="{D3F607C7-5341-416A-AE37-F2917009CA1C}" dt="2026-09-01T11:47:13.574" v="150193"/>
          <ac:cxnSpMkLst>
            <pc:docMk/>
            <pc:sldMk cId="0" sldId="256"/>
            <ac:cxnSpMk id="478" creationId="{D3217AC4-9521-C077-3EA1-9DEA36FD9193}"/>
          </ac:cxnSpMkLst>
        </pc:cxnChg>
        <pc:cxnChg chg="mod ord">
          <ac:chgData name="Yntema, Michiel SIBV-FR/P/R" userId="09241570-8f23-4256-be7e-a3c32bde0a3f" providerId="ADAL" clId="{D3F607C7-5341-416A-AE37-F2917009CA1C}" dt="2026-09-01T11:47:13.574" v="150195"/>
          <ac:cxnSpMkLst>
            <pc:docMk/>
            <pc:sldMk cId="0" sldId="256"/>
            <ac:cxnSpMk id="479" creationId="{B7A44B75-55E4-5E0C-5480-AFA3B48935A4}"/>
          </ac:cxnSpMkLst>
        </pc:cxnChg>
        <pc:cxnChg chg="mod ord">
          <ac:chgData name="Yntema, Michiel SIBV-FR/P/R" userId="09241570-8f23-4256-be7e-a3c32bde0a3f" providerId="ADAL" clId="{D3F607C7-5341-416A-AE37-F2917009CA1C}" dt="2026-09-01T11:47:13.574" v="150197"/>
          <ac:cxnSpMkLst>
            <pc:docMk/>
            <pc:sldMk cId="0" sldId="256"/>
            <ac:cxnSpMk id="480" creationId="{CE8C8BC7-44D1-0F1F-83AB-B5698F83857D}"/>
          </ac:cxnSpMkLst>
        </pc:cxnChg>
        <pc:cxnChg chg="mod ord">
          <ac:chgData name="Yntema, Michiel SIBV-FR/P/R" userId="09241570-8f23-4256-be7e-a3c32bde0a3f" providerId="ADAL" clId="{D3F607C7-5341-416A-AE37-F2917009CA1C}" dt="2026-09-01T11:47:13.597" v="150347"/>
          <ac:cxnSpMkLst>
            <pc:docMk/>
            <pc:sldMk cId="0" sldId="256"/>
            <ac:cxnSpMk id="559" creationId="{F6DCA38C-EEE0-4504-CD94-C34F208A1368}"/>
          </ac:cxnSpMkLst>
        </pc:cxnChg>
        <pc:cxnChg chg="mod ord">
          <ac:chgData name="Yntema, Michiel SIBV-FR/P/R" userId="09241570-8f23-4256-be7e-a3c32bde0a3f" providerId="ADAL" clId="{D3F607C7-5341-416A-AE37-F2917009CA1C}" dt="2026-09-01T11:47:13.597" v="150349"/>
          <ac:cxnSpMkLst>
            <pc:docMk/>
            <pc:sldMk cId="0" sldId="256"/>
            <ac:cxnSpMk id="560" creationId="{B3D6ABBC-1F6A-35E9-1171-CAB29A273337}"/>
          </ac:cxnSpMkLst>
        </pc:cxnChg>
        <pc:cxnChg chg="mod ord">
          <ac:chgData name="Yntema, Michiel SIBV-FR/P/R" userId="09241570-8f23-4256-be7e-a3c32bde0a3f" providerId="ADAL" clId="{D3F607C7-5341-416A-AE37-F2917009CA1C}" dt="2026-09-01T11:47:13.597" v="150351"/>
          <ac:cxnSpMkLst>
            <pc:docMk/>
            <pc:sldMk cId="0" sldId="256"/>
            <ac:cxnSpMk id="561" creationId="{EE298EAD-A20B-D837-3970-A690D39E47AB}"/>
          </ac:cxnSpMkLst>
        </pc:cxnChg>
        <pc:cxnChg chg="mod ord">
          <ac:chgData name="Yntema, Michiel SIBV-FR/P/R" userId="09241570-8f23-4256-be7e-a3c32bde0a3f" providerId="ADAL" clId="{D3F607C7-5341-416A-AE37-F2917009CA1C}" dt="2026-09-01T11:47:13.598" v="150353"/>
          <ac:cxnSpMkLst>
            <pc:docMk/>
            <pc:sldMk cId="0" sldId="256"/>
            <ac:cxnSpMk id="562" creationId="{69AF589E-E5C7-63B0-7613-07DF40A108CB}"/>
          </ac:cxnSpMkLst>
        </pc:cxnChg>
        <pc:cxnChg chg="mod ord">
          <ac:chgData name="Yntema, Michiel SIBV-FR/P/R" userId="09241570-8f23-4256-be7e-a3c32bde0a3f" providerId="ADAL" clId="{D3F607C7-5341-416A-AE37-F2917009CA1C}" dt="2026-09-01T11:47:13.598" v="150355"/>
          <ac:cxnSpMkLst>
            <pc:docMk/>
            <pc:sldMk cId="0" sldId="256"/>
            <ac:cxnSpMk id="563" creationId="{3A07C546-5D27-B868-BD16-3FD1DAC0979A}"/>
          </ac:cxnSpMkLst>
        </pc:cxnChg>
        <pc:cxnChg chg="mod ord">
          <ac:chgData name="Yntema, Michiel SIBV-FR/P/R" userId="09241570-8f23-4256-be7e-a3c32bde0a3f" providerId="ADAL" clId="{D3F607C7-5341-416A-AE37-F2917009CA1C}" dt="2026-09-01T11:47:13.598" v="150357"/>
          <ac:cxnSpMkLst>
            <pc:docMk/>
            <pc:sldMk cId="0" sldId="256"/>
            <ac:cxnSpMk id="564" creationId="{958CB4B3-5450-6081-12AE-AD8A08359444}"/>
          </ac:cxnSpMkLst>
        </pc:cxnChg>
        <pc:cxnChg chg="mod ord">
          <ac:chgData name="Yntema, Michiel SIBV-FR/P/R" userId="09241570-8f23-4256-be7e-a3c32bde0a3f" providerId="ADAL" clId="{D3F607C7-5341-416A-AE37-F2917009CA1C}" dt="2026-09-01T11:47:13.598" v="150359"/>
          <ac:cxnSpMkLst>
            <pc:docMk/>
            <pc:sldMk cId="0" sldId="256"/>
            <ac:cxnSpMk id="565" creationId="{8B75C03A-4047-C612-76B8-D1677166B3E8}"/>
          </ac:cxnSpMkLst>
        </pc:cxnChg>
        <pc:cxnChg chg="mod ord">
          <ac:chgData name="Yntema, Michiel SIBV-FR/P/R" userId="09241570-8f23-4256-be7e-a3c32bde0a3f" providerId="ADAL" clId="{D3F607C7-5341-416A-AE37-F2917009CA1C}" dt="2026-09-01T11:47:13.599" v="150361"/>
          <ac:cxnSpMkLst>
            <pc:docMk/>
            <pc:sldMk cId="0" sldId="256"/>
            <ac:cxnSpMk id="566" creationId="{51CD52A0-5570-310C-76F6-BAF38F9FAF9D}"/>
          </ac:cxnSpMkLst>
        </pc:cxnChg>
        <pc:cxnChg chg="mod ord">
          <ac:chgData name="Yntema, Michiel SIBV-FR/P/R" userId="09241570-8f23-4256-be7e-a3c32bde0a3f" providerId="ADAL" clId="{D3F607C7-5341-416A-AE37-F2917009CA1C}" dt="2026-09-01T11:47:13.599" v="150363"/>
          <ac:cxnSpMkLst>
            <pc:docMk/>
            <pc:sldMk cId="0" sldId="256"/>
            <ac:cxnSpMk id="567" creationId="{BE4D55C9-FF47-7DC7-E8FB-C7BD95FA3E6A}"/>
          </ac:cxnSpMkLst>
        </pc:cxnChg>
        <pc:cxnChg chg="mod ord">
          <ac:chgData name="Yntema, Michiel SIBV-FR/P/R" userId="09241570-8f23-4256-be7e-a3c32bde0a3f" providerId="ADAL" clId="{D3F607C7-5341-416A-AE37-F2917009CA1C}" dt="2026-09-01T11:47:13.599" v="150365"/>
          <ac:cxnSpMkLst>
            <pc:docMk/>
            <pc:sldMk cId="0" sldId="256"/>
            <ac:cxnSpMk id="568" creationId="{6C930339-A817-8AAA-3CA3-FD2607736B87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6" v="150419"/>
          <ac:cxnSpMkLst>
            <pc:docMk/>
            <pc:sldMk cId="0" sldId="256"/>
            <ac:cxnSpMk id="569" creationId="{19E31AE6-5F3F-933A-1876-02A777558DD5}"/>
          </ac:cxnSpMkLst>
        </pc:cxnChg>
        <pc:cxnChg chg="mod ord">
          <ac:chgData name="Yntema, Michiel SIBV-FR/P/R" userId="09241570-8f23-4256-be7e-a3c32bde0a3f" providerId="ADAL" clId="{D3F607C7-5341-416A-AE37-F2917009CA1C}" dt="2026-09-01T11:47:13.599" v="150367"/>
          <ac:cxnSpMkLst>
            <pc:docMk/>
            <pc:sldMk cId="0" sldId="256"/>
            <ac:cxnSpMk id="570" creationId="{F5F47575-E98C-C684-8810-9CC583201075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0" v="150371"/>
          <ac:cxnSpMkLst>
            <pc:docMk/>
            <pc:sldMk cId="0" sldId="256"/>
            <ac:cxnSpMk id="571" creationId="{459153D0-5357-EC5A-E35F-9F7303222A08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0" v="150373"/>
          <ac:cxnSpMkLst>
            <pc:docMk/>
            <pc:sldMk cId="0" sldId="256"/>
            <ac:cxnSpMk id="572" creationId="{105C7FCD-7EB1-6BE3-2FE7-9C672D37A8D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0" v="150375"/>
          <ac:cxnSpMkLst>
            <pc:docMk/>
            <pc:sldMk cId="0" sldId="256"/>
            <ac:cxnSpMk id="573" creationId="{EB02551D-5AB2-3E8C-F3F2-BB675436F09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1" v="150377"/>
          <ac:cxnSpMkLst>
            <pc:docMk/>
            <pc:sldMk cId="0" sldId="256"/>
            <ac:cxnSpMk id="574" creationId="{3DC69459-1873-F23C-C65C-94CFBE0F968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1" v="150379"/>
          <ac:cxnSpMkLst>
            <pc:docMk/>
            <pc:sldMk cId="0" sldId="256"/>
            <ac:cxnSpMk id="575" creationId="{F90BE0B6-E897-23FF-7FA0-8BC8BD91EF71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1" v="150381"/>
          <ac:cxnSpMkLst>
            <pc:docMk/>
            <pc:sldMk cId="0" sldId="256"/>
            <ac:cxnSpMk id="576" creationId="{FD154079-0ADB-DAC7-CCBD-6E4932994408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1" v="150383"/>
          <ac:cxnSpMkLst>
            <pc:docMk/>
            <pc:sldMk cId="0" sldId="256"/>
            <ac:cxnSpMk id="577" creationId="{8FB190DB-4421-EDF2-172B-C76F530CF3A4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2" v="150385"/>
          <ac:cxnSpMkLst>
            <pc:docMk/>
            <pc:sldMk cId="0" sldId="256"/>
            <ac:cxnSpMk id="578" creationId="{2329C96E-CFBA-3642-6BCC-E31D53CCE49A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2" v="150387"/>
          <ac:cxnSpMkLst>
            <pc:docMk/>
            <pc:sldMk cId="0" sldId="256"/>
            <ac:cxnSpMk id="579" creationId="{1DBCE880-27ED-4029-4B0B-3030B5C51FA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2" v="150389"/>
          <ac:cxnSpMkLst>
            <pc:docMk/>
            <pc:sldMk cId="0" sldId="256"/>
            <ac:cxnSpMk id="580" creationId="{DFDED31F-666C-BC3D-5446-3522AC5CFC3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2" v="150391"/>
          <ac:cxnSpMkLst>
            <pc:docMk/>
            <pc:sldMk cId="0" sldId="256"/>
            <ac:cxnSpMk id="581" creationId="{F03967E8-9A3A-E3B9-712D-1EA35A4D6659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3" v="150393"/>
          <ac:cxnSpMkLst>
            <pc:docMk/>
            <pc:sldMk cId="0" sldId="256"/>
            <ac:cxnSpMk id="582" creationId="{0033AEE4-B85A-0B67-BC07-9DC922841EE7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3" v="150395"/>
          <ac:cxnSpMkLst>
            <pc:docMk/>
            <pc:sldMk cId="0" sldId="256"/>
            <ac:cxnSpMk id="583" creationId="{7812A150-4966-0CB4-DFE6-446C682FD1C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3" v="150397"/>
          <ac:cxnSpMkLst>
            <pc:docMk/>
            <pc:sldMk cId="0" sldId="256"/>
            <ac:cxnSpMk id="584" creationId="{8AB3BA5F-31AB-316D-7E05-AAF4303ABA78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4" v="150399"/>
          <ac:cxnSpMkLst>
            <pc:docMk/>
            <pc:sldMk cId="0" sldId="256"/>
            <ac:cxnSpMk id="585" creationId="{FACFFE6F-D218-4A16-8499-CF2C03518F25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4" v="150401"/>
          <ac:cxnSpMkLst>
            <pc:docMk/>
            <pc:sldMk cId="0" sldId="256"/>
            <ac:cxnSpMk id="586" creationId="{B843D77E-0E21-F6AD-B5A7-A3DBBD01403C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4" v="150403"/>
          <ac:cxnSpMkLst>
            <pc:docMk/>
            <pc:sldMk cId="0" sldId="256"/>
            <ac:cxnSpMk id="587" creationId="{A34C5869-FE06-17B0-00BF-DE0FC0087E60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4" v="150405"/>
          <ac:cxnSpMkLst>
            <pc:docMk/>
            <pc:sldMk cId="0" sldId="256"/>
            <ac:cxnSpMk id="588" creationId="{B614F27A-58F7-7C0A-D215-3CDE523D4A44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4" v="150407"/>
          <ac:cxnSpMkLst>
            <pc:docMk/>
            <pc:sldMk cId="0" sldId="256"/>
            <ac:cxnSpMk id="589" creationId="{2D71FC03-B367-3B02-AEC3-5C12AB36DD6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5" v="150409"/>
          <ac:cxnSpMkLst>
            <pc:docMk/>
            <pc:sldMk cId="0" sldId="256"/>
            <ac:cxnSpMk id="590" creationId="{E135A267-B92E-023F-A545-100B346AB71E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5" v="150411"/>
          <ac:cxnSpMkLst>
            <pc:docMk/>
            <pc:sldMk cId="0" sldId="256"/>
            <ac:cxnSpMk id="591" creationId="{AF75888F-9A0E-58B6-4092-4CBA77E5670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5" v="150413"/>
          <ac:cxnSpMkLst>
            <pc:docMk/>
            <pc:sldMk cId="0" sldId="256"/>
            <ac:cxnSpMk id="592" creationId="{B00C02B7-5488-DEFC-3542-D26797BEBD6A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5" v="150415"/>
          <ac:cxnSpMkLst>
            <pc:docMk/>
            <pc:sldMk cId="0" sldId="256"/>
            <ac:cxnSpMk id="593" creationId="{7839B34E-0E0E-1534-9B7A-539BEE34C2B9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6" v="150417"/>
          <ac:cxnSpMkLst>
            <pc:docMk/>
            <pc:sldMk cId="0" sldId="256"/>
            <ac:cxnSpMk id="594" creationId="{3620B84F-98CD-73C5-718D-A305218343E8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5" v="150471"/>
          <ac:cxnSpMkLst>
            <pc:docMk/>
            <pc:sldMk cId="0" sldId="256"/>
            <ac:cxnSpMk id="595" creationId="{3547AD05-54D3-8C1C-49A5-A62A26434F35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7" v="150421"/>
          <ac:cxnSpMkLst>
            <pc:docMk/>
            <pc:sldMk cId="0" sldId="256"/>
            <ac:cxnSpMk id="596" creationId="{C5442EDB-FECE-79B2-B2E8-5A057C104B65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0" v="150369"/>
          <ac:cxnSpMkLst>
            <pc:docMk/>
            <pc:sldMk cId="0" sldId="256"/>
            <ac:cxnSpMk id="597" creationId="{C2BEA516-C44E-AB57-293B-1B3FBC21A1DB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7" v="150425"/>
          <ac:cxnSpMkLst>
            <pc:docMk/>
            <pc:sldMk cId="0" sldId="256"/>
            <ac:cxnSpMk id="598" creationId="{28997738-FCCA-E758-1AE9-F668DEC29594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8" v="150427"/>
          <ac:cxnSpMkLst>
            <pc:docMk/>
            <pc:sldMk cId="0" sldId="256"/>
            <ac:cxnSpMk id="599" creationId="{59B8CF80-EDD7-6915-C709-AFF77597D5E2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8" v="150429"/>
          <ac:cxnSpMkLst>
            <pc:docMk/>
            <pc:sldMk cId="0" sldId="256"/>
            <ac:cxnSpMk id="600" creationId="{B1AC9EF5-8342-84EE-911C-28EFA8FB8C07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8" v="150431"/>
          <ac:cxnSpMkLst>
            <pc:docMk/>
            <pc:sldMk cId="0" sldId="256"/>
            <ac:cxnSpMk id="601" creationId="{D6CDBD3E-0BE5-ED47-C182-96F9D39DCD12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9" v="150433"/>
          <ac:cxnSpMkLst>
            <pc:docMk/>
            <pc:sldMk cId="0" sldId="256"/>
            <ac:cxnSpMk id="602" creationId="{1D60EB41-3518-610C-E813-13BBD1CAC53B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9" v="150435"/>
          <ac:cxnSpMkLst>
            <pc:docMk/>
            <pc:sldMk cId="0" sldId="256"/>
            <ac:cxnSpMk id="603" creationId="{61C4F5B7-85A8-CA59-26CA-793543B25E55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0" v="150437"/>
          <ac:cxnSpMkLst>
            <pc:docMk/>
            <pc:sldMk cId="0" sldId="256"/>
            <ac:cxnSpMk id="604" creationId="{7E4AD11A-C03B-7B40-92CE-BF8889D02972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0" v="150439"/>
          <ac:cxnSpMkLst>
            <pc:docMk/>
            <pc:sldMk cId="0" sldId="256"/>
            <ac:cxnSpMk id="605" creationId="{1A693707-C820-8400-2913-1E0A57300CE4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1" v="150441"/>
          <ac:cxnSpMkLst>
            <pc:docMk/>
            <pc:sldMk cId="0" sldId="256"/>
            <ac:cxnSpMk id="606" creationId="{88C20923-5A0D-37EB-8BE8-5D845A96140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1" v="150443"/>
          <ac:cxnSpMkLst>
            <pc:docMk/>
            <pc:sldMk cId="0" sldId="256"/>
            <ac:cxnSpMk id="607" creationId="{44F38C4D-7B80-14AB-6BF2-B32FEDC1C5EB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1" v="150445"/>
          <ac:cxnSpMkLst>
            <pc:docMk/>
            <pc:sldMk cId="0" sldId="256"/>
            <ac:cxnSpMk id="608" creationId="{5F74292C-2635-9EC7-D1E1-21B88175530E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2" v="150447"/>
          <ac:cxnSpMkLst>
            <pc:docMk/>
            <pc:sldMk cId="0" sldId="256"/>
            <ac:cxnSpMk id="609" creationId="{E2DDDA78-0313-592F-0832-9817EF885B30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2" v="150449"/>
          <ac:cxnSpMkLst>
            <pc:docMk/>
            <pc:sldMk cId="0" sldId="256"/>
            <ac:cxnSpMk id="610" creationId="{F3B8555D-95F7-B30C-4544-A9830CBBDB3B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2" v="150451"/>
          <ac:cxnSpMkLst>
            <pc:docMk/>
            <pc:sldMk cId="0" sldId="256"/>
            <ac:cxnSpMk id="611" creationId="{569AF7B9-A769-300C-85D4-6776222276BA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2" v="150453"/>
          <ac:cxnSpMkLst>
            <pc:docMk/>
            <pc:sldMk cId="0" sldId="256"/>
            <ac:cxnSpMk id="612" creationId="{23AB63AA-8412-6B9F-F466-5F9FC800E3E0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3" v="150455"/>
          <ac:cxnSpMkLst>
            <pc:docMk/>
            <pc:sldMk cId="0" sldId="256"/>
            <ac:cxnSpMk id="613" creationId="{52806CB8-733A-D409-8B8D-D9CCDEC5B55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3" v="150457"/>
          <ac:cxnSpMkLst>
            <pc:docMk/>
            <pc:sldMk cId="0" sldId="256"/>
            <ac:cxnSpMk id="614" creationId="{1BF552DF-A16C-D54A-C788-8A590733F312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3" v="150459"/>
          <ac:cxnSpMkLst>
            <pc:docMk/>
            <pc:sldMk cId="0" sldId="256"/>
            <ac:cxnSpMk id="615" creationId="{561A34BC-CFD0-3867-1FBF-7F080201EF70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4" v="150461"/>
          <ac:cxnSpMkLst>
            <pc:docMk/>
            <pc:sldMk cId="0" sldId="256"/>
            <ac:cxnSpMk id="616" creationId="{F37DFF50-66D3-0284-0528-AB13E0C8E51B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4" v="150463"/>
          <ac:cxnSpMkLst>
            <pc:docMk/>
            <pc:sldMk cId="0" sldId="256"/>
            <ac:cxnSpMk id="617" creationId="{BBD2A05E-4B20-2D7E-D086-85E986298812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4" v="150465"/>
          <ac:cxnSpMkLst>
            <pc:docMk/>
            <pc:sldMk cId="0" sldId="256"/>
            <ac:cxnSpMk id="618" creationId="{9CF81F88-2C70-E137-B875-4145DA85478B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5" v="150467"/>
          <ac:cxnSpMkLst>
            <pc:docMk/>
            <pc:sldMk cId="0" sldId="256"/>
            <ac:cxnSpMk id="619" creationId="{DBBC75AD-209E-30E9-CE3D-E5D7A8A80CAD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5" v="150469"/>
          <ac:cxnSpMkLst>
            <pc:docMk/>
            <pc:sldMk cId="0" sldId="256"/>
            <ac:cxnSpMk id="620" creationId="{D18D2900-EC05-D3D0-F9EF-93A400DC6404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6" v="150473"/>
          <ac:cxnSpMkLst>
            <pc:docMk/>
            <pc:sldMk cId="0" sldId="256"/>
            <ac:cxnSpMk id="621" creationId="{A1FBEC71-3F40-827D-98ED-56C1597E77AC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6" v="150475"/>
          <ac:cxnSpMkLst>
            <pc:docMk/>
            <pc:sldMk cId="0" sldId="256"/>
            <ac:cxnSpMk id="622" creationId="{F98BE75C-4870-9EEA-7D94-038F797B8FA5}"/>
          </ac:cxnSpMkLst>
        </pc:cxnChg>
        <pc:cxnChg chg="mod ord">
          <ac:chgData name="Yntema, Michiel SIBV-FR/P/R" userId="09241570-8f23-4256-be7e-a3c32bde0a3f" providerId="ADAL" clId="{D3F607C7-5341-416A-AE37-F2917009CA1C}" dt="2026-09-01T11:47:13.607" v="150423"/>
          <ac:cxnSpMkLst>
            <pc:docMk/>
            <pc:sldMk cId="0" sldId="256"/>
            <ac:cxnSpMk id="623" creationId="{46D566F5-3073-930D-8A17-DDC0AF0B2DC2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6" v="150477"/>
          <ac:cxnSpMkLst>
            <pc:docMk/>
            <pc:sldMk cId="0" sldId="256"/>
            <ac:cxnSpMk id="624" creationId="{480D8573-DE68-CA8E-3739-0DC67C2F325C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6" v="150479"/>
          <ac:cxnSpMkLst>
            <pc:docMk/>
            <pc:sldMk cId="0" sldId="256"/>
            <ac:cxnSpMk id="625" creationId="{34556C6E-7673-07FD-6446-82FABE360BF1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7" v="150481"/>
          <ac:cxnSpMkLst>
            <pc:docMk/>
            <pc:sldMk cId="0" sldId="256"/>
            <ac:cxnSpMk id="626" creationId="{10B905C8-529B-C799-8750-7753E7A692E2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7" v="150483"/>
          <ac:cxnSpMkLst>
            <pc:docMk/>
            <pc:sldMk cId="0" sldId="256"/>
            <ac:cxnSpMk id="627" creationId="{2632826D-989F-8843-D48C-77AFDF0BD5E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7" v="150485"/>
          <ac:cxnSpMkLst>
            <pc:docMk/>
            <pc:sldMk cId="0" sldId="256"/>
            <ac:cxnSpMk id="628" creationId="{0EF05D4F-20E0-9BCB-106D-0160AFFF3442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8" v="150487"/>
          <ac:cxnSpMkLst>
            <pc:docMk/>
            <pc:sldMk cId="0" sldId="256"/>
            <ac:cxnSpMk id="629" creationId="{9395D052-5BBA-78B0-9EE1-90F1CC561AE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8" v="150489"/>
          <ac:cxnSpMkLst>
            <pc:docMk/>
            <pc:sldMk cId="0" sldId="256"/>
            <ac:cxnSpMk id="630" creationId="{E9D919DD-B52B-E00A-E509-39634F5ED12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8" v="150491"/>
          <ac:cxnSpMkLst>
            <pc:docMk/>
            <pc:sldMk cId="0" sldId="256"/>
            <ac:cxnSpMk id="631" creationId="{827D90C5-C2FF-DD9F-9B00-064E084CBB68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9" v="150493"/>
          <ac:cxnSpMkLst>
            <pc:docMk/>
            <pc:sldMk cId="0" sldId="256"/>
            <ac:cxnSpMk id="632" creationId="{671C412C-1DF2-7B8E-4EFE-DDE96FC7CEF3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9" v="150495"/>
          <ac:cxnSpMkLst>
            <pc:docMk/>
            <pc:sldMk cId="0" sldId="256"/>
            <ac:cxnSpMk id="633" creationId="{A9DEDC6A-04CA-20C0-D631-6A72F3440740}"/>
          </ac:cxnSpMkLst>
        </pc:cxnChg>
        <pc:cxnChg chg="mod ord">
          <ac:chgData name="Yntema, Michiel SIBV-FR/P/R" userId="09241570-8f23-4256-be7e-a3c32bde0a3f" providerId="ADAL" clId="{D3F607C7-5341-416A-AE37-F2917009CA1C}" dt="2026-09-01T11:47:13.619" v="150497"/>
          <ac:cxnSpMkLst>
            <pc:docMk/>
            <pc:sldMk cId="0" sldId="256"/>
            <ac:cxnSpMk id="634" creationId="{D89C6FA8-C4F7-C0A5-DB09-B238C2A87115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0" v="150499"/>
          <ac:cxnSpMkLst>
            <pc:docMk/>
            <pc:sldMk cId="0" sldId="256"/>
            <ac:cxnSpMk id="635" creationId="{08834A12-455B-7551-6B7E-713DBD82347D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0" v="150501"/>
          <ac:cxnSpMkLst>
            <pc:docMk/>
            <pc:sldMk cId="0" sldId="256"/>
            <ac:cxnSpMk id="636" creationId="{23D2FC33-871C-387E-95D6-8BD647690237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0" v="150503"/>
          <ac:cxnSpMkLst>
            <pc:docMk/>
            <pc:sldMk cId="0" sldId="256"/>
            <ac:cxnSpMk id="637" creationId="{6365A8FB-A654-45D0-301C-8BD437CB9FFA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0" v="150505"/>
          <ac:cxnSpMkLst>
            <pc:docMk/>
            <pc:sldMk cId="0" sldId="256"/>
            <ac:cxnSpMk id="638" creationId="{A6A5FC8C-5142-51E9-8D52-44BD5283A738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1" v="150507"/>
          <ac:cxnSpMkLst>
            <pc:docMk/>
            <pc:sldMk cId="0" sldId="256"/>
            <ac:cxnSpMk id="639" creationId="{009A6C3D-8F96-43DD-B390-26B632E2AE99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1" v="150509"/>
          <ac:cxnSpMkLst>
            <pc:docMk/>
            <pc:sldMk cId="0" sldId="256"/>
            <ac:cxnSpMk id="640" creationId="{BD7A5042-2A8A-A121-A35A-7732FE4E1E34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1" v="150511"/>
          <ac:cxnSpMkLst>
            <pc:docMk/>
            <pc:sldMk cId="0" sldId="256"/>
            <ac:cxnSpMk id="641" creationId="{168B804C-F377-2CF0-4C70-70512440EA3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2" v="150513"/>
          <ac:cxnSpMkLst>
            <pc:docMk/>
            <pc:sldMk cId="0" sldId="256"/>
            <ac:cxnSpMk id="642" creationId="{E0979AA6-4A27-A41A-4D83-A762C5A2B128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2" v="150515"/>
          <ac:cxnSpMkLst>
            <pc:docMk/>
            <pc:sldMk cId="0" sldId="256"/>
            <ac:cxnSpMk id="643" creationId="{F0AA9532-FC96-B8D0-18C1-90DB3B09D430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2" v="150517"/>
          <ac:cxnSpMkLst>
            <pc:docMk/>
            <pc:sldMk cId="0" sldId="256"/>
            <ac:cxnSpMk id="644" creationId="{2471F69F-531E-AF8D-9AA7-EF050D49A23D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2" v="150519"/>
          <ac:cxnSpMkLst>
            <pc:docMk/>
            <pc:sldMk cId="0" sldId="256"/>
            <ac:cxnSpMk id="645" creationId="{959EE8F8-D26B-783D-90C4-B9A230E18189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3" v="150521"/>
          <ac:cxnSpMkLst>
            <pc:docMk/>
            <pc:sldMk cId="0" sldId="256"/>
            <ac:cxnSpMk id="646" creationId="{B80441D9-D9A7-F228-F795-AB03AEC8DCFC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3" v="150523"/>
          <ac:cxnSpMkLst>
            <pc:docMk/>
            <pc:sldMk cId="0" sldId="256"/>
            <ac:cxnSpMk id="647" creationId="{1514F4B4-7222-D9FE-9D92-65A9765DA302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3" v="150525"/>
          <ac:cxnSpMkLst>
            <pc:docMk/>
            <pc:sldMk cId="0" sldId="256"/>
            <ac:cxnSpMk id="648" creationId="{61778566-8AC3-E22B-4755-B417B04FD008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4" v="150527"/>
          <ac:cxnSpMkLst>
            <pc:docMk/>
            <pc:sldMk cId="0" sldId="256"/>
            <ac:cxnSpMk id="649" creationId="{BA89BEDB-FA61-B874-A935-8020E1854FA1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4" v="150529"/>
          <ac:cxnSpMkLst>
            <pc:docMk/>
            <pc:sldMk cId="0" sldId="256"/>
            <ac:cxnSpMk id="650" creationId="{359AE136-1839-0D9D-75E1-6A8EFFAD98C7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4" v="150531"/>
          <ac:cxnSpMkLst>
            <pc:docMk/>
            <pc:sldMk cId="0" sldId="256"/>
            <ac:cxnSpMk id="651" creationId="{AE669653-E991-8CE8-4C5B-E921DFE75260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5" v="150533"/>
          <ac:cxnSpMkLst>
            <pc:docMk/>
            <pc:sldMk cId="0" sldId="256"/>
            <ac:cxnSpMk id="652" creationId="{34F06FD6-FE65-0A74-C9F3-91B6536E705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5" v="150535"/>
          <ac:cxnSpMkLst>
            <pc:docMk/>
            <pc:sldMk cId="0" sldId="256"/>
            <ac:cxnSpMk id="653" creationId="{518470A4-3211-79BF-C478-862C30754895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6" v="150537"/>
          <ac:cxnSpMkLst>
            <pc:docMk/>
            <pc:sldMk cId="0" sldId="256"/>
            <ac:cxnSpMk id="654" creationId="{BBAE1C36-1DA0-1282-F252-4734FB27D7B0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6" v="150539"/>
          <ac:cxnSpMkLst>
            <pc:docMk/>
            <pc:sldMk cId="0" sldId="256"/>
            <ac:cxnSpMk id="655" creationId="{8E7A6136-70C5-5323-3D5C-05DCB354C72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6" v="150541"/>
          <ac:cxnSpMkLst>
            <pc:docMk/>
            <pc:sldMk cId="0" sldId="256"/>
            <ac:cxnSpMk id="656" creationId="{4079B574-AE75-9F61-4A1C-9AF96DEAF2F7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7" v="150543"/>
          <ac:cxnSpMkLst>
            <pc:docMk/>
            <pc:sldMk cId="0" sldId="256"/>
            <ac:cxnSpMk id="657" creationId="{5B7E20BC-2BFD-6C1B-9563-B6916888903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7" v="150545"/>
          <ac:cxnSpMkLst>
            <pc:docMk/>
            <pc:sldMk cId="0" sldId="256"/>
            <ac:cxnSpMk id="658" creationId="{C36467E5-BA92-366F-7CBF-7A5FF2D46391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7" v="150547"/>
          <ac:cxnSpMkLst>
            <pc:docMk/>
            <pc:sldMk cId="0" sldId="256"/>
            <ac:cxnSpMk id="659" creationId="{626713BF-6DBE-BD71-19B4-D3CF1F1B3DEE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8" v="150549"/>
          <ac:cxnSpMkLst>
            <pc:docMk/>
            <pc:sldMk cId="0" sldId="256"/>
            <ac:cxnSpMk id="660" creationId="{EC85932E-069F-BE0A-D802-47AF4FA5E01D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8" v="150551"/>
          <ac:cxnSpMkLst>
            <pc:docMk/>
            <pc:sldMk cId="0" sldId="256"/>
            <ac:cxnSpMk id="661" creationId="{0BE2A4F8-7B2C-E0C6-6982-6BEF0022B88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8" v="150553"/>
          <ac:cxnSpMkLst>
            <pc:docMk/>
            <pc:sldMk cId="0" sldId="256"/>
            <ac:cxnSpMk id="662" creationId="{40DA036D-9D77-F77D-181E-606D6BFD981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9" v="150555"/>
          <ac:cxnSpMkLst>
            <pc:docMk/>
            <pc:sldMk cId="0" sldId="256"/>
            <ac:cxnSpMk id="663" creationId="{39163A37-C0FF-3558-8866-5525CBF1326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9" v="150557"/>
          <ac:cxnSpMkLst>
            <pc:docMk/>
            <pc:sldMk cId="0" sldId="256"/>
            <ac:cxnSpMk id="664" creationId="{63993310-5A4B-33C1-FE7F-CBDB3390CC27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9" v="150559"/>
          <ac:cxnSpMkLst>
            <pc:docMk/>
            <pc:sldMk cId="0" sldId="256"/>
            <ac:cxnSpMk id="665" creationId="{738B75F7-B515-2285-BC7D-2998DD09F81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29" v="150561"/>
          <ac:cxnSpMkLst>
            <pc:docMk/>
            <pc:sldMk cId="0" sldId="256"/>
            <ac:cxnSpMk id="666" creationId="{C520E29C-ECA1-E933-3F3D-01673A979BD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0" v="150563"/>
          <ac:cxnSpMkLst>
            <pc:docMk/>
            <pc:sldMk cId="0" sldId="256"/>
            <ac:cxnSpMk id="667" creationId="{7B76ED11-E7CC-C5FE-6F1D-0A5823E5A22A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0" v="150565"/>
          <ac:cxnSpMkLst>
            <pc:docMk/>
            <pc:sldMk cId="0" sldId="256"/>
            <ac:cxnSpMk id="668" creationId="{E2A57325-A45B-D5B0-7CE2-D0054670214A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0" v="150567"/>
          <ac:cxnSpMkLst>
            <pc:docMk/>
            <pc:sldMk cId="0" sldId="256"/>
            <ac:cxnSpMk id="669" creationId="{F967A235-6BB4-EE6C-F6B9-7B2642FCC289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1" v="150569"/>
          <ac:cxnSpMkLst>
            <pc:docMk/>
            <pc:sldMk cId="0" sldId="256"/>
            <ac:cxnSpMk id="670" creationId="{01368650-0AD6-8A6F-1A9E-F4AD3D5460C9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1" v="150571"/>
          <ac:cxnSpMkLst>
            <pc:docMk/>
            <pc:sldMk cId="0" sldId="256"/>
            <ac:cxnSpMk id="671" creationId="{504C195A-8FF1-7863-1C9F-C366A33AEADE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1" v="150573"/>
          <ac:cxnSpMkLst>
            <pc:docMk/>
            <pc:sldMk cId="0" sldId="256"/>
            <ac:cxnSpMk id="672" creationId="{71B24728-7917-F899-F6B9-BB7945759538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2" v="150575"/>
          <ac:cxnSpMkLst>
            <pc:docMk/>
            <pc:sldMk cId="0" sldId="256"/>
            <ac:cxnSpMk id="673" creationId="{21D9A889-608F-70E0-2BDD-5FB648229527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2" v="150577"/>
          <ac:cxnSpMkLst>
            <pc:docMk/>
            <pc:sldMk cId="0" sldId="256"/>
            <ac:cxnSpMk id="674" creationId="{ADA5A713-0A0F-C924-5ACB-8E9A4D77B0FC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2" v="150579"/>
          <ac:cxnSpMkLst>
            <pc:docMk/>
            <pc:sldMk cId="0" sldId="256"/>
            <ac:cxnSpMk id="675" creationId="{9B99122E-AFC5-F089-4291-C3BDAC43F305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2" v="150581"/>
          <ac:cxnSpMkLst>
            <pc:docMk/>
            <pc:sldMk cId="0" sldId="256"/>
            <ac:cxnSpMk id="676" creationId="{B7860E9F-3B0B-B105-1C6B-8C442A4EF4E7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3" v="150583"/>
          <ac:cxnSpMkLst>
            <pc:docMk/>
            <pc:sldMk cId="0" sldId="256"/>
            <ac:cxnSpMk id="677" creationId="{958B4620-5271-916E-011A-3CE9AB41ACD3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3" v="150585"/>
          <ac:cxnSpMkLst>
            <pc:docMk/>
            <pc:sldMk cId="0" sldId="256"/>
            <ac:cxnSpMk id="678" creationId="{FBF7029E-089C-2D2B-D09B-1687B3F5EB7C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3" v="150587"/>
          <ac:cxnSpMkLst>
            <pc:docMk/>
            <pc:sldMk cId="0" sldId="256"/>
            <ac:cxnSpMk id="679" creationId="{93AE132A-9922-5299-C51C-E38046AEDBD5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4" v="150589"/>
          <ac:cxnSpMkLst>
            <pc:docMk/>
            <pc:sldMk cId="0" sldId="256"/>
            <ac:cxnSpMk id="680" creationId="{CA22FD08-FADD-F4F4-DA5F-F472AFD62AEE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4" v="150591"/>
          <ac:cxnSpMkLst>
            <pc:docMk/>
            <pc:sldMk cId="0" sldId="256"/>
            <ac:cxnSpMk id="681" creationId="{77BDAFA1-D8FB-4D6B-8DAB-B37A0E2205A2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4" v="150593"/>
          <ac:cxnSpMkLst>
            <pc:docMk/>
            <pc:sldMk cId="0" sldId="256"/>
            <ac:cxnSpMk id="682" creationId="{9A8FA4DB-249B-2404-0C9A-3EAFDE7FFEF0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5" v="150595"/>
          <ac:cxnSpMkLst>
            <pc:docMk/>
            <pc:sldMk cId="0" sldId="256"/>
            <ac:cxnSpMk id="683" creationId="{DBAAB374-45E0-77EA-635C-523B9BE1209D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5" v="150597"/>
          <ac:cxnSpMkLst>
            <pc:docMk/>
            <pc:sldMk cId="0" sldId="256"/>
            <ac:cxnSpMk id="684" creationId="{9395A3F7-5DAD-A8AF-394C-63D4CA9253FC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5" v="150599"/>
          <ac:cxnSpMkLst>
            <pc:docMk/>
            <pc:sldMk cId="0" sldId="256"/>
            <ac:cxnSpMk id="685" creationId="{0B6AEE41-0D3C-F836-AC32-422BAEE750A2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5" v="150601"/>
          <ac:cxnSpMkLst>
            <pc:docMk/>
            <pc:sldMk cId="0" sldId="256"/>
            <ac:cxnSpMk id="686" creationId="{C3B69A3C-DC6D-A81D-8ADE-9F462AD5183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6" v="150603"/>
          <ac:cxnSpMkLst>
            <pc:docMk/>
            <pc:sldMk cId="0" sldId="256"/>
            <ac:cxnSpMk id="687" creationId="{B165772E-9FA0-1265-3B69-1D4B93E262E4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6" v="150605"/>
          <ac:cxnSpMkLst>
            <pc:docMk/>
            <pc:sldMk cId="0" sldId="256"/>
            <ac:cxnSpMk id="688" creationId="{FAF5495C-A142-693A-9A3F-838CFDAA391F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6" v="150607"/>
          <ac:cxnSpMkLst>
            <pc:docMk/>
            <pc:sldMk cId="0" sldId="256"/>
            <ac:cxnSpMk id="689" creationId="{990B0AA3-03FC-1BCB-1413-6E5FDA42ECB3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7" v="150609"/>
          <ac:cxnSpMkLst>
            <pc:docMk/>
            <pc:sldMk cId="0" sldId="256"/>
            <ac:cxnSpMk id="690" creationId="{BC6B1480-DBB6-6BE5-89F7-015859A844CE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7" v="150611"/>
          <ac:cxnSpMkLst>
            <pc:docMk/>
            <pc:sldMk cId="0" sldId="256"/>
            <ac:cxnSpMk id="691" creationId="{3FB7933E-CA6F-6CE8-F94D-5318053AA820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7" v="150613"/>
          <ac:cxnSpMkLst>
            <pc:docMk/>
            <pc:sldMk cId="0" sldId="256"/>
            <ac:cxnSpMk id="692" creationId="{F2EDB324-AC74-8FB7-4C77-43F4DF07B4B6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8" v="150615"/>
          <ac:cxnSpMkLst>
            <pc:docMk/>
            <pc:sldMk cId="0" sldId="256"/>
            <ac:cxnSpMk id="693" creationId="{25840992-661B-F5A6-D620-4090560DAD4A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8" v="150617"/>
          <ac:cxnSpMkLst>
            <pc:docMk/>
            <pc:sldMk cId="0" sldId="256"/>
            <ac:cxnSpMk id="694" creationId="{9DA9CA96-1B99-CF1A-03BB-E4EE1623BEB0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8" v="150619"/>
          <ac:cxnSpMkLst>
            <pc:docMk/>
            <pc:sldMk cId="0" sldId="256"/>
            <ac:cxnSpMk id="695" creationId="{D484FF27-2786-F4D6-A741-B0B3BE6A528E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8" v="150621"/>
          <ac:cxnSpMkLst>
            <pc:docMk/>
            <pc:sldMk cId="0" sldId="256"/>
            <ac:cxnSpMk id="696" creationId="{A3757AD4-3A56-EE40-39CB-A9342693323E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9" v="150623"/>
          <ac:cxnSpMkLst>
            <pc:docMk/>
            <pc:sldMk cId="0" sldId="256"/>
            <ac:cxnSpMk id="697" creationId="{DC388BBB-4729-2C97-C57B-17FB8D9BD7B7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9" v="150625"/>
          <ac:cxnSpMkLst>
            <pc:docMk/>
            <pc:sldMk cId="0" sldId="256"/>
            <ac:cxnSpMk id="698" creationId="{ACB20005-216D-8E5E-E513-7DD954DF5087}"/>
          </ac:cxnSpMkLst>
        </pc:cxnChg>
        <pc:cxnChg chg="mod ord">
          <ac:chgData name="Yntema, Michiel SIBV-FR/P/R" userId="09241570-8f23-4256-be7e-a3c32bde0a3f" providerId="ADAL" clId="{D3F607C7-5341-416A-AE37-F2917009CA1C}" dt="2026-09-01T11:47:13.639" v="150627"/>
          <ac:cxnSpMkLst>
            <pc:docMk/>
            <pc:sldMk cId="0" sldId="256"/>
            <ac:cxnSpMk id="699" creationId="{1B647F33-60A4-EB16-5435-946266A1A524}"/>
          </ac:cxnSpMkLst>
        </pc:cxnChg>
        <pc:cxnChg chg="mod ord">
          <ac:chgData name="Yntema, Michiel SIBV-FR/P/R" userId="09241570-8f23-4256-be7e-a3c32bde0a3f" providerId="ADAL" clId="{D3F607C7-5341-416A-AE37-F2917009CA1C}" dt="2026-09-01T11:47:13.641" v="150637"/>
          <ac:cxnSpMkLst>
            <pc:docMk/>
            <pc:sldMk cId="0" sldId="256"/>
            <ac:cxnSpMk id="700" creationId="{34070907-49AA-043A-6FB8-99B915E22A1C}"/>
          </ac:cxnSpMkLst>
        </pc:cxnChg>
        <pc:cxnChg chg="mod ord">
          <ac:chgData name="Yntema, Michiel SIBV-FR/P/R" userId="09241570-8f23-4256-be7e-a3c32bde0a3f" providerId="ADAL" clId="{D3F607C7-5341-416A-AE37-F2917009CA1C}" dt="2026-09-01T11:47:13.641" v="150635"/>
          <ac:cxnSpMkLst>
            <pc:docMk/>
            <pc:sldMk cId="0" sldId="256"/>
            <ac:cxnSpMk id="701" creationId="{3B390B6E-600B-48F4-954D-4B96910311BA}"/>
          </ac:cxnSpMkLst>
        </pc:cxnChg>
        <pc:cxnChg chg="del mod ord">
          <ac:chgData name="Yntema, Michiel SIBV-FR/P/R" userId="09241570-8f23-4256-be7e-a3c32bde0a3f" providerId="ADAL" clId="{D3F607C7-5341-416A-AE37-F2917009CA1C}" dt="2026-09-01T08:38:39" v="48256" actId="478"/>
          <ac:cxnSpMkLst>
            <pc:docMk/>
            <pc:sldMk cId="0" sldId="256"/>
            <ac:cxnSpMk id="709" creationId="{879B0EFE-BC0A-8B19-E9BC-684A81321A6D}"/>
          </ac:cxnSpMkLst>
        </pc:cxnChg>
        <pc:cxnChg chg="mod ord">
          <ac:chgData name="Yntema, Michiel SIBV-FR/P/R" userId="09241570-8f23-4256-be7e-a3c32bde0a3f" providerId="ADAL" clId="{D3F607C7-5341-416A-AE37-F2917009CA1C}" dt="2026-09-01T11:47:13.645" v="150657"/>
          <ac:cxnSpMkLst>
            <pc:docMk/>
            <pc:sldMk cId="0" sldId="256"/>
            <ac:cxnSpMk id="713" creationId="{1DAA6C10-E90E-BA48-AF80-AB6CDDA7FC62}"/>
          </ac:cxnSpMkLst>
        </pc:cxnChg>
        <pc:cxnChg chg="add mod ord">
          <ac:chgData name="Yntema, Michiel SIBV-FR/P/R" userId="09241570-8f23-4256-be7e-a3c32bde0a3f" providerId="ADAL" clId="{D3F607C7-5341-416A-AE37-F2917009CA1C}" dt="2026-09-01T11:47:13.640" v="150629"/>
          <ac:cxnSpMkLst>
            <pc:docMk/>
            <pc:sldMk cId="0" sldId="256"/>
            <ac:cxnSpMk id="717" creationId="{41229632-1643-1198-201E-16C699F6073C}"/>
          </ac:cxnSpMkLst>
        </pc:cxnChg>
        <pc:cxnChg chg="add mod ord">
          <ac:chgData name="Yntema, Michiel SIBV-FR/P/R" userId="09241570-8f23-4256-be7e-a3c32bde0a3f" providerId="ADAL" clId="{D3F607C7-5341-416A-AE37-F2917009CA1C}" dt="2026-09-01T11:47:13.640" v="150631"/>
          <ac:cxnSpMkLst>
            <pc:docMk/>
            <pc:sldMk cId="0" sldId="256"/>
            <ac:cxnSpMk id="718" creationId="{64E9C46F-2A0B-5A65-B209-73ED1DC18CD7}"/>
          </ac:cxnSpMkLst>
        </pc:cxnChg>
        <pc:cxnChg chg="add mod ord">
          <ac:chgData name="Yntema, Michiel SIBV-FR/P/R" userId="09241570-8f23-4256-be7e-a3c32bde0a3f" providerId="ADAL" clId="{D3F607C7-5341-416A-AE37-F2917009CA1C}" dt="2026-09-01T11:47:13.640" v="150633"/>
          <ac:cxnSpMkLst>
            <pc:docMk/>
            <pc:sldMk cId="0" sldId="256"/>
            <ac:cxnSpMk id="719" creationId="{835D93CB-54F4-8A7C-03BA-664208AF9CB1}"/>
          </ac:cxnSpMkLst>
        </pc:cxnChg>
        <pc:cxnChg chg="add del mod ord">
          <ac:chgData name="Yntema, Michiel SIBV-FR/P/R" userId="09241570-8f23-4256-be7e-a3c32bde0a3f" providerId="ADAL" clId="{D3F607C7-5341-416A-AE37-F2917009CA1C}" dt="2026-09-01T08:36:12.005" v="34854"/>
          <ac:cxnSpMkLst>
            <pc:docMk/>
            <pc:sldMk cId="0" sldId="256"/>
            <ac:cxnSpMk id="720" creationId="{F0F02307-D17B-C077-E44F-937EF428AF01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34:58.501" v="127978"/>
          <ac:cxnSpMkLst>
            <pc:docMk/>
            <pc:sldMk cId="0" sldId="256"/>
            <ac:cxnSpMk id="736" creationId="{083F9C9D-FE6C-914F-572A-7ADDD335A800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34:58.500" v="127976"/>
          <ac:cxnSpMkLst>
            <pc:docMk/>
            <pc:sldMk cId="0" sldId="256"/>
            <ac:cxnSpMk id="737" creationId="{0674AC44-AC19-6C0C-14C8-1224DE5FB169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34:58.499" v="127974"/>
          <ac:cxnSpMkLst>
            <pc:docMk/>
            <pc:sldMk cId="0" sldId="256"/>
            <ac:cxnSpMk id="738" creationId="{20F75752-3355-E85B-2856-ABA842130B4D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34:58.498" v="127972"/>
          <ac:cxnSpMkLst>
            <pc:docMk/>
            <pc:sldMk cId="0" sldId="256"/>
            <ac:cxnSpMk id="739" creationId="{66281A5B-4525-18A8-E8C2-60DC29D31DBD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47" v="150669"/>
          <ac:cxnSpMkLst>
            <pc:docMk/>
            <pc:sldMk cId="0" sldId="256"/>
            <ac:cxnSpMk id="781" creationId="{8837A687-2199-15DC-1FAE-1798B9AA4245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47" v="150671"/>
          <ac:cxnSpMkLst>
            <pc:docMk/>
            <pc:sldMk cId="0" sldId="256"/>
            <ac:cxnSpMk id="782" creationId="{2B0A7C4A-C036-F247-DC90-0994BA8F3B02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48" v="150673"/>
          <ac:cxnSpMkLst>
            <pc:docMk/>
            <pc:sldMk cId="0" sldId="256"/>
            <ac:cxnSpMk id="783" creationId="{C8E15899-2080-E311-69BA-909371AEBEDE}"/>
          </ac:cxnSpMkLst>
        </pc:cxnChg>
        <pc:cxnChg chg="del mod ord">
          <ac:chgData name="Yntema, Michiel SIBV-FR/P/R" userId="09241570-8f23-4256-be7e-a3c32bde0a3f" providerId="ADAL" clId="{D3F607C7-5341-416A-AE37-F2917009CA1C}" dt="2026-09-01T10:41:36.598" v="62127"/>
          <ac:cxnSpMkLst>
            <pc:docMk/>
            <pc:sldMk cId="0" sldId="256"/>
            <ac:cxnSpMk id="784" creationId="{07EF76FC-DA3B-6D20-EEAC-F7448ED19E5F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49" v="150679"/>
          <ac:cxnSpMkLst>
            <pc:docMk/>
            <pc:sldMk cId="0" sldId="256"/>
            <ac:cxnSpMk id="785" creationId="{08B8CB07-FEB9-363E-A661-118A7A807F2C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49" v="150683"/>
          <ac:cxnSpMkLst>
            <pc:docMk/>
            <pc:sldMk cId="0" sldId="256"/>
            <ac:cxnSpMk id="786" creationId="{2CF49106-1B12-2B4C-14B3-FA088521C121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50" v="150687"/>
          <ac:cxnSpMkLst>
            <pc:docMk/>
            <pc:sldMk cId="0" sldId="256"/>
            <ac:cxnSpMk id="787" creationId="{A92B0906-1ECB-F801-3AFF-98824B2C305A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51" v="150691"/>
          <ac:cxnSpMkLst>
            <pc:docMk/>
            <pc:sldMk cId="0" sldId="256"/>
            <ac:cxnSpMk id="788" creationId="{EF7B33D7-26D0-B8DF-B6D5-1874401E9E9A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52" v="150695"/>
          <ac:cxnSpMkLst>
            <pc:docMk/>
            <pc:sldMk cId="0" sldId="256"/>
            <ac:cxnSpMk id="789" creationId="{3C0233F1-4EC5-924B-F51A-0391D13F4A7F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48" v="150675"/>
          <ac:cxnSpMkLst>
            <pc:docMk/>
            <pc:sldMk cId="0" sldId="256"/>
            <ac:cxnSpMk id="805" creationId="{FA9A1542-5447-AA8F-BAC9-F5D0F344C4DC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48" v="150677"/>
          <ac:cxnSpMkLst>
            <pc:docMk/>
            <pc:sldMk cId="0" sldId="256"/>
            <ac:cxnSpMk id="806" creationId="{31D8CBFB-265B-4080-CB7D-E0EBC1733D6E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49" v="150681"/>
          <ac:cxnSpMkLst>
            <pc:docMk/>
            <pc:sldMk cId="0" sldId="256"/>
            <ac:cxnSpMk id="807" creationId="{1E2F5DD8-1089-59D9-C8C3-69976AD1AB06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50" v="150685"/>
          <ac:cxnSpMkLst>
            <pc:docMk/>
            <pc:sldMk cId="0" sldId="256"/>
            <ac:cxnSpMk id="808" creationId="{50066DC6-8731-C423-3112-0FEE3127DD1D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50" v="150689"/>
          <ac:cxnSpMkLst>
            <pc:docMk/>
            <pc:sldMk cId="0" sldId="256"/>
            <ac:cxnSpMk id="809" creationId="{4478F99C-3972-0B0A-192D-1FE46F705AAC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651" v="150693"/>
          <ac:cxnSpMkLst>
            <pc:docMk/>
            <pc:sldMk cId="0" sldId="256"/>
            <ac:cxnSpMk id="810" creationId="{8572B52B-8A24-FFF5-A519-E4705C460C6D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15:15.187" v="86515"/>
          <ac:cxnSpMkLst>
            <pc:docMk/>
            <pc:sldMk cId="0" sldId="256"/>
            <ac:cxnSpMk id="873" creationId="{EEC627F0-8F09-19C6-2288-CF9C3366673D}"/>
          </ac:cxnSpMkLst>
        </pc:cxnChg>
        <pc:cxnChg chg="add del mod ord">
          <ac:chgData name="Yntema, Michiel SIBV-FR/P/R" userId="09241570-8f23-4256-be7e-a3c32bde0a3f" providerId="ADAL" clId="{D3F607C7-5341-416A-AE37-F2917009CA1C}" dt="2026-09-01T11:47:13.539" v="149945"/>
          <ac:cxnSpMkLst>
            <pc:docMk/>
            <pc:sldMk cId="0" sldId="256"/>
            <ac:cxnSpMk id="968" creationId="{E281B94A-EF77-5369-08FF-7A4F3E9943C6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my.shell.com/personal/shirish_nanda_shell_com/Documents/Strategy/15.%20LNGC2%20Investment%20Thesis/LNGC%20economic%20models/Feburary%202026/LNGC%20Ph2%20Cashflow%20(whiskers).xlsb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9993042420912402"/>
          <c:y val="0.14535092710231792"/>
          <c:w val="0.66112363276662123"/>
          <c:h val="0.79310311853583071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  <a:effectLst/>
          </c:spPr>
          <c:invertIfNegative val="0"/>
          <c:errBars>
            <c:errBarType val="minus"/>
            <c:errValType val="cust"/>
            <c:noEndCap val="0"/>
            <c:plus>
              <c:numLit>
                <c:formatCode>General</c:formatCode>
                <c:ptCount val="1"/>
                <c:pt idx="0">
                  <c:v>1</c:v>
                </c:pt>
              </c:numLit>
            </c:plus>
            <c:minus>
              <c:numRef>
                <c:f>('Target FID'!$C$1023:$D$1023,'Target FID'!$BA$1023)</c:f>
                <c:numCache>
                  <c:formatCode>General</c:formatCode>
                  <c:ptCount val="3"/>
                  <c:pt idx="0">
                    <c:v>0</c:v>
                  </c:pt>
                  <c:pt idx="1">
                    <c:v>3159.9780697144374</c:v>
                  </c:pt>
                  <c:pt idx="2">
                    <c:v>0</c:v>
                  </c:pt>
                </c:numCache>
                <c:extLst/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('Target FID'!$C$1005:$D$1005,'Target FID'!$BA$1005)</c:f>
              <c:numCache>
                <c:formatCode>General</c:formatCode>
                <c:ptCount val="3"/>
                <c:pt idx="0">
                  <c:v>2025</c:v>
                </c:pt>
                <c:pt idx="1">
                  <c:v>2026</c:v>
                </c:pt>
                <c:pt idx="2">
                  <c:v>2075</c:v>
                </c:pt>
              </c:numCache>
              <c:extLst/>
            </c:numRef>
          </c:cat>
          <c:val>
            <c:numRef>
              <c:f>('Target FID'!$C$1020:$D$1020,'Target FID'!$BA$1020)</c:f>
              <c:numCache>
                <c:formatCode>_-* #,##0.0_-;\-* #,##0.0_-;_-* "-"??_-;_-@_-</c:formatCode>
                <c:ptCount val="3"/>
                <c:pt idx="0">
                  <c:v>1764.6703686051126</c:v>
                </c:pt>
                <c:pt idx="1">
                  <c:v>3159.9780697144374</c:v>
                </c:pt>
                <c:pt idx="2">
                  <c:v>1764.6703686051126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ABE4-4EAE-9091-51A2396FD709}"/>
            </c:ext>
          </c:extLst>
        </c:ser>
        <c:ser>
          <c:idx val="1"/>
          <c:order val="1"/>
          <c:tx>
            <c:v>P90</c:v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numRef>
              <c:f>('Target FID'!$C$1005:$D$1005,'Target FID'!$BA$1005)</c:f>
              <c:numCache>
                <c:formatCode>General</c:formatCode>
                <c:ptCount val="3"/>
                <c:pt idx="0">
                  <c:v>2025</c:v>
                </c:pt>
                <c:pt idx="1">
                  <c:v>2026</c:v>
                </c:pt>
                <c:pt idx="2">
                  <c:v>2075</c:v>
                </c:pt>
              </c:numCache>
              <c:extLst/>
            </c:numRef>
          </c:cat>
          <c:val>
            <c:numRef>
              <c:f>('Target FID'!$C$1021:$D$1021,'Target FID'!$BA$1021)</c:f>
              <c:numCache>
                <c:formatCode>_-* #,##0.0_-;\-* #,##0.0_-;_-* "-"??_-;_-@_-</c:formatCode>
                <c:ptCount val="3"/>
                <c:pt idx="0">
                  <c:v>0</c:v>
                </c:pt>
                <c:pt idx="1">
                  <c:v>2033.096198766279</c:v>
                </c:pt>
                <c:pt idx="2">
                  <c:v>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ABE4-4EAE-9091-51A2396FD709}"/>
            </c:ext>
          </c:extLst>
        </c:ser>
        <c:ser>
          <c:idx val="2"/>
          <c:order val="2"/>
          <c:tx>
            <c:v>P10</c:v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('Target FID'!$C$1024:$D$1024,'Target FID'!$BA$1024)</c:f>
                <c:numCache>
                  <c:formatCode>General</c:formatCode>
                  <c:ptCount val="3"/>
                  <c:pt idx="0">
                    <c:v>0</c:v>
                  </c:pt>
                  <c:pt idx="1">
                    <c:v>4343.8209592048715</c:v>
                  </c:pt>
                  <c:pt idx="2">
                    <c:v>0</c:v>
                  </c:pt>
                </c:numCache>
                <c:extLst/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numRef>
              <c:f>('Target FID'!$C$1005:$D$1005,'Target FID'!$BA$1005)</c:f>
              <c:numCache>
                <c:formatCode>General</c:formatCode>
                <c:ptCount val="3"/>
                <c:pt idx="0">
                  <c:v>2025</c:v>
                </c:pt>
                <c:pt idx="1">
                  <c:v>2026</c:v>
                </c:pt>
                <c:pt idx="2">
                  <c:v>2075</c:v>
                </c:pt>
              </c:numCache>
              <c:extLst/>
            </c:numRef>
          </c:cat>
          <c:val>
            <c:numRef>
              <c:f>('Target FID'!$C$1022:$D$1022,'Target FID'!$BA$1022)</c:f>
              <c:numCache>
                <c:formatCode>_-* #,##0.0_-;\-* #,##0.0_-;_-* "-"??_-;_-@_-</c:formatCode>
                <c:ptCount val="3"/>
                <c:pt idx="0">
                  <c:v>0</c:v>
                </c:pt>
                <c:pt idx="1">
                  <c:v>2329.5254509043689</c:v>
                </c:pt>
                <c:pt idx="2">
                  <c:v>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ABE4-4EAE-9091-51A2396FD7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612347503"/>
        <c:axId val="1612346063"/>
      </c:barChart>
      <c:catAx>
        <c:axId val="161234750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low"/>
        <c:crossAx val="1612346063"/>
        <c:crosses val="autoZero"/>
        <c:auto val="1"/>
        <c:lblAlgn val="ctr"/>
        <c:lblOffset val="100"/>
        <c:tickLblSkip val="3"/>
        <c:noMultiLvlLbl val="0"/>
      </c:catAx>
      <c:valAx>
        <c:axId val="1612346063"/>
        <c:scaling>
          <c:orientation val="minMax"/>
          <c:min val="-1000"/>
        </c:scaling>
        <c:delete val="1"/>
        <c:axPos val="l"/>
        <c:numFmt formatCode="_-* #,##0.0_-;\-* #,##0.0_-;_-* &quot;-&quot;??_-;_-@_-" sourceLinked="1"/>
        <c:majorTickMark val="out"/>
        <c:minorTickMark val="none"/>
        <c:tickLblPos val="nextTo"/>
        <c:crossAx val="1612347503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0444930707512763E-2"/>
          <c:y val="5.1848049281314167E-2"/>
          <c:w val="0.89059080962800874"/>
          <c:h val="0.89579055441478439"/>
        </c:manualLayout>
      </c:layout>
      <c:areaChart>
        <c:grouping val="stacked"/>
        <c:varyColors val="0"/>
        <c:ser>
          <c:idx val="0"/>
          <c:order val="0"/>
          <c:spPr>
            <a:solidFill>
              <a:schemeClr val="bg1"/>
            </a:solidFill>
            <a:ln>
              <a:noFill/>
            </a:ln>
          </c:spPr>
          <c:val>
            <c:numRef>
              <c:f>Sheet1!$A$1:$P$1</c:f>
              <c:numCache>
                <c:formatCode>General</c:formatCode>
                <c:ptCount val="16"/>
                <c:pt idx="0">
                  <c:v>13</c:v>
                </c:pt>
                <c:pt idx="1">
                  <c:v>10</c:v>
                </c:pt>
                <c:pt idx="2">
                  <c:v>8</c:v>
                </c:pt>
                <c:pt idx="3">
                  <c:v>7</c:v>
                </c:pt>
                <c:pt idx="4">
                  <c:v>6</c:v>
                </c:pt>
                <c:pt idx="5">
                  <c:v>4</c:v>
                </c:pt>
                <c:pt idx="6">
                  <c:v>3</c:v>
                </c:pt>
                <c:pt idx="7">
                  <c:v>3</c:v>
                </c:pt>
                <c:pt idx="8">
                  <c:v>4</c:v>
                </c:pt>
                <c:pt idx="9">
                  <c:v>5</c:v>
                </c:pt>
                <c:pt idx="10">
                  <c:v>6.5</c:v>
                </c:pt>
                <c:pt idx="11">
                  <c:v>11.466760000000001</c:v>
                </c:pt>
                <c:pt idx="12">
                  <c:v>11.76432</c:v>
                </c:pt>
                <c:pt idx="13">
                  <c:v>12.070119999999999</c:v>
                </c:pt>
                <c:pt idx="14">
                  <c:v>12.384370000000001</c:v>
                </c:pt>
                <c:pt idx="15">
                  <c:v>12.70729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2C-457E-AF0B-53DB6D05F27B}"/>
            </c:ext>
          </c:extLst>
        </c:ser>
        <c:ser>
          <c:idx val="1"/>
          <c:order val="1"/>
          <c:spPr>
            <a:solidFill>
              <a:schemeClr val="bg1"/>
            </a:solidFill>
            <a:ln>
              <a:noFill/>
            </a:ln>
          </c:spPr>
          <c:val>
            <c:numRef>
              <c:f>Sheet1!$A$2:$P$2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2</c:v>
                </c:pt>
                <c:pt idx="6">
                  <c:v>2</c:v>
                </c:pt>
                <c:pt idx="7">
                  <c:v>2</c:v>
                </c:pt>
                <c:pt idx="8">
                  <c:v>3</c:v>
                </c:pt>
                <c:pt idx="9">
                  <c:v>4.5</c:v>
                </c:pt>
                <c:pt idx="10">
                  <c:v>3.5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B2C-457E-AF0B-53DB6D05F27B}"/>
            </c:ext>
          </c:extLst>
        </c:ser>
        <c:ser>
          <c:idx val="2"/>
          <c:order val="2"/>
          <c:spPr>
            <a:solidFill>
              <a:schemeClr val="accent1"/>
            </a:solidFill>
            <a:ln>
              <a:noFill/>
            </a:ln>
          </c:spPr>
          <c:val>
            <c:numRef>
              <c:f>Sheet1!$A$3:$P$3</c:f>
              <c:numCache>
                <c:formatCode>General</c:formatCode>
                <c:ptCount val="1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3</c:v>
                </c:pt>
                <c:pt idx="7">
                  <c:v>4</c:v>
                </c:pt>
                <c:pt idx="8">
                  <c:v>3</c:v>
                </c:pt>
                <c:pt idx="9">
                  <c:v>1</c:v>
                </c:pt>
                <c:pt idx="10">
                  <c:v>1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B2C-457E-AF0B-53DB6D05F27B}"/>
            </c:ext>
          </c:extLst>
        </c:ser>
        <c:ser>
          <c:idx val="3"/>
          <c:order val="3"/>
          <c:spPr>
            <a:solidFill>
              <a:schemeClr val="accent5"/>
            </a:solidFill>
            <a:ln>
              <a:noFill/>
            </a:ln>
          </c:spPr>
          <c:val>
            <c:numRef>
              <c:f>Sheet1!$A$4:$P$4</c:f>
              <c:numCache>
                <c:formatCode>General</c:formatCode>
                <c:ptCount val="16"/>
                <c:pt idx="0">
                  <c:v>0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3.233746</c:v>
                </c:pt>
                <c:pt idx="5">
                  <c:v>2.467493000000001</c:v>
                </c:pt>
                <c:pt idx="6">
                  <c:v>1.6568430000000003</c:v>
                </c:pt>
                <c:pt idx="7">
                  <c:v>0.8499800000000004</c:v>
                </c:pt>
                <c:pt idx="8">
                  <c:v>4.6979000000000326E-2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B2C-457E-AF0B-53DB6D05F2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1150431"/>
        <c:axId val="1"/>
      </c:areaChart>
      <c:catAx>
        <c:axId val="10111504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150431"/>
        <c:crosses val="min"/>
        <c:crossBetween val="midCat"/>
        <c:majorUnit val="1"/>
      </c:valAx>
    </c:plotArea>
    <c:plotVisOnly val="0"/>
    <c:dispBlanksAs val="zero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930111930111931"/>
          <c:y val="5.9749697214372226E-2"/>
          <c:w val="0.86650286650286645"/>
          <c:h val="0.8805006055712555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val>
            <c:numRef>
              <c:f>Sheet1!$A$1:$Y$1</c:f>
              <c:numCache>
                <c:formatCode>General</c:formatCode>
                <c:ptCount val="25"/>
                <c:pt idx="0">
                  <c:v>406.97319999999996</c:v>
                </c:pt>
                <c:pt idx="1">
                  <c:v>406.38149999999996</c:v>
                </c:pt>
                <c:pt idx="2">
                  <c:v>406.51729999999998</c:v>
                </c:pt>
                <c:pt idx="3">
                  <c:v>403.16109999999998</c:v>
                </c:pt>
                <c:pt idx="4">
                  <c:v>400.42570000000001</c:v>
                </c:pt>
                <c:pt idx="5">
                  <c:v>396.86579999999998</c:v>
                </c:pt>
                <c:pt idx="6">
                  <c:v>395.85700000000003</c:v>
                </c:pt>
                <c:pt idx="7">
                  <c:v>394.30500000000001</c:v>
                </c:pt>
                <c:pt idx="8">
                  <c:v>387.03</c:v>
                </c:pt>
                <c:pt idx="9">
                  <c:v>378.07689999999997</c:v>
                </c:pt>
                <c:pt idx="10">
                  <c:v>368.92009999999999</c:v>
                </c:pt>
                <c:pt idx="11">
                  <c:v>356.89209999999997</c:v>
                </c:pt>
                <c:pt idx="12">
                  <c:v>346.51310000000001</c:v>
                </c:pt>
                <c:pt idx="13">
                  <c:v>339.59700000000004</c:v>
                </c:pt>
                <c:pt idx="14">
                  <c:v>330.86700000000002</c:v>
                </c:pt>
                <c:pt idx="15">
                  <c:v>314.84259999999995</c:v>
                </c:pt>
                <c:pt idx="16">
                  <c:v>305.26869999999997</c:v>
                </c:pt>
                <c:pt idx="17">
                  <c:v>292.8236</c:v>
                </c:pt>
                <c:pt idx="18">
                  <c:v>283.6474</c:v>
                </c:pt>
                <c:pt idx="19">
                  <c:v>275.01439999999997</c:v>
                </c:pt>
                <c:pt idx="20">
                  <c:v>271.60969999999998</c:v>
                </c:pt>
                <c:pt idx="21">
                  <c:v>267.89460000000003</c:v>
                </c:pt>
                <c:pt idx="22">
                  <c:v>262.23950000000002</c:v>
                </c:pt>
                <c:pt idx="23">
                  <c:v>256.55529999999999</c:v>
                </c:pt>
                <c:pt idx="24">
                  <c:v>250.79349999999999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46-4AE4-B2A8-8CFA45CAB62B}"/>
            </c:ext>
          </c:extLst>
        </c:ser>
        <c:ser>
          <c:idx val="1"/>
          <c:order val="1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Sheet1!$A$2:$Y$2</c:f>
              <c:numCache>
                <c:formatCode>General</c:formatCode>
                <c:ptCount val="25"/>
                <c:pt idx="0">
                  <c:v>39.226800000000026</c:v>
                </c:pt>
                <c:pt idx="1">
                  <c:v>76.891899999999964</c:v>
                </c:pt>
                <c:pt idx="2">
                  <c:v>122.62739999999997</c:v>
                </c:pt>
                <c:pt idx="3">
                  <c:v>172.97777200000002</c:v>
                </c:pt>
                <c:pt idx="4">
                  <c:v>201.53437800000006</c:v>
                </c:pt>
                <c:pt idx="5">
                  <c:v>223.73156699999998</c:v>
                </c:pt>
                <c:pt idx="6">
                  <c:v>238.11113800000004</c:v>
                </c:pt>
                <c:pt idx="7">
                  <c:v>241.61516599999999</c:v>
                </c:pt>
                <c:pt idx="8">
                  <c:v>242.02256599999998</c:v>
                </c:pt>
                <c:pt idx="9">
                  <c:v>242.02256600000004</c:v>
                </c:pt>
                <c:pt idx="10">
                  <c:v>242.02023800000001</c:v>
                </c:pt>
                <c:pt idx="11">
                  <c:v>241.61516599999999</c:v>
                </c:pt>
                <c:pt idx="12">
                  <c:v>241.46966600000007</c:v>
                </c:pt>
                <c:pt idx="13">
                  <c:v>241.01376599999998</c:v>
                </c:pt>
                <c:pt idx="14">
                  <c:v>240.61567800000006</c:v>
                </c:pt>
                <c:pt idx="15">
                  <c:v>239.92697799999996</c:v>
                </c:pt>
                <c:pt idx="16">
                  <c:v>239.27696159999994</c:v>
                </c:pt>
                <c:pt idx="17">
                  <c:v>237.88004519999998</c:v>
                </c:pt>
                <c:pt idx="18">
                  <c:v>237.79262879999993</c:v>
                </c:pt>
                <c:pt idx="19">
                  <c:v>237.15231239999997</c:v>
                </c:pt>
                <c:pt idx="20">
                  <c:v>237.559596</c:v>
                </c:pt>
                <c:pt idx="21">
                  <c:v>236.38577960000003</c:v>
                </c:pt>
                <c:pt idx="22">
                  <c:v>232.95186320000005</c:v>
                </c:pt>
                <c:pt idx="23">
                  <c:v>229.36274679999997</c:v>
                </c:pt>
                <c:pt idx="24">
                  <c:v>228.19863040000001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C46-4AE4-B2A8-8CFA45CAB6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100"/>
        <c:axId val="1011046959"/>
        <c:axId val="1"/>
      </c:barChart>
      <c:lineChart>
        <c:grouping val="standard"/>
        <c:varyColors val="0"/>
        <c:ser>
          <c:idx val="2"/>
          <c:order val="2"/>
          <c:spPr>
            <a:ln w="19050" cmpd="sng" algn="ctr">
              <a:solidFill>
                <a:schemeClr val="accent2"/>
              </a:solidFill>
              <a:prstDash val="solid"/>
            </a:ln>
          </c:spPr>
          <c:marker>
            <c:symbol val="none"/>
          </c:marker>
          <c:dPt>
            <c:idx val="0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BC46-4AE4-B2A8-8CFA45CAB62B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BC46-4AE4-B2A8-8CFA45CAB62B}"/>
              </c:ext>
            </c:extLst>
          </c:dPt>
          <c:dPt>
            <c:idx val="2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BC46-4AE4-B2A8-8CFA45CAB62B}"/>
              </c:ext>
            </c:extLst>
          </c:dPt>
          <c:dPt>
            <c:idx val="3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BC46-4AE4-B2A8-8CFA45CAB62B}"/>
              </c:ext>
            </c:extLst>
          </c:dPt>
          <c:dPt>
            <c:idx val="4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BC46-4AE4-B2A8-8CFA45CAB62B}"/>
              </c:ext>
            </c:extLst>
          </c:dPt>
          <c:dPt>
            <c:idx val="5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BC46-4AE4-B2A8-8CFA45CAB62B}"/>
              </c:ext>
            </c:extLst>
          </c:dPt>
          <c:dPt>
            <c:idx val="6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8-BC46-4AE4-B2A8-8CFA45CAB62B}"/>
              </c:ext>
            </c:extLst>
          </c:dPt>
          <c:dPt>
            <c:idx val="7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9-BC46-4AE4-B2A8-8CFA45CAB62B}"/>
              </c:ext>
            </c:extLst>
          </c:dPt>
          <c:dPt>
            <c:idx val="8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A-BC46-4AE4-B2A8-8CFA45CAB62B}"/>
              </c:ext>
            </c:extLst>
          </c:dPt>
          <c:dPt>
            <c:idx val="9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B-BC46-4AE4-B2A8-8CFA45CAB62B}"/>
              </c:ext>
            </c:extLst>
          </c:dPt>
          <c:dPt>
            <c:idx val="10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C-BC46-4AE4-B2A8-8CFA45CAB62B}"/>
              </c:ext>
            </c:extLst>
          </c:dPt>
          <c:dPt>
            <c:idx val="11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D-BC46-4AE4-B2A8-8CFA45CAB62B}"/>
              </c:ext>
            </c:extLst>
          </c:dPt>
          <c:dPt>
            <c:idx val="12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E-BC46-4AE4-B2A8-8CFA45CAB62B}"/>
              </c:ext>
            </c:extLst>
          </c:dPt>
          <c:dPt>
            <c:idx val="13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F-BC46-4AE4-B2A8-8CFA45CAB62B}"/>
              </c:ext>
            </c:extLst>
          </c:dPt>
          <c:dPt>
            <c:idx val="14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0-BC46-4AE4-B2A8-8CFA45CAB62B}"/>
              </c:ext>
            </c:extLst>
          </c:dPt>
          <c:dPt>
            <c:idx val="15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1-BC46-4AE4-B2A8-8CFA45CAB62B}"/>
              </c:ext>
            </c:extLst>
          </c:dPt>
          <c:dPt>
            <c:idx val="16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2-BC46-4AE4-B2A8-8CFA45CAB62B}"/>
              </c:ext>
            </c:extLst>
          </c:dPt>
          <c:dPt>
            <c:idx val="17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3-BC46-4AE4-B2A8-8CFA45CAB62B}"/>
              </c:ext>
            </c:extLst>
          </c:dPt>
          <c:dPt>
            <c:idx val="18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4-BC46-4AE4-B2A8-8CFA45CAB62B}"/>
              </c:ext>
            </c:extLst>
          </c:dPt>
          <c:dPt>
            <c:idx val="19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5-BC46-4AE4-B2A8-8CFA45CAB62B}"/>
              </c:ext>
            </c:extLst>
          </c:dPt>
          <c:dPt>
            <c:idx val="20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6-BC46-4AE4-B2A8-8CFA45CAB62B}"/>
              </c:ext>
            </c:extLst>
          </c:dPt>
          <c:dPt>
            <c:idx val="21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7-BC46-4AE4-B2A8-8CFA45CAB62B}"/>
              </c:ext>
            </c:extLst>
          </c:dPt>
          <c:dPt>
            <c:idx val="22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8-BC46-4AE4-B2A8-8CFA45CAB62B}"/>
              </c:ext>
            </c:extLst>
          </c:dPt>
          <c:dPt>
            <c:idx val="23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9-BC46-4AE4-B2A8-8CFA45CAB62B}"/>
              </c:ext>
            </c:extLst>
          </c:dPt>
          <c:dPt>
            <c:idx val="24"/>
            <c:marker>
              <c:symbol val="circle"/>
              <c:size val="8"/>
              <c:spPr>
                <a:solidFill>
                  <a:schemeClr val="accent2"/>
                </a:solidFill>
                <a:ln w="9525" cmpd="sng" algn="ctr">
                  <a:solidFill>
                    <a:schemeClr val="accent2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1A-BC46-4AE4-B2A8-8CFA45CAB62B}"/>
              </c:ext>
            </c:extLst>
          </c:dPt>
          <c:val>
            <c:numRef>
              <c:f>Sheet1!$A$3:$Y$3</c:f>
              <c:numCache>
                <c:formatCode>General</c:formatCode>
                <c:ptCount val="25"/>
                <c:pt idx="0">
                  <c:v>441.86182375532547</c:v>
                </c:pt>
                <c:pt idx="1">
                  <c:v>473.99955127579688</c:v>
                </c:pt>
                <c:pt idx="2">
                  <c:v>512.1786603281605</c:v>
                </c:pt>
                <c:pt idx="3">
                  <c:v>554.79663752102442</c:v>
                </c:pt>
                <c:pt idx="4">
                  <c:v>574.60180756027046</c:v>
                </c:pt>
                <c:pt idx="5">
                  <c:v>590.20822170914471</c:v>
                </c:pt>
                <c:pt idx="6">
                  <c:v>603.41705860296292</c:v>
                </c:pt>
                <c:pt idx="7">
                  <c:v>621.90102505050561</c:v>
                </c:pt>
                <c:pt idx="8">
                  <c:v>629.42078754606928</c:v>
                </c:pt>
                <c:pt idx="9">
                  <c:v>637.19854615220038</c:v>
                </c:pt>
                <c:pt idx="10">
                  <c:v>635.74012020148575</c:v>
                </c:pt>
                <c:pt idx="11">
                  <c:v>643.62573165101901</c:v>
                </c:pt>
                <c:pt idx="12">
                  <c:v>660.81761991506039</c:v>
                </c:pt>
                <c:pt idx="13">
                  <c:v>672.869125643443</c:v>
                </c:pt>
                <c:pt idx="14">
                  <c:v>685.98965941868425</c:v>
                </c:pt>
                <c:pt idx="15">
                  <c:v>692.37004733004369</c:v>
                </c:pt>
                <c:pt idx="16">
                  <c:v>704.21190723406835</c:v>
                </c:pt>
                <c:pt idx="17">
                  <c:v>710.8332789857152</c:v>
                </c:pt>
                <c:pt idx="18">
                  <c:v>716.6727834155414</c:v>
                </c:pt>
                <c:pt idx="19">
                  <c:v>717.51743811434221</c:v>
                </c:pt>
                <c:pt idx="20">
                  <c:v>724.15066124190946</c:v>
                </c:pt>
                <c:pt idx="21">
                  <c:v>727.43898528495811</c:v>
                </c:pt>
                <c:pt idx="22">
                  <c:v>728.08176030940808</c:v>
                </c:pt>
                <c:pt idx="23">
                  <c:v>724.91402895732267</c:v>
                </c:pt>
                <c:pt idx="24">
                  <c:v>724.76759225027126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B-BC46-4AE4-B2A8-8CFA45CAB6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1046959"/>
        <c:axId val="1"/>
      </c:lineChart>
      <c:catAx>
        <c:axId val="10110469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046959"/>
        <c:crosses val="min"/>
        <c:crossBetween val="between"/>
        <c:majorUnit val="1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7127799736495388E-2"/>
          <c:y val="1.7127799736495388E-2"/>
          <c:w val="0.96574440052700927"/>
          <c:h val="0.9657444005270092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C0C0C0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6F96-4787-961C-7333FD51D067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6F96-4787-961C-7333FD51D067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6F96-4787-961C-7333FD51D067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6F96-4787-961C-7333FD51D067}"/>
              </c:ext>
            </c:extLst>
          </c:dPt>
          <c:dPt>
            <c:idx val="4"/>
            <c:bubble3D val="0"/>
            <c:spPr>
              <a:solidFill>
                <a:schemeClr val="accent3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6F96-4787-961C-7333FD51D067}"/>
              </c:ext>
            </c:extLst>
          </c:dPt>
          <c:dPt>
            <c:idx val="5"/>
            <c:bubble3D val="0"/>
            <c:spPr>
              <a:solidFill>
                <a:schemeClr val="accent3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6F96-4787-961C-7333FD51D067}"/>
              </c:ext>
            </c:extLst>
          </c:dPt>
          <c:dPt>
            <c:idx val="6"/>
            <c:bubble3D val="0"/>
            <c:spPr>
              <a:solidFill>
                <a:schemeClr val="accent3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6-6F96-4787-961C-7333FD51D067}"/>
              </c:ext>
            </c:extLst>
          </c:dPt>
          <c:dPt>
            <c:idx val="7"/>
            <c:bubble3D val="0"/>
            <c:spPr>
              <a:solidFill>
                <a:schemeClr val="accent3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7-6F96-4787-961C-7333FD51D067}"/>
              </c:ext>
            </c:extLst>
          </c:dPt>
          <c:dPt>
            <c:idx val="8"/>
            <c:bubble3D val="0"/>
            <c:spPr>
              <a:solidFill>
                <a:srgbClr val="808080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8-6F96-4787-961C-7333FD51D067}"/>
              </c:ext>
            </c:extLst>
          </c:dPt>
          <c:dPt>
            <c:idx val="9"/>
            <c:bubble3D val="0"/>
            <c:spPr>
              <a:solidFill>
                <a:schemeClr val="accent2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9-6F96-4787-961C-7333FD51D067}"/>
              </c:ext>
            </c:extLst>
          </c:dPt>
          <c:dPt>
            <c:idx val="10"/>
            <c:bubble3D val="0"/>
            <c:spPr>
              <a:solidFill>
                <a:schemeClr val="accent2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A-6F96-4787-961C-7333FD51D067}"/>
              </c:ext>
            </c:extLst>
          </c:dPt>
          <c:dPt>
            <c:idx val="11"/>
            <c:bubble3D val="0"/>
            <c:spPr>
              <a:solidFill>
                <a:schemeClr val="accent2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B-6F96-4787-961C-7333FD51D067}"/>
              </c:ext>
            </c:extLst>
          </c:dPt>
          <c:dPt>
            <c:idx val="12"/>
            <c:bubble3D val="0"/>
            <c:spPr>
              <a:solidFill>
                <a:schemeClr val="accent2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C-6F96-4787-961C-7333FD51D067}"/>
              </c:ext>
            </c:extLst>
          </c:dPt>
          <c:dPt>
            <c:idx val="13"/>
            <c:bubble3D val="0"/>
            <c:spPr>
              <a:solidFill>
                <a:schemeClr val="accent2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D-6F96-4787-961C-7333FD51D067}"/>
              </c:ext>
            </c:extLst>
          </c:dPt>
          <c:dPt>
            <c:idx val="14"/>
            <c:bubble3D val="0"/>
            <c:spPr>
              <a:solidFill>
                <a:schemeClr val="accent2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E-6F96-4787-961C-7333FD51D067}"/>
              </c:ext>
            </c:extLst>
          </c:dPt>
          <c:dPt>
            <c:idx val="15"/>
            <c:bubble3D val="0"/>
            <c:spPr>
              <a:solidFill>
                <a:srgbClr val="C0C0C0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F-6F96-4787-961C-7333FD51D067}"/>
              </c:ext>
            </c:extLst>
          </c:dPt>
          <c:dPt>
            <c:idx val="16"/>
            <c:bubble3D val="0"/>
            <c:spPr>
              <a:solidFill>
                <a:srgbClr val="C0C0C0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0-6F96-4787-961C-7333FD51D067}"/>
              </c:ext>
            </c:extLst>
          </c:dPt>
          <c:dPt>
            <c:idx val="17"/>
            <c:bubble3D val="0"/>
            <c:spPr>
              <a:solidFill>
                <a:srgbClr val="C0C0C0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1-6F96-4787-961C-7333FD51D067}"/>
              </c:ext>
            </c:extLst>
          </c:dPt>
          <c:dPt>
            <c:idx val="18"/>
            <c:bubble3D val="0"/>
            <c:spPr>
              <a:solidFill>
                <a:srgbClr val="C0C0C0"/>
              </a:solidFill>
              <a:ln w="3175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12-6F96-4787-961C-7333FD51D067}"/>
              </c:ext>
            </c:extLst>
          </c:dPt>
          <c:dPt>
            <c:idx val="19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13-6F96-4787-961C-7333FD51D067}"/>
              </c:ext>
            </c:extLst>
          </c:dPt>
          <c:val>
            <c:numRef>
              <c:f>Sheet1!$A$1:$A$20</c:f>
              <c:numCache>
                <c:formatCode>General</c:formatCode>
                <c:ptCount val="20"/>
                <c:pt idx="0">
                  <c:v>5.2532833020637897</c:v>
                </c:pt>
                <c:pt idx="1">
                  <c:v>21.763602251407129</c:v>
                </c:pt>
                <c:pt idx="2">
                  <c:v>3.75234521575985</c:v>
                </c:pt>
                <c:pt idx="3">
                  <c:v>9.1932457786116331</c:v>
                </c:pt>
                <c:pt idx="4">
                  <c:v>7.1294559099437143</c:v>
                </c:pt>
                <c:pt idx="5">
                  <c:v>4.3151969981238274</c:v>
                </c:pt>
                <c:pt idx="6">
                  <c:v>0.56285178236397748</c:v>
                </c:pt>
                <c:pt idx="7">
                  <c:v>0.18761726078799251</c:v>
                </c:pt>
                <c:pt idx="8">
                  <c:v>5.8161350844277679</c:v>
                </c:pt>
                <c:pt idx="9">
                  <c:v>11.632270168855536</c:v>
                </c:pt>
                <c:pt idx="10">
                  <c:v>7.1294559099437143</c:v>
                </c:pt>
                <c:pt idx="11">
                  <c:v>3.9399624765478425</c:v>
                </c:pt>
                <c:pt idx="12">
                  <c:v>3.5647279549718571</c:v>
                </c:pt>
                <c:pt idx="13">
                  <c:v>1.876172607879925</c:v>
                </c:pt>
                <c:pt idx="14">
                  <c:v>1.125703564727955</c:v>
                </c:pt>
                <c:pt idx="15">
                  <c:v>4.5028142589118199</c:v>
                </c:pt>
                <c:pt idx="16">
                  <c:v>3.75234521575985</c:v>
                </c:pt>
                <c:pt idx="17">
                  <c:v>2.8142589118198877</c:v>
                </c:pt>
                <c:pt idx="18">
                  <c:v>1.876172607879925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6F96-4787-961C-7333FD51D0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43327239488117E-2"/>
          <c:y val="2.2807017543859651E-2"/>
          <c:w val="0.91133455210237657"/>
          <c:h val="0.95438596491228067"/>
        </c:manualLayout>
      </c:layout>
      <c:scatterChart>
        <c:scatterStyle val="lineMarker"/>
        <c:varyColors val="0"/>
        <c:ser>
          <c:idx val="0"/>
          <c:order val="0"/>
          <c:spPr>
            <a:ln w="38100" cmpd="sng" algn="ctr">
              <a:solidFill>
                <a:schemeClr val="accent1"/>
              </a:solidFill>
              <a:prstDash val="solid"/>
            </a:ln>
          </c:spPr>
          <c:marker>
            <c:symbol val="none"/>
          </c:marker>
          <c:xVal>
            <c:numRef>
              <c:f>Sheet1!$A$1:$AS$1</c:f>
              <c:numCache>
                <c:formatCode>General</c:formatCode>
                <c:ptCount val="4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2037</c:v>
                </c:pt>
                <c:pt idx="12">
                  <c:v>2038</c:v>
                </c:pt>
                <c:pt idx="13">
                  <c:v>2039</c:v>
                </c:pt>
                <c:pt idx="14">
                  <c:v>2040</c:v>
                </c:pt>
                <c:pt idx="15">
                  <c:v>2041</c:v>
                </c:pt>
                <c:pt idx="16">
                  <c:v>2042</c:v>
                </c:pt>
                <c:pt idx="17">
                  <c:v>2043</c:v>
                </c:pt>
                <c:pt idx="18">
                  <c:v>2044</c:v>
                </c:pt>
                <c:pt idx="19">
                  <c:v>2045</c:v>
                </c:pt>
                <c:pt idx="20">
                  <c:v>2046</c:v>
                </c:pt>
                <c:pt idx="21">
                  <c:v>2047</c:v>
                </c:pt>
                <c:pt idx="22">
                  <c:v>2048</c:v>
                </c:pt>
                <c:pt idx="23">
                  <c:v>2049</c:v>
                </c:pt>
                <c:pt idx="24">
                  <c:v>2050</c:v>
                </c:pt>
                <c:pt idx="25">
                  <c:v>2051</c:v>
                </c:pt>
                <c:pt idx="26">
                  <c:v>2052</c:v>
                </c:pt>
                <c:pt idx="27">
                  <c:v>2053</c:v>
                </c:pt>
                <c:pt idx="28">
                  <c:v>2054</c:v>
                </c:pt>
                <c:pt idx="29">
                  <c:v>2055</c:v>
                </c:pt>
                <c:pt idx="30">
                  <c:v>2056</c:v>
                </c:pt>
                <c:pt idx="31">
                  <c:v>2057</c:v>
                </c:pt>
                <c:pt idx="32">
                  <c:v>2058</c:v>
                </c:pt>
                <c:pt idx="33">
                  <c:v>2059</c:v>
                </c:pt>
                <c:pt idx="34">
                  <c:v>2060</c:v>
                </c:pt>
                <c:pt idx="35">
                  <c:v>2061</c:v>
                </c:pt>
                <c:pt idx="36">
                  <c:v>2062</c:v>
                </c:pt>
                <c:pt idx="37">
                  <c:v>2063</c:v>
                </c:pt>
                <c:pt idx="38">
                  <c:v>2064</c:v>
                </c:pt>
                <c:pt idx="39">
                  <c:v>2065</c:v>
                </c:pt>
                <c:pt idx="40">
                  <c:v>2066</c:v>
                </c:pt>
                <c:pt idx="41">
                  <c:v>2067</c:v>
                </c:pt>
                <c:pt idx="42">
                  <c:v>2068</c:v>
                </c:pt>
                <c:pt idx="43">
                  <c:v>2069</c:v>
                </c:pt>
                <c:pt idx="44">
                  <c:v>2070</c:v>
                </c:pt>
              </c:numCache>
            </c:numRef>
          </c:xVal>
          <c:yVal>
            <c:numRef>
              <c:f>Sheet1!$A$2:$AS$2</c:f>
              <c:numCache>
                <c:formatCode>General</c:formatCode>
                <c:ptCount val="45"/>
                <c:pt idx="0">
                  <c:v>0</c:v>
                </c:pt>
                <c:pt idx="1">
                  <c:v>-2.5934464322929802</c:v>
                </c:pt>
                <c:pt idx="2">
                  <c:v>0.95158600000000004</c:v>
                </c:pt>
                <c:pt idx="3">
                  <c:v>1.1060300000000001</c:v>
                </c:pt>
                <c:pt idx="4">
                  <c:v>1.232394</c:v>
                </c:pt>
                <c:pt idx="5">
                  <c:v>1.266178</c:v>
                </c:pt>
                <c:pt idx="6">
                  <c:v>1.348303</c:v>
                </c:pt>
                <c:pt idx="7">
                  <c:v>1.5395840000000001</c:v>
                </c:pt>
                <c:pt idx="8">
                  <c:v>1.4335550000000001</c:v>
                </c:pt>
                <c:pt idx="9">
                  <c:v>1.2399069999999999</c:v>
                </c:pt>
                <c:pt idx="10">
                  <c:v>1.1168689999999999</c:v>
                </c:pt>
                <c:pt idx="11">
                  <c:v>1.0267709999999999</c:v>
                </c:pt>
                <c:pt idx="12">
                  <c:v>0.95367480000000004</c:v>
                </c:pt>
                <c:pt idx="13">
                  <c:v>0.88835500000000001</c:v>
                </c:pt>
                <c:pt idx="14">
                  <c:v>0.82982449999999996</c:v>
                </c:pt>
                <c:pt idx="15">
                  <c:v>0.77816209999999997</c:v>
                </c:pt>
                <c:pt idx="16">
                  <c:v>0.73206690000000008</c:v>
                </c:pt>
                <c:pt idx="17">
                  <c:v>0.69001409999999996</c:v>
                </c:pt>
                <c:pt idx="18">
                  <c:v>0.65068090000000001</c:v>
                </c:pt>
                <c:pt idx="19">
                  <c:v>0.6135718</c:v>
                </c:pt>
                <c:pt idx="20">
                  <c:v>0.57857510000000001</c:v>
                </c:pt>
                <c:pt idx="21">
                  <c:v>0.54557449999999996</c:v>
                </c:pt>
                <c:pt idx="22">
                  <c:v>0.51446029999999998</c:v>
                </c:pt>
                <c:pt idx="23">
                  <c:v>0.46921640000000003</c:v>
                </c:pt>
                <c:pt idx="24">
                  <c:v>0.41726340000000001</c:v>
                </c:pt>
                <c:pt idx="25">
                  <c:v>0.36566329999999997</c:v>
                </c:pt>
                <c:pt idx="26">
                  <c:v>0.28499040000000003</c:v>
                </c:pt>
                <c:pt idx="27">
                  <c:v>0.24196510000000002</c:v>
                </c:pt>
                <c:pt idx="28">
                  <c:v>0.19961009999999998</c:v>
                </c:pt>
                <c:pt idx="29">
                  <c:v>0.15314349999999999</c:v>
                </c:pt>
                <c:pt idx="30">
                  <c:v>0.1083141</c:v>
                </c:pt>
                <c:pt idx="31">
                  <c:v>7.5439279999999997E-2</c:v>
                </c:pt>
                <c:pt idx="32">
                  <c:v>2.5880320000000002E-2</c:v>
                </c:pt>
                <c:pt idx="33">
                  <c:v>-2.1028900000000001E-3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66D-456C-BCB4-F23088C72B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70"/>
          <c:min val="2025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"/>
        <c:crossesAt val="0"/>
        <c:crossBetween val="midCat"/>
        <c:majorUnit val="5"/>
      </c:valAx>
      <c:valAx>
        <c:axId val="5"/>
        <c:scaling>
          <c:orientation val="minMax"/>
          <c:max val="3"/>
          <c:min val="-2.5934664322929812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"/>
        <c:crosses val="min"/>
        <c:crossBetween val="midCat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0121138703815869E-2"/>
          <c:y val="5.8544303797468354E-2"/>
          <c:w val="0.90581465778316173"/>
          <c:h val="0.88291139240506333"/>
        </c:manualLayout>
      </c:layout>
      <c:scatterChart>
        <c:scatterStyle val="lineMarker"/>
        <c:varyColors val="0"/>
        <c:ser>
          <c:idx val="0"/>
          <c:order val="0"/>
          <c:spPr>
            <a:ln w="38100" cmpd="sng" algn="ctr">
              <a:solidFill>
                <a:schemeClr val="accent1"/>
              </a:solidFill>
              <a:prstDash val="solid"/>
            </a:ln>
          </c:spPr>
          <c:marker>
            <c:symbol val="none"/>
          </c:marker>
          <c:xVal>
            <c:numRef>
              <c:f>Sheet1!$A$1:$AS$1</c:f>
              <c:numCache>
                <c:formatCode>General</c:formatCode>
                <c:ptCount val="4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  <c:pt idx="5">
                  <c:v>2031</c:v>
                </c:pt>
                <c:pt idx="6">
                  <c:v>2032</c:v>
                </c:pt>
                <c:pt idx="7">
                  <c:v>2033</c:v>
                </c:pt>
                <c:pt idx="8">
                  <c:v>2034</c:v>
                </c:pt>
                <c:pt idx="9">
                  <c:v>2035</c:v>
                </c:pt>
                <c:pt idx="10">
                  <c:v>2036</c:v>
                </c:pt>
                <c:pt idx="11">
                  <c:v>2037</c:v>
                </c:pt>
                <c:pt idx="12">
                  <c:v>2038</c:v>
                </c:pt>
                <c:pt idx="13">
                  <c:v>2039</c:v>
                </c:pt>
                <c:pt idx="14">
                  <c:v>2040</c:v>
                </c:pt>
                <c:pt idx="15">
                  <c:v>2041</c:v>
                </c:pt>
                <c:pt idx="16">
                  <c:v>2042</c:v>
                </c:pt>
                <c:pt idx="17">
                  <c:v>2043</c:v>
                </c:pt>
                <c:pt idx="18">
                  <c:v>2044</c:v>
                </c:pt>
                <c:pt idx="19">
                  <c:v>2045</c:v>
                </c:pt>
                <c:pt idx="20">
                  <c:v>2046</c:v>
                </c:pt>
                <c:pt idx="21">
                  <c:v>2047</c:v>
                </c:pt>
                <c:pt idx="22">
                  <c:v>2048</c:v>
                </c:pt>
                <c:pt idx="23">
                  <c:v>2049</c:v>
                </c:pt>
                <c:pt idx="24">
                  <c:v>2050</c:v>
                </c:pt>
                <c:pt idx="25">
                  <c:v>2051</c:v>
                </c:pt>
                <c:pt idx="26">
                  <c:v>2052</c:v>
                </c:pt>
                <c:pt idx="27">
                  <c:v>2053</c:v>
                </c:pt>
                <c:pt idx="28">
                  <c:v>2054</c:v>
                </c:pt>
                <c:pt idx="29">
                  <c:v>2055</c:v>
                </c:pt>
                <c:pt idx="30">
                  <c:v>2056</c:v>
                </c:pt>
                <c:pt idx="31">
                  <c:v>2057</c:v>
                </c:pt>
                <c:pt idx="32">
                  <c:v>2058</c:v>
                </c:pt>
                <c:pt idx="33">
                  <c:v>2059</c:v>
                </c:pt>
                <c:pt idx="34">
                  <c:v>2060</c:v>
                </c:pt>
                <c:pt idx="35">
                  <c:v>2061</c:v>
                </c:pt>
                <c:pt idx="36">
                  <c:v>2062</c:v>
                </c:pt>
                <c:pt idx="37">
                  <c:v>2063</c:v>
                </c:pt>
                <c:pt idx="38">
                  <c:v>2064</c:v>
                </c:pt>
                <c:pt idx="39">
                  <c:v>2065</c:v>
                </c:pt>
                <c:pt idx="40">
                  <c:v>2066</c:v>
                </c:pt>
                <c:pt idx="41">
                  <c:v>2067</c:v>
                </c:pt>
                <c:pt idx="42">
                  <c:v>2068</c:v>
                </c:pt>
                <c:pt idx="43">
                  <c:v>2069</c:v>
                </c:pt>
                <c:pt idx="44">
                  <c:v>2070</c:v>
                </c:pt>
              </c:numCache>
            </c:numRef>
          </c:xVal>
          <c:yVal>
            <c:numRef>
              <c:f>Sheet1!$A$2:$AS$2</c:f>
              <c:numCache>
                <c:formatCode>General</c:formatCode>
                <c:ptCount val="45"/>
                <c:pt idx="0">
                  <c:v>-2.2601999999999998</c:v>
                </c:pt>
                <c:pt idx="1">
                  <c:v>-1.1169</c:v>
                </c:pt>
                <c:pt idx="2">
                  <c:v>-1.3524</c:v>
                </c:pt>
                <c:pt idx="3">
                  <c:v>-1.4384000000000001</c:v>
                </c:pt>
                <c:pt idx="4">
                  <c:v>-1.6412</c:v>
                </c:pt>
                <c:pt idx="5">
                  <c:v>-1.3446</c:v>
                </c:pt>
                <c:pt idx="6">
                  <c:v>-2.0000000000000001E-4</c:v>
                </c:pt>
                <c:pt idx="7">
                  <c:v>1.2364999999999999</c:v>
                </c:pt>
                <c:pt idx="8">
                  <c:v>1.6582000000000001</c:v>
                </c:pt>
                <c:pt idx="9">
                  <c:v>1.5982000000000001</c:v>
                </c:pt>
                <c:pt idx="10">
                  <c:v>2.1523000000000003</c:v>
                </c:pt>
                <c:pt idx="11">
                  <c:v>2.0728</c:v>
                </c:pt>
                <c:pt idx="12">
                  <c:v>1.8897999999999999</c:v>
                </c:pt>
                <c:pt idx="13">
                  <c:v>1.8469</c:v>
                </c:pt>
                <c:pt idx="14">
                  <c:v>1.8257999999999999</c:v>
                </c:pt>
                <c:pt idx="15">
                  <c:v>1.8440999999999999</c:v>
                </c:pt>
                <c:pt idx="16">
                  <c:v>1.8785999999999998</c:v>
                </c:pt>
                <c:pt idx="17">
                  <c:v>1.9307000000000001</c:v>
                </c:pt>
                <c:pt idx="18">
                  <c:v>2.0598000000000001</c:v>
                </c:pt>
                <c:pt idx="19">
                  <c:v>2.1163000000000003</c:v>
                </c:pt>
                <c:pt idx="20">
                  <c:v>2.2376</c:v>
                </c:pt>
                <c:pt idx="21">
                  <c:v>2.5280999999999998</c:v>
                </c:pt>
                <c:pt idx="22">
                  <c:v>2.3595999999999999</c:v>
                </c:pt>
                <c:pt idx="23">
                  <c:v>2.3356999999999997</c:v>
                </c:pt>
                <c:pt idx="24">
                  <c:v>1.7167999999999999</c:v>
                </c:pt>
                <c:pt idx="25">
                  <c:v>2.2353000000000001</c:v>
                </c:pt>
                <c:pt idx="26">
                  <c:v>1.9649000000000001</c:v>
                </c:pt>
                <c:pt idx="27">
                  <c:v>2.0462000000000002</c:v>
                </c:pt>
                <c:pt idx="28">
                  <c:v>1.3439000000000001</c:v>
                </c:pt>
                <c:pt idx="29">
                  <c:v>1.6297000000000001</c:v>
                </c:pt>
                <c:pt idx="30">
                  <c:v>1.4382999999999999</c:v>
                </c:pt>
                <c:pt idx="31">
                  <c:v>1.304</c:v>
                </c:pt>
                <c:pt idx="32">
                  <c:v>1.4487999999999999</c:v>
                </c:pt>
                <c:pt idx="33">
                  <c:v>1.7254</c:v>
                </c:pt>
                <c:pt idx="34">
                  <c:v>1.5315000000000001</c:v>
                </c:pt>
                <c:pt idx="35">
                  <c:v>1.3451</c:v>
                </c:pt>
                <c:pt idx="36">
                  <c:v>1.4045000000000001</c:v>
                </c:pt>
                <c:pt idx="37">
                  <c:v>1.5252000000000001</c:v>
                </c:pt>
                <c:pt idx="38">
                  <c:v>1.5329000000000002</c:v>
                </c:pt>
                <c:pt idx="39">
                  <c:v>1.4930999999999999</c:v>
                </c:pt>
                <c:pt idx="40">
                  <c:v>1.3692</c:v>
                </c:pt>
                <c:pt idx="41">
                  <c:v>1.4899</c:v>
                </c:pt>
                <c:pt idx="42">
                  <c:v>1.6600999999999999</c:v>
                </c:pt>
                <c:pt idx="43">
                  <c:v>1.8637999999999999</c:v>
                </c:pt>
                <c:pt idx="44">
                  <c:v>0.9897999999999999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63A-43AD-8642-45EDBDD638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70"/>
          <c:min val="2025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"/>
        <c:crossesAt val="0"/>
        <c:crossBetween val="midCat"/>
        <c:majorUnit val="5"/>
      </c:valAx>
      <c:valAx>
        <c:axId val="5"/>
        <c:scaling>
          <c:orientation val="minMax"/>
          <c:max val="3"/>
          <c:min val="-3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none"/>
        <c:minorTickMark val="none"/>
        <c:tickLblPos val="nextTo"/>
        <c:spPr>
          <a:ln>
            <a:noFill/>
          </a:ln>
        </c:spPr>
        <c:txPr>
          <a:bodyPr wrap="none"/>
          <a:lstStyle/>
          <a:p>
            <a:pPr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"/>
        <c:crosses val="min"/>
        <c:crossBetween val="midCat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817425354870289"/>
          <c:y val="6.0309698451507743E-2"/>
          <c:w val="0.82060695056289767"/>
          <c:h val="0.87938060309698451"/>
        </c:manualLayout>
      </c:layout>
      <c:scatterChart>
        <c:scatterStyle val="lineMarker"/>
        <c:varyColors val="0"/>
        <c:ser>
          <c:idx val="0"/>
          <c:order val="0"/>
          <c:spPr>
            <a:ln w="28575" cmpd="sng" algn="ctr">
              <a:solidFill>
                <a:schemeClr val="tx1"/>
              </a:solidFill>
              <a:prstDash val="dash"/>
            </a:ln>
          </c:spPr>
          <c:marker>
            <c:symbol val="none"/>
          </c:marker>
          <c:xVal>
            <c:numRef>
              <c:f>Sheet1!$A$1:$P$1</c:f>
              <c:numCache>
                <c:formatCode>General</c:formatCode>
                <c:ptCount val="16"/>
                <c:pt idx="0">
                  <c:v>2030</c:v>
                </c:pt>
                <c:pt idx="1">
                  <c:v>2031</c:v>
                </c:pt>
                <c:pt idx="2">
                  <c:v>2032</c:v>
                </c:pt>
                <c:pt idx="3">
                  <c:v>2033</c:v>
                </c:pt>
                <c:pt idx="4">
                  <c:v>2034</c:v>
                </c:pt>
                <c:pt idx="5">
                  <c:v>2035</c:v>
                </c:pt>
                <c:pt idx="6">
                  <c:v>2036</c:v>
                </c:pt>
                <c:pt idx="7">
                  <c:v>2037</c:v>
                </c:pt>
                <c:pt idx="8">
                  <c:v>2038</c:v>
                </c:pt>
                <c:pt idx="9">
                  <c:v>2039</c:v>
                </c:pt>
                <c:pt idx="10">
                  <c:v>2040</c:v>
                </c:pt>
                <c:pt idx="11">
                  <c:v>2041</c:v>
                </c:pt>
                <c:pt idx="12">
                  <c:v>2042</c:v>
                </c:pt>
                <c:pt idx="13">
                  <c:v>2043</c:v>
                </c:pt>
                <c:pt idx="14">
                  <c:v>2044</c:v>
                </c:pt>
                <c:pt idx="15">
                  <c:v>2045</c:v>
                </c:pt>
              </c:numCache>
            </c:numRef>
          </c:xVal>
          <c:yVal>
            <c:numRef>
              <c:f>Sheet1!$A$2:$P$2</c:f>
              <c:numCache>
                <c:formatCode>General</c:formatCode>
                <c:ptCount val="16"/>
                <c:pt idx="0">
                  <c:v>-1.6412200000000001</c:v>
                </c:pt>
                <c:pt idx="1">
                  <c:v>-1.3446300000000002</c:v>
                </c:pt>
                <c:pt idx="2">
                  <c:v>-1.9793E-4</c:v>
                </c:pt>
                <c:pt idx="3">
                  <c:v>1.23654</c:v>
                </c:pt>
                <c:pt idx="4">
                  <c:v>1.6582059999999998</c:v>
                </c:pt>
                <c:pt idx="5">
                  <c:v>1.598179</c:v>
                </c:pt>
                <c:pt idx="6">
                  <c:v>2.1523110000000001</c:v>
                </c:pt>
                <c:pt idx="7">
                  <c:v>2.0728219999999999</c:v>
                </c:pt>
                <c:pt idx="8">
                  <c:v>1.8898440000000001</c:v>
                </c:pt>
                <c:pt idx="9">
                  <c:v>1.8469329999999999</c:v>
                </c:pt>
                <c:pt idx="10">
                  <c:v>1.825798</c:v>
                </c:pt>
                <c:pt idx="11">
                  <c:v>1.844095</c:v>
                </c:pt>
                <c:pt idx="12">
                  <c:v>1.878628</c:v>
                </c:pt>
                <c:pt idx="13">
                  <c:v>1.930736</c:v>
                </c:pt>
                <c:pt idx="14">
                  <c:v>2.0597789999999998</c:v>
                </c:pt>
                <c:pt idx="15">
                  <c:v>2.116282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D16-4ABB-9E01-159FD05B0478}"/>
            </c:ext>
          </c:extLst>
        </c:ser>
        <c:ser>
          <c:idx val="1"/>
          <c:order val="1"/>
          <c:spPr>
            <a:ln w="28575" cmpd="sng" algn="ctr">
              <a:solidFill>
                <a:schemeClr val="accent6"/>
              </a:solidFill>
              <a:prstDash val="solid"/>
            </a:ln>
          </c:spPr>
          <c:marker>
            <c:symbol val="none"/>
          </c:marker>
          <c:xVal>
            <c:numRef>
              <c:f>Sheet1!$A$1:$P$1</c:f>
              <c:numCache>
                <c:formatCode>General</c:formatCode>
                <c:ptCount val="16"/>
                <c:pt idx="0">
                  <c:v>2030</c:v>
                </c:pt>
                <c:pt idx="1">
                  <c:v>2031</c:v>
                </c:pt>
                <c:pt idx="2">
                  <c:v>2032</c:v>
                </c:pt>
                <c:pt idx="3">
                  <c:v>2033</c:v>
                </c:pt>
                <c:pt idx="4">
                  <c:v>2034</c:v>
                </c:pt>
                <c:pt idx="5">
                  <c:v>2035</c:v>
                </c:pt>
                <c:pt idx="6">
                  <c:v>2036</c:v>
                </c:pt>
                <c:pt idx="7">
                  <c:v>2037</c:v>
                </c:pt>
                <c:pt idx="8">
                  <c:v>2038</c:v>
                </c:pt>
                <c:pt idx="9">
                  <c:v>2039</c:v>
                </c:pt>
                <c:pt idx="10">
                  <c:v>2040</c:v>
                </c:pt>
                <c:pt idx="11">
                  <c:v>2041</c:v>
                </c:pt>
                <c:pt idx="12">
                  <c:v>2042</c:v>
                </c:pt>
                <c:pt idx="13">
                  <c:v>2043</c:v>
                </c:pt>
                <c:pt idx="14">
                  <c:v>2044</c:v>
                </c:pt>
                <c:pt idx="15">
                  <c:v>2045</c:v>
                </c:pt>
              </c:numCache>
            </c:numRef>
          </c:xVal>
          <c:yVal>
            <c:numRef>
              <c:f>Sheet1!$A$3:$P$3</c:f>
              <c:numCache>
                <c:formatCode>General</c:formatCode>
                <c:ptCount val="16"/>
                <c:pt idx="0">
                  <c:v>-1.6412200000000001</c:v>
                </c:pt>
                <c:pt idx="1">
                  <c:v>-1.3446300000000002</c:v>
                </c:pt>
                <c:pt idx="2">
                  <c:v>2.1129519999999999E-2</c:v>
                </c:pt>
                <c:pt idx="3">
                  <c:v>1.2814909999999999</c:v>
                </c:pt>
                <c:pt idx="4">
                  <c:v>1.7072890000000001</c:v>
                </c:pt>
                <c:pt idx="5">
                  <c:v>1.5545450000000001</c:v>
                </c:pt>
                <c:pt idx="6">
                  <c:v>2.0091619999999999</c:v>
                </c:pt>
                <c:pt idx="7">
                  <c:v>1.9050250000000002</c:v>
                </c:pt>
                <c:pt idx="8">
                  <c:v>1.7093069999999999</c:v>
                </c:pt>
                <c:pt idx="9">
                  <c:v>1.63731</c:v>
                </c:pt>
                <c:pt idx="10">
                  <c:v>1.592541</c:v>
                </c:pt>
                <c:pt idx="11">
                  <c:v>1.58677</c:v>
                </c:pt>
                <c:pt idx="12">
                  <c:v>1.599955</c:v>
                </c:pt>
                <c:pt idx="13">
                  <c:v>1.6319090000000001</c:v>
                </c:pt>
                <c:pt idx="14">
                  <c:v>1.72929</c:v>
                </c:pt>
                <c:pt idx="15">
                  <c:v>1.749933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D16-4ABB-9E01-159FD05B04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45"/>
          <c:min val="2030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"/>
        <c:crossesAt val="0"/>
        <c:crossBetween val="midCat"/>
        <c:majorUnit val="5"/>
      </c:valAx>
      <c:valAx>
        <c:axId val="5"/>
        <c:scaling>
          <c:orientation val="minMax"/>
          <c:max val="4"/>
          <c:min val="-2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none"/>
        <c:minorTickMark val="none"/>
        <c:tickLblPos val="nextTo"/>
        <c:spPr>
          <a:ln>
            <a:noFill/>
          </a:ln>
        </c:spPr>
        <c:txPr>
          <a:bodyPr wrap="none"/>
          <a:lstStyle/>
          <a:p>
            <a:pPr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"/>
        <c:crosses val="min"/>
        <c:crossBetween val="midCat"/>
        <c:majorUnit val="0.5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2354740061162"/>
          <c:y val="8.8861076345431791E-2"/>
          <c:w val="0.70091743119266059"/>
          <c:h val="0.82227784730913644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3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596-4098-83C1-BFF77132231C}"/>
              </c:ext>
            </c:extLst>
          </c:dPt>
          <c:dLbls>
            <c:dLbl>
              <c:idx val="0"/>
              <c:layout>
                <c:manualLayout>
                  <c:x val="0"/>
                  <c:y val="5.63204005006257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596-4098-83C1-BFF77132231C}"/>
                </c:ext>
              </c:extLst>
            </c:dLbl>
            <c:dLbl>
              <c:idx val="1"/>
              <c:layout>
                <c:manualLayout>
                  <c:x val="-6.116207951070336E-4"/>
                  <c:y val="5.63204005006257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596-4098-83C1-BFF77132231C}"/>
                </c:ext>
              </c:extLst>
            </c:dLbl>
            <c:dLbl>
              <c:idx val="2"/>
              <c:layout>
                <c:manualLayout>
                  <c:x val="0"/>
                  <c:y val="5.632040050062577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596-4098-83C1-BFF77132231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-2919</c:v>
                </c:pt>
                <c:pt idx="1">
                  <c:v>-2031</c:v>
                </c:pt>
                <c:pt idx="2">
                  <c:v>-2065</c:v>
                </c:pt>
                <c:pt idx="3">
                  <c:v>2132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596-4098-83C1-BFF7713223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535990032"/>
        <c:axId val="1"/>
      </c:barChart>
      <c:catAx>
        <c:axId val="53599003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19050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132"/>
          <c:min val="-2919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53599003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9423805913570885E-2"/>
          <c:y val="0.10077519379844961"/>
          <c:w val="0.92115238817285827"/>
          <c:h val="0.7984496124031007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808080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-3818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5-4AEE-9646-B160475BCE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446286495"/>
        <c:axId val="1"/>
      </c:barChart>
      <c:catAx>
        <c:axId val="446286495"/>
        <c:scaling>
          <c:orientation val="maxMin"/>
        </c:scaling>
        <c:delete val="0"/>
        <c:axPos val="r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19050" cmpd="sng" algn="ctr">
            <a:solidFill>
              <a:schemeClr val="tx1"/>
            </a:solidFill>
            <a:prstDash val="solid"/>
          </a:ln>
        </c:spPr>
        <c:crossAx val="1"/>
        <c:crosses val="max"/>
        <c:auto val="0"/>
        <c:lblAlgn val="ctr"/>
        <c:lblOffset val="100"/>
        <c:noMultiLvlLbl val="0"/>
      </c:catAx>
      <c:valAx>
        <c:axId val="1"/>
        <c:scaling>
          <c:orientation val="minMax"/>
          <c:max val="0"/>
          <c:min val="-3818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44628649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0.60493</cdr:x>
      <cdr:y>0.14737</cdr:y>
    </cdr:from>
    <cdr:to>
      <cdr:x>0.71593</cdr:x>
      <cdr:y>0.19246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AC218C3F-C88F-6C7C-5978-EEE74C368AE1}"/>
            </a:ext>
          </a:extLst>
        </cdr:cNvPr>
        <cdr:cNvSpPr txBox="1"/>
      </cdr:nvSpPr>
      <cdr:spPr>
        <a:xfrm xmlns:a="http://schemas.openxmlformats.org/drawingml/2006/main">
          <a:off x="3967139" y="706780"/>
          <a:ext cx="727934" cy="216245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fld id="{A5354FA7-DC43-4492-83F3-33A58EF9E1B6}" type="TxLink">
            <a:rPr lang="en-US" sz="900" b="0" i="0" u="none" strike="noStrike" kern="1200">
              <a:solidFill>
                <a:srgbClr val="000000"/>
              </a:solidFill>
              <a:latin typeface="+mn-lt"/>
            </a:rPr>
            <a:pPr/>
            <a:t> 10.1 </a:t>
          </a:fld>
          <a:endParaRPr lang="en-AE" sz="900" kern="1200">
            <a:latin typeface="+mn-lt"/>
          </a:endParaRPr>
        </a:p>
      </cdr:txBody>
    </cdr:sp>
  </cdr:relSizeAnchor>
  <cdr:relSizeAnchor xmlns:cdr="http://schemas.openxmlformats.org/drawingml/2006/chartDrawing">
    <cdr:from>
      <cdr:x>0.6125</cdr:x>
      <cdr:y>0.59639</cdr:y>
    </cdr:from>
    <cdr:to>
      <cdr:x>0.72349</cdr:x>
      <cdr:y>0.64149</cdr:y>
    </cdr:to>
    <cdr:sp macro="" textlink="">
      <cdr:nvSpPr>
        <cdr:cNvPr id="12" name="TextBox 11">
          <a:extLst xmlns:a="http://schemas.openxmlformats.org/drawingml/2006/main">
            <a:ext uri="{FF2B5EF4-FFF2-40B4-BE49-F238E27FC236}">
              <a16:creationId xmlns:a16="http://schemas.microsoft.com/office/drawing/2014/main" id="{B5A9DC34-4171-7AF3-85C2-778B73688669}"/>
            </a:ext>
          </a:extLst>
        </cdr:cNvPr>
        <cdr:cNvSpPr txBox="1"/>
      </cdr:nvSpPr>
      <cdr:spPr>
        <a:xfrm xmlns:a="http://schemas.openxmlformats.org/drawingml/2006/main">
          <a:off x="2785764" y="2519363"/>
          <a:ext cx="504825" cy="1905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fld id="{5F81971D-8562-4ED4-91C2-8E8283F95ABA}" type="TxLink">
            <a:rPr lang="en-US" sz="1100" b="0" i="0" u="none" strike="noStrike" kern="1200">
              <a:solidFill>
                <a:srgbClr val="000000"/>
              </a:solidFill>
              <a:latin typeface="Aptos Narrow"/>
            </a:rPr>
            <a:pPr/>
            <a:t> </a:t>
          </a:fld>
          <a:endParaRPr lang="en-AE" sz="900" kern="1200">
            <a:latin typeface="+mn-lt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/>
            </a:lvl1pPr>
          </a:lstStyle>
          <a:p>
            <a:fld id="{78688C09-A274-4C07-9395-CBE67C0DE912}" type="datetimeFigureOut">
              <a:rPr lang="en-GB" smtClean="0">
                <a:latin typeface="Futura Medium" pitchFamily="2" charset="0"/>
              </a:rPr>
              <a:pPr/>
              <a:t>01/09/2026</a:t>
            </a:fld>
            <a:endParaRPr lang="en-GB" dirty="0">
              <a:latin typeface="Futura Medium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/>
            </a:lvl1pPr>
          </a:lstStyle>
          <a:p>
            <a:endParaRPr lang="en-GB" dirty="0">
              <a:latin typeface="Futura Medium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/>
            </a:lvl1pPr>
          </a:lstStyle>
          <a:p>
            <a:fld id="{18B005D9-1AAC-4E6D-B9B3-BB8CB4FD9D30}" type="slidenum">
              <a:rPr lang="en-GB" smtClean="0">
                <a:latin typeface="Futura Medium" pitchFamily="2" charset="0"/>
              </a:rPr>
              <a:pPr/>
              <a:t>‹#›</a:t>
            </a:fld>
            <a:endParaRPr lang="en-GB" dirty="0">
              <a:latin typeface="Futura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973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802" y="0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E8910CE4-810D-4C84-B7AD-48C304FEA169}" type="datetimeFigureOut">
              <a:rPr lang="en-GB" smtClean="0"/>
              <a:pPr/>
              <a:t>01/09/2026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59113" y="1074738"/>
            <a:ext cx="3808412" cy="5386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4275" tIns="67137" rIns="134275" bIns="67137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6818990"/>
            <a:ext cx="7941310" cy="6460093"/>
          </a:xfrm>
          <a:prstGeom prst="rect">
            <a:avLst/>
          </a:prstGeom>
        </p:spPr>
        <p:txBody>
          <a:bodyPr vert="horz" lIns="134275" tIns="67137" rIns="134275" bIns="67137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l">
              <a:defRPr sz="1700">
                <a:latin typeface="Futura Medium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802" y="13635483"/>
            <a:ext cx="4301543" cy="717788"/>
          </a:xfrm>
          <a:prstGeom prst="rect">
            <a:avLst/>
          </a:prstGeom>
        </p:spPr>
        <p:txBody>
          <a:bodyPr vert="horz" lIns="134275" tIns="67137" rIns="134275" bIns="67137" rtlCol="0" anchor="b"/>
          <a:lstStyle>
            <a:lvl1pPr algn="r">
              <a:defRPr sz="1700">
                <a:latin typeface="Futura Medium" pitchFamily="2" charset="0"/>
              </a:defRPr>
            </a:lvl1pPr>
          </a:lstStyle>
          <a:p>
            <a:fld id="{DE799493-6412-4470-9830-D005B358D66E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289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676973" rtl="0" eaLnBrk="1" latinLnBrk="0" hangingPunct="1">
      <a:defRPr sz="6138" kern="1200">
        <a:solidFill>
          <a:schemeClr val="tx1"/>
        </a:solidFill>
        <a:latin typeface="Futura Medium" pitchFamily="2" charset="0"/>
        <a:ea typeface="+mn-ea"/>
        <a:cs typeface="+mn-cs"/>
      </a:defRPr>
    </a:lvl1pPr>
    <a:lvl2pPr marL="2338487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2pPr>
    <a:lvl3pPr marL="4676973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3pPr>
    <a:lvl4pPr marL="7015460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4pPr>
    <a:lvl5pPr marL="9353946" algn="l" defTabSz="4676973" rtl="0" eaLnBrk="1" latinLnBrk="0" hangingPunct="1">
      <a:defRPr sz="6138" kern="1200">
        <a:solidFill>
          <a:schemeClr val="tx1"/>
        </a:solidFill>
        <a:latin typeface="Futura Medium"/>
        <a:ea typeface="+mn-ea"/>
        <a:cs typeface="+mn-cs"/>
      </a:defRPr>
    </a:lvl5pPr>
    <a:lvl6pPr marL="11692433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6pPr>
    <a:lvl7pPr marL="14030919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7pPr>
    <a:lvl8pPr marL="16369406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8pPr>
    <a:lvl9pPr marL="18707892" algn="l" defTabSz="4676973" rtl="0" eaLnBrk="1" latinLnBrk="0" hangingPunct="1">
      <a:defRPr sz="613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38388" y="1143000"/>
            <a:ext cx="21812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5505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>
              <a:defRPr/>
            </a:pPr>
            <a:r>
              <a:rPr lang="en-GB" sz="2800" dirty="0">
                <a:solidFill>
                  <a:schemeClr val="tx1"/>
                </a:solidFill>
                <a:latin typeface="+mn-lt"/>
                <a:cs typeface="Arial" pitchFamily="34" charset="0"/>
              </a:rPr>
              <a:t>Shape. Connect. Accelerate </a:t>
            </a:r>
          </a:p>
        </p:txBody>
      </p:sp>
      <p:sp>
        <p:nvSpPr>
          <p:cNvPr id="20" name="Text Box 11" descr="&lt;COMPANY_NAME&gt;{19.13386,233.3002,382.1078,36.87504}"/>
          <p:cNvSpPr txBox="1">
            <a:spLocks noChangeArrowheads="1"/>
          </p:cNvSpPr>
          <p:nvPr userDrawn="1"/>
        </p:nvSpPr>
        <p:spPr bwMode="auto">
          <a:xfrm>
            <a:off x="19762355" y="41650920"/>
            <a:ext cx="9810017" cy="7556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0" tIns="0" rIns="0" anchor="ctr" anchorCtr="0">
            <a:noAutofit/>
          </a:bodyPr>
          <a:lstStyle/>
          <a:p>
            <a:pPr algn="r"/>
            <a:r>
              <a:rPr lang="en-GB" sz="2800" dirty="0"/>
              <a:t>September 7-8,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D0CE2F-1DFA-1F89-3C04-6693D0E978E9}"/>
              </a:ext>
            </a:extLst>
          </p:cNvPr>
          <p:cNvSpPr/>
          <p:nvPr userDrawn="1"/>
        </p:nvSpPr>
        <p:spPr>
          <a:xfrm>
            <a:off x="-1" y="1"/>
            <a:ext cx="30275213" cy="6827520"/>
          </a:xfrm>
          <a:prstGeom prst="rect">
            <a:avLst/>
          </a:prstGeom>
          <a:solidFill>
            <a:srgbClr val="F7D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032B41E-CA7B-293B-0827-739C4AA7C3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2120" r="-991"/>
          <a:stretch/>
        </p:blipFill>
        <p:spPr>
          <a:xfrm>
            <a:off x="24260896" y="1321092"/>
            <a:ext cx="3359440" cy="3255921"/>
          </a:xfrm>
          <a:prstGeom prst="rect">
            <a:avLst/>
          </a:prstGeom>
        </p:spPr>
      </p:pic>
    </p:spTree>
  </p:cSld>
  <p:clrMapOvr>
    <a:masterClrMapping/>
  </p:clrMapOvr>
  <p:transition/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86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1CD8318-F598-F22A-F46C-E91BE846BE7B}"/>
              </a:ext>
            </a:extLst>
          </p:cNvPr>
          <p:cNvGraphicFramePr>
            <a:graphicFrameLocks/>
          </p:cNvGraphicFramePr>
          <p:nvPr userDrawn="1"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000939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08" imgH="408" progId="TCLayout.ActiveDocument.1">
                  <p:embed/>
                </p:oleObj>
              </mc:Choice>
              <mc:Fallback>
                <p:oleObj name="think-cell Slide" r:id="rId5" imgW="408" imgH="408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CD8318-F598-F22A-F46C-E91BE846BE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transition>
    <p:fade/>
  </p:transition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2000" b="1" kern="1200" cap="none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0" indent="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accent2"/>
        </a:buClr>
        <a:buSzPct val="85000"/>
        <a:buFont typeface="Wingdings" pitchFamily="2" charset="2"/>
        <a:buChar char="n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454025" indent="-18415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8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631825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600" b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811213" indent="-173038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89013" indent="-177800" algn="l" defTabSz="268288" rtl="0" eaLnBrk="1" latinLnBrk="0" hangingPunct="1">
        <a:lnSpc>
          <a:spcPct val="120000"/>
        </a:lnSpc>
        <a:spcBef>
          <a:spcPts val="0"/>
        </a:spcBef>
        <a:spcAft>
          <a:spcPts val="600"/>
        </a:spcAft>
        <a:buClr>
          <a:schemeClr val="tx1"/>
        </a:buClr>
        <a:buSzPct val="75000"/>
        <a:buFont typeface="Wingdings" pitchFamily="2" charset="2"/>
        <a:buChar char="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9.xml"/><Relationship Id="rId299" Type="http://schemas.openxmlformats.org/officeDocument/2006/relationships/tags" Target="../tags/tag301.xml"/><Relationship Id="rId21" Type="http://schemas.openxmlformats.org/officeDocument/2006/relationships/tags" Target="../tags/tag23.xml"/><Relationship Id="rId63" Type="http://schemas.openxmlformats.org/officeDocument/2006/relationships/tags" Target="../tags/tag65.xml"/><Relationship Id="rId159" Type="http://schemas.openxmlformats.org/officeDocument/2006/relationships/tags" Target="../tags/tag161.xml"/><Relationship Id="rId324" Type="http://schemas.openxmlformats.org/officeDocument/2006/relationships/tags" Target="../tags/tag326.xml"/><Relationship Id="rId366" Type="http://schemas.openxmlformats.org/officeDocument/2006/relationships/tags" Target="../tags/tag368.xml"/><Relationship Id="rId170" Type="http://schemas.openxmlformats.org/officeDocument/2006/relationships/tags" Target="../tags/tag172.xml"/><Relationship Id="rId226" Type="http://schemas.openxmlformats.org/officeDocument/2006/relationships/tags" Target="../tags/tag228.xml"/><Relationship Id="rId268" Type="http://schemas.openxmlformats.org/officeDocument/2006/relationships/tags" Target="../tags/tag270.xml"/><Relationship Id="rId32" Type="http://schemas.openxmlformats.org/officeDocument/2006/relationships/tags" Target="../tags/tag34.xml"/><Relationship Id="rId74" Type="http://schemas.openxmlformats.org/officeDocument/2006/relationships/tags" Target="../tags/tag76.xml"/><Relationship Id="rId128" Type="http://schemas.openxmlformats.org/officeDocument/2006/relationships/tags" Target="../tags/tag130.xml"/><Relationship Id="rId335" Type="http://schemas.openxmlformats.org/officeDocument/2006/relationships/tags" Target="../tags/tag337.xml"/><Relationship Id="rId377" Type="http://schemas.openxmlformats.org/officeDocument/2006/relationships/tags" Target="../tags/tag379.xml"/><Relationship Id="rId5" Type="http://schemas.openxmlformats.org/officeDocument/2006/relationships/tags" Target="../tags/tag7.xml"/><Relationship Id="rId181" Type="http://schemas.openxmlformats.org/officeDocument/2006/relationships/tags" Target="../tags/tag183.xml"/><Relationship Id="rId237" Type="http://schemas.openxmlformats.org/officeDocument/2006/relationships/tags" Target="../tags/tag239.xml"/><Relationship Id="rId402" Type="http://schemas.openxmlformats.org/officeDocument/2006/relationships/image" Target="../media/image3.emf"/><Relationship Id="rId279" Type="http://schemas.openxmlformats.org/officeDocument/2006/relationships/tags" Target="../tags/tag281.xml"/><Relationship Id="rId43" Type="http://schemas.openxmlformats.org/officeDocument/2006/relationships/tags" Target="../tags/tag45.xml"/><Relationship Id="rId139" Type="http://schemas.openxmlformats.org/officeDocument/2006/relationships/tags" Target="../tags/tag141.xml"/><Relationship Id="rId290" Type="http://schemas.openxmlformats.org/officeDocument/2006/relationships/tags" Target="../tags/tag292.xml"/><Relationship Id="rId304" Type="http://schemas.openxmlformats.org/officeDocument/2006/relationships/tags" Target="../tags/tag306.xml"/><Relationship Id="rId346" Type="http://schemas.openxmlformats.org/officeDocument/2006/relationships/tags" Target="../tags/tag348.xml"/><Relationship Id="rId388" Type="http://schemas.openxmlformats.org/officeDocument/2006/relationships/tags" Target="../tags/tag390.xml"/><Relationship Id="rId85" Type="http://schemas.openxmlformats.org/officeDocument/2006/relationships/tags" Target="../tags/tag87.xml"/><Relationship Id="rId150" Type="http://schemas.openxmlformats.org/officeDocument/2006/relationships/tags" Target="../tags/tag152.xml"/><Relationship Id="rId192" Type="http://schemas.openxmlformats.org/officeDocument/2006/relationships/tags" Target="../tags/tag194.xml"/><Relationship Id="rId206" Type="http://schemas.openxmlformats.org/officeDocument/2006/relationships/tags" Target="../tags/tag208.xml"/><Relationship Id="rId413" Type="http://schemas.openxmlformats.org/officeDocument/2006/relationships/chart" Target="../charts/chart4.xml"/><Relationship Id="rId248" Type="http://schemas.openxmlformats.org/officeDocument/2006/relationships/tags" Target="../tags/tag250.xml"/><Relationship Id="rId12" Type="http://schemas.openxmlformats.org/officeDocument/2006/relationships/tags" Target="../tags/tag14.xml"/><Relationship Id="rId108" Type="http://schemas.openxmlformats.org/officeDocument/2006/relationships/tags" Target="../tags/tag110.xml"/><Relationship Id="rId315" Type="http://schemas.openxmlformats.org/officeDocument/2006/relationships/tags" Target="../tags/tag317.xml"/><Relationship Id="rId357" Type="http://schemas.openxmlformats.org/officeDocument/2006/relationships/tags" Target="../tags/tag359.xml"/><Relationship Id="rId54" Type="http://schemas.openxmlformats.org/officeDocument/2006/relationships/tags" Target="../tags/tag56.xml"/><Relationship Id="rId96" Type="http://schemas.openxmlformats.org/officeDocument/2006/relationships/tags" Target="../tags/tag98.xml"/><Relationship Id="rId161" Type="http://schemas.openxmlformats.org/officeDocument/2006/relationships/tags" Target="../tags/tag163.xml"/><Relationship Id="rId217" Type="http://schemas.openxmlformats.org/officeDocument/2006/relationships/tags" Target="../tags/tag219.xml"/><Relationship Id="rId399" Type="http://schemas.openxmlformats.org/officeDocument/2006/relationships/slideLayout" Target="../slideLayouts/slideLayout2.xml"/><Relationship Id="rId259" Type="http://schemas.openxmlformats.org/officeDocument/2006/relationships/tags" Target="../tags/tag261.xml"/><Relationship Id="rId23" Type="http://schemas.openxmlformats.org/officeDocument/2006/relationships/tags" Target="../tags/tag25.xml"/><Relationship Id="rId119" Type="http://schemas.openxmlformats.org/officeDocument/2006/relationships/tags" Target="../tags/tag121.xml"/><Relationship Id="rId270" Type="http://schemas.openxmlformats.org/officeDocument/2006/relationships/tags" Target="../tags/tag272.xml"/><Relationship Id="rId326" Type="http://schemas.openxmlformats.org/officeDocument/2006/relationships/tags" Target="../tags/tag328.xml"/><Relationship Id="rId65" Type="http://schemas.openxmlformats.org/officeDocument/2006/relationships/tags" Target="../tags/tag67.xml"/><Relationship Id="rId130" Type="http://schemas.openxmlformats.org/officeDocument/2006/relationships/tags" Target="../tags/tag132.xml"/><Relationship Id="rId368" Type="http://schemas.openxmlformats.org/officeDocument/2006/relationships/tags" Target="../tags/tag370.xml"/><Relationship Id="rId172" Type="http://schemas.openxmlformats.org/officeDocument/2006/relationships/tags" Target="../tags/tag174.xml"/><Relationship Id="rId228" Type="http://schemas.openxmlformats.org/officeDocument/2006/relationships/tags" Target="../tags/tag230.xml"/><Relationship Id="rId281" Type="http://schemas.openxmlformats.org/officeDocument/2006/relationships/tags" Target="../tags/tag283.xml"/><Relationship Id="rId337" Type="http://schemas.openxmlformats.org/officeDocument/2006/relationships/tags" Target="../tags/tag339.xml"/><Relationship Id="rId34" Type="http://schemas.openxmlformats.org/officeDocument/2006/relationships/tags" Target="../tags/tag36.xml"/><Relationship Id="rId76" Type="http://schemas.openxmlformats.org/officeDocument/2006/relationships/tags" Target="../tags/tag78.xml"/><Relationship Id="rId141" Type="http://schemas.openxmlformats.org/officeDocument/2006/relationships/tags" Target="../tags/tag143.xml"/><Relationship Id="rId379" Type="http://schemas.openxmlformats.org/officeDocument/2006/relationships/tags" Target="../tags/tag381.xml"/><Relationship Id="rId7" Type="http://schemas.openxmlformats.org/officeDocument/2006/relationships/tags" Target="../tags/tag9.xml"/><Relationship Id="rId183" Type="http://schemas.openxmlformats.org/officeDocument/2006/relationships/tags" Target="../tags/tag185.xml"/><Relationship Id="rId239" Type="http://schemas.openxmlformats.org/officeDocument/2006/relationships/tags" Target="../tags/tag241.xml"/><Relationship Id="rId390" Type="http://schemas.openxmlformats.org/officeDocument/2006/relationships/tags" Target="../tags/tag392.xml"/><Relationship Id="rId404" Type="http://schemas.openxmlformats.org/officeDocument/2006/relationships/image" Target="../media/image4.png"/><Relationship Id="rId250" Type="http://schemas.openxmlformats.org/officeDocument/2006/relationships/tags" Target="../tags/tag252.xml"/><Relationship Id="rId292" Type="http://schemas.openxmlformats.org/officeDocument/2006/relationships/tags" Target="../tags/tag294.xml"/><Relationship Id="rId306" Type="http://schemas.openxmlformats.org/officeDocument/2006/relationships/tags" Target="../tags/tag308.xml"/><Relationship Id="rId45" Type="http://schemas.openxmlformats.org/officeDocument/2006/relationships/tags" Target="../tags/tag47.xml"/><Relationship Id="rId87" Type="http://schemas.openxmlformats.org/officeDocument/2006/relationships/tags" Target="../tags/tag89.xml"/><Relationship Id="rId110" Type="http://schemas.openxmlformats.org/officeDocument/2006/relationships/tags" Target="../tags/tag112.xml"/><Relationship Id="rId348" Type="http://schemas.openxmlformats.org/officeDocument/2006/relationships/tags" Target="../tags/tag350.xml"/><Relationship Id="rId152" Type="http://schemas.openxmlformats.org/officeDocument/2006/relationships/tags" Target="../tags/tag154.xml"/><Relationship Id="rId194" Type="http://schemas.openxmlformats.org/officeDocument/2006/relationships/tags" Target="../tags/tag196.xml"/><Relationship Id="rId208" Type="http://schemas.openxmlformats.org/officeDocument/2006/relationships/tags" Target="../tags/tag210.xml"/><Relationship Id="rId415" Type="http://schemas.openxmlformats.org/officeDocument/2006/relationships/chart" Target="../charts/chart6.xml"/><Relationship Id="rId261" Type="http://schemas.openxmlformats.org/officeDocument/2006/relationships/tags" Target="../tags/tag263.xml"/><Relationship Id="rId14" Type="http://schemas.openxmlformats.org/officeDocument/2006/relationships/tags" Target="../tags/tag16.xml"/><Relationship Id="rId56" Type="http://schemas.openxmlformats.org/officeDocument/2006/relationships/tags" Target="../tags/tag58.xml"/><Relationship Id="rId317" Type="http://schemas.openxmlformats.org/officeDocument/2006/relationships/tags" Target="../tags/tag319.xml"/><Relationship Id="rId359" Type="http://schemas.openxmlformats.org/officeDocument/2006/relationships/tags" Target="../tags/tag361.xml"/><Relationship Id="rId98" Type="http://schemas.openxmlformats.org/officeDocument/2006/relationships/tags" Target="../tags/tag100.xml"/><Relationship Id="rId121" Type="http://schemas.openxmlformats.org/officeDocument/2006/relationships/tags" Target="../tags/tag123.xml"/><Relationship Id="rId163" Type="http://schemas.openxmlformats.org/officeDocument/2006/relationships/tags" Target="../tags/tag165.xml"/><Relationship Id="rId219" Type="http://schemas.openxmlformats.org/officeDocument/2006/relationships/tags" Target="../tags/tag221.xml"/><Relationship Id="rId370" Type="http://schemas.openxmlformats.org/officeDocument/2006/relationships/tags" Target="../tags/tag372.xml"/><Relationship Id="rId230" Type="http://schemas.openxmlformats.org/officeDocument/2006/relationships/tags" Target="../tags/tag232.xml"/><Relationship Id="rId25" Type="http://schemas.openxmlformats.org/officeDocument/2006/relationships/tags" Target="../tags/tag27.xml"/><Relationship Id="rId67" Type="http://schemas.openxmlformats.org/officeDocument/2006/relationships/tags" Target="../tags/tag69.xml"/><Relationship Id="rId272" Type="http://schemas.openxmlformats.org/officeDocument/2006/relationships/tags" Target="../tags/tag274.xml"/><Relationship Id="rId328" Type="http://schemas.openxmlformats.org/officeDocument/2006/relationships/tags" Target="../tags/tag330.xml"/><Relationship Id="rId132" Type="http://schemas.openxmlformats.org/officeDocument/2006/relationships/tags" Target="../tags/tag134.xml"/><Relationship Id="rId174" Type="http://schemas.openxmlformats.org/officeDocument/2006/relationships/tags" Target="../tags/tag176.xml"/><Relationship Id="rId381" Type="http://schemas.openxmlformats.org/officeDocument/2006/relationships/tags" Target="../tags/tag383.xml"/><Relationship Id="rId241" Type="http://schemas.openxmlformats.org/officeDocument/2006/relationships/tags" Target="../tags/tag243.xml"/><Relationship Id="rId36" Type="http://schemas.openxmlformats.org/officeDocument/2006/relationships/tags" Target="../tags/tag38.xml"/><Relationship Id="rId283" Type="http://schemas.openxmlformats.org/officeDocument/2006/relationships/tags" Target="../tags/tag285.xml"/><Relationship Id="rId339" Type="http://schemas.openxmlformats.org/officeDocument/2006/relationships/tags" Target="../tags/tag341.xml"/><Relationship Id="rId78" Type="http://schemas.openxmlformats.org/officeDocument/2006/relationships/tags" Target="../tags/tag80.xml"/><Relationship Id="rId101" Type="http://schemas.openxmlformats.org/officeDocument/2006/relationships/tags" Target="../tags/tag103.xml"/><Relationship Id="rId143" Type="http://schemas.openxmlformats.org/officeDocument/2006/relationships/tags" Target="../tags/tag145.xml"/><Relationship Id="rId185" Type="http://schemas.openxmlformats.org/officeDocument/2006/relationships/tags" Target="../tags/tag187.xml"/><Relationship Id="rId350" Type="http://schemas.openxmlformats.org/officeDocument/2006/relationships/tags" Target="../tags/tag352.xml"/><Relationship Id="rId406" Type="http://schemas.openxmlformats.org/officeDocument/2006/relationships/image" Target="../media/image6.tiff"/><Relationship Id="rId9" Type="http://schemas.openxmlformats.org/officeDocument/2006/relationships/tags" Target="../tags/tag11.xml"/><Relationship Id="rId210" Type="http://schemas.openxmlformats.org/officeDocument/2006/relationships/tags" Target="../tags/tag212.xml"/><Relationship Id="rId392" Type="http://schemas.openxmlformats.org/officeDocument/2006/relationships/tags" Target="../tags/tag394.xml"/><Relationship Id="rId252" Type="http://schemas.openxmlformats.org/officeDocument/2006/relationships/tags" Target="../tags/tag254.xml"/><Relationship Id="rId294" Type="http://schemas.openxmlformats.org/officeDocument/2006/relationships/tags" Target="../tags/tag296.xml"/><Relationship Id="rId308" Type="http://schemas.openxmlformats.org/officeDocument/2006/relationships/tags" Target="../tags/tag310.xml"/><Relationship Id="rId47" Type="http://schemas.openxmlformats.org/officeDocument/2006/relationships/tags" Target="../tags/tag49.xml"/><Relationship Id="rId89" Type="http://schemas.openxmlformats.org/officeDocument/2006/relationships/tags" Target="../tags/tag91.xml"/><Relationship Id="rId112" Type="http://schemas.openxmlformats.org/officeDocument/2006/relationships/tags" Target="../tags/tag114.xml"/><Relationship Id="rId154" Type="http://schemas.openxmlformats.org/officeDocument/2006/relationships/tags" Target="../tags/tag156.xml"/><Relationship Id="rId361" Type="http://schemas.openxmlformats.org/officeDocument/2006/relationships/tags" Target="../tags/tag363.xml"/><Relationship Id="rId196" Type="http://schemas.openxmlformats.org/officeDocument/2006/relationships/tags" Target="../tags/tag198.xml"/><Relationship Id="rId417" Type="http://schemas.openxmlformats.org/officeDocument/2006/relationships/image" Target="../media/image12.emf"/><Relationship Id="rId16" Type="http://schemas.openxmlformats.org/officeDocument/2006/relationships/tags" Target="../tags/tag18.xml"/><Relationship Id="rId221" Type="http://schemas.openxmlformats.org/officeDocument/2006/relationships/tags" Target="../tags/tag223.xml"/><Relationship Id="rId263" Type="http://schemas.openxmlformats.org/officeDocument/2006/relationships/tags" Target="../tags/tag265.xml"/><Relationship Id="rId319" Type="http://schemas.openxmlformats.org/officeDocument/2006/relationships/tags" Target="../tags/tag321.xml"/><Relationship Id="rId58" Type="http://schemas.openxmlformats.org/officeDocument/2006/relationships/tags" Target="../tags/tag60.xml"/><Relationship Id="rId123" Type="http://schemas.openxmlformats.org/officeDocument/2006/relationships/tags" Target="../tags/tag125.xml"/><Relationship Id="rId330" Type="http://schemas.openxmlformats.org/officeDocument/2006/relationships/tags" Target="../tags/tag332.xml"/><Relationship Id="rId165" Type="http://schemas.openxmlformats.org/officeDocument/2006/relationships/tags" Target="../tags/tag167.xml"/><Relationship Id="rId372" Type="http://schemas.openxmlformats.org/officeDocument/2006/relationships/tags" Target="../tags/tag374.xml"/><Relationship Id="rId232" Type="http://schemas.openxmlformats.org/officeDocument/2006/relationships/tags" Target="../tags/tag234.xml"/><Relationship Id="rId274" Type="http://schemas.openxmlformats.org/officeDocument/2006/relationships/tags" Target="../tags/tag276.xml"/><Relationship Id="rId27" Type="http://schemas.openxmlformats.org/officeDocument/2006/relationships/tags" Target="../tags/tag29.xml"/><Relationship Id="rId69" Type="http://schemas.openxmlformats.org/officeDocument/2006/relationships/tags" Target="../tags/tag71.xml"/><Relationship Id="rId134" Type="http://schemas.openxmlformats.org/officeDocument/2006/relationships/tags" Target="../tags/tag136.xml"/><Relationship Id="rId80" Type="http://schemas.openxmlformats.org/officeDocument/2006/relationships/tags" Target="../tags/tag82.xml"/><Relationship Id="rId176" Type="http://schemas.openxmlformats.org/officeDocument/2006/relationships/tags" Target="../tags/tag178.xml"/><Relationship Id="rId341" Type="http://schemas.openxmlformats.org/officeDocument/2006/relationships/tags" Target="../tags/tag343.xml"/><Relationship Id="rId383" Type="http://schemas.openxmlformats.org/officeDocument/2006/relationships/tags" Target="../tags/tag385.xml"/><Relationship Id="rId201" Type="http://schemas.openxmlformats.org/officeDocument/2006/relationships/tags" Target="../tags/tag203.xml"/><Relationship Id="rId222" Type="http://schemas.openxmlformats.org/officeDocument/2006/relationships/tags" Target="../tags/tag224.xml"/><Relationship Id="rId243" Type="http://schemas.openxmlformats.org/officeDocument/2006/relationships/tags" Target="../tags/tag245.xml"/><Relationship Id="rId264" Type="http://schemas.openxmlformats.org/officeDocument/2006/relationships/tags" Target="../tags/tag266.xml"/><Relationship Id="rId285" Type="http://schemas.openxmlformats.org/officeDocument/2006/relationships/tags" Target="../tags/tag287.xml"/><Relationship Id="rId17" Type="http://schemas.openxmlformats.org/officeDocument/2006/relationships/tags" Target="../tags/tag19.xml"/><Relationship Id="rId38" Type="http://schemas.openxmlformats.org/officeDocument/2006/relationships/tags" Target="../tags/tag40.xml"/><Relationship Id="rId59" Type="http://schemas.openxmlformats.org/officeDocument/2006/relationships/tags" Target="../tags/tag61.xml"/><Relationship Id="rId103" Type="http://schemas.openxmlformats.org/officeDocument/2006/relationships/tags" Target="../tags/tag105.xml"/><Relationship Id="rId124" Type="http://schemas.openxmlformats.org/officeDocument/2006/relationships/tags" Target="../tags/tag126.xml"/><Relationship Id="rId310" Type="http://schemas.openxmlformats.org/officeDocument/2006/relationships/tags" Target="../tags/tag312.xml"/><Relationship Id="rId70" Type="http://schemas.openxmlformats.org/officeDocument/2006/relationships/tags" Target="../tags/tag72.xml"/><Relationship Id="rId91" Type="http://schemas.openxmlformats.org/officeDocument/2006/relationships/tags" Target="../tags/tag93.xml"/><Relationship Id="rId145" Type="http://schemas.openxmlformats.org/officeDocument/2006/relationships/tags" Target="../tags/tag147.xml"/><Relationship Id="rId166" Type="http://schemas.openxmlformats.org/officeDocument/2006/relationships/tags" Target="../tags/tag168.xml"/><Relationship Id="rId187" Type="http://schemas.openxmlformats.org/officeDocument/2006/relationships/tags" Target="../tags/tag189.xml"/><Relationship Id="rId331" Type="http://schemas.openxmlformats.org/officeDocument/2006/relationships/tags" Target="../tags/tag333.xml"/><Relationship Id="rId352" Type="http://schemas.openxmlformats.org/officeDocument/2006/relationships/tags" Target="../tags/tag354.xml"/><Relationship Id="rId373" Type="http://schemas.openxmlformats.org/officeDocument/2006/relationships/tags" Target="../tags/tag375.xml"/><Relationship Id="rId394" Type="http://schemas.openxmlformats.org/officeDocument/2006/relationships/tags" Target="../tags/tag396.xml"/><Relationship Id="rId408" Type="http://schemas.openxmlformats.org/officeDocument/2006/relationships/image" Target="../media/image8.jpeg"/><Relationship Id="rId1" Type="http://schemas.openxmlformats.org/officeDocument/2006/relationships/tags" Target="../tags/tag3.xml"/><Relationship Id="rId212" Type="http://schemas.openxmlformats.org/officeDocument/2006/relationships/tags" Target="../tags/tag214.xml"/><Relationship Id="rId233" Type="http://schemas.openxmlformats.org/officeDocument/2006/relationships/tags" Target="../tags/tag235.xml"/><Relationship Id="rId254" Type="http://schemas.openxmlformats.org/officeDocument/2006/relationships/tags" Target="../tags/tag256.xml"/><Relationship Id="rId28" Type="http://schemas.openxmlformats.org/officeDocument/2006/relationships/tags" Target="../tags/tag30.xml"/><Relationship Id="rId49" Type="http://schemas.openxmlformats.org/officeDocument/2006/relationships/tags" Target="../tags/tag51.xml"/><Relationship Id="rId114" Type="http://schemas.openxmlformats.org/officeDocument/2006/relationships/tags" Target="../tags/tag116.xml"/><Relationship Id="rId275" Type="http://schemas.openxmlformats.org/officeDocument/2006/relationships/tags" Target="../tags/tag277.xml"/><Relationship Id="rId296" Type="http://schemas.openxmlformats.org/officeDocument/2006/relationships/tags" Target="../tags/tag298.xml"/><Relationship Id="rId300" Type="http://schemas.openxmlformats.org/officeDocument/2006/relationships/tags" Target="../tags/tag302.xml"/><Relationship Id="rId60" Type="http://schemas.openxmlformats.org/officeDocument/2006/relationships/tags" Target="../tags/tag62.xml"/><Relationship Id="rId81" Type="http://schemas.openxmlformats.org/officeDocument/2006/relationships/tags" Target="../tags/tag83.xml"/><Relationship Id="rId135" Type="http://schemas.openxmlformats.org/officeDocument/2006/relationships/tags" Target="../tags/tag137.xml"/><Relationship Id="rId156" Type="http://schemas.openxmlformats.org/officeDocument/2006/relationships/tags" Target="../tags/tag158.xml"/><Relationship Id="rId177" Type="http://schemas.openxmlformats.org/officeDocument/2006/relationships/tags" Target="../tags/tag179.xml"/><Relationship Id="rId198" Type="http://schemas.openxmlformats.org/officeDocument/2006/relationships/tags" Target="../tags/tag200.xml"/><Relationship Id="rId321" Type="http://schemas.openxmlformats.org/officeDocument/2006/relationships/tags" Target="../tags/tag323.xml"/><Relationship Id="rId342" Type="http://schemas.openxmlformats.org/officeDocument/2006/relationships/tags" Target="../tags/tag344.xml"/><Relationship Id="rId363" Type="http://schemas.openxmlformats.org/officeDocument/2006/relationships/tags" Target="../tags/tag365.xml"/><Relationship Id="rId384" Type="http://schemas.openxmlformats.org/officeDocument/2006/relationships/tags" Target="../tags/tag386.xml"/><Relationship Id="rId419" Type="http://schemas.openxmlformats.org/officeDocument/2006/relationships/chart" Target="../charts/chart8.xml"/><Relationship Id="rId202" Type="http://schemas.openxmlformats.org/officeDocument/2006/relationships/tags" Target="../tags/tag204.xml"/><Relationship Id="rId223" Type="http://schemas.openxmlformats.org/officeDocument/2006/relationships/tags" Target="../tags/tag225.xml"/><Relationship Id="rId244" Type="http://schemas.openxmlformats.org/officeDocument/2006/relationships/tags" Target="../tags/tag246.xml"/><Relationship Id="rId18" Type="http://schemas.openxmlformats.org/officeDocument/2006/relationships/tags" Target="../tags/tag20.xml"/><Relationship Id="rId39" Type="http://schemas.openxmlformats.org/officeDocument/2006/relationships/tags" Target="../tags/tag41.xml"/><Relationship Id="rId265" Type="http://schemas.openxmlformats.org/officeDocument/2006/relationships/tags" Target="../tags/tag267.xml"/><Relationship Id="rId286" Type="http://schemas.openxmlformats.org/officeDocument/2006/relationships/tags" Target="../tags/tag288.xml"/><Relationship Id="rId50" Type="http://schemas.openxmlformats.org/officeDocument/2006/relationships/tags" Target="../tags/tag52.xml"/><Relationship Id="rId104" Type="http://schemas.openxmlformats.org/officeDocument/2006/relationships/tags" Target="../tags/tag106.xml"/><Relationship Id="rId125" Type="http://schemas.openxmlformats.org/officeDocument/2006/relationships/tags" Target="../tags/tag127.xml"/><Relationship Id="rId146" Type="http://schemas.openxmlformats.org/officeDocument/2006/relationships/tags" Target="../tags/tag148.xml"/><Relationship Id="rId167" Type="http://schemas.openxmlformats.org/officeDocument/2006/relationships/tags" Target="../tags/tag169.xml"/><Relationship Id="rId188" Type="http://schemas.openxmlformats.org/officeDocument/2006/relationships/tags" Target="../tags/tag190.xml"/><Relationship Id="rId311" Type="http://schemas.openxmlformats.org/officeDocument/2006/relationships/tags" Target="../tags/tag313.xml"/><Relationship Id="rId332" Type="http://schemas.openxmlformats.org/officeDocument/2006/relationships/tags" Target="../tags/tag334.xml"/><Relationship Id="rId353" Type="http://schemas.openxmlformats.org/officeDocument/2006/relationships/tags" Target="../tags/tag355.xml"/><Relationship Id="rId374" Type="http://schemas.openxmlformats.org/officeDocument/2006/relationships/tags" Target="../tags/tag376.xml"/><Relationship Id="rId395" Type="http://schemas.openxmlformats.org/officeDocument/2006/relationships/tags" Target="../tags/tag397.xml"/><Relationship Id="rId409" Type="http://schemas.openxmlformats.org/officeDocument/2006/relationships/image" Target="../media/image9.jpeg"/><Relationship Id="rId71" Type="http://schemas.openxmlformats.org/officeDocument/2006/relationships/tags" Target="../tags/tag73.xml"/><Relationship Id="rId92" Type="http://schemas.openxmlformats.org/officeDocument/2006/relationships/tags" Target="../tags/tag94.xml"/><Relationship Id="rId213" Type="http://schemas.openxmlformats.org/officeDocument/2006/relationships/tags" Target="../tags/tag215.xml"/><Relationship Id="rId234" Type="http://schemas.openxmlformats.org/officeDocument/2006/relationships/tags" Target="../tags/tag236.xml"/><Relationship Id="rId420" Type="http://schemas.openxmlformats.org/officeDocument/2006/relationships/chart" Target="../charts/chart9.xml"/><Relationship Id="rId2" Type="http://schemas.openxmlformats.org/officeDocument/2006/relationships/tags" Target="../tags/tag4.xml"/><Relationship Id="rId29" Type="http://schemas.openxmlformats.org/officeDocument/2006/relationships/tags" Target="../tags/tag31.xml"/><Relationship Id="rId255" Type="http://schemas.openxmlformats.org/officeDocument/2006/relationships/tags" Target="../tags/tag257.xml"/><Relationship Id="rId276" Type="http://schemas.openxmlformats.org/officeDocument/2006/relationships/tags" Target="../tags/tag278.xml"/><Relationship Id="rId297" Type="http://schemas.openxmlformats.org/officeDocument/2006/relationships/tags" Target="../tags/tag299.xml"/><Relationship Id="rId40" Type="http://schemas.openxmlformats.org/officeDocument/2006/relationships/tags" Target="../tags/tag42.xml"/><Relationship Id="rId115" Type="http://schemas.openxmlformats.org/officeDocument/2006/relationships/tags" Target="../tags/tag117.xml"/><Relationship Id="rId136" Type="http://schemas.openxmlformats.org/officeDocument/2006/relationships/tags" Target="../tags/tag138.xml"/><Relationship Id="rId157" Type="http://schemas.openxmlformats.org/officeDocument/2006/relationships/tags" Target="../tags/tag159.xml"/><Relationship Id="rId178" Type="http://schemas.openxmlformats.org/officeDocument/2006/relationships/tags" Target="../tags/tag180.xml"/><Relationship Id="rId301" Type="http://schemas.openxmlformats.org/officeDocument/2006/relationships/tags" Target="../tags/tag303.xml"/><Relationship Id="rId322" Type="http://schemas.openxmlformats.org/officeDocument/2006/relationships/tags" Target="../tags/tag324.xml"/><Relationship Id="rId343" Type="http://schemas.openxmlformats.org/officeDocument/2006/relationships/tags" Target="../tags/tag345.xml"/><Relationship Id="rId364" Type="http://schemas.openxmlformats.org/officeDocument/2006/relationships/tags" Target="../tags/tag366.xml"/><Relationship Id="rId61" Type="http://schemas.openxmlformats.org/officeDocument/2006/relationships/tags" Target="../tags/tag63.xml"/><Relationship Id="rId82" Type="http://schemas.openxmlformats.org/officeDocument/2006/relationships/tags" Target="../tags/tag84.xml"/><Relationship Id="rId199" Type="http://schemas.openxmlformats.org/officeDocument/2006/relationships/tags" Target="../tags/tag201.xml"/><Relationship Id="rId203" Type="http://schemas.openxmlformats.org/officeDocument/2006/relationships/tags" Target="../tags/tag205.xml"/><Relationship Id="rId385" Type="http://schemas.openxmlformats.org/officeDocument/2006/relationships/tags" Target="../tags/tag387.xml"/><Relationship Id="rId19" Type="http://schemas.openxmlformats.org/officeDocument/2006/relationships/tags" Target="../tags/tag21.xml"/><Relationship Id="rId224" Type="http://schemas.openxmlformats.org/officeDocument/2006/relationships/tags" Target="../tags/tag226.xml"/><Relationship Id="rId245" Type="http://schemas.openxmlformats.org/officeDocument/2006/relationships/tags" Target="../tags/tag247.xml"/><Relationship Id="rId266" Type="http://schemas.openxmlformats.org/officeDocument/2006/relationships/tags" Target="../tags/tag268.xml"/><Relationship Id="rId287" Type="http://schemas.openxmlformats.org/officeDocument/2006/relationships/tags" Target="../tags/tag289.xml"/><Relationship Id="rId410" Type="http://schemas.openxmlformats.org/officeDocument/2006/relationships/image" Target="../media/image10.jpeg"/><Relationship Id="rId30" Type="http://schemas.openxmlformats.org/officeDocument/2006/relationships/tags" Target="../tags/tag32.xml"/><Relationship Id="rId105" Type="http://schemas.openxmlformats.org/officeDocument/2006/relationships/tags" Target="../tags/tag107.xml"/><Relationship Id="rId126" Type="http://schemas.openxmlformats.org/officeDocument/2006/relationships/tags" Target="../tags/tag128.xml"/><Relationship Id="rId147" Type="http://schemas.openxmlformats.org/officeDocument/2006/relationships/tags" Target="../tags/tag149.xml"/><Relationship Id="rId168" Type="http://schemas.openxmlformats.org/officeDocument/2006/relationships/tags" Target="../tags/tag170.xml"/><Relationship Id="rId312" Type="http://schemas.openxmlformats.org/officeDocument/2006/relationships/tags" Target="../tags/tag314.xml"/><Relationship Id="rId333" Type="http://schemas.openxmlformats.org/officeDocument/2006/relationships/tags" Target="../tags/tag335.xml"/><Relationship Id="rId354" Type="http://schemas.openxmlformats.org/officeDocument/2006/relationships/tags" Target="../tags/tag356.xml"/><Relationship Id="rId51" Type="http://schemas.openxmlformats.org/officeDocument/2006/relationships/tags" Target="../tags/tag53.xml"/><Relationship Id="rId72" Type="http://schemas.openxmlformats.org/officeDocument/2006/relationships/tags" Target="../tags/tag74.xml"/><Relationship Id="rId93" Type="http://schemas.openxmlformats.org/officeDocument/2006/relationships/tags" Target="../tags/tag95.xml"/><Relationship Id="rId189" Type="http://schemas.openxmlformats.org/officeDocument/2006/relationships/tags" Target="../tags/tag191.xml"/><Relationship Id="rId375" Type="http://schemas.openxmlformats.org/officeDocument/2006/relationships/tags" Target="../tags/tag377.xml"/><Relationship Id="rId396" Type="http://schemas.openxmlformats.org/officeDocument/2006/relationships/tags" Target="../tags/tag398.xml"/><Relationship Id="rId3" Type="http://schemas.openxmlformats.org/officeDocument/2006/relationships/tags" Target="../tags/tag5.xml"/><Relationship Id="rId214" Type="http://schemas.openxmlformats.org/officeDocument/2006/relationships/tags" Target="../tags/tag216.xml"/><Relationship Id="rId235" Type="http://schemas.openxmlformats.org/officeDocument/2006/relationships/tags" Target="../tags/tag237.xml"/><Relationship Id="rId256" Type="http://schemas.openxmlformats.org/officeDocument/2006/relationships/tags" Target="../tags/tag258.xml"/><Relationship Id="rId277" Type="http://schemas.openxmlformats.org/officeDocument/2006/relationships/tags" Target="../tags/tag279.xml"/><Relationship Id="rId298" Type="http://schemas.openxmlformats.org/officeDocument/2006/relationships/tags" Target="../tags/tag300.xml"/><Relationship Id="rId400" Type="http://schemas.openxmlformats.org/officeDocument/2006/relationships/notesSlide" Target="../notesSlides/notesSlide1.xml"/><Relationship Id="rId116" Type="http://schemas.openxmlformats.org/officeDocument/2006/relationships/tags" Target="../tags/tag118.xml"/><Relationship Id="rId137" Type="http://schemas.openxmlformats.org/officeDocument/2006/relationships/tags" Target="../tags/tag139.xml"/><Relationship Id="rId158" Type="http://schemas.openxmlformats.org/officeDocument/2006/relationships/tags" Target="../tags/tag160.xml"/><Relationship Id="rId302" Type="http://schemas.openxmlformats.org/officeDocument/2006/relationships/tags" Target="../tags/tag304.xml"/><Relationship Id="rId323" Type="http://schemas.openxmlformats.org/officeDocument/2006/relationships/tags" Target="../tags/tag325.xml"/><Relationship Id="rId344" Type="http://schemas.openxmlformats.org/officeDocument/2006/relationships/tags" Target="../tags/tag346.xml"/><Relationship Id="rId20" Type="http://schemas.openxmlformats.org/officeDocument/2006/relationships/tags" Target="../tags/tag22.xml"/><Relationship Id="rId41" Type="http://schemas.openxmlformats.org/officeDocument/2006/relationships/tags" Target="../tags/tag43.xml"/><Relationship Id="rId62" Type="http://schemas.openxmlformats.org/officeDocument/2006/relationships/tags" Target="../tags/tag64.xml"/><Relationship Id="rId83" Type="http://schemas.openxmlformats.org/officeDocument/2006/relationships/tags" Target="../tags/tag85.xml"/><Relationship Id="rId179" Type="http://schemas.openxmlformats.org/officeDocument/2006/relationships/tags" Target="../tags/tag181.xml"/><Relationship Id="rId365" Type="http://schemas.openxmlformats.org/officeDocument/2006/relationships/tags" Target="../tags/tag367.xml"/><Relationship Id="rId386" Type="http://schemas.openxmlformats.org/officeDocument/2006/relationships/tags" Target="../tags/tag388.xml"/><Relationship Id="rId190" Type="http://schemas.openxmlformats.org/officeDocument/2006/relationships/tags" Target="../tags/tag192.xml"/><Relationship Id="rId204" Type="http://schemas.openxmlformats.org/officeDocument/2006/relationships/tags" Target="../tags/tag206.xml"/><Relationship Id="rId225" Type="http://schemas.openxmlformats.org/officeDocument/2006/relationships/tags" Target="../tags/tag227.xml"/><Relationship Id="rId246" Type="http://schemas.openxmlformats.org/officeDocument/2006/relationships/tags" Target="../tags/tag248.xml"/><Relationship Id="rId267" Type="http://schemas.openxmlformats.org/officeDocument/2006/relationships/tags" Target="../tags/tag269.xml"/><Relationship Id="rId288" Type="http://schemas.openxmlformats.org/officeDocument/2006/relationships/tags" Target="../tags/tag290.xml"/><Relationship Id="rId411" Type="http://schemas.openxmlformats.org/officeDocument/2006/relationships/chart" Target="../charts/chart2.xml"/><Relationship Id="rId106" Type="http://schemas.openxmlformats.org/officeDocument/2006/relationships/tags" Target="../tags/tag108.xml"/><Relationship Id="rId127" Type="http://schemas.openxmlformats.org/officeDocument/2006/relationships/tags" Target="../tags/tag129.xml"/><Relationship Id="rId313" Type="http://schemas.openxmlformats.org/officeDocument/2006/relationships/tags" Target="../tags/tag315.xml"/><Relationship Id="rId10" Type="http://schemas.openxmlformats.org/officeDocument/2006/relationships/tags" Target="../tags/tag12.xml"/><Relationship Id="rId31" Type="http://schemas.openxmlformats.org/officeDocument/2006/relationships/tags" Target="../tags/tag33.xml"/><Relationship Id="rId52" Type="http://schemas.openxmlformats.org/officeDocument/2006/relationships/tags" Target="../tags/tag54.xml"/><Relationship Id="rId73" Type="http://schemas.openxmlformats.org/officeDocument/2006/relationships/tags" Target="../tags/tag75.xml"/><Relationship Id="rId94" Type="http://schemas.openxmlformats.org/officeDocument/2006/relationships/tags" Target="../tags/tag96.xml"/><Relationship Id="rId148" Type="http://schemas.openxmlformats.org/officeDocument/2006/relationships/tags" Target="../tags/tag150.xml"/><Relationship Id="rId169" Type="http://schemas.openxmlformats.org/officeDocument/2006/relationships/tags" Target="../tags/tag171.xml"/><Relationship Id="rId334" Type="http://schemas.openxmlformats.org/officeDocument/2006/relationships/tags" Target="../tags/tag336.xml"/><Relationship Id="rId355" Type="http://schemas.openxmlformats.org/officeDocument/2006/relationships/tags" Target="../tags/tag357.xml"/><Relationship Id="rId376" Type="http://schemas.openxmlformats.org/officeDocument/2006/relationships/tags" Target="../tags/tag378.xml"/><Relationship Id="rId397" Type="http://schemas.openxmlformats.org/officeDocument/2006/relationships/tags" Target="../tags/tag399.xml"/><Relationship Id="rId4" Type="http://schemas.openxmlformats.org/officeDocument/2006/relationships/tags" Target="../tags/tag6.xml"/><Relationship Id="rId180" Type="http://schemas.openxmlformats.org/officeDocument/2006/relationships/tags" Target="../tags/tag182.xml"/><Relationship Id="rId215" Type="http://schemas.openxmlformats.org/officeDocument/2006/relationships/tags" Target="../tags/tag217.xml"/><Relationship Id="rId236" Type="http://schemas.openxmlformats.org/officeDocument/2006/relationships/tags" Target="../tags/tag238.xml"/><Relationship Id="rId257" Type="http://schemas.openxmlformats.org/officeDocument/2006/relationships/tags" Target="../tags/tag259.xml"/><Relationship Id="rId278" Type="http://schemas.openxmlformats.org/officeDocument/2006/relationships/tags" Target="../tags/tag280.xml"/><Relationship Id="rId401" Type="http://schemas.openxmlformats.org/officeDocument/2006/relationships/oleObject" Target="../embeddings/oleObject2.bin"/><Relationship Id="rId303" Type="http://schemas.openxmlformats.org/officeDocument/2006/relationships/tags" Target="../tags/tag305.xml"/><Relationship Id="rId42" Type="http://schemas.openxmlformats.org/officeDocument/2006/relationships/tags" Target="../tags/tag44.xml"/><Relationship Id="rId84" Type="http://schemas.openxmlformats.org/officeDocument/2006/relationships/tags" Target="../tags/tag86.xml"/><Relationship Id="rId138" Type="http://schemas.openxmlformats.org/officeDocument/2006/relationships/tags" Target="../tags/tag140.xml"/><Relationship Id="rId345" Type="http://schemas.openxmlformats.org/officeDocument/2006/relationships/tags" Target="../tags/tag347.xml"/><Relationship Id="rId387" Type="http://schemas.openxmlformats.org/officeDocument/2006/relationships/tags" Target="../tags/tag389.xml"/><Relationship Id="rId191" Type="http://schemas.openxmlformats.org/officeDocument/2006/relationships/tags" Target="../tags/tag193.xml"/><Relationship Id="rId205" Type="http://schemas.openxmlformats.org/officeDocument/2006/relationships/tags" Target="../tags/tag207.xml"/><Relationship Id="rId247" Type="http://schemas.openxmlformats.org/officeDocument/2006/relationships/tags" Target="../tags/tag249.xml"/><Relationship Id="rId412" Type="http://schemas.openxmlformats.org/officeDocument/2006/relationships/chart" Target="../charts/chart3.xml"/><Relationship Id="rId107" Type="http://schemas.openxmlformats.org/officeDocument/2006/relationships/tags" Target="../tags/tag109.xml"/><Relationship Id="rId289" Type="http://schemas.openxmlformats.org/officeDocument/2006/relationships/tags" Target="../tags/tag291.xml"/><Relationship Id="rId11" Type="http://schemas.openxmlformats.org/officeDocument/2006/relationships/tags" Target="../tags/tag13.xml"/><Relationship Id="rId53" Type="http://schemas.openxmlformats.org/officeDocument/2006/relationships/tags" Target="../tags/tag55.xml"/><Relationship Id="rId149" Type="http://schemas.openxmlformats.org/officeDocument/2006/relationships/tags" Target="../tags/tag151.xml"/><Relationship Id="rId314" Type="http://schemas.openxmlformats.org/officeDocument/2006/relationships/tags" Target="../tags/tag316.xml"/><Relationship Id="rId356" Type="http://schemas.openxmlformats.org/officeDocument/2006/relationships/tags" Target="../tags/tag358.xml"/><Relationship Id="rId398" Type="http://schemas.openxmlformats.org/officeDocument/2006/relationships/tags" Target="../tags/tag400.xml"/><Relationship Id="rId95" Type="http://schemas.openxmlformats.org/officeDocument/2006/relationships/tags" Target="../tags/tag97.xml"/><Relationship Id="rId160" Type="http://schemas.openxmlformats.org/officeDocument/2006/relationships/tags" Target="../tags/tag162.xml"/><Relationship Id="rId216" Type="http://schemas.openxmlformats.org/officeDocument/2006/relationships/tags" Target="../tags/tag218.xml"/><Relationship Id="rId258" Type="http://schemas.openxmlformats.org/officeDocument/2006/relationships/tags" Target="../tags/tag260.xml"/><Relationship Id="rId22" Type="http://schemas.openxmlformats.org/officeDocument/2006/relationships/tags" Target="../tags/tag24.xml"/><Relationship Id="rId64" Type="http://schemas.openxmlformats.org/officeDocument/2006/relationships/tags" Target="../tags/tag66.xml"/><Relationship Id="rId118" Type="http://schemas.openxmlformats.org/officeDocument/2006/relationships/tags" Target="../tags/tag120.xml"/><Relationship Id="rId325" Type="http://schemas.openxmlformats.org/officeDocument/2006/relationships/tags" Target="../tags/tag327.xml"/><Relationship Id="rId367" Type="http://schemas.openxmlformats.org/officeDocument/2006/relationships/tags" Target="../tags/tag369.xml"/><Relationship Id="rId171" Type="http://schemas.openxmlformats.org/officeDocument/2006/relationships/tags" Target="../tags/tag173.xml"/><Relationship Id="rId227" Type="http://schemas.openxmlformats.org/officeDocument/2006/relationships/tags" Target="../tags/tag229.xml"/><Relationship Id="rId269" Type="http://schemas.openxmlformats.org/officeDocument/2006/relationships/tags" Target="../tags/tag271.xml"/><Relationship Id="rId33" Type="http://schemas.openxmlformats.org/officeDocument/2006/relationships/tags" Target="../tags/tag35.xml"/><Relationship Id="rId129" Type="http://schemas.openxmlformats.org/officeDocument/2006/relationships/tags" Target="../tags/tag131.xml"/><Relationship Id="rId280" Type="http://schemas.openxmlformats.org/officeDocument/2006/relationships/tags" Target="../tags/tag282.xml"/><Relationship Id="rId336" Type="http://schemas.openxmlformats.org/officeDocument/2006/relationships/tags" Target="../tags/tag338.xml"/><Relationship Id="rId75" Type="http://schemas.openxmlformats.org/officeDocument/2006/relationships/tags" Target="../tags/tag77.xml"/><Relationship Id="rId140" Type="http://schemas.openxmlformats.org/officeDocument/2006/relationships/tags" Target="../tags/tag142.xml"/><Relationship Id="rId182" Type="http://schemas.openxmlformats.org/officeDocument/2006/relationships/tags" Target="../tags/tag184.xml"/><Relationship Id="rId378" Type="http://schemas.openxmlformats.org/officeDocument/2006/relationships/tags" Target="../tags/tag380.xml"/><Relationship Id="rId403" Type="http://schemas.openxmlformats.org/officeDocument/2006/relationships/chart" Target="../charts/chart1.xml"/><Relationship Id="rId6" Type="http://schemas.openxmlformats.org/officeDocument/2006/relationships/tags" Target="../tags/tag8.xml"/><Relationship Id="rId238" Type="http://schemas.openxmlformats.org/officeDocument/2006/relationships/tags" Target="../tags/tag240.xml"/><Relationship Id="rId291" Type="http://schemas.openxmlformats.org/officeDocument/2006/relationships/tags" Target="../tags/tag293.xml"/><Relationship Id="rId305" Type="http://schemas.openxmlformats.org/officeDocument/2006/relationships/tags" Target="../tags/tag307.xml"/><Relationship Id="rId347" Type="http://schemas.openxmlformats.org/officeDocument/2006/relationships/tags" Target="../tags/tag349.xml"/><Relationship Id="rId44" Type="http://schemas.openxmlformats.org/officeDocument/2006/relationships/tags" Target="../tags/tag46.xml"/><Relationship Id="rId86" Type="http://schemas.openxmlformats.org/officeDocument/2006/relationships/tags" Target="../tags/tag88.xml"/><Relationship Id="rId151" Type="http://schemas.openxmlformats.org/officeDocument/2006/relationships/tags" Target="../tags/tag153.xml"/><Relationship Id="rId389" Type="http://schemas.openxmlformats.org/officeDocument/2006/relationships/tags" Target="../tags/tag391.xml"/><Relationship Id="rId193" Type="http://schemas.openxmlformats.org/officeDocument/2006/relationships/tags" Target="../tags/tag195.xml"/><Relationship Id="rId207" Type="http://schemas.openxmlformats.org/officeDocument/2006/relationships/tags" Target="../tags/tag209.xml"/><Relationship Id="rId249" Type="http://schemas.openxmlformats.org/officeDocument/2006/relationships/tags" Target="../tags/tag251.xml"/><Relationship Id="rId414" Type="http://schemas.openxmlformats.org/officeDocument/2006/relationships/chart" Target="../charts/chart5.xml"/><Relationship Id="rId13" Type="http://schemas.openxmlformats.org/officeDocument/2006/relationships/tags" Target="../tags/tag15.xml"/><Relationship Id="rId109" Type="http://schemas.openxmlformats.org/officeDocument/2006/relationships/tags" Target="../tags/tag111.xml"/><Relationship Id="rId260" Type="http://schemas.openxmlformats.org/officeDocument/2006/relationships/tags" Target="../tags/tag262.xml"/><Relationship Id="rId316" Type="http://schemas.openxmlformats.org/officeDocument/2006/relationships/tags" Target="../tags/tag318.xml"/><Relationship Id="rId55" Type="http://schemas.openxmlformats.org/officeDocument/2006/relationships/tags" Target="../tags/tag57.xml"/><Relationship Id="rId97" Type="http://schemas.openxmlformats.org/officeDocument/2006/relationships/tags" Target="../tags/tag99.xml"/><Relationship Id="rId120" Type="http://schemas.openxmlformats.org/officeDocument/2006/relationships/tags" Target="../tags/tag122.xml"/><Relationship Id="rId358" Type="http://schemas.openxmlformats.org/officeDocument/2006/relationships/tags" Target="../tags/tag360.xml"/><Relationship Id="rId162" Type="http://schemas.openxmlformats.org/officeDocument/2006/relationships/tags" Target="../tags/tag164.xml"/><Relationship Id="rId218" Type="http://schemas.openxmlformats.org/officeDocument/2006/relationships/tags" Target="../tags/tag220.xml"/><Relationship Id="rId271" Type="http://schemas.openxmlformats.org/officeDocument/2006/relationships/tags" Target="../tags/tag273.xml"/><Relationship Id="rId24" Type="http://schemas.openxmlformats.org/officeDocument/2006/relationships/tags" Target="../tags/tag26.xml"/><Relationship Id="rId66" Type="http://schemas.openxmlformats.org/officeDocument/2006/relationships/tags" Target="../tags/tag68.xml"/><Relationship Id="rId131" Type="http://schemas.openxmlformats.org/officeDocument/2006/relationships/tags" Target="../tags/tag133.xml"/><Relationship Id="rId327" Type="http://schemas.openxmlformats.org/officeDocument/2006/relationships/tags" Target="../tags/tag329.xml"/><Relationship Id="rId369" Type="http://schemas.openxmlformats.org/officeDocument/2006/relationships/tags" Target="../tags/tag371.xml"/><Relationship Id="rId173" Type="http://schemas.openxmlformats.org/officeDocument/2006/relationships/tags" Target="../tags/tag175.xml"/><Relationship Id="rId229" Type="http://schemas.openxmlformats.org/officeDocument/2006/relationships/tags" Target="../tags/tag231.xml"/><Relationship Id="rId380" Type="http://schemas.openxmlformats.org/officeDocument/2006/relationships/tags" Target="../tags/tag382.xml"/><Relationship Id="rId240" Type="http://schemas.openxmlformats.org/officeDocument/2006/relationships/tags" Target="../tags/tag242.xml"/><Relationship Id="rId35" Type="http://schemas.openxmlformats.org/officeDocument/2006/relationships/tags" Target="../tags/tag37.xml"/><Relationship Id="rId77" Type="http://schemas.openxmlformats.org/officeDocument/2006/relationships/tags" Target="../tags/tag79.xml"/><Relationship Id="rId100" Type="http://schemas.openxmlformats.org/officeDocument/2006/relationships/tags" Target="../tags/tag102.xml"/><Relationship Id="rId282" Type="http://schemas.openxmlformats.org/officeDocument/2006/relationships/tags" Target="../tags/tag284.xml"/><Relationship Id="rId338" Type="http://schemas.openxmlformats.org/officeDocument/2006/relationships/tags" Target="../tags/tag340.xml"/><Relationship Id="rId8" Type="http://schemas.openxmlformats.org/officeDocument/2006/relationships/tags" Target="../tags/tag10.xml"/><Relationship Id="rId142" Type="http://schemas.openxmlformats.org/officeDocument/2006/relationships/tags" Target="../tags/tag144.xml"/><Relationship Id="rId184" Type="http://schemas.openxmlformats.org/officeDocument/2006/relationships/tags" Target="../tags/tag186.xml"/><Relationship Id="rId391" Type="http://schemas.openxmlformats.org/officeDocument/2006/relationships/tags" Target="../tags/tag393.xml"/><Relationship Id="rId405" Type="http://schemas.openxmlformats.org/officeDocument/2006/relationships/image" Target="../media/image5.svg"/><Relationship Id="rId251" Type="http://schemas.openxmlformats.org/officeDocument/2006/relationships/tags" Target="../tags/tag253.xml"/><Relationship Id="rId46" Type="http://schemas.openxmlformats.org/officeDocument/2006/relationships/tags" Target="../tags/tag48.xml"/><Relationship Id="rId293" Type="http://schemas.openxmlformats.org/officeDocument/2006/relationships/tags" Target="../tags/tag295.xml"/><Relationship Id="rId307" Type="http://schemas.openxmlformats.org/officeDocument/2006/relationships/tags" Target="../tags/tag309.xml"/><Relationship Id="rId349" Type="http://schemas.openxmlformats.org/officeDocument/2006/relationships/tags" Target="../tags/tag351.xml"/><Relationship Id="rId88" Type="http://schemas.openxmlformats.org/officeDocument/2006/relationships/tags" Target="../tags/tag90.xml"/><Relationship Id="rId111" Type="http://schemas.openxmlformats.org/officeDocument/2006/relationships/tags" Target="../tags/tag113.xml"/><Relationship Id="rId153" Type="http://schemas.openxmlformats.org/officeDocument/2006/relationships/tags" Target="../tags/tag155.xml"/><Relationship Id="rId195" Type="http://schemas.openxmlformats.org/officeDocument/2006/relationships/tags" Target="../tags/tag197.xml"/><Relationship Id="rId209" Type="http://schemas.openxmlformats.org/officeDocument/2006/relationships/tags" Target="../tags/tag211.xml"/><Relationship Id="rId360" Type="http://schemas.openxmlformats.org/officeDocument/2006/relationships/tags" Target="../tags/tag362.xml"/><Relationship Id="rId416" Type="http://schemas.openxmlformats.org/officeDocument/2006/relationships/image" Target="../media/image11.png"/><Relationship Id="rId220" Type="http://schemas.openxmlformats.org/officeDocument/2006/relationships/tags" Target="../tags/tag222.xml"/><Relationship Id="rId15" Type="http://schemas.openxmlformats.org/officeDocument/2006/relationships/tags" Target="../tags/tag17.xml"/><Relationship Id="rId57" Type="http://schemas.openxmlformats.org/officeDocument/2006/relationships/tags" Target="../tags/tag59.xml"/><Relationship Id="rId262" Type="http://schemas.openxmlformats.org/officeDocument/2006/relationships/tags" Target="../tags/tag264.xml"/><Relationship Id="rId318" Type="http://schemas.openxmlformats.org/officeDocument/2006/relationships/tags" Target="../tags/tag320.xml"/><Relationship Id="rId99" Type="http://schemas.openxmlformats.org/officeDocument/2006/relationships/tags" Target="../tags/tag101.xml"/><Relationship Id="rId122" Type="http://schemas.openxmlformats.org/officeDocument/2006/relationships/tags" Target="../tags/tag124.xml"/><Relationship Id="rId164" Type="http://schemas.openxmlformats.org/officeDocument/2006/relationships/tags" Target="../tags/tag166.xml"/><Relationship Id="rId371" Type="http://schemas.openxmlformats.org/officeDocument/2006/relationships/tags" Target="../tags/tag373.xml"/><Relationship Id="rId26" Type="http://schemas.openxmlformats.org/officeDocument/2006/relationships/tags" Target="../tags/tag28.xml"/><Relationship Id="rId231" Type="http://schemas.openxmlformats.org/officeDocument/2006/relationships/tags" Target="../tags/tag233.xml"/><Relationship Id="rId273" Type="http://schemas.openxmlformats.org/officeDocument/2006/relationships/tags" Target="../tags/tag275.xml"/><Relationship Id="rId329" Type="http://schemas.openxmlformats.org/officeDocument/2006/relationships/tags" Target="../tags/tag331.xml"/><Relationship Id="rId68" Type="http://schemas.openxmlformats.org/officeDocument/2006/relationships/tags" Target="../tags/tag70.xml"/><Relationship Id="rId133" Type="http://schemas.openxmlformats.org/officeDocument/2006/relationships/tags" Target="../tags/tag135.xml"/><Relationship Id="rId175" Type="http://schemas.openxmlformats.org/officeDocument/2006/relationships/tags" Target="../tags/tag177.xml"/><Relationship Id="rId340" Type="http://schemas.openxmlformats.org/officeDocument/2006/relationships/tags" Target="../tags/tag342.xml"/><Relationship Id="rId200" Type="http://schemas.openxmlformats.org/officeDocument/2006/relationships/tags" Target="../tags/tag202.xml"/><Relationship Id="rId382" Type="http://schemas.openxmlformats.org/officeDocument/2006/relationships/tags" Target="../tags/tag384.xml"/><Relationship Id="rId242" Type="http://schemas.openxmlformats.org/officeDocument/2006/relationships/tags" Target="../tags/tag244.xml"/><Relationship Id="rId284" Type="http://schemas.openxmlformats.org/officeDocument/2006/relationships/tags" Target="../tags/tag286.xml"/><Relationship Id="rId37" Type="http://schemas.openxmlformats.org/officeDocument/2006/relationships/tags" Target="../tags/tag39.xml"/><Relationship Id="rId79" Type="http://schemas.openxmlformats.org/officeDocument/2006/relationships/tags" Target="../tags/tag81.xml"/><Relationship Id="rId102" Type="http://schemas.openxmlformats.org/officeDocument/2006/relationships/tags" Target="../tags/tag104.xml"/><Relationship Id="rId144" Type="http://schemas.openxmlformats.org/officeDocument/2006/relationships/tags" Target="../tags/tag146.xml"/><Relationship Id="rId90" Type="http://schemas.openxmlformats.org/officeDocument/2006/relationships/tags" Target="../tags/tag92.xml"/><Relationship Id="rId186" Type="http://schemas.openxmlformats.org/officeDocument/2006/relationships/tags" Target="../tags/tag188.xml"/><Relationship Id="rId351" Type="http://schemas.openxmlformats.org/officeDocument/2006/relationships/tags" Target="../tags/tag353.xml"/><Relationship Id="rId393" Type="http://schemas.openxmlformats.org/officeDocument/2006/relationships/tags" Target="../tags/tag395.xml"/><Relationship Id="rId407" Type="http://schemas.openxmlformats.org/officeDocument/2006/relationships/image" Target="../media/image7.jpeg"/><Relationship Id="rId211" Type="http://schemas.openxmlformats.org/officeDocument/2006/relationships/tags" Target="../tags/tag213.xml"/><Relationship Id="rId253" Type="http://schemas.openxmlformats.org/officeDocument/2006/relationships/tags" Target="../tags/tag255.xml"/><Relationship Id="rId295" Type="http://schemas.openxmlformats.org/officeDocument/2006/relationships/tags" Target="../tags/tag297.xml"/><Relationship Id="rId309" Type="http://schemas.openxmlformats.org/officeDocument/2006/relationships/tags" Target="../tags/tag311.xml"/><Relationship Id="rId48" Type="http://schemas.openxmlformats.org/officeDocument/2006/relationships/tags" Target="../tags/tag50.xml"/><Relationship Id="rId113" Type="http://schemas.openxmlformats.org/officeDocument/2006/relationships/tags" Target="../tags/tag115.xml"/><Relationship Id="rId320" Type="http://schemas.openxmlformats.org/officeDocument/2006/relationships/tags" Target="../tags/tag322.xml"/><Relationship Id="rId155" Type="http://schemas.openxmlformats.org/officeDocument/2006/relationships/tags" Target="../tags/tag157.xml"/><Relationship Id="rId197" Type="http://schemas.openxmlformats.org/officeDocument/2006/relationships/tags" Target="../tags/tag199.xml"/><Relationship Id="rId362" Type="http://schemas.openxmlformats.org/officeDocument/2006/relationships/tags" Target="../tags/tag364.xml"/><Relationship Id="rId418" Type="http://schemas.openxmlformats.org/officeDocument/2006/relationships/chart" Target="../charts/char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think-cell data - do not delete" hidden="1">
            <a:extLst>
              <a:ext uri="{FF2B5EF4-FFF2-40B4-BE49-F238E27FC236}">
                <a16:creationId xmlns:a16="http://schemas.microsoft.com/office/drawing/2014/main" id="{0165037E-44E0-E80D-5C5E-23DFB93CC7C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70893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01" imgW="400" imgH="393" progId="TCLayout.ActiveDocument.1">
                  <p:embed/>
                </p:oleObj>
              </mc:Choice>
              <mc:Fallback>
                <p:oleObj name="think-cell Slide" r:id="rId401" imgW="400" imgH="393" progId="TCLayout.ActiveDocument.1">
                  <p:embed/>
                  <p:pic>
                    <p:nvPicPr>
                      <p:cNvPr id="10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165037E-44E0-E80D-5C5E-23DFB93CC7C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5" name="Rectangle 1014">
            <a:extLst>
              <a:ext uri="{FF2B5EF4-FFF2-40B4-BE49-F238E27FC236}">
                <a16:creationId xmlns:a16="http://schemas.microsoft.com/office/drawing/2014/main" id="{00053F64-B8B3-4593-585A-4762EC3A8CAC}"/>
              </a:ext>
            </a:extLst>
          </p:cNvPr>
          <p:cNvSpPr/>
          <p:nvPr/>
        </p:nvSpPr>
        <p:spPr>
          <a:xfrm>
            <a:off x="13667014" y="33616491"/>
            <a:ext cx="15951200" cy="46041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lumMod val="20000"/>
                <a:lumOff val="8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72000" rIns="36000" bIns="45720" rtlCol="0" anchor="t"/>
          <a:lstStyle/>
          <a:p>
            <a:pPr marR="0" algn="l" rtl="0" eaLnBrk="1" fontAlgn="auto" latinLnBrk="0" hangingPunct="1"/>
            <a:endParaRPr lang="en-GB" sz="1100" i="0" u="none" strike="noStrike" kern="1200" dirty="0">
              <a:solidFill>
                <a:schemeClr val="tx1"/>
              </a:solidFill>
              <a:effectLst/>
              <a:latin typeface="ShellMedium" panose="00000600000000000000" pitchFamily="2" charset="0"/>
            </a:endParaRPr>
          </a:p>
        </p:txBody>
      </p:sp>
      <p:sp>
        <p:nvSpPr>
          <p:cNvPr id="1013" name="Rectangle 1012">
            <a:extLst>
              <a:ext uri="{FF2B5EF4-FFF2-40B4-BE49-F238E27FC236}">
                <a16:creationId xmlns:a16="http://schemas.microsoft.com/office/drawing/2014/main" id="{98153B73-35AE-C706-D3EE-979088BA2037}"/>
              </a:ext>
            </a:extLst>
          </p:cNvPr>
          <p:cNvSpPr/>
          <p:nvPr/>
        </p:nvSpPr>
        <p:spPr>
          <a:xfrm>
            <a:off x="13652500" y="26720391"/>
            <a:ext cx="15970250" cy="669085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lumMod val="20000"/>
                <a:lumOff val="8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72000" rIns="36000" bIns="45720" rtlCol="0" anchor="t"/>
          <a:lstStyle/>
          <a:p>
            <a:pPr marR="0" algn="l" rtl="0" eaLnBrk="1" fontAlgn="auto" latinLnBrk="0" hangingPunct="1"/>
            <a:endParaRPr lang="en-GB" sz="1100" i="0" u="none" strike="noStrike" kern="1200" dirty="0">
              <a:solidFill>
                <a:schemeClr val="tx1"/>
              </a:solidFill>
              <a:effectLst/>
              <a:latin typeface="ShellMedium" panose="00000600000000000000" pitchFamily="2" charset="0"/>
            </a:endParaRPr>
          </a:p>
        </p:txBody>
      </p:sp>
      <p:sp>
        <p:nvSpPr>
          <p:cNvPr id="1017" name="Rectangle 1016">
            <a:extLst>
              <a:ext uri="{FF2B5EF4-FFF2-40B4-BE49-F238E27FC236}">
                <a16:creationId xmlns:a16="http://schemas.microsoft.com/office/drawing/2014/main" id="{FD6E1285-66BC-41CA-3F2C-111FC925F939}"/>
              </a:ext>
            </a:extLst>
          </p:cNvPr>
          <p:cNvSpPr/>
          <p:nvPr/>
        </p:nvSpPr>
        <p:spPr>
          <a:xfrm>
            <a:off x="662940" y="26721493"/>
            <a:ext cx="12712617" cy="115091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lumMod val="20000"/>
                <a:lumOff val="8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72000" rIns="36000" bIns="45720" rtlCol="0" anchor="t"/>
          <a:lstStyle/>
          <a:p>
            <a:pPr marR="0" algn="l" rtl="0" eaLnBrk="1" fontAlgn="auto" latinLnBrk="0" hangingPunct="1"/>
            <a:endParaRPr lang="en-GB" sz="1100" i="0" u="none" strike="noStrike" kern="1200" dirty="0">
              <a:solidFill>
                <a:schemeClr val="tx1"/>
              </a:solidFill>
              <a:effectLst/>
              <a:latin typeface="ShellMedium" panose="00000600000000000000" pitchFamily="2" charset="0"/>
            </a:endParaRPr>
          </a:p>
        </p:txBody>
      </p:sp>
      <p:sp>
        <p:nvSpPr>
          <p:cNvPr id="1007" name="Rectangle 1006">
            <a:extLst>
              <a:ext uri="{FF2B5EF4-FFF2-40B4-BE49-F238E27FC236}">
                <a16:creationId xmlns:a16="http://schemas.microsoft.com/office/drawing/2014/main" id="{AAB44D90-B618-277F-C16E-8ED7FAEE1AEE}"/>
              </a:ext>
            </a:extLst>
          </p:cNvPr>
          <p:cNvSpPr/>
          <p:nvPr/>
        </p:nvSpPr>
        <p:spPr>
          <a:xfrm>
            <a:off x="21874745" y="18935182"/>
            <a:ext cx="7728955" cy="756336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lumMod val="20000"/>
                <a:lumOff val="8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72000" rIns="36000" bIns="45720" rtlCol="0" anchor="t"/>
          <a:lstStyle/>
          <a:p>
            <a:pPr marR="0" algn="l" rtl="0" eaLnBrk="1" fontAlgn="auto" latinLnBrk="0" hangingPunct="1"/>
            <a:endParaRPr lang="en-GB" sz="1100" i="0" u="none" strike="noStrike" kern="1200" dirty="0">
              <a:solidFill>
                <a:schemeClr val="tx1"/>
              </a:solidFill>
              <a:effectLst/>
              <a:latin typeface="ShellMedium" panose="00000600000000000000" pitchFamily="2" charset="0"/>
            </a:endParaRPr>
          </a:p>
        </p:txBody>
      </p:sp>
      <p:sp>
        <p:nvSpPr>
          <p:cNvPr id="1009" name="Rectangle 1008">
            <a:extLst>
              <a:ext uri="{FF2B5EF4-FFF2-40B4-BE49-F238E27FC236}">
                <a16:creationId xmlns:a16="http://schemas.microsoft.com/office/drawing/2014/main" id="{56C27ADE-20CC-8DEE-1D31-815CEF707DAD}"/>
              </a:ext>
            </a:extLst>
          </p:cNvPr>
          <p:cNvSpPr/>
          <p:nvPr/>
        </p:nvSpPr>
        <p:spPr>
          <a:xfrm>
            <a:off x="13626095" y="18935182"/>
            <a:ext cx="7938505" cy="756336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lumMod val="20000"/>
                <a:lumOff val="8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72000" rIns="36000" bIns="45720" rtlCol="0" anchor="t"/>
          <a:lstStyle/>
          <a:p>
            <a:pPr marR="0" algn="l" rtl="0" eaLnBrk="1" fontAlgn="auto" latinLnBrk="0" hangingPunct="1"/>
            <a:endParaRPr lang="en-GB" sz="1100" i="0" u="none" strike="noStrike" kern="1200" dirty="0">
              <a:solidFill>
                <a:schemeClr val="tx1"/>
              </a:solidFill>
              <a:effectLst/>
              <a:latin typeface="ShellMedium" panose="00000600000000000000" pitchFamily="2" charset="0"/>
            </a:endParaRPr>
          </a:p>
        </p:txBody>
      </p:sp>
      <p:sp>
        <p:nvSpPr>
          <p:cNvPr id="1011" name="Rectangle 1010">
            <a:extLst>
              <a:ext uri="{FF2B5EF4-FFF2-40B4-BE49-F238E27FC236}">
                <a16:creationId xmlns:a16="http://schemas.microsoft.com/office/drawing/2014/main" id="{19C7F473-5C39-9193-4BE4-6355FAEBBFFA}"/>
              </a:ext>
            </a:extLst>
          </p:cNvPr>
          <p:cNvSpPr/>
          <p:nvPr/>
        </p:nvSpPr>
        <p:spPr>
          <a:xfrm>
            <a:off x="678426" y="18931494"/>
            <a:ext cx="12684227" cy="756336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lumMod val="20000"/>
                <a:lumOff val="8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72000" rIns="36000" bIns="45720" rtlCol="0" anchor="t"/>
          <a:lstStyle/>
          <a:p>
            <a:pPr marR="0" algn="l" rtl="0" eaLnBrk="1" fontAlgn="auto" latinLnBrk="0" hangingPunct="1"/>
            <a:endParaRPr lang="en-GB" sz="1100" i="0" u="none" strike="noStrike" kern="1200" dirty="0">
              <a:solidFill>
                <a:schemeClr val="tx1"/>
              </a:solidFill>
              <a:effectLst/>
              <a:latin typeface="ShellMedium" panose="00000600000000000000" pitchFamily="2" charset="0"/>
            </a:endParaRPr>
          </a:p>
        </p:txBody>
      </p: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BDA53577-EAE6-86F6-CC7A-7DFDBD8DA8E2}"/>
              </a:ext>
            </a:extLst>
          </p:cNvPr>
          <p:cNvSpPr/>
          <p:nvPr/>
        </p:nvSpPr>
        <p:spPr>
          <a:xfrm>
            <a:off x="17829795" y="10699750"/>
            <a:ext cx="11792955" cy="79943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lumMod val="20000"/>
                <a:lumOff val="8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72000" rIns="36000" bIns="45720" rtlCol="0" anchor="t"/>
          <a:lstStyle/>
          <a:p>
            <a:pPr marR="0" algn="l" rtl="0" eaLnBrk="1" fontAlgn="auto" latinLnBrk="0" hangingPunct="1"/>
            <a:endParaRPr lang="en-GB" sz="1100" i="0" u="none" strike="noStrike" kern="1200" dirty="0">
              <a:solidFill>
                <a:schemeClr val="tx1"/>
              </a:solidFill>
              <a:effectLst/>
              <a:latin typeface="ShellMedium" panose="00000600000000000000" pitchFamily="2" charset="0"/>
            </a:endParaRPr>
          </a:p>
        </p:txBody>
      </p:sp>
      <p:sp>
        <p:nvSpPr>
          <p:cNvPr id="1019" name="Rectangle 1018">
            <a:extLst>
              <a:ext uri="{FF2B5EF4-FFF2-40B4-BE49-F238E27FC236}">
                <a16:creationId xmlns:a16="http://schemas.microsoft.com/office/drawing/2014/main" id="{0B0A5CD4-C3D3-4627-83FD-2BFC06A2FFAE}"/>
              </a:ext>
            </a:extLst>
          </p:cNvPr>
          <p:cNvSpPr/>
          <p:nvPr/>
        </p:nvSpPr>
        <p:spPr>
          <a:xfrm>
            <a:off x="685801" y="10687050"/>
            <a:ext cx="16878300" cy="799430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tx1">
                <a:lumMod val="20000"/>
                <a:lumOff val="80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72000" rIns="36000" bIns="45720" rtlCol="0" anchor="t"/>
          <a:lstStyle/>
          <a:p>
            <a:pPr marR="0" algn="l" rtl="0" eaLnBrk="1" fontAlgn="auto" latinLnBrk="0" hangingPunct="1"/>
            <a:endParaRPr lang="en-GB" sz="1100" i="0" u="none" strike="noStrike" kern="1200" dirty="0">
              <a:solidFill>
                <a:schemeClr val="tx1"/>
              </a:solidFill>
              <a:effectLst/>
              <a:latin typeface="ShellMedium" panose="00000600000000000000" pitchFamily="2" charset="0"/>
            </a:endParaRPr>
          </a:p>
        </p:txBody>
      </p:sp>
      <p:graphicFrame>
        <p:nvGraphicFramePr>
          <p:cNvPr id="840" name="Chart 839">
            <a:extLst>
              <a:ext uri="{FF2B5EF4-FFF2-40B4-BE49-F238E27FC236}">
                <a16:creationId xmlns:a16="http://schemas.microsoft.com/office/drawing/2014/main" id="{7D37D1B8-5F8A-381F-9936-77E9DC37FE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598327"/>
              </p:ext>
            </p:extLst>
          </p:nvPr>
        </p:nvGraphicFramePr>
        <p:xfrm>
          <a:off x="21750338" y="28536900"/>
          <a:ext cx="3690939" cy="4601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03"/>
          </a:graphicData>
        </a:graphic>
      </p:graphicFrame>
      <p:sp>
        <p:nvSpPr>
          <p:cNvPr id="110" name="Freeform: Shape 109">
            <a:extLst>
              <a:ext uri="{FF2B5EF4-FFF2-40B4-BE49-F238E27FC236}">
                <a16:creationId xmlns:a16="http://schemas.microsoft.com/office/drawing/2014/main" id="{04954445-CDC9-3449-8EF0-825CC6E0435C}"/>
              </a:ext>
            </a:extLst>
          </p:cNvPr>
          <p:cNvSpPr/>
          <p:nvPr/>
        </p:nvSpPr>
        <p:spPr>
          <a:xfrm>
            <a:off x="18903950" y="13731875"/>
            <a:ext cx="5052695" cy="1619886"/>
          </a:xfrm>
          <a:custGeom>
            <a:avLst/>
            <a:gdLst>
              <a:gd name="connsiteX0" fmla="*/ 0 w 3879056"/>
              <a:gd name="connsiteY0" fmla="*/ 847725 h 900112"/>
              <a:gd name="connsiteX1" fmla="*/ 0 w 3879056"/>
              <a:gd name="connsiteY1" fmla="*/ 900112 h 900112"/>
              <a:gd name="connsiteX2" fmla="*/ 161925 w 3879056"/>
              <a:gd name="connsiteY2" fmla="*/ 835818 h 900112"/>
              <a:gd name="connsiteX3" fmla="*/ 307181 w 3879056"/>
              <a:gd name="connsiteY3" fmla="*/ 781050 h 900112"/>
              <a:gd name="connsiteX4" fmla="*/ 511969 w 3879056"/>
              <a:gd name="connsiteY4" fmla="*/ 673893 h 900112"/>
              <a:gd name="connsiteX5" fmla="*/ 747713 w 3879056"/>
              <a:gd name="connsiteY5" fmla="*/ 607218 h 900112"/>
              <a:gd name="connsiteX6" fmla="*/ 1100138 w 3879056"/>
              <a:gd name="connsiteY6" fmla="*/ 521493 h 900112"/>
              <a:gd name="connsiteX7" fmla="*/ 1366838 w 3879056"/>
              <a:gd name="connsiteY7" fmla="*/ 469106 h 900112"/>
              <a:gd name="connsiteX8" fmla="*/ 1757363 w 3879056"/>
              <a:gd name="connsiteY8" fmla="*/ 400050 h 900112"/>
              <a:gd name="connsiteX9" fmla="*/ 2016919 w 3879056"/>
              <a:gd name="connsiteY9" fmla="*/ 342900 h 900112"/>
              <a:gd name="connsiteX10" fmla="*/ 2169319 w 3879056"/>
              <a:gd name="connsiteY10" fmla="*/ 323850 h 900112"/>
              <a:gd name="connsiteX11" fmla="*/ 2312194 w 3879056"/>
              <a:gd name="connsiteY11" fmla="*/ 338137 h 900112"/>
              <a:gd name="connsiteX12" fmla="*/ 2488406 w 3879056"/>
              <a:gd name="connsiteY12" fmla="*/ 350043 h 900112"/>
              <a:gd name="connsiteX13" fmla="*/ 2628900 w 3879056"/>
              <a:gd name="connsiteY13" fmla="*/ 335756 h 900112"/>
              <a:gd name="connsiteX14" fmla="*/ 2788444 w 3879056"/>
              <a:gd name="connsiteY14" fmla="*/ 333375 h 900112"/>
              <a:gd name="connsiteX15" fmla="*/ 2964656 w 3879056"/>
              <a:gd name="connsiteY15" fmla="*/ 321468 h 900112"/>
              <a:gd name="connsiteX16" fmla="*/ 3250406 w 3879056"/>
              <a:gd name="connsiteY16" fmla="*/ 333375 h 900112"/>
              <a:gd name="connsiteX17" fmla="*/ 3488531 w 3879056"/>
              <a:gd name="connsiteY17" fmla="*/ 397668 h 900112"/>
              <a:gd name="connsiteX18" fmla="*/ 3726656 w 3879056"/>
              <a:gd name="connsiteY18" fmla="*/ 431006 h 900112"/>
              <a:gd name="connsiteX19" fmla="*/ 3879056 w 3879056"/>
              <a:gd name="connsiteY19" fmla="*/ 490537 h 900112"/>
              <a:gd name="connsiteX20" fmla="*/ 3879056 w 3879056"/>
              <a:gd name="connsiteY20" fmla="*/ 0 h 900112"/>
              <a:gd name="connsiteX21" fmla="*/ 3745706 w 3879056"/>
              <a:gd name="connsiteY21" fmla="*/ 21431 h 900112"/>
              <a:gd name="connsiteX22" fmla="*/ 3576638 w 3879056"/>
              <a:gd name="connsiteY22" fmla="*/ 11906 h 900112"/>
              <a:gd name="connsiteX23" fmla="*/ 3445669 w 3879056"/>
              <a:gd name="connsiteY23" fmla="*/ 21431 h 900112"/>
              <a:gd name="connsiteX24" fmla="*/ 3212306 w 3879056"/>
              <a:gd name="connsiteY24" fmla="*/ 47625 h 900112"/>
              <a:gd name="connsiteX25" fmla="*/ 3081338 w 3879056"/>
              <a:gd name="connsiteY25" fmla="*/ 69056 h 900112"/>
              <a:gd name="connsiteX26" fmla="*/ 2969419 w 3879056"/>
              <a:gd name="connsiteY26" fmla="*/ 76200 h 900112"/>
              <a:gd name="connsiteX27" fmla="*/ 2783681 w 3879056"/>
              <a:gd name="connsiteY27" fmla="*/ 109537 h 900112"/>
              <a:gd name="connsiteX28" fmla="*/ 2638425 w 3879056"/>
              <a:gd name="connsiteY28" fmla="*/ 145256 h 900112"/>
              <a:gd name="connsiteX29" fmla="*/ 2497931 w 3879056"/>
              <a:gd name="connsiteY29" fmla="*/ 173831 h 900112"/>
              <a:gd name="connsiteX30" fmla="*/ 2426494 w 3879056"/>
              <a:gd name="connsiteY30" fmla="*/ 173831 h 900112"/>
              <a:gd name="connsiteX31" fmla="*/ 2240756 w 3879056"/>
              <a:gd name="connsiteY31" fmla="*/ 154781 h 900112"/>
              <a:gd name="connsiteX32" fmla="*/ 2126456 w 3879056"/>
              <a:gd name="connsiteY32" fmla="*/ 150018 h 900112"/>
              <a:gd name="connsiteX33" fmla="*/ 2016919 w 3879056"/>
              <a:gd name="connsiteY33" fmla="*/ 159543 h 900112"/>
              <a:gd name="connsiteX34" fmla="*/ 1931194 w 3879056"/>
              <a:gd name="connsiteY34" fmla="*/ 183356 h 900112"/>
              <a:gd name="connsiteX35" fmla="*/ 1843088 w 3879056"/>
              <a:gd name="connsiteY35" fmla="*/ 207168 h 900112"/>
              <a:gd name="connsiteX36" fmla="*/ 1719263 w 3879056"/>
              <a:gd name="connsiteY36" fmla="*/ 235743 h 900112"/>
              <a:gd name="connsiteX37" fmla="*/ 1635919 w 3879056"/>
              <a:gd name="connsiteY37" fmla="*/ 254793 h 900112"/>
              <a:gd name="connsiteX38" fmla="*/ 1554956 w 3879056"/>
              <a:gd name="connsiteY38" fmla="*/ 276225 h 900112"/>
              <a:gd name="connsiteX39" fmla="*/ 1333500 w 3879056"/>
              <a:gd name="connsiteY39" fmla="*/ 269081 h 900112"/>
              <a:gd name="connsiteX40" fmla="*/ 1166813 w 3879056"/>
              <a:gd name="connsiteY40" fmla="*/ 276225 h 900112"/>
              <a:gd name="connsiteX41" fmla="*/ 1081088 w 3879056"/>
              <a:gd name="connsiteY41" fmla="*/ 285750 h 900112"/>
              <a:gd name="connsiteX42" fmla="*/ 964406 w 3879056"/>
              <a:gd name="connsiteY42" fmla="*/ 340518 h 900112"/>
              <a:gd name="connsiteX43" fmla="*/ 802481 w 3879056"/>
              <a:gd name="connsiteY43" fmla="*/ 383381 h 900112"/>
              <a:gd name="connsiteX44" fmla="*/ 476250 w 3879056"/>
              <a:gd name="connsiteY44" fmla="*/ 547687 h 900112"/>
              <a:gd name="connsiteX45" fmla="*/ 0 w 3879056"/>
              <a:gd name="connsiteY45" fmla="*/ 847725 h 900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3879056" h="900112">
                <a:moveTo>
                  <a:pt x="0" y="847725"/>
                </a:moveTo>
                <a:lnTo>
                  <a:pt x="0" y="900112"/>
                </a:lnTo>
                <a:lnTo>
                  <a:pt x="161925" y="835818"/>
                </a:lnTo>
                <a:lnTo>
                  <a:pt x="307181" y="781050"/>
                </a:lnTo>
                <a:lnTo>
                  <a:pt x="511969" y="673893"/>
                </a:lnTo>
                <a:lnTo>
                  <a:pt x="747713" y="607218"/>
                </a:lnTo>
                <a:lnTo>
                  <a:pt x="1100138" y="521493"/>
                </a:lnTo>
                <a:lnTo>
                  <a:pt x="1366838" y="469106"/>
                </a:lnTo>
                <a:lnTo>
                  <a:pt x="1757363" y="400050"/>
                </a:lnTo>
                <a:lnTo>
                  <a:pt x="2016919" y="342900"/>
                </a:lnTo>
                <a:lnTo>
                  <a:pt x="2169319" y="323850"/>
                </a:lnTo>
                <a:lnTo>
                  <a:pt x="2312194" y="338137"/>
                </a:lnTo>
                <a:lnTo>
                  <a:pt x="2488406" y="350043"/>
                </a:lnTo>
                <a:lnTo>
                  <a:pt x="2628900" y="335756"/>
                </a:lnTo>
                <a:lnTo>
                  <a:pt x="2788444" y="333375"/>
                </a:lnTo>
                <a:lnTo>
                  <a:pt x="2964656" y="321468"/>
                </a:lnTo>
                <a:lnTo>
                  <a:pt x="3250406" y="333375"/>
                </a:lnTo>
                <a:lnTo>
                  <a:pt x="3488531" y="397668"/>
                </a:lnTo>
                <a:lnTo>
                  <a:pt x="3726656" y="431006"/>
                </a:lnTo>
                <a:lnTo>
                  <a:pt x="3879056" y="490537"/>
                </a:lnTo>
                <a:lnTo>
                  <a:pt x="3879056" y="0"/>
                </a:lnTo>
                <a:lnTo>
                  <a:pt x="3745706" y="21431"/>
                </a:lnTo>
                <a:lnTo>
                  <a:pt x="3576638" y="11906"/>
                </a:lnTo>
                <a:lnTo>
                  <a:pt x="3445669" y="21431"/>
                </a:lnTo>
                <a:lnTo>
                  <a:pt x="3212306" y="47625"/>
                </a:lnTo>
                <a:lnTo>
                  <a:pt x="3081338" y="69056"/>
                </a:lnTo>
                <a:lnTo>
                  <a:pt x="2969419" y="76200"/>
                </a:lnTo>
                <a:lnTo>
                  <a:pt x="2783681" y="109537"/>
                </a:lnTo>
                <a:lnTo>
                  <a:pt x="2638425" y="145256"/>
                </a:lnTo>
                <a:lnTo>
                  <a:pt x="2497931" y="173831"/>
                </a:lnTo>
                <a:lnTo>
                  <a:pt x="2426494" y="173831"/>
                </a:lnTo>
                <a:lnTo>
                  <a:pt x="2240756" y="154781"/>
                </a:lnTo>
                <a:lnTo>
                  <a:pt x="2126456" y="150018"/>
                </a:lnTo>
                <a:lnTo>
                  <a:pt x="2016919" y="159543"/>
                </a:lnTo>
                <a:lnTo>
                  <a:pt x="1931194" y="183356"/>
                </a:lnTo>
                <a:lnTo>
                  <a:pt x="1843088" y="207168"/>
                </a:lnTo>
                <a:lnTo>
                  <a:pt x="1719263" y="235743"/>
                </a:lnTo>
                <a:lnTo>
                  <a:pt x="1635919" y="254793"/>
                </a:lnTo>
                <a:lnTo>
                  <a:pt x="1554956" y="276225"/>
                </a:lnTo>
                <a:lnTo>
                  <a:pt x="1333500" y="269081"/>
                </a:lnTo>
                <a:lnTo>
                  <a:pt x="1166813" y="276225"/>
                </a:lnTo>
                <a:lnTo>
                  <a:pt x="1081088" y="285750"/>
                </a:lnTo>
                <a:lnTo>
                  <a:pt x="964406" y="340518"/>
                </a:lnTo>
                <a:lnTo>
                  <a:pt x="802481" y="383381"/>
                </a:lnTo>
                <a:lnTo>
                  <a:pt x="476250" y="547687"/>
                </a:lnTo>
                <a:lnTo>
                  <a:pt x="0" y="84772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pic>
        <p:nvPicPr>
          <p:cNvPr id="2" name="Image 0" descr="/mnt/data/48c52803bb.png"/>
          <p:cNvPicPr>
            <a:picLocks noChangeAspect="1"/>
          </p:cNvPicPr>
          <p:nvPr/>
        </p:nvPicPr>
        <p:blipFill>
          <a:blip r:embed="rId404"/>
          <a:srcRect t="22800" b="22800"/>
          <a:stretch/>
        </p:blipFill>
        <p:spPr>
          <a:xfrm>
            <a:off x="0" y="0"/>
            <a:ext cx="30275213" cy="1034899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87215" y="1065338"/>
            <a:ext cx="9457608" cy="1141434"/>
          </a:xfrm>
          <a:prstGeom prst="roundRect">
            <a:avLst>
              <a:gd name="adj" fmla="val 3333"/>
            </a:avLst>
          </a:prstGeom>
          <a:solidFill>
            <a:srgbClr val="D71920"/>
          </a:solidFill>
          <a:ln w="12700">
            <a:solidFill>
              <a:srgbClr val="D71920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sp>
        <p:nvSpPr>
          <p:cNvPr id="4" name="Text 1"/>
          <p:cNvSpPr/>
          <p:nvPr/>
        </p:nvSpPr>
        <p:spPr>
          <a:xfrm>
            <a:off x="2467692" y="1369720"/>
            <a:ext cx="9457607" cy="6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5617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SHAPING GROUP DIRECTION</a:t>
            </a:r>
            <a:endParaRPr lang="en-US" sz="5617" dirty="0"/>
          </a:p>
        </p:txBody>
      </p:sp>
      <p:sp>
        <p:nvSpPr>
          <p:cNvPr id="5" name="Text 2"/>
          <p:cNvSpPr/>
          <p:nvPr/>
        </p:nvSpPr>
        <p:spPr>
          <a:xfrm>
            <a:off x="2087215" y="3157966"/>
            <a:ext cx="19404372" cy="178824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4147" b="1" dirty="0">
                <a:solidFill>
                  <a:srgbClr val="2F3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LNG Canada Phase 2</a:t>
            </a:r>
            <a:endParaRPr lang="en-US" sz="14147" dirty="0"/>
          </a:p>
        </p:txBody>
      </p:sp>
      <p:sp>
        <p:nvSpPr>
          <p:cNvPr id="6" name="Text 3"/>
          <p:cNvSpPr/>
          <p:nvPr/>
        </p:nvSpPr>
        <p:spPr>
          <a:xfrm>
            <a:off x="2087215" y="5098404"/>
            <a:ext cx="19214133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617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Developing a frame for a $10+bn integrated opportunity</a:t>
            </a:r>
            <a:endParaRPr lang="en-US" sz="5617" dirty="0"/>
          </a:p>
        </p:txBody>
      </p:sp>
      <p:sp>
        <p:nvSpPr>
          <p:cNvPr id="7" name="Shape 4"/>
          <p:cNvSpPr/>
          <p:nvPr/>
        </p:nvSpPr>
        <p:spPr>
          <a:xfrm>
            <a:off x="2087214" y="6772506"/>
            <a:ext cx="19138038" cy="0"/>
          </a:xfrm>
          <a:prstGeom prst="line">
            <a:avLst/>
          </a:prstGeom>
          <a:noFill/>
          <a:ln w="12700">
            <a:solidFill>
              <a:srgbClr val="E9571F"/>
            </a:solidFill>
            <a:prstDash val="solid"/>
          </a:ln>
        </p:spPr>
        <p:txBody>
          <a:bodyPr/>
          <a:lstStyle/>
          <a:p>
            <a:endParaRPr lang="en-GB" sz="3831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05"/>
              </a:ext>
            </a:extLst>
          </a:blip>
          <a:stretch>
            <a:fillRect/>
          </a:stretch>
        </p:blipFill>
        <p:spPr>
          <a:xfrm>
            <a:off x="2087214" y="7533462"/>
            <a:ext cx="1255577" cy="8370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56935" y="7571510"/>
            <a:ext cx="18262939" cy="10653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617" b="1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Michiel Yntema and Abhishek Mishra</a:t>
            </a:r>
          </a:p>
        </p:txBody>
      </p:sp>
      <p:sp>
        <p:nvSpPr>
          <p:cNvPr id="10" name="Text 6"/>
          <p:cNvSpPr/>
          <p:nvPr/>
        </p:nvSpPr>
        <p:spPr>
          <a:xfrm>
            <a:off x="2087215" y="8941230"/>
            <a:ext cx="19214133" cy="951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5326" dirty="0">
                <a:solidFill>
                  <a:srgbClr val="2F3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 Global Team F2F 2026   |   7–8 September</a:t>
            </a:r>
            <a:endParaRPr lang="en-US" sz="5326" dirty="0"/>
          </a:p>
        </p:txBody>
      </p:sp>
      <p:sp>
        <p:nvSpPr>
          <p:cNvPr id="12" name="Text 7"/>
          <p:cNvSpPr/>
          <p:nvPr/>
        </p:nvSpPr>
        <p:spPr>
          <a:xfrm>
            <a:off x="23850549" y="5402786"/>
            <a:ext cx="4565735" cy="24350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en-US" sz="5409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SHAPE</a:t>
            </a:r>
            <a:endParaRPr lang="en-US" sz="5409" dirty="0"/>
          </a:p>
          <a:p>
            <a:pPr algn="ctr"/>
            <a:r>
              <a:rPr lang="en-US" sz="5409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</a:t>
            </a:r>
            <a:endParaRPr lang="en-US" sz="5409" dirty="0"/>
          </a:p>
          <a:p>
            <a:pPr algn="ctr"/>
            <a:r>
              <a:rPr lang="en-US" sz="5409" b="1" dirty="0">
                <a:solidFill>
                  <a:srgbClr val="D719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ACCELERATE</a:t>
            </a:r>
            <a:endParaRPr lang="en-US" sz="5409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9488486-9067-A209-415D-58E37B121257}"/>
              </a:ext>
            </a:extLst>
          </p:cNvPr>
          <p:cNvPicPr>
            <a:picLocks noChangeAspect="1"/>
          </p:cNvPicPr>
          <p:nvPr/>
        </p:nvPicPr>
        <p:blipFill>
          <a:blip r:embed="rId4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549" y="1385284"/>
            <a:ext cx="4306322" cy="4306322"/>
          </a:xfrm>
          <a:prstGeom prst="rect">
            <a:avLst/>
          </a:prstGeom>
          <a:ln>
            <a:noFill/>
          </a:ln>
        </p:spPr>
      </p:pic>
      <p:grpSp>
        <p:nvGrpSpPr>
          <p:cNvPr id="61" name="Group 60">
            <a:extLst>
              <a:ext uri="{FF2B5EF4-FFF2-40B4-BE49-F238E27FC236}">
                <a16:creationId xmlns:a16="http://schemas.microsoft.com/office/drawing/2014/main" id="{BE7CA9A8-12E1-B385-BA85-2EFAA5E19EC5}"/>
              </a:ext>
            </a:extLst>
          </p:cNvPr>
          <p:cNvGrpSpPr/>
          <p:nvPr/>
        </p:nvGrpSpPr>
        <p:grpSpPr>
          <a:xfrm>
            <a:off x="950679" y="12036639"/>
            <a:ext cx="16801644" cy="6288622"/>
            <a:chOff x="1883373" y="11945206"/>
            <a:chExt cx="9516679" cy="3561961"/>
          </a:xfrm>
        </p:grpSpPr>
        <p:sp>
          <p:nvSpPr>
            <p:cNvPr id="26" name="Freeform 91">
              <a:extLst>
                <a:ext uri="{FF2B5EF4-FFF2-40B4-BE49-F238E27FC236}">
                  <a16:creationId xmlns:a16="http://schemas.microsoft.com/office/drawing/2014/main" id="{D581D973-8FBA-7717-6BF2-70BAB72F1C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2222" y="12305095"/>
              <a:ext cx="74156" cy="725082"/>
            </a:xfrm>
            <a:custGeom>
              <a:avLst/>
              <a:gdLst>
                <a:gd name="T0" fmla="*/ 0 w 120"/>
                <a:gd name="T1" fmla="*/ 759748 h 1166"/>
                <a:gd name="T2" fmla="*/ 77121 w 120"/>
                <a:gd name="T3" fmla="*/ 759748 h 1166"/>
                <a:gd name="T4" fmla="*/ 77121 w 120"/>
                <a:gd name="T5" fmla="*/ 0 h 1166"/>
                <a:gd name="T6" fmla="*/ 0 w 120"/>
                <a:gd name="T7" fmla="*/ 0 h 1166"/>
                <a:gd name="T8" fmla="*/ 0 w 120"/>
                <a:gd name="T9" fmla="*/ 759748 h 1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1166">
                  <a:moveTo>
                    <a:pt x="0" y="1165"/>
                  </a:moveTo>
                  <a:lnTo>
                    <a:pt x="119" y="1165"/>
                  </a:lnTo>
                  <a:lnTo>
                    <a:pt x="119" y="0"/>
                  </a:lnTo>
                  <a:lnTo>
                    <a:pt x="0" y="0"/>
                  </a:lnTo>
                  <a:lnTo>
                    <a:pt x="0" y="1165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00">
                <a:latin typeface="Montserrat" pitchFamily="2" charset="77"/>
              </a:endParaRPr>
            </a:p>
          </p:txBody>
        </p:sp>
        <p:sp>
          <p:nvSpPr>
            <p:cNvPr id="27" name="Freeform 164">
              <a:extLst>
                <a:ext uri="{FF2B5EF4-FFF2-40B4-BE49-F238E27FC236}">
                  <a16:creationId xmlns:a16="http://schemas.microsoft.com/office/drawing/2014/main" id="{8DB67AF0-40ED-7F78-6BC0-116234C70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2222" y="13035214"/>
              <a:ext cx="74156" cy="725082"/>
            </a:xfrm>
            <a:custGeom>
              <a:avLst/>
              <a:gdLst>
                <a:gd name="T0" fmla="*/ 0 w 120"/>
                <a:gd name="T1" fmla="*/ 759747 h 1164"/>
                <a:gd name="T2" fmla="*/ 77121 w 120"/>
                <a:gd name="T3" fmla="*/ 759747 h 1164"/>
                <a:gd name="T4" fmla="*/ 77121 w 120"/>
                <a:gd name="T5" fmla="*/ 0 h 1164"/>
                <a:gd name="T6" fmla="*/ 0 w 120"/>
                <a:gd name="T7" fmla="*/ 0 h 1164"/>
                <a:gd name="T8" fmla="*/ 0 w 120"/>
                <a:gd name="T9" fmla="*/ 759747 h 11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1164">
                  <a:moveTo>
                    <a:pt x="0" y="1163"/>
                  </a:moveTo>
                  <a:lnTo>
                    <a:pt x="119" y="1163"/>
                  </a:lnTo>
                  <a:lnTo>
                    <a:pt x="119" y="0"/>
                  </a:lnTo>
                  <a:lnTo>
                    <a:pt x="0" y="0"/>
                  </a:lnTo>
                  <a:lnTo>
                    <a:pt x="0" y="116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00">
                <a:latin typeface="Montserrat" pitchFamily="2" charset="77"/>
              </a:endParaRPr>
            </a:p>
          </p:txBody>
        </p:sp>
        <p:sp>
          <p:nvSpPr>
            <p:cNvPr id="28" name="Freeform 237">
              <a:extLst>
                <a:ext uri="{FF2B5EF4-FFF2-40B4-BE49-F238E27FC236}">
                  <a16:creationId xmlns:a16="http://schemas.microsoft.com/office/drawing/2014/main" id="{FF04D301-B984-26AE-CF3E-F5B774DA09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2222" y="13753062"/>
              <a:ext cx="74156" cy="725082"/>
            </a:xfrm>
            <a:custGeom>
              <a:avLst/>
              <a:gdLst>
                <a:gd name="T0" fmla="*/ 0 w 120"/>
                <a:gd name="T1" fmla="*/ 759747 h 1165"/>
                <a:gd name="T2" fmla="*/ 77121 w 120"/>
                <a:gd name="T3" fmla="*/ 759747 h 1165"/>
                <a:gd name="T4" fmla="*/ 77121 w 120"/>
                <a:gd name="T5" fmla="*/ 0 h 1165"/>
                <a:gd name="T6" fmla="*/ 0 w 120"/>
                <a:gd name="T7" fmla="*/ 0 h 1165"/>
                <a:gd name="T8" fmla="*/ 0 w 120"/>
                <a:gd name="T9" fmla="*/ 759747 h 1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1165">
                  <a:moveTo>
                    <a:pt x="0" y="1164"/>
                  </a:moveTo>
                  <a:lnTo>
                    <a:pt x="119" y="1164"/>
                  </a:lnTo>
                  <a:lnTo>
                    <a:pt x="119" y="0"/>
                  </a:lnTo>
                  <a:lnTo>
                    <a:pt x="0" y="0"/>
                  </a:lnTo>
                  <a:lnTo>
                    <a:pt x="0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00">
                <a:latin typeface="Montserrat" pitchFamily="2" charset="77"/>
              </a:endParaRPr>
            </a:p>
          </p:txBody>
        </p:sp>
        <p:sp>
          <p:nvSpPr>
            <p:cNvPr id="29" name="Freeform 310">
              <a:extLst>
                <a:ext uri="{FF2B5EF4-FFF2-40B4-BE49-F238E27FC236}">
                  <a16:creationId xmlns:a16="http://schemas.microsoft.com/office/drawing/2014/main" id="{EDA2F1D2-5A31-5C6E-F8E1-BF80109A2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52222" y="14476834"/>
              <a:ext cx="74156" cy="725082"/>
            </a:xfrm>
            <a:custGeom>
              <a:avLst/>
              <a:gdLst>
                <a:gd name="T0" fmla="*/ 0 w 120"/>
                <a:gd name="T1" fmla="*/ 759748 h 1166"/>
                <a:gd name="T2" fmla="*/ 77121 w 120"/>
                <a:gd name="T3" fmla="*/ 759748 h 1166"/>
                <a:gd name="T4" fmla="*/ 77121 w 120"/>
                <a:gd name="T5" fmla="*/ 0 h 1166"/>
                <a:gd name="T6" fmla="*/ 0 w 120"/>
                <a:gd name="T7" fmla="*/ 0 h 1166"/>
                <a:gd name="T8" fmla="*/ 0 w 120"/>
                <a:gd name="T9" fmla="*/ 759748 h 11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1166">
                  <a:moveTo>
                    <a:pt x="0" y="1165"/>
                  </a:moveTo>
                  <a:lnTo>
                    <a:pt x="119" y="1165"/>
                  </a:lnTo>
                  <a:lnTo>
                    <a:pt x="119" y="0"/>
                  </a:lnTo>
                  <a:lnTo>
                    <a:pt x="0" y="0"/>
                  </a:lnTo>
                  <a:lnTo>
                    <a:pt x="0" y="1165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3200">
                <a:latin typeface="Montserrat" pitchFamily="2" charset="7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067A58-4344-74A1-8F54-B0F55106EAF1}"/>
                </a:ext>
              </a:extLst>
            </p:cNvPr>
            <p:cNvSpPr txBox="1"/>
            <p:nvPr/>
          </p:nvSpPr>
          <p:spPr>
            <a:xfrm>
              <a:off x="9090911" y="12506522"/>
              <a:ext cx="2112292" cy="296359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2800" b="1" spc="-15" dirty="0">
                  <a:latin typeface="+mj-lt"/>
                  <a:cs typeface="Poppins" pitchFamily="2" charset="77"/>
                </a:rPr>
                <a:t>Market Conviction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60C712F-B19E-D5E5-752F-85B2D72EA4CB}"/>
                </a:ext>
              </a:extLst>
            </p:cNvPr>
            <p:cNvSpPr txBox="1"/>
            <p:nvPr/>
          </p:nvSpPr>
          <p:spPr>
            <a:xfrm>
              <a:off x="9083290" y="13279669"/>
              <a:ext cx="2316762" cy="296359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2800" b="1" spc="-15">
                  <a:latin typeface="+mj-lt"/>
                  <a:cs typeface="Poppins" pitchFamily="2" charset="77"/>
                </a:rPr>
                <a:t>Portfolio Affordability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9C32DF6-3363-4B98-7959-503A3881F414}"/>
                </a:ext>
              </a:extLst>
            </p:cNvPr>
            <p:cNvSpPr txBox="1"/>
            <p:nvPr/>
          </p:nvSpPr>
          <p:spPr>
            <a:xfrm>
              <a:off x="9090910" y="14062692"/>
              <a:ext cx="2112292" cy="296359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2800" b="1" spc="-15">
                  <a:latin typeface="+mj-lt"/>
                  <a:cs typeface="Poppins" pitchFamily="2" charset="77"/>
                </a:rPr>
                <a:t>Project Confidence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D69F699-6A48-3B66-4C3F-7CD0E09B6687}"/>
                </a:ext>
              </a:extLst>
            </p:cNvPr>
            <p:cNvSpPr txBox="1"/>
            <p:nvPr/>
          </p:nvSpPr>
          <p:spPr>
            <a:xfrm>
              <a:off x="9098531" y="14765675"/>
              <a:ext cx="2047522" cy="296359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2800" b="1" spc="-15">
                  <a:latin typeface="+mj-lt"/>
                  <a:cs typeface="Poppins" pitchFamily="2" charset="77"/>
                </a:rPr>
                <a:t>Commercial Thesis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D4529A1-4295-E74B-70F2-8339AEE03C83}"/>
                </a:ext>
              </a:extLst>
            </p:cNvPr>
            <p:cNvSpPr/>
            <p:nvPr/>
          </p:nvSpPr>
          <p:spPr>
            <a:xfrm>
              <a:off x="2071676" y="12143133"/>
              <a:ext cx="4499201" cy="341215"/>
            </a:xfrm>
            <a:prstGeom prst="roundRect">
              <a:avLst>
                <a:gd name="adj" fmla="val 29372"/>
              </a:avLst>
            </a:prstGeom>
            <a:solidFill>
              <a:srgbClr val="008192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 dirty="0">
                  <a:solidFill>
                    <a:srgbClr val="FFFFFF"/>
                  </a:solidFill>
                  <a:latin typeface="+mj-lt"/>
                </a:rPr>
                <a:t>Should Shell invest in LNG capacity in the coming years?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99C67F5-E07F-F296-9CF9-BDDD255C0215}"/>
                </a:ext>
              </a:extLst>
            </p:cNvPr>
            <p:cNvSpPr/>
            <p:nvPr/>
          </p:nvSpPr>
          <p:spPr>
            <a:xfrm>
              <a:off x="1883373" y="11945206"/>
              <a:ext cx="317988" cy="3179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DF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400">
                  <a:solidFill>
                    <a:srgbClr val="008192"/>
                  </a:solidFill>
                  <a:latin typeface="+mj-lt"/>
                </a:rPr>
                <a:t>1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FD1FC493-D4BC-E55C-8AA0-1A843DFBCFEB}"/>
                </a:ext>
              </a:extLst>
            </p:cNvPr>
            <p:cNvSpPr/>
            <p:nvPr/>
          </p:nvSpPr>
          <p:spPr>
            <a:xfrm>
              <a:off x="2071676" y="13327406"/>
              <a:ext cx="4468812" cy="305114"/>
            </a:xfrm>
            <a:prstGeom prst="roundRect">
              <a:avLst>
                <a:gd name="adj" fmla="val 29372"/>
              </a:avLst>
            </a:prstGeom>
            <a:solidFill>
              <a:srgbClr val="008192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2000">
                  <a:solidFill>
                    <a:srgbClr val="FFFFFF"/>
                  </a:solidFill>
                  <a:latin typeface="+mj-lt"/>
                </a:rPr>
                <a:t>Is LNGC Phase 2 the right opportunity?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AECE1B26-3FCF-2DA6-8C2B-8E101881CEBD}"/>
                </a:ext>
              </a:extLst>
            </p:cNvPr>
            <p:cNvSpPr/>
            <p:nvPr/>
          </p:nvSpPr>
          <p:spPr>
            <a:xfrm>
              <a:off x="1914868" y="13142106"/>
              <a:ext cx="317988" cy="3179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DF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8192"/>
                  </a:solidFill>
                  <a:latin typeface="+mj-lt"/>
                </a:rPr>
                <a:t>2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61A5AF28-D3AB-0BCC-8C70-AE528234CE29}"/>
                </a:ext>
              </a:extLst>
            </p:cNvPr>
            <p:cNvSpPr/>
            <p:nvPr/>
          </p:nvSpPr>
          <p:spPr>
            <a:xfrm>
              <a:off x="2726747" y="12609786"/>
              <a:ext cx="3844130" cy="238825"/>
            </a:xfrm>
            <a:prstGeom prst="roundRect">
              <a:avLst>
                <a:gd name="adj" fmla="val 29372"/>
              </a:avLst>
            </a:prstGeom>
            <a:solidFill>
              <a:srgbClr val="0097A9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  <a:latin typeface="+mj-lt"/>
                </a:rPr>
                <a:t>What is our market outlook?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9571CEE-39DE-43D6-6CD3-B1B61354F7F4}"/>
                </a:ext>
              </a:extLst>
            </p:cNvPr>
            <p:cNvSpPr/>
            <p:nvPr/>
          </p:nvSpPr>
          <p:spPr>
            <a:xfrm>
              <a:off x="2516219" y="12538859"/>
              <a:ext cx="317988" cy="3179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DF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08192"/>
                  </a:solidFill>
                  <a:latin typeface="+mj-lt"/>
                </a:rPr>
                <a:t>A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23E1DE31-41A5-AF2C-C48D-47FF85AB89BF}"/>
                </a:ext>
              </a:extLst>
            </p:cNvPr>
            <p:cNvSpPr/>
            <p:nvPr/>
          </p:nvSpPr>
          <p:spPr>
            <a:xfrm>
              <a:off x="2726747" y="12943158"/>
              <a:ext cx="3844130" cy="238825"/>
            </a:xfrm>
            <a:prstGeom prst="roundRect">
              <a:avLst>
                <a:gd name="adj" fmla="val 29372"/>
              </a:avLst>
            </a:prstGeom>
            <a:solidFill>
              <a:srgbClr val="0097A9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>
                  <a:solidFill>
                    <a:srgbClr val="FFFFFF"/>
                  </a:solidFill>
                  <a:latin typeface="+mj-lt"/>
                </a:rPr>
                <a:t>Can we afford LNG investment?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10988D8-C901-F517-56D4-04352C3D624D}"/>
                </a:ext>
              </a:extLst>
            </p:cNvPr>
            <p:cNvSpPr/>
            <p:nvPr/>
          </p:nvSpPr>
          <p:spPr>
            <a:xfrm>
              <a:off x="2516219" y="12919856"/>
              <a:ext cx="317988" cy="3179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DF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8192"/>
                  </a:solidFill>
                  <a:latin typeface="+mj-lt"/>
                </a:rPr>
                <a:t>B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E33103C4-F159-C5E5-761E-D4462ED3976B}"/>
                </a:ext>
              </a:extLst>
            </p:cNvPr>
            <p:cNvSpPr/>
            <p:nvPr/>
          </p:nvSpPr>
          <p:spPr>
            <a:xfrm>
              <a:off x="2711507" y="13800408"/>
              <a:ext cx="3844130" cy="238825"/>
            </a:xfrm>
            <a:prstGeom prst="roundRect">
              <a:avLst>
                <a:gd name="adj" fmla="val 29372"/>
              </a:avLst>
            </a:prstGeom>
            <a:solidFill>
              <a:srgbClr val="0097A9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>
                  <a:solidFill>
                    <a:srgbClr val="FFFFFF"/>
                  </a:solidFill>
                  <a:latin typeface="+mj-lt"/>
                </a:rPr>
                <a:t>How competitive is the project?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9773F19-B3EE-6352-3A22-8FFA719AA2F3}"/>
                </a:ext>
              </a:extLst>
            </p:cNvPr>
            <p:cNvSpPr/>
            <p:nvPr/>
          </p:nvSpPr>
          <p:spPr>
            <a:xfrm>
              <a:off x="2516219" y="13729481"/>
              <a:ext cx="317988" cy="3179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DF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8192"/>
                  </a:solidFill>
                  <a:latin typeface="+mj-lt"/>
                </a:rPr>
                <a:t>A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F8494407-864A-88C2-A274-43A83DB541B5}"/>
                </a:ext>
              </a:extLst>
            </p:cNvPr>
            <p:cNvSpPr/>
            <p:nvPr/>
          </p:nvSpPr>
          <p:spPr>
            <a:xfrm>
              <a:off x="2762942" y="14124258"/>
              <a:ext cx="3792695" cy="238825"/>
            </a:xfrm>
            <a:prstGeom prst="roundRect">
              <a:avLst>
                <a:gd name="adj" fmla="val 29372"/>
              </a:avLst>
            </a:prstGeom>
            <a:solidFill>
              <a:srgbClr val="0097A9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>
                  <a:solidFill>
                    <a:srgbClr val="FFFFFF"/>
                  </a:solidFill>
                  <a:latin typeface="+mj-lt"/>
                </a:rPr>
                <a:t>Can we deliver conditions for success?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67061C0-6372-4075-9EC8-368188191BA4}"/>
                </a:ext>
              </a:extLst>
            </p:cNvPr>
            <p:cNvSpPr/>
            <p:nvPr/>
          </p:nvSpPr>
          <p:spPr>
            <a:xfrm>
              <a:off x="2516219" y="14088256"/>
              <a:ext cx="317988" cy="3179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DF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8192"/>
                  </a:solidFill>
                  <a:latin typeface="+mj-lt"/>
                </a:rPr>
                <a:t>B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933A9E8C-6589-A993-C5D3-B792F121C046}"/>
                </a:ext>
              </a:extLst>
            </p:cNvPr>
            <p:cNvSpPr/>
            <p:nvPr/>
          </p:nvSpPr>
          <p:spPr>
            <a:xfrm>
              <a:off x="2711507" y="14496049"/>
              <a:ext cx="3844130" cy="238825"/>
            </a:xfrm>
            <a:prstGeom prst="roundRect">
              <a:avLst>
                <a:gd name="adj" fmla="val 29372"/>
              </a:avLst>
            </a:prstGeom>
            <a:solidFill>
              <a:srgbClr val="0097A9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>
                  <a:solidFill>
                    <a:srgbClr val="FFFFFF"/>
                  </a:solidFill>
                  <a:latin typeface="+mj-lt"/>
                </a:rPr>
                <a:t>How does it impact our trading portfolio?</a:t>
              </a: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6341E99-516D-9F7A-0E37-07C590AB950E}"/>
                </a:ext>
              </a:extLst>
            </p:cNvPr>
            <p:cNvSpPr/>
            <p:nvPr/>
          </p:nvSpPr>
          <p:spPr>
            <a:xfrm>
              <a:off x="2516219" y="14444174"/>
              <a:ext cx="317988" cy="3179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DF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8192"/>
                  </a:solidFill>
                  <a:latin typeface="+mj-lt"/>
                </a:rPr>
                <a:t>C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03B08E41-5302-F392-71C5-25228511607C}"/>
                </a:ext>
              </a:extLst>
            </p:cNvPr>
            <p:cNvSpPr/>
            <p:nvPr/>
          </p:nvSpPr>
          <p:spPr>
            <a:xfrm>
              <a:off x="2731192" y="15235341"/>
              <a:ext cx="3792695" cy="238825"/>
            </a:xfrm>
            <a:prstGeom prst="roundRect">
              <a:avLst>
                <a:gd name="adj" fmla="val 29372"/>
              </a:avLst>
            </a:prstGeom>
            <a:solidFill>
              <a:srgbClr val="0097A9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dirty="0">
                  <a:solidFill>
                    <a:srgbClr val="FFFFFF"/>
                  </a:solidFill>
                  <a:latin typeface="+mj-lt"/>
                </a:rPr>
                <a:t>What alternatives pathways do we have?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76FEFF0-3F58-57FC-62A5-3BABA8302F47}"/>
                </a:ext>
              </a:extLst>
            </p:cNvPr>
            <p:cNvSpPr/>
            <p:nvPr/>
          </p:nvSpPr>
          <p:spPr>
            <a:xfrm>
              <a:off x="2516219" y="15189179"/>
              <a:ext cx="317988" cy="3179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DF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8192"/>
                  </a:solidFill>
                  <a:latin typeface="+mj-lt"/>
                </a:rPr>
                <a:t>E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C36F8B34-ED23-74C1-79BD-C7BD46DC6F62}"/>
                </a:ext>
              </a:extLst>
            </p:cNvPr>
            <p:cNvSpPr/>
            <p:nvPr/>
          </p:nvSpPr>
          <p:spPr>
            <a:xfrm>
              <a:off x="2737542" y="14841907"/>
              <a:ext cx="3792695" cy="238825"/>
            </a:xfrm>
            <a:prstGeom prst="roundRect">
              <a:avLst>
                <a:gd name="adj" fmla="val 29372"/>
              </a:avLst>
            </a:prstGeom>
            <a:solidFill>
              <a:srgbClr val="0097A9"/>
            </a:solidFill>
            <a:ln w="12700"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>
                  <a:solidFill>
                    <a:srgbClr val="FFFFFF"/>
                  </a:solidFill>
                  <a:latin typeface="+mj-lt"/>
                </a:rPr>
                <a:t>Is the project investable?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373EE0E-6450-25BA-2E76-327A91EC6941}"/>
                </a:ext>
              </a:extLst>
            </p:cNvPr>
            <p:cNvSpPr/>
            <p:nvPr/>
          </p:nvSpPr>
          <p:spPr>
            <a:xfrm>
              <a:off x="2516219" y="14818605"/>
              <a:ext cx="317988" cy="317988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DF5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8192"/>
                  </a:solidFill>
                  <a:latin typeface="+mj-lt"/>
                </a:rPr>
                <a:t>D</a:t>
              </a:r>
            </a:p>
          </p:txBody>
        </p:sp>
        <p:cxnSp>
          <p:nvCxnSpPr>
            <p:cNvPr id="52" name="Connector: Elbow 51">
              <a:extLst>
                <a:ext uri="{FF2B5EF4-FFF2-40B4-BE49-F238E27FC236}">
                  <a16:creationId xmlns:a16="http://schemas.microsoft.com/office/drawing/2014/main" id="{870A866E-549B-5D55-10CE-D833B0945452}"/>
                </a:ext>
              </a:extLst>
            </p:cNvPr>
            <p:cNvCxnSpPr>
              <a:cxnSpLocks/>
              <a:stCxn id="38" idx="3"/>
              <a:endCxn id="53" idx="2"/>
            </p:cNvCxnSpPr>
            <p:nvPr/>
          </p:nvCxnSpPr>
          <p:spPr>
            <a:xfrm flipV="1">
              <a:off x="6570877" y="12672971"/>
              <a:ext cx="2022475" cy="56228"/>
            </a:xfrm>
            <a:prstGeom prst="bentConnector3">
              <a:avLst>
                <a:gd name="adj1" fmla="val 50000"/>
              </a:avLst>
            </a:prstGeom>
            <a:ln w="5715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Flowchart: Connector 52">
              <a:extLst>
                <a:ext uri="{FF2B5EF4-FFF2-40B4-BE49-F238E27FC236}">
                  <a16:creationId xmlns:a16="http://schemas.microsoft.com/office/drawing/2014/main" id="{16C6853A-7120-B5BA-6C5C-00969963B9CA}"/>
                </a:ext>
              </a:extLst>
            </p:cNvPr>
            <p:cNvSpPr/>
            <p:nvPr/>
          </p:nvSpPr>
          <p:spPr>
            <a:xfrm>
              <a:off x="8593352" y="12612011"/>
              <a:ext cx="121920" cy="121920"/>
            </a:xfrm>
            <a:prstGeom prst="flowChartConnector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err="1"/>
            </a:p>
          </p:txBody>
        </p:sp>
        <p:cxnSp>
          <p:nvCxnSpPr>
            <p:cNvPr id="54" name="Connector: Elbow 53">
              <a:extLst>
                <a:ext uri="{FF2B5EF4-FFF2-40B4-BE49-F238E27FC236}">
                  <a16:creationId xmlns:a16="http://schemas.microsoft.com/office/drawing/2014/main" id="{70466B52-3BC7-8550-B591-15E44DA53849}"/>
                </a:ext>
              </a:extLst>
            </p:cNvPr>
            <p:cNvCxnSpPr>
              <a:cxnSpLocks/>
              <a:stCxn id="40" idx="3"/>
              <a:endCxn id="55" idx="2"/>
            </p:cNvCxnSpPr>
            <p:nvPr/>
          </p:nvCxnSpPr>
          <p:spPr>
            <a:xfrm>
              <a:off x="6570877" y="13062571"/>
              <a:ext cx="2022475" cy="374940"/>
            </a:xfrm>
            <a:prstGeom prst="bentConnector3">
              <a:avLst>
                <a:gd name="adj1" fmla="val 50000"/>
              </a:avLst>
            </a:prstGeom>
            <a:ln w="5715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Flowchart: Connector 54">
              <a:extLst>
                <a:ext uri="{FF2B5EF4-FFF2-40B4-BE49-F238E27FC236}">
                  <a16:creationId xmlns:a16="http://schemas.microsoft.com/office/drawing/2014/main" id="{BB0CA4DD-B56B-1A6F-3EF3-A6B1035AF6A1}"/>
                </a:ext>
              </a:extLst>
            </p:cNvPr>
            <p:cNvSpPr/>
            <p:nvPr/>
          </p:nvSpPr>
          <p:spPr>
            <a:xfrm>
              <a:off x="8593352" y="13376551"/>
              <a:ext cx="121920" cy="121920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err="1"/>
            </a:p>
          </p:txBody>
        </p:sp>
        <p:sp>
          <p:nvSpPr>
            <p:cNvPr id="56" name="Flowchart: Connector 55">
              <a:extLst>
                <a:ext uri="{FF2B5EF4-FFF2-40B4-BE49-F238E27FC236}">
                  <a16:creationId xmlns:a16="http://schemas.microsoft.com/office/drawing/2014/main" id="{A438DFB6-ACA5-503E-578A-CC6AAD259346}"/>
                </a:ext>
              </a:extLst>
            </p:cNvPr>
            <p:cNvSpPr/>
            <p:nvPr/>
          </p:nvSpPr>
          <p:spPr>
            <a:xfrm>
              <a:off x="8593352" y="14141091"/>
              <a:ext cx="121920" cy="121920"/>
            </a:xfrm>
            <a:prstGeom prst="flowChartConnector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err="1"/>
            </a:p>
          </p:txBody>
        </p:sp>
        <p:sp>
          <p:nvSpPr>
            <p:cNvPr id="57" name="Flowchart: Connector 56">
              <a:extLst>
                <a:ext uri="{FF2B5EF4-FFF2-40B4-BE49-F238E27FC236}">
                  <a16:creationId xmlns:a16="http://schemas.microsoft.com/office/drawing/2014/main" id="{AC99C3F3-7B53-B9FD-D378-ADCF2C3483B8}"/>
                </a:ext>
              </a:extLst>
            </p:cNvPr>
            <p:cNvSpPr/>
            <p:nvPr/>
          </p:nvSpPr>
          <p:spPr>
            <a:xfrm>
              <a:off x="8593352" y="14905631"/>
              <a:ext cx="121920" cy="121920"/>
            </a:xfrm>
            <a:prstGeom prst="flowChartConnector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err="1"/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3A28D601-1E70-3791-FD2F-F03802C3441E}"/>
                </a:ext>
              </a:extLst>
            </p:cNvPr>
            <p:cNvCxnSpPr>
              <a:cxnSpLocks/>
              <a:stCxn id="42" idx="3"/>
              <a:endCxn id="56" idx="2"/>
            </p:cNvCxnSpPr>
            <p:nvPr/>
          </p:nvCxnSpPr>
          <p:spPr>
            <a:xfrm>
              <a:off x="6555637" y="13919821"/>
              <a:ext cx="2037715" cy="282230"/>
            </a:xfrm>
            <a:prstGeom prst="bentConnector3">
              <a:avLst>
                <a:gd name="adj1" fmla="val 50000"/>
              </a:avLst>
            </a:prstGeom>
            <a:ln w="5715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10900718-11DE-6238-9F2B-3A2A69370EA8}"/>
                </a:ext>
              </a:extLst>
            </p:cNvPr>
            <p:cNvCxnSpPr>
              <a:cxnSpLocks/>
              <a:stCxn id="46" idx="3"/>
              <a:endCxn id="56" idx="2"/>
            </p:cNvCxnSpPr>
            <p:nvPr/>
          </p:nvCxnSpPr>
          <p:spPr>
            <a:xfrm flipV="1">
              <a:off x="6555637" y="14202051"/>
              <a:ext cx="2037715" cy="413411"/>
            </a:xfrm>
            <a:prstGeom prst="bentConnector3">
              <a:avLst>
                <a:gd name="adj1" fmla="val 50000"/>
              </a:avLst>
            </a:prstGeom>
            <a:ln w="5715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59">
              <a:extLst>
                <a:ext uri="{FF2B5EF4-FFF2-40B4-BE49-F238E27FC236}">
                  <a16:creationId xmlns:a16="http://schemas.microsoft.com/office/drawing/2014/main" id="{A6B5CE1E-2166-8711-8AAB-935DE0A57472}"/>
                </a:ext>
              </a:extLst>
            </p:cNvPr>
            <p:cNvCxnSpPr>
              <a:cxnSpLocks/>
              <a:stCxn id="50" idx="3"/>
              <a:endCxn id="57" idx="2"/>
            </p:cNvCxnSpPr>
            <p:nvPr/>
          </p:nvCxnSpPr>
          <p:spPr>
            <a:xfrm>
              <a:off x="6530237" y="14961320"/>
              <a:ext cx="2063115" cy="5271"/>
            </a:xfrm>
            <a:prstGeom prst="bentConnector3">
              <a:avLst>
                <a:gd name="adj1" fmla="val 50000"/>
              </a:avLst>
            </a:prstGeom>
            <a:ln w="5715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Picture 61" descr="LNG Canada Export Facility, EPC Project Case Study | Fluor">
            <a:extLst>
              <a:ext uri="{FF2B5EF4-FFF2-40B4-BE49-F238E27FC236}">
                <a16:creationId xmlns:a16="http://schemas.microsoft.com/office/drawing/2014/main" id="{487BFB62-0CFF-9372-99FC-B6D64440BFAC}"/>
              </a:ext>
            </a:extLst>
          </p:cNvPr>
          <p:cNvPicPr>
            <a:picLocks noChangeAspect="1"/>
          </p:cNvPicPr>
          <p:nvPr/>
        </p:nvPicPr>
        <p:blipFill>
          <a:blip r:embed="rId407"/>
          <a:srcRect l="35442" r="5365" b="37553"/>
          <a:stretch>
            <a:fillRect/>
          </a:stretch>
        </p:blipFill>
        <p:spPr>
          <a:xfrm>
            <a:off x="-190500" y="38468335"/>
            <a:ext cx="6496574" cy="4565615"/>
          </a:xfrm>
          <a:prstGeom prst="rect">
            <a:avLst/>
          </a:prstGeom>
        </p:spPr>
      </p:pic>
      <p:pic>
        <p:nvPicPr>
          <p:cNvPr id="64" name="Picture 63" descr="Joint Venture Participants | LNG Canada">
            <a:extLst>
              <a:ext uri="{FF2B5EF4-FFF2-40B4-BE49-F238E27FC236}">
                <a16:creationId xmlns:a16="http://schemas.microsoft.com/office/drawing/2014/main" id="{001DE978-F407-197F-A17C-BBE7A27FE187}"/>
              </a:ext>
            </a:extLst>
          </p:cNvPr>
          <p:cNvPicPr>
            <a:picLocks noChangeAspect="1"/>
          </p:cNvPicPr>
          <p:nvPr/>
        </p:nvPicPr>
        <p:blipFill>
          <a:blip r:embed="rId408"/>
          <a:srcRect b="12536"/>
          <a:stretch>
            <a:fillRect/>
          </a:stretch>
        </p:blipFill>
        <p:spPr>
          <a:xfrm>
            <a:off x="6432908" y="38468335"/>
            <a:ext cx="7830001" cy="4565615"/>
          </a:xfrm>
          <a:prstGeom prst="rect">
            <a:avLst/>
          </a:prstGeom>
        </p:spPr>
      </p:pic>
      <p:pic>
        <p:nvPicPr>
          <p:cNvPr id="65" name="Picture 64" descr="First Cargo Puts Canada on the Map of LNG Exporting Nations - LNG">
            <a:extLst>
              <a:ext uri="{FF2B5EF4-FFF2-40B4-BE49-F238E27FC236}">
                <a16:creationId xmlns:a16="http://schemas.microsoft.com/office/drawing/2014/main" id="{82B48537-5974-4B12-D8F1-CC38971928FA}"/>
              </a:ext>
            </a:extLst>
          </p:cNvPr>
          <p:cNvPicPr>
            <a:picLocks noChangeAspect="1"/>
          </p:cNvPicPr>
          <p:nvPr/>
        </p:nvPicPr>
        <p:blipFill>
          <a:blip r:embed="rId409"/>
          <a:srcRect b="13266"/>
          <a:stretch>
            <a:fillRect/>
          </a:stretch>
        </p:blipFill>
        <p:spPr>
          <a:xfrm>
            <a:off x="14396883" y="38468335"/>
            <a:ext cx="8466984" cy="4527515"/>
          </a:xfrm>
          <a:prstGeom prst="rect">
            <a:avLst/>
          </a:prstGeom>
        </p:spPr>
      </p:pic>
      <p:pic>
        <p:nvPicPr>
          <p:cNvPr id="66" name="Picture 65" descr="LNG Canada Export Facility, EPC Project Case Study | Fluor">
            <a:extLst>
              <a:ext uri="{FF2B5EF4-FFF2-40B4-BE49-F238E27FC236}">
                <a16:creationId xmlns:a16="http://schemas.microsoft.com/office/drawing/2014/main" id="{A89A0456-0BA8-11C0-8D9B-C82A7D055FD6}"/>
              </a:ext>
            </a:extLst>
          </p:cNvPr>
          <p:cNvPicPr>
            <a:picLocks noChangeAspect="1"/>
          </p:cNvPicPr>
          <p:nvPr/>
        </p:nvPicPr>
        <p:blipFill>
          <a:blip r:embed="rId410"/>
          <a:srcRect r="5186" b="12901"/>
          <a:stretch>
            <a:fillRect/>
          </a:stretch>
        </p:blipFill>
        <p:spPr>
          <a:xfrm>
            <a:off x="23017932" y="38468335"/>
            <a:ext cx="7423968" cy="4546565"/>
          </a:xfrm>
          <a:prstGeom prst="rect">
            <a:avLst/>
          </a:prstGeom>
        </p:spPr>
      </p:pic>
      <p:sp>
        <p:nvSpPr>
          <p:cNvPr id="67" name="Title 1">
            <a:extLst>
              <a:ext uri="{FF2B5EF4-FFF2-40B4-BE49-F238E27FC236}">
                <a16:creationId xmlns:a16="http://schemas.microsoft.com/office/drawing/2014/main" id="{7998788C-A99F-AB8A-F6D2-9DD22063BF04}"/>
              </a:ext>
            </a:extLst>
          </p:cNvPr>
          <p:cNvSpPr txBox="1">
            <a:spLocks/>
          </p:cNvSpPr>
          <p:nvPr/>
        </p:nvSpPr>
        <p:spPr>
          <a:xfrm>
            <a:off x="18886870" y="10926199"/>
            <a:ext cx="9807874" cy="808025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b="0" spc="-15" dirty="0">
                <a:latin typeface="ShellMedium" panose="00000600000000000000" pitchFamily="2" charset="0"/>
                <a:ea typeface="+mn-ea"/>
                <a:cs typeface="Poppins" pitchFamily="2" charset="77"/>
              </a:rPr>
              <a:t>Market outlook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4B5F3AA-52EC-EF57-A530-02EE721F09F0}"/>
              </a:ext>
            </a:extLst>
          </p:cNvPr>
          <p:cNvSpPr txBox="1"/>
          <p:nvPr/>
        </p:nvSpPr>
        <p:spPr bwMode="auto">
          <a:xfrm>
            <a:off x="25473025" y="16157575"/>
            <a:ext cx="774700" cy="194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000">
                <a:solidFill>
                  <a:srgbClr val="FFFFFF"/>
                </a:solidFill>
              </a:rPr>
              <a:t>Soft landing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F9A5AB-6D75-BDA0-5A74-4024E1872E4E}"/>
              </a:ext>
            </a:extLst>
          </p:cNvPr>
          <p:cNvSpPr txBox="1"/>
          <p:nvPr/>
        </p:nvSpPr>
        <p:spPr bwMode="auto">
          <a:xfrm>
            <a:off x="25714325" y="13433425"/>
            <a:ext cx="2483052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b="1" dirty="0">
                <a:latin typeface="+mj-lt"/>
              </a:rPr>
              <a:t>JKM price (MOD $/MMBtu) </a:t>
            </a:r>
          </a:p>
        </p:txBody>
      </p:sp>
      <p:graphicFrame>
        <p:nvGraphicFramePr>
          <p:cNvPr id="292" name="Chart 291">
            <a:extLst>
              <a:ext uri="{FF2B5EF4-FFF2-40B4-BE49-F238E27FC236}">
                <a16:creationId xmlns:a16="http://schemas.microsoft.com/office/drawing/2014/main" id="{9B8A42CA-801D-1B01-8FCC-8031B767E085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52204307"/>
              </p:ext>
            </p:extLst>
          </p:nvPr>
        </p:nvGraphicFramePr>
        <p:xfrm>
          <a:off x="24568150" y="14211300"/>
          <a:ext cx="4352925" cy="3092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1"/>
          </a:graphicData>
        </a:graphic>
      </p:graphicFrame>
      <p:sp>
        <p:nvSpPr>
          <p:cNvPr id="76" name="Rectangle 75">
            <a:extLst>
              <a:ext uri="{FF2B5EF4-FFF2-40B4-BE49-F238E27FC236}">
                <a16:creationId xmlns:a16="http://schemas.microsoft.com/office/drawing/2014/main" id="{1211D36C-F606-077F-0F35-07F99E486EC6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24809450" y="17186275"/>
            <a:ext cx="304800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0D07597-AE3E-4B5A-8586-6D3321B4BF97}" type="datetime'''''''''''''''''2''''''''''''0''''''''''''''''2''''''''''5'''">
              <a:rPr lang="en-GB" altLang="en-US" sz="10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2025</a:t>
            </a:fld>
            <a:endParaRPr lang="en-GB" sz="100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B0116FC-1A36-7A32-2C6B-8DCA74470A7B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6092150" y="17186275"/>
            <a:ext cx="323850" cy="223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8BFC62-D3FA-450A-B7E5-F78E0FDAC9BA}" type="datetime'''''''''''''''2''''''''''''0''''''''''''''''''''''''3''0'''''">
              <a:rPr lang="en-GB" altLang="en-US" sz="105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2030</a:t>
            </a:fld>
            <a:endParaRPr lang="en-GB" sz="105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777ECF99-EDBD-04F2-556C-87E50B8BAD9C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27384375" y="17186275"/>
            <a:ext cx="323850" cy="223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3638688-FB11-4763-8B9C-F1E90A90006E}" type="datetime'''''''''''''2''''''''0''''''''''''''''''3''''''''''''5'''''''">
              <a:rPr lang="en-GB" altLang="en-US" sz="1050" smtClean="0">
                <a:solidFill>
                  <a:srgbClr val="000000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2035</a:t>
            </a:fld>
            <a:endParaRPr lang="en-GB" sz="1050" dirty="0">
              <a:solidFill>
                <a:srgbClr val="000000"/>
              </a:solidFill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DF5123B9-38C1-AC00-C95D-C6DCDDC4FD2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8676600" y="17186275"/>
            <a:ext cx="323850" cy="2238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86DFEFB-2BAC-497A-89DB-1D3D873B27BE}" type="datetime'''''''20''''''''''''4''''''''''''''''''''''0'''''">
              <a:rPr lang="en-GB" altLang="en-US" sz="105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2040</a:t>
            </a:fld>
            <a:endParaRPr lang="en-GB" sz="105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E5BDF5A-62FC-8E14-3676-2CB725098D20}"/>
              </a:ext>
            </a:extLst>
          </p:cNvPr>
          <p:cNvSpPr txBox="1"/>
          <p:nvPr/>
        </p:nvSpPr>
        <p:spPr bwMode="auto">
          <a:xfrm>
            <a:off x="24976138" y="12047538"/>
            <a:ext cx="3805237" cy="10002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dirty="0"/>
              <a:t>Prices are expected to dip in the short term but revert back to USX LRMC in the long run. 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B3F87A7-3B6B-8BB3-CC84-1A0E1C27782A}"/>
              </a:ext>
            </a:extLst>
          </p:cNvPr>
          <p:cNvSpPr txBox="1"/>
          <p:nvPr/>
        </p:nvSpPr>
        <p:spPr bwMode="auto">
          <a:xfrm>
            <a:off x="28176538" y="14579600"/>
            <a:ext cx="784225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RV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2725AC0-A668-F741-514D-37E4EF1FF81F}"/>
              </a:ext>
            </a:extLst>
          </p:cNvPr>
          <p:cNvSpPr txBox="1"/>
          <p:nvPr/>
        </p:nvSpPr>
        <p:spPr bwMode="auto">
          <a:xfrm>
            <a:off x="27976513" y="15416213"/>
            <a:ext cx="886460" cy="13449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SV</a:t>
            </a:r>
          </a:p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(PSVs are annual averages)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E7001DD-38E4-1B12-4961-906E9F3592A9}"/>
              </a:ext>
            </a:extLst>
          </p:cNvPr>
          <p:cNvSpPr txBox="1"/>
          <p:nvPr/>
        </p:nvSpPr>
        <p:spPr bwMode="auto">
          <a:xfrm>
            <a:off x="24337963" y="17500600"/>
            <a:ext cx="5491162" cy="54027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100" dirty="0">
                <a:latin typeface="ShellLight" panose="00000400000000000000" pitchFamily="2" charset="0"/>
              </a:rPr>
              <a:t>“Good Glut” and “Gloomy Glut” pricing excludes supply response (US shut-ins)</a:t>
            </a:r>
          </a:p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100" dirty="0">
                <a:latin typeface="ShellLight" panose="00000400000000000000" pitchFamily="2" charset="0"/>
              </a:rPr>
              <a:t>SV includes price floor from US shut-ins and hence appropriate as annual average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9757DDF2-FA62-D19C-187D-83D6E1177774}"/>
              </a:ext>
            </a:extLst>
          </p:cNvPr>
          <p:cNvSpPr txBox="1"/>
          <p:nvPr/>
        </p:nvSpPr>
        <p:spPr bwMode="auto">
          <a:xfrm>
            <a:off x="20073938" y="13096875"/>
            <a:ext cx="2474652" cy="30989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b="1" dirty="0">
                <a:latin typeface="+mj-lt"/>
              </a:rPr>
              <a:t>Supply and Demand (MTPA)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309B26F-0DF9-3D74-AC51-17B124DC12EF}"/>
              </a:ext>
            </a:extLst>
          </p:cNvPr>
          <p:cNvSpPr txBox="1"/>
          <p:nvPr/>
        </p:nvSpPr>
        <p:spPr bwMode="auto">
          <a:xfrm>
            <a:off x="18578513" y="11974513"/>
            <a:ext cx="5245100" cy="10002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dirty="0"/>
              <a:t>The LNG market will be in sustained oversupply for ~5 years, but demand growth is expected to clear the glut ~ ‘33 without structural resets.</a:t>
            </a:r>
          </a:p>
        </p:txBody>
      </p:sp>
      <p:graphicFrame>
        <p:nvGraphicFramePr>
          <p:cNvPr id="350" name="Chart 349">
            <a:extLst>
              <a:ext uri="{FF2B5EF4-FFF2-40B4-BE49-F238E27FC236}">
                <a16:creationId xmlns:a16="http://schemas.microsoft.com/office/drawing/2014/main" id="{2AFB32B6-B642-2312-3E0F-110BEFCB6514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649532487"/>
              </p:ext>
            </p:extLst>
          </p:nvPr>
        </p:nvGraphicFramePr>
        <p:xfrm>
          <a:off x="18224500" y="13441363"/>
          <a:ext cx="5815013" cy="3932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2"/>
          </a:graphicData>
        </a:graphic>
      </p:graphicFrame>
      <p:sp>
        <p:nvSpPr>
          <p:cNvPr id="114" name="Rectangle 113">
            <a:extLst>
              <a:ext uri="{FF2B5EF4-FFF2-40B4-BE49-F238E27FC236}">
                <a16:creationId xmlns:a16="http://schemas.microsoft.com/office/drawing/2014/main" id="{D1CF9CF5-563C-9F1B-72EE-09CE61892F9D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19583400" y="17206913"/>
            <a:ext cx="482600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E48CA9-1617-46B4-B67C-77E0702361A6}" type="datetime'''''''''''''''20''''''''''''''''3''''''0'''''''''''''''''''">
              <a:rPr lang="en-GB" altLang="en-US" sz="16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2030</a:t>
            </a:fld>
            <a:endParaRPr lang="en-GB" sz="160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915D6458-0664-D2B4-5EAD-62E06EE93D7A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0793075" y="17206913"/>
            <a:ext cx="482600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E099E04-890A-4604-B515-6ED75CCDBD8A}" type="datetime'''''''''''''''20''''''''''''''''''''''''''''''''''''36'''">
              <a:rPr lang="en-GB" altLang="en-US" sz="16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2036</a:t>
            </a:fld>
            <a:endParaRPr lang="en-GB" sz="160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3C1F77F-FABD-E391-E02B-CF4164484241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21597938" y="17206913"/>
            <a:ext cx="482600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A1D7809-87C8-4CD4-9B77-437495AD06C1}" type="datetime'''''''''''''''''''''''2''''''''0''''''''4''''''''''''''0'''">
              <a:rPr lang="en-GB" altLang="en-US" sz="16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2040</a:t>
            </a:fld>
            <a:endParaRPr lang="en-GB" sz="1600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992FD44-7A6F-782E-597E-BFE53A8F39FA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22606000" y="17206913"/>
            <a:ext cx="482600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1949203-D645-4390-855E-AE0EE10D1894}" type="datetime'''2''''''''''0''''''4''''''''''''5'''''''''''''''''">
              <a:rPr lang="en-GB" altLang="en-US" sz="16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2045</a:t>
            </a:fld>
            <a:endParaRPr lang="en-GB" sz="160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7DA70E5C-98E9-2504-CBD1-3A5DEBDE5430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23614063" y="17206913"/>
            <a:ext cx="482600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D146C0E-E70E-4AAD-9590-32CA3A39D2FF}" type="datetime'''''2''''05''''''''''''''''''''''''''''''''''0'''''''''''''">
              <a:rPr lang="en-GB" altLang="en-US" sz="1600" smtClean="0"/>
              <a:pPr lvl="0" algn="ctr">
                <a:spcBef>
                  <a:spcPct val="0"/>
                </a:spcBef>
                <a:spcAft>
                  <a:spcPct val="0"/>
                </a:spcAft>
              </a:pPr>
              <a:t>2050</a:t>
            </a:fld>
            <a:endParaRPr lang="en-GB" sz="16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CAEE11FA-DD6D-5BD2-5F61-41B1056966CC}"/>
              </a:ext>
            </a:extLst>
          </p:cNvPr>
          <p:cNvSpPr txBox="1"/>
          <p:nvPr/>
        </p:nvSpPr>
        <p:spPr bwMode="auto">
          <a:xfrm>
            <a:off x="22858413" y="16581438"/>
            <a:ext cx="963612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>
                <a:solidFill>
                  <a:schemeClr val="bg1"/>
                </a:solidFill>
              </a:rPr>
              <a:t>Existing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2D7E8CE-EC43-03FF-B955-4C1EFBDF4B0F}"/>
              </a:ext>
            </a:extLst>
          </p:cNvPr>
          <p:cNvSpPr txBox="1"/>
          <p:nvPr/>
        </p:nvSpPr>
        <p:spPr bwMode="auto">
          <a:xfrm>
            <a:off x="22621875" y="15511463"/>
            <a:ext cx="1189039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Construction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D02B89C-6EC0-C139-2226-AAEBBF3B03C4}"/>
              </a:ext>
            </a:extLst>
          </p:cNvPr>
          <p:cNvSpPr txBox="1"/>
          <p:nvPr/>
        </p:nvSpPr>
        <p:spPr bwMode="auto">
          <a:xfrm>
            <a:off x="23125113" y="14108113"/>
            <a:ext cx="971550" cy="65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Demand (SEIF)</a:t>
            </a:r>
          </a:p>
        </p:txBody>
      </p: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3F07598B-10E4-181C-F6CB-456B7A942802}"/>
              </a:ext>
            </a:extLst>
          </p:cNvPr>
          <p:cNvCxnSpPr>
            <a:cxnSpLocks/>
          </p:cNvCxnSpPr>
          <p:nvPr/>
        </p:nvCxnSpPr>
        <p:spPr>
          <a:xfrm flipV="1">
            <a:off x="19448463" y="14171613"/>
            <a:ext cx="0" cy="655638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Arrow: Left 122">
            <a:extLst>
              <a:ext uri="{FF2B5EF4-FFF2-40B4-BE49-F238E27FC236}">
                <a16:creationId xmlns:a16="http://schemas.microsoft.com/office/drawing/2014/main" id="{9BA02E67-2BB2-83F9-C5E0-EE596C0A0ED2}"/>
              </a:ext>
            </a:extLst>
          </p:cNvPr>
          <p:cNvSpPr/>
          <p:nvPr/>
        </p:nvSpPr>
        <p:spPr>
          <a:xfrm flipH="1">
            <a:off x="19464338" y="14109700"/>
            <a:ext cx="792163" cy="233363"/>
          </a:xfrm>
          <a:prstGeom prst="leftArrow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FA2D09F-932B-E59F-BEAB-B3EB3B97B44A}"/>
              </a:ext>
            </a:extLst>
          </p:cNvPr>
          <p:cNvSpPr txBox="1"/>
          <p:nvPr/>
        </p:nvSpPr>
        <p:spPr bwMode="auto">
          <a:xfrm>
            <a:off x="19475450" y="13784263"/>
            <a:ext cx="1450975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Supply glut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B242628-E907-3985-107D-95B494591937}"/>
              </a:ext>
            </a:extLst>
          </p:cNvPr>
          <p:cNvSpPr/>
          <p:nvPr/>
        </p:nvSpPr>
        <p:spPr>
          <a:xfrm>
            <a:off x="18735675" y="17691100"/>
            <a:ext cx="482600" cy="173038"/>
          </a:xfrm>
          <a:prstGeom prst="rect">
            <a:avLst/>
          </a:prstGeom>
          <a:solidFill>
            <a:srgbClr val="D3D3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E1B9F844-5EDA-C73C-D840-F78807FE9D62}"/>
              </a:ext>
            </a:extLst>
          </p:cNvPr>
          <p:cNvSpPr txBox="1"/>
          <p:nvPr/>
        </p:nvSpPr>
        <p:spPr bwMode="auto">
          <a:xfrm>
            <a:off x="19634200" y="17627600"/>
            <a:ext cx="3349625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Industry demand forecast range</a:t>
            </a:r>
          </a:p>
        </p:txBody>
      </p:sp>
      <p:graphicFrame>
        <p:nvGraphicFramePr>
          <p:cNvPr id="801" name="Chart 800">
            <a:extLst>
              <a:ext uri="{FF2B5EF4-FFF2-40B4-BE49-F238E27FC236}">
                <a16:creationId xmlns:a16="http://schemas.microsoft.com/office/drawing/2014/main" id="{7F530E19-C064-A02B-6E14-4DA34B73375F}"/>
              </a:ext>
            </a:extLst>
          </p:cNvPr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428928190"/>
              </p:ext>
            </p:extLst>
          </p:nvPr>
        </p:nvGraphicFramePr>
        <p:xfrm>
          <a:off x="23209250" y="20694650"/>
          <a:ext cx="4819650" cy="4819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3"/>
          </a:graphicData>
        </a:graphic>
      </p:graphicFrame>
      <p:sp>
        <p:nvSpPr>
          <p:cNvPr id="141" name="TextBox 140">
            <a:extLst>
              <a:ext uri="{FF2B5EF4-FFF2-40B4-BE49-F238E27FC236}">
                <a16:creationId xmlns:a16="http://schemas.microsoft.com/office/drawing/2014/main" id="{665A07D8-2A63-7ED9-2DD0-7AFE707B5F67}"/>
              </a:ext>
            </a:extLst>
          </p:cNvPr>
          <p:cNvSpPr txBox="1"/>
          <p:nvPr/>
        </p:nvSpPr>
        <p:spPr bwMode="auto">
          <a:xfrm>
            <a:off x="24784050" y="22685375"/>
            <a:ext cx="1643077" cy="92333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buClr>
                <a:schemeClr val="accent2"/>
              </a:buClr>
              <a:buSzPct val="75000"/>
            </a:pPr>
            <a:r>
              <a:rPr lang="en-GB" sz="2400" b="1"/>
              <a:t>SLMT supply</a:t>
            </a:r>
          </a:p>
          <a:p>
            <a:pPr algn="ctr" defTabSz="357708">
              <a:buClr>
                <a:schemeClr val="accent2"/>
              </a:buClr>
              <a:buSzPct val="75000"/>
            </a:pPr>
            <a:r>
              <a:rPr lang="en-GB" sz="1200"/>
              <a:t>by country</a:t>
            </a:r>
          </a:p>
          <a:p>
            <a:pPr algn="ctr" defTabSz="357708">
              <a:buClr>
                <a:schemeClr val="accent2"/>
              </a:buClr>
              <a:buSzPct val="75000"/>
            </a:pPr>
            <a:r>
              <a:rPr lang="en-GB" sz="2400" b="1"/>
              <a:t>2035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B8658473-2286-B2DF-9E57-6AD952E93FF2}"/>
              </a:ext>
            </a:extLst>
          </p:cNvPr>
          <p:cNvSpPr txBox="1"/>
          <p:nvPr/>
        </p:nvSpPr>
        <p:spPr bwMode="auto">
          <a:xfrm>
            <a:off x="23641050" y="23098125"/>
            <a:ext cx="346249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buClr>
                <a:schemeClr val="accent2"/>
              </a:buClr>
              <a:buSzPct val="75000"/>
            </a:pPr>
            <a:r>
              <a:rPr lang="en-GB" sz="1100">
                <a:solidFill>
                  <a:schemeClr val="bg1"/>
                </a:solidFill>
              </a:rPr>
              <a:t>USA </a:t>
            </a:r>
          </a:p>
          <a:p>
            <a:pPr defTabSz="357708">
              <a:buClr>
                <a:schemeClr val="accent2"/>
              </a:buClr>
              <a:buSzPct val="75000"/>
            </a:pPr>
            <a:r>
              <a:rPr lang="en-GB" sz="1100">
                <a:solidFill>
                  <a:schemeClr val="bg1"/>
                </a:solidFill>
              </a:rPr>
              <a:t>(29%)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54DC850-9B91-F1B8-7C6F-FB6546D134AC}"/>
              </a:ext>
            </a:extLst>
          </p:cNvPr>
          <p:cNvSpPr txBox="1"/>
          <p:nvPr/>
        </p:nvSpPr>
        <p:spPr bwMode="auto">
          <a:xfrm>
            <a:off x="26330275" y="24469725"/>
            <a:ext cx="573875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defTabSz="357708">
              <a:lnSpc>
                <a:spcPct val="140000"/>
              </a:lnSpc>
              <a:buClr>
                <a:schemeClr val="accent2"/>
              </a:buClr>
              <a:buSzPct val="75000"/>
              <a:defRPr sz="900">
                <a:solidFill>
                  <a:srgbClr val="DD1D21"/>
                </a:solidFill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GB" sz="1100">
                <a:solidFill>
                  <a:schemeClr val="bg1"/>
                </a:solidFill>
              </a:rPr>
              <a:t>Australia </a:t>
            </a:r>
          </a:p>
          <a:p>
            <a:pPr algn="r">
              <a:lnSpc>
                <a:spcPct val="100000"/>
              </a:lnSpc>
            </a:pPr>
            <a:r>
              <a:rPr lang="en-GB" sz="1100">
                <a:solidFill>
                  <a:schemeClr val="bg1"/>
                </a:solidFill>
              </a:rPr>
              <a:t>(21%)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478C7C4E-B4AD-C427-91F5-624A22D64325}"/>
              </a:ext>
            </a:extLst>
          </p:cNvPr>
          <p:cNvSpPr txBox="1"/>
          <p:nvPr/>
        </p:nvSpPr>
        <p:spPr bwMode="auto">
          <a:xfrm>
            <a:off x="24736425" y="24677688"/>
            <a:ext cx="496931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defTabSz="357708">
              <a:lnSpc>
                <a:spcPct val="140000"/>
              </a:lnSpc>
              <a:buClr>
                <a:schemeClr val="accent2"/>
              </a:buClr>
              <a:buSzPct val="75000"/>
              <a:defRPr sz="900">
                <a:solidFill>
                  <a:srgbClr val="DD1D2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1100">
                <a:solidFill>
                  <a:schemeClr val="bg1"/>
                </a:solidFill>
              </a:rPr>
              <a:t>Nigeria </a:t>
            </a:r>
          </a:p>
          <a:p>
            <a:pPr>
              <a:lnSpc>
                <a:spcPct val="100000"/>
              </a:lnSpc>
            </a:pPr>
            <a:r>
              <a:rPr lang="en-GB" sz="1100">
                <a:solidFill>
                  <a:schemeClr val="bg1"/>
                </a:solidFill>
              </a:rPr>
              <a:t>(6%)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CBCC3E4-9E8E-4921-23FE-F33826A452BF}"/>
              </a:ext>
            </a:extLst>
          </p:cNvPr>
          <p:cNvSpPr txBox="1"/>
          <p:nvPr/>
        </p:nvSpPr>
        <p:spPr bwMode="auto">
          <a:xfrm>
            <a:off x="24757063" y="21137563"/>
            <a:ext cx="437620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defTabSz="357708">
              <a:lnSpc>
                <a:spcPct val="140000"/>
              </a:lnSpc>
              <a:buClr>
                <a:schemeClr val="accent2"/>
              </a:buClr>
              <a:buSzPct val="75000"/>
              <a:defRPr sz="900">
                <a:solidFill>
                  <a:srgbClr val="DD1D2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1100">
                <a:solidFill>
                  <a:schemeClr val="bg1"/>
                </a:solidFill>
              </a:rPr>
              <a:t>Others </a:t>
            </a:r>
          </a:p>
          <a:p>
            <a:pPr>
              <a:lnSpc>
                <a:spcPct val="100000"/>
              </a:lnSpc>
            </a:pPr>
            <a:r>
              <a:rPr lang="en-GB" sz="1100">
                <a:solidFill>
                  <a:schemeClr val="bg1"/>
                </a:solidFill>
              </a:rPr>
              <a:t>(18%)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26AB57F-D612-BC57-1E66-892E422A9CD1}"/>
              </a:ext>
            </a:extLst>
          </p:cNvPr>
          <p:cNvSpPr txBox="1"/>
          <p:nvPr/>
        </p:nvSpPr>
        <p:spPr bwMode="auto">
          <a:xfrm>
            <a:off x="26390600" y="21826538"/>
            <a:ext cx="856004" cy="33855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defTabSz="357708">
              <a:lnSpc>
                <a:spcPct val="140000"/>
              </a:lnSpc>
              <a:buClr>
                <a:schemeClr val="accent2"/>
              </a:buClr>
              <a:buSzPct val="75000"/>
              <a:defRPr sz="900">
                <a:solidFill>
                  <a:srgbClr val="DD1D2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1100">
                <a:solidFill>
                  <a:schemeClr val="tx1"/>
                </a:solidFill>
              </a:rPr>
              <a:t>LNG Canada</a:t>
            </a:r>
          </a:p>
          <a:p>
            <a:pPr>
              <a:lnSpc>
                <a:spcPct val="100000"/>
              </a:lnSpc>
            </a:pPr>
            <a:r>
              <a:rPr lang="en-GB" sz="1100">
                <a:solidFill>
                  <a:schemeClr val="tx1"/>
                </a:solidFill>
              </a:rPr>
              <a:t>(22%, Ph 1+2)</a:t>
            </a:r>
          </a:p>
        </p:txBody>
      </p:sp>
      <p:sp>
        <p:nvSpPr>
          <p:cNvPr id="149" name="Arc 148">
            <a:extLst>
              <a:ext uri="{FF2B5EF4-FFF2-40B4-BE49-F238E27FC236}">
                <a16:creationId xmlns:a16="http://schemas.microsoft.com/office/drawing/2014/main" id="{5E25465B-1481-44D8-7705-0E6330D32464}"/>
              </a:ext>
            </a:extLst>
          </p:cNvPr>
          <p:cNvSpPr/>
          <p:nvPr/>
        </p:nvSpPr>
        <p:spPr>
          <a:xfrm>
            <a:off x="22947176" y="20415254"/>
            <a:ext cx="5370651" cy="5319488"/>
          </a:xfrm>
          <a:prstGeom prst="arc">
            <a:avLst>
              <a:gd name="adj1" fmla="val 16174442"/>
              <a:gd name="adj2" fmla="val 4258840"/>
            </a:avLst>
          </a:prstGeom>
          <a:ln w="22225">
            <a:solidFill>
              <a:srgbClr val="008557"/>
            </a:solidFill>
            <a:prstDash val="sysDash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600"/>
          </a:p>
        </p:txBody>
      </p:sp>
      <p:sp>
        <p:nvSpPr>
          <p:cNvPr id="150" name="Arc 149">
            <a:extLst>
              <a:ext uri="{FF2B5EF4-FFF2-40B4-BE49-F238E27FC236}">
                <a16:creationId xmlns:a16="http://schemas.microsoft.com/office/drawing/2014/main" id="{7D88A1E0-19D6-7DE7-39B4-19F15B905017}"/>
              </a:ext>
            </a:extLst>
          </p:cNvPr>
          <p:cNvSpPr/>
          <p:nvPr/>
        </p:nvSpPr>
        <p:spPr>
          <a:xfrm>
            <a:off x="22572497" y="20073947"/>
            <a:ext cx="6154897" cy="5997557"/>
          </a:xfrm>
          <a:prstGeom prst="arc">
            <a:avLst>
              <a:gd name="adj1" fmla="val 16151933"/>
              <a:gd name="adj2" fmla="val 5897292"/>
            </a:avLst>
          </a:prstGeom>
          <a:ln w="22225">
            <a:solidFill>
              <a:srgbClr val="008557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60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CCC7D345-C31F-3A5E-59CF-439BAB6BB024}"/>
              </a:ext>
            </a:extLst>
          </p:cNvPr>
          <p:cNvSpPr txBox="1"/>
          <p:nvPr/>
        </p:nvSpPr>
        <p:spPr bwMode="auto">
          <a:xfrm>
            <a:off x="24431625" y="25795288"/>
            <a:ext cx="95091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u="sng">
                <a:ea typeface="Gulim" panose="020B0600000101010101" pitchFamily="34" charset="-127"/>
              </a:defRPr>
            </a:lvl1pPr>
          </a:lstStyle>
          <a:p>
            <a:r>
              <a:rPr lang="en-GB" sz="1400" b="0" u="none">
                <a:solidFill>
                  <a:srgbClr val="008557"/>
                </a:solidFill>
                <a:latin typeface="ShellLight" panose="00000400000000000000" pitchFamily="2" charset="0"/>
              </a:rPr>
              <a:t>52%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52934234-196D-3014-264A-934EDF59988A}"/>
              </a:ext>
            </a:extLst>
          </p:cNvPr>
          <p:cNvSpPr txBox="1"/>
          <p:nvPr/>
        </p:nvSpPr>
        <p:spPr bwMode="auto">
          <a:xfrm>
            <a:off x="26608088" y="25123775"/>
            <a:ext cx="2738438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u="sng">
                <a:ea typeface="Gulim" panose="020B0600000101010101" pitchFamily="34" charset="-127"/>
              </a:defRPr>
            </a:lvl1pPr>
          </a:lstStyle>
          <a:p>
            <a:pPr algn="r"/>
            <a:r>
              <a:rPr lang="en-GB" sz="1400" b="0" u="none" dirty="0">
                <a:solidFill>
                  <a:srgbClr val="008557"/>
                </a:solidFill>
                <a:latin typeface="ShellLight" panose="00000400000000000000" pitchFamily="2" charset="0"/>
              </a:rPr>
              <a:t>2035 Pacific </a:t>
            </a:r>
          </a:p>
          <a:p>
            <a:pPr algn="r"/>
            <a:r>
              <a:rPr lang="en-GB" sz="1400" b="0" u="none" dirty="0">
                <a:solidFill>
                  <a:srgbClr val="008557"/>
                </a:solidFill>
                <a:latin typeface="ShellLight" panose="00000400000000000000" pitchFamily="2" charset="0"/>
              </a:rPr>
              <a:t>Basin supply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D6245396-8281-E47E-D41D-16C83CFC3DF7}"/>
              </a:ext>
            </a:extLst>
          </p:cNvPr>
          <p:cNvSpPr txBox="1"/>
          <p:nvPr/>
        </p:nvSpPr>
        <p:spPr bwMode="auto">
          <a:xfrm>
            <a:off x="25739725" y="25393650"/>
            <a:ext cx="954088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u="sng">
                <a:ea typeface="Gulim" panose="020B0600000101010101" pitchFamily="34" charset="-127"/>
              </a:defRPr>
            </a:lvl1pPr>
          </a:lstStyle>
          <a:p>
            <a:r>
              <a:rPr lang="en-GB" sz="1400" b="0" u="none">
                <a:solidFill>
                  <a:srgbClr val="008557"/>
                </a:solidFill>
                <a:latin typeface="ShellLight" panose="00000400000000000000" pitchFamily="2" charset="0"/>
              </a:rPr>
              <a:t>45%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27765686-BF4F-F582-AB77-3296CEBC9122}"/>
              </a:ext>
            </a:extLst>
          </p:cNvPr>
          <p:cNvSpPr txBox="1"/>
          <p:nvPr/>
        </p:nvSpPr>
        <p:spPr bwMode="auto">
          <a:xfrm>
            <a:off x="22280563" y="20196175"/>
            <a:ext cx="2738438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u="sng">
                <a:ea typeface="Gulim" panose="020B0600000101010101" pitchFamily="34" charset="-127"/>
              </a:defRPr>
            </a:lvl1pPr>
          </a:lstStyle>
          <a:p>
            <a:pPr algn="l"/>
            <a:r>
              <a:rPr lang="en-GB" sz="1400" b="0" u="none" dirty="0">
                <a:solidFill>
                  <a:schemeClr val="accent2"/>
                </a:solidFill>
                <a:latin typeface="ShellLight" panose="00000400000000000000" pitchFamily="2" charset="0"/>
              </a:rPr>
              <a:t>2035 Atlantic </a:t>
            </a:r>
          </a:p>
          <a:p>
            <a:pPr algn="l"/>
            <a:r>
              <a:rPr lang="en-GB" sz="1400" b="0" u="none" dirty="0">
                <a:solidFill>
                  <a:schemeClr val="accent2"/>
                </a:solidFill>
                <a:latin typeface="ShellLight" panose="00000400000000000000" pitchFamily="2" charset="0"/>
              </a:rPr>
              <a:t>Basin supply</a:t>
            </a:r>
          </a:p>
        </p:txBody>
      </p:sp>
      <p:sp>
        <p:nvSpPr>
          <p:cNvPr id="155" name="Arc 154">
            <a:extLst>
              <a:ext uri="{FF2B5EF4-FFF2-40B4-BE49-F238E27FC236}">
                <a16:creationId xmlns:a16="http://schemas.microsoft.com/office/drawing/2014/main" id="{46DD04D7-4261-0B05-CAF1-5FFDF9719594}"/>
              </a:ext>
            </a:extLst>
          </p:cNvPr>
          <p:cNvSpPr/>
          <p:nvPr/>
        </p:nvSpPr>
        <p:spPr>
          <a:xfrm>
            <a:off x="22569507" y="20073699"/>
            <a:ext cx="6149937" cy="5995052"/>
          </a:xfrm>
          <a:prstGeom prst="arc">
            <a:avLst>
              <a:gd name="adj1" fmla="val 8002300"/>
              <a:gd name="adj2" fmla="val 16154773"/>
            </a:avLst>
          </a:prstGeom>
          <a:ln w="22225">
            <a:solidFill>
              <a:schemeClr val="accent2"/>
            </a:solidFill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600"/>
          </a:p>
        </p:txBody>
      </p:sp>
      <p:sp>
        <p:nvSpPr>
          <p:cNvPr id="156" name="Arc 155">
            <a:extLst>
              <a:ext uri="{FF2B5EF4-FFF2-40B4-BE49-F238E27FC236}">
                <a16:creationId xmlns:a16="http://schemas.microsoft.com/office/drawing/2014/main" id="{09A392CC-FD10-E250-6FB2-730268D3ED25}"/>
              </a:ext>
            </a:extLst>
          </p:cNvPr>
          <p:cNvSpPr/>
          <p:nvPr/>
        </p:nvSpPr>
        <p:spPr>
          <a:xfrm>
            <a:off x="22946454" y="20415083"/>
            <a:ext cx="5370644" cy="5317786"/>
          </a:xfrm>
          <a:prstGeom prst="arc">
            <a:avLst>
              <a:gd name="adj1" fmla="val 6507998"/>
              <a:gd name="adj2" fmla="val 16160826"/>
            </a:avLst>
          </a:prstGeom>
          <a:ln w="22225">
            <a:solidFill>
              <a:schemeClr val="accent2"/>
            </a:solidFill>
            <a:prstDash val="sysDash"/>
            <a:headEnd type="none" w="lg" len="lg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600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5D577E63-EE5F-E5A1-C6D5-E737DCDAD3D0}"/>
              </a:ext>
            </a:extLst>
          </p:cNvPr>
          <p:cNvSpPr txBox="1"/>
          <p:nvPr/>
        </p:nvSpPr>
        <p:spPr bwMode="auto">
          <a:xfrm>
            <a:off x="24593550" y="25365075"/>
            <a:ext cx="95091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u="sng">
                <a:ea typeface="Gulim" panose="020B0600000101010101" pitchFamily="34" charset="-127"/>
              </a:defRPr>
            </a:lvl1pPr>
          </a:lstStyle>
          <a:p>
            <a:r>
              <a:rPr lang="en-GB" sz="1400" b="0" u="none">
                <a:solidFill>
                  <a:schemeClr val="accent2"/>
                </a:solidFill>
                <a:latin typeface="ShellLight" panose="00000400000000000000" pitchFamily="2" charset="0"/>
              </a:rPr>
              <a:t>45%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B44983C-F994-BE8B-7D6D-DBA352D73BBA}"/>
              </a:ext>
            </a:extLst>
          </p:cNvPr>
          <p:cNvSpPr txBox="1"/>
          <p:nvPr/>
        </p:nvSpPr>
        <p:spPr bwMode="auto">
          <a:xfrm>
            <a:off x="23302913" y="25179338"/>
            <a:ext cx="950913" cy="3077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200" b="1" u="sng">
                <a:ea typeface="Gulim" panose="020B0600000101010101" pitchFamily="34" charset="-127"/>
              </a:defRPr>
            </a:lvl1pPr>
          </a:lstStyle>
          <a:p>
            <a:r>
              <a:rPr lang="en-GB" sz="1400" b="0" u="none">
                <a:solidFill>
                  <a:schemeClr val="accent2"/>
                </a:solidFill>
                <a:latin typeface="ShellLight" panose="00000400000000000000" pitchFamily="2" charset="0"/>
              </a:rPr>
              <a:t>39%</a:t>
            </a:r>
          </a:p>
        </p:txBody>
      </p:sp>
      <p:sp>
        <p:nvSpPr>
          <p:cNvPr id="159" name="Arc 158">
            <a:extLst>
              <a:ext uri="{FF2B5EF4-FFF2-40B4-BE49-F238E27FC236}">
                <a16:creationId xmlns:a16="http://schemas.microsoft.com/office/drawing/2014/main" id="{347348BA-FCAE-B15E-8D74-77E6B5D2716E}"/>
              </a:ext>
            </a:extLst>
          </p:cNvPr>
          <p:cNvSpPr/>
          <p:nvPr/>
        </p:nvSpPr>
        <p:spPr>
          <a:xfrm>
            <a:off x="22142435" y="19490564"/>
            <a:ext cx="7127906" cy="6980165"/>
          </a:xfrm>
          <a:prstGeom prst="arc">
            <a:avLst>
              <a:gd name="adj1" fmla="val 1281167"/>
              <a:gd name="adj2" fmla="val 2218545"/>
            </a:avLst>
          </a:prstGeom>
          <a:ln w="38100">
            <a:solidFill>
              <a:srgbClr val="008557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60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6D7A06F5-5A6F-DB8D-66BF-96E184547836}"/>
              </a:ext>
            </a:extLst>
          </p:cNvPr>
          <p:cNvSpPr txBox="1"/>
          <p:nvPr/>
        </p:nvSpPr>
        <p:spPr bwMode="auto">
          <a:xfrm>
            <a:off x="26962100" y="23399750"/>
            <a:ext cx="493725" cy="16927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defTabSz="357708">
              <a:lnSpc>
                <a:spcPct val="140000"/>
              </a:lnSpc>
              <a:buClr>
                <a:schemeClr val="accent2"/>
              </a:buClr>
              <a:buSzPct val="75000"/>
              <a:defRPr sz="900">
                <a:solidFill>
                  <a:srgbClr val="DD1D2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GB" sz="1100">
                <a:solidFill>
                  <a:schemeClr val="tx1"/>
                </a:solidFill>
              </a:rPr>
              <a:t>Western</a:t>
            </a:r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60AB33D4-0A3A-F9BF-705E-1A68EC2B89CB}"/>
              </a:ext>
            </a:extLst>
          </p:cNvPr>
          <p:cNvCxnSpPr>
            <a:cxnSpLocks/>
          </p:cNvCxnSpPr>
          <p:nvPr/>
        </p:nvCxnSpPr>
        <p:spPr>
          <a:xfrm flipV="1">
            <a:off x="25612725" y="19824700"/>
            <a:ext cx="1588" cy="985838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ADABCC55-6678-133A-C291-B71BCB517448}"/>
              </a:ext>
            </a:extLst>
          </p:cNvPr>
          <p:cNvSpPr txBox="1"/>
          <p:nvPr/>
        </p:nvSpPr>
        <p:spPr bwMode="auto">
          <a:xfrm rot="755958">
            <a:off x="25871488" y="20369213"/>
            <a:ext cx="949323" cy="25700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prstTxWarp prst="textArchUp">
              <a:avLst>
                <a:gd name="adj" fmla="val 12022370"/>
              </a:avLst>
            </a:prstTxWarp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>
            <a:defPPr>
              <a:defRPr lang="en-US"/>
            </a:defPPr>
            <a:lvl1pPr algn="ctr">
              <a:defRPr sz="1200" b="1" u="sng">
                <a:ea typeface="Gulim" panose="020B0600000101010101" pitchFamily="34" charset="-127"/>
              </a:defRPr>
            </a:lvl1pPr>
          </a:lstStyle>
          <a:p>
            <a:r>
              <a:rPr lang="en-GB" sz="1400" u="none" dirty="0">
                <a:latin typeface="ShellLight" panose="00000400000000000000" pitchFamily="2" charset="0"/>
              </a:rPr>
              <a:t>without Ph2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65C2C2B2-CD47-0FF9-0C0A-1E89EF45E488}"/>
              </a:ext>
            </a:extLst>
          </p:cNvPr>
          <p:cNvSpPr txBox="1"/>
          <p:nvPr/>
        </p:nvSpPr>
        <p:spPr bwMode="auto">
          <a:xfrm rot="527142">
            <a:off x="25741313" y="20016788"/>
            <a:ext cx="949323" cy="236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prstTxWarp prst="textArchUp">
              <a:avLst>
                <a:gd name="adj" fmla="val 12022370"/>
              </a:avLst>
            </a:prstTxWarp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>
            <a:defPPr>
              <a:defRPr lang="en-US"/>
            </a:defPPr>
            <a:lvl1pPr algn="ctr">
              <a:defRPr sz="1200" b="1" u="sng">
                <a:ea typeface="Gulim" panose="020B0600000101010101" pitchFamily="34" charset="-127"/>
              </a:defRPr>
            </a:lvl1pPr>
          </a:lstStyle>
          <a:p>
            <a:r>
              <a:rPr lang="en-GB" sz="1400" u="none" dirty="0">
                <a:latin typeface="ShellLight" panose="00000400000000000000" pitchFamily="2" charset="0"/>
              </a:rPr>
              <a:t>with Ph2</a:t>
            </a:r>
          </a:p>
        </p:txBody>
      </p: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8C032EF9-D4E2-80F8-78A3-0D1576767C01}"/>
              </a:ext>
            </a:extLst>
          </p:cNvPr>
          <p:cNvCxnSpPr>
            <a:cxnSpLocks/>
          </p:cNvCxnSpPr>
          <p:nvPr/>
        </p:nvCxnSpPr>
        <p:spPr>
          <a:xfrm flipV="1">
            <a:off x="25274588" y="25384125"/>
            <a:ext cx="112713" cy="701675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534697A1-844E-AB9E-F17D-A7C29EF683A1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2774950" y="29543375"/>
            <a:ext cx="0" cy="20399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393157A2-970F-91CF-1EED-3708CF687163}"/>
              </a:ext>
            </a:extLst>
          </p:cNvPr>
          <p:cNvCxnSpPr/>
          <p:nvPr>
            <p:custDataLst>
              <p:tags r:id="rId15"/>
            </p:custDataLst>
          </p:nvPr>
        </p:nvCxnSpPr>
        <p:spPr bwMode="auto">
          <a:xfrm>
            <a:off x="2774950" y="31748413"/>
            <a:ext cx="0" cy="125888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6F6E3F44-DCEB-322B-2D12-E92BAB30862C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>
            <a:off x="2706688" y="33002538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8EE62E12-11ED-53AE-3C6A-1E94F5FCF936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2706688" y="3238500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51482AFC-D824-8230-90A9-A746B5BF76CF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 bwMode="auto">
          <a:xfrm>
            <a:off x="2706688" y="32018288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511B2AF2-1C99-61A9-5828-9054FEF1A295}"/>
              </a:ext>
            </a:extLst>
          </p:cNvPr>
          <p:cNvCxnSpPr>
            <a:cxnSpLocks/>
          </p:cNvCxnSpPr>
          <p:nvPr>
            <p:custDataLst>
              <p:tags r:id="rId19"/>
            </p:custDataLst>
          </p:nvPr>
        </p:nvCxnSpPr>
        <p:spPr bwMode="auto">
          <a:xfrm>
            <a:off x="2706688" y="3140075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DC8F469C-FD57-EBC7-907A-E13651401706}"/>
              </a:ext>
            </a:extLst>
          </p:cNvPr>
          <p:cNvCxnSpPr>
            <a:cxnSpLocks/>
          </p:cNvCxnSpPr>
          <p:nvPr>
            <p:custDataLst>
              <p:tags r:id="rId20"/>
            </p:custDataLst>
          </p:nvPr>
        </p:nvCxnSpPr>
        <p:spPr bwMode="auto">
          <a:xfrm>
            <a:off x="2706688" y="30783213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FB7C610A-A0DC-8876-AC3F-969ACFF0E89E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 bwMode="auto">
          <a:xfrm>
            <a:off x="2706688" y="30165675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2227237F-D68E-807A-1D6C-A1C4ACFE2C04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 bwMode="auto">
          <a:xfrm>
            <a:off x="2706688" y="29548138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69" name="Chart 1068">
            <a:extLst>
              <a:ext uri="{FF2B5EF4-FFF2-40B4-BE49-F238E27FC236}">
                <a16:creationId xmlns:a16="http://schemas.microsoft.com/office/drawing/2014/main" id="{C7842A47-23E7-EA82-A230-316434AFE75D}"/>
              </a:ext>
            </a:extLst>
          </p:cNvPr>
          <p:cNvGraphicFramePr/>
          <p:nvPr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996424405"/>
              </p:ext>
            </p:extLst>
          </p:nvPr>
        </p:nvGraphicFramePr>
        <p:xfrm>
          <a:off x="2312988" y="29465588"/>
          <a:ext cx="104203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4"/>
          </a:graphicData>
        </a:graphic>
      </p:graphicFrame>
      <p:sp>
        <p:nvSpPr>
          <p:cNvPr id="178" name="Rectangle 177">
            <a:extLst>
              <a:ext uri="{FF2B5EF4-FFF2-40B4-BE49-F238E27FC236}">
                <a16:creationId xmlns:a16="http://schemas.microsoft.com/office/drawing/2014/main" id="{B9CA891E-6F46-405F-DAE5-905E3DF92D78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2386013" y="32808863"/>
            <a:ext cx="184150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C7D303-F444-4B1D-99D2-7B3B99207BD7}" type="datetime'''''''''''''-''''''''''''''''''''9''''''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-9</a:t>
            </a:fld>
            <a:endParaRPr lang="en-GB" sz="160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1E9E30FE-DA99-F7F9-E5D3-A5894F5BE906}"/>
              </a:ext>
            </a:extLst>
          </p:cNvPr>
          <p:cNvSpPr/>
          <p:nvPr>
            <p:custDataLst>
              <p:tags r:id="rId25"/>
            </p:custDataLst>
          </p:nvPr>
        </p:nvSpPr>
        <p:spPr bwMode="gray">
          <a:xfrm>
            <a:off x="2386013" y="32281813"/>
            <a:ext cx="184150" cy="219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ctr"/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fld id="{D82A80E7-2C07-48A8-90D1-C08818B712D4}" type="datetime'''''''''''''''''-''''''''''''''''''''''8'''''''''">
              <a:rPr lang="en-GB" altLang="en-US" sz="1600" smtClean="0">
                <a:solidFill>
                  <a:schemeClr val="tx1"/>
                </a:solidFill>
                <a:effectLst/>
              </a:rPr>
              <a:pPr algn="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t>-8</a:t>
            </a:fld>
            <a:endParaRPr lang="en-GB" sz="1600">
              <a:solidFill>
                <a:schemeClr val="tx1"/>
              </a:solidFill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38E004C-BD2D-E7C2-77F4-E43FAC20A00D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2386013" y="31824613"/>
            <a:ext cx="184150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C767BEFF-E205-4CC0-A433-CA56D76FAB26}" type="datetime'-''''1''''''''''''''''''''''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-1</a:t>
            </a:fld>
            <a:endParaRPr lang="en-GB" sz="160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278AB1E6-22ED-4300-7891-28F2A9F6E2DD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2452688" y="31207075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61EE9B9A-9C7F-455B-ADE2-A4642DC651F5}" type="datetime'0''''''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GB" sz="160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3E828EDF-01AC-97AA-96BE-839E06A391A5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2452688" y="30589538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0A3EFA4-B6BE-4F71-8A57-78ABEF6D3008}" type="datetime'''''''''''''''''''''''''''''''''''''''''''''''''''''1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GB" sz="160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6CB94D18-64D1-B84B-E354-7F0A7E67CB18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2452688" y="29972000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EDFEC04-FF53-4BF1-95A0-A909BF5DB8D3}" type="datetime'''''''''''''''''''''''''2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GB" sz="1600" dirty="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07B7EE1-5A74-C31C-4612-9E6976160B99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2452688" y="29354463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5C5DD29B-08A9-4C8F-8B50-45BA9AC4FD9C}" type="datetime'3''''''''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GB" sz="1600"/>
          </a:p>
        </p:txBody>
      </p:sp>
      <p:sp useBgFill="1">
        <p:nvSpPr>
          <p:cNvPr id="1060" name="Freeform: Shape 1059">
            <a:extLst>
              <a:ext uri="{FF2B5EF4-FFF2-40B4-BE49-F238E27FC236}">
                <a16:creationId xmlns:a16="http://schemas.microsoft.com/office/drawing/2014/main" id="{392E19F4-8052-8386-DD3F-5F2D4CF0A7F3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2701925" y="32154813"/>
            <a:ext cx="146051" cy="96839"/>
          </a:xfrm>
          <a:custGeom>
            <a:avLst/>
            <a:gdLst/>
            <a:ahLst/>
            <a:cxnLst/>
            <a:rect l="0" t="0" r="0" b="0"/>
            <a:pathLst>
              <a:path w="146051" h="96839">
                <a:moveTo>
                  <a:pt x="0" y="39688"/>
                </a:moveTo>
                <a:lnTo>
                  <a:pt x="146050" y="0"/>
                </a:lnTo>
                <a:lnTo>
                  <a:pt x="146050" y="57150"/>
                </a:lnTo>
                <a:lnTo>
                  <a:pt x="0" y="96838"/>
                </a:lnTo>
                <a:close/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 useBgFill="1">
        <p:nvSpPr>
          <p:cNvPr id="1063" name="Freeform: Shape 1062">
            <a:extLst>
              <a:ext uri="{FF2B5EF4-FFF2-40B4-BE49-F238E27FC236}">
                <a16:creationId xmlns:a16="http://schemas.microsoft.com/office/drawing/2014/main" id="{5AA20BC4-0A94-6C02-7214-6E31A0120FB4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2974975" y="32162750"/>
            <a:ext cx="412751" cy="79376"/>
          </a:xfrm>
          <a:custGeom>
            <a:avLst/>
            <a:gdLst/>
            <a:ahLst/>
            <a:cxnLst/>
            <a:rect l="0" t="0" r="0" b="0"/>
            <a:pathLst>
              <a:path w="412751" h="7937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  <a:lnTo>
                  <a:pt x="412750" y="57150"/>
                </a:lnTo>
                <a:lnTo>
                  <a:pt x="330200" y="79375"/>
                </a:lnTo>
                <a:lnTo>
                  <a:pt x="247650" y="57150"/>
                </a:lnTo>
                <a:lnTo>
                  <a:pt x="165100" y="79375"/>
                </a:lnTo>
                <a:lnTo>
                  <a:pt x="82550" y="57150"/>
                </a:lnTo>
                <a:lnTo>
                  <a:pt x="0" y="79375"/>
                </a:lnTo>
                <a:close/>
              </a:path>
            </a:pathLst>
          </a:cu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8" name="Freeform: Shape 1057">
            <a:extLst>
              <a:ext uri="{FF2B5EF4-FFF2-40B4-BE49-F238E27FC236}">
                <a16:creationId xmlns:a16="http://schemas.microsoft.com/office/drawing/2014/main" id="{44B589BB-7F50-CF5C-771C-DE820B90B4A6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2701925" y="32154813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9" name="Freeform: Shape 1058">
            <a:extLst>
              <a:ext uri="{FF2B5EF4-FFF2-40B4-BE49-F238E27FC236}">
                <a16:creationId xmlns:a16="http://schemas.microsoft.com/office/drawing/2014/main" id="{8B91338C-3776-55C4-A50A-227D1D1600B0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2701925" y="32211963"/>
            <a:ext cx="146051" cy="39689"/>
          </a:xfrm>
          <a:custGeom>
            <a:avLst/>
            <a:gdLst/>
            <a:ahLst/>
            <a:cxnLst/>
            <a:rect l="0" t="0" r="0" b="0"/>
            <a:pathLst>
              <a:path w="146051" h="39689">
                <a:moveTo>
                  <a:pt x="0" y="39688"/>
                </a:moveTo>
                <a:lnTo>
                  <a:pt x="146050" y="0"/>
                </a:lnTo>
              </a:path>
            </a:pathLst>
          </a:cu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1" name="Freeform: Shape 1060">
            <a:extLst>
              <a:ext uri="{FF2B5EF4-FFF2-40B4-BE49-F238E27FC236}">
                <a16:creationId xmlns:a16="http://schemas.microsoft.com/office/drawing/2014/main" id="{FCCF7032-BFE2-5DBF-CC7A-5418C7D2C50A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2974975" y="32162750"/>
            <a:ext cx="412751" cy="22226"/>
          </a:xfrm>
          <a:custGeom>
            <a:avLst/>
            <a:gdLst/>
            <a:ahLst/>
            <a:cxnLst/>
            <a:rect l="0" t="0" r="0" b="0"/>
            <a:pathLst>
              <a:path w="4127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</a:path>
            </a:pathLst>
          </a:cu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2" name="Freeform: Shape 1061">
            <a:extLst>
              <a:ext uri="{FF2B5EF4-FFF2-40B4-BE49-F238E27FC236}">
                <a16:creationId xmlns:a16="http://schemas.microsoft.com/office/drawing/2014/main" id="{CC3DC154-6628-0010-79EB-8E7F9D03E074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974975" y="32219900"/>
            <a:ext cx="412751" cy="22226"/>
          </a:xfrm>
          <a:custGeom>
            <a:avLst/>
            <a:gdLst/>
            <a:ahLst/>
            <a:cxnLst/>
            <a:rect l="0" t="0" r="0" b="0"/>
            <a:pathLst>
              <a:path w="412751" h="22226">
                <a:moveTo>
                  <a:pt x="0" y="22225"/>
                </a:moveTo>
                <a:lnTo>
                  <a:pt x="82550" y="0"/>
                </a:lnTo>
                <a:lnTo>
                  <a:pt x="165100" y="22225"/>
                </a:lnTo>
                <a:lnTo>
                  <a:pt x="247650" y="0"/>
                </a:lnTo>
                <a:lnTo>
                  <a:pt x="330200" y="22225"/>
                </a:lnTo>
                <a:lnTo>
                  <a:pt x="412750" y="0"/>
                </a:lnTo>
              </a:path>
            </a:pathLst>
          </a:cu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74FABFAB-8916-9760-179B-12F1FB9E9EB2}"/>
              </a:ext>
            </a:extLst>
          </p:cNvPr>
          <p:cNvCxnSpPr/>
          <p:nvPr>
            <p:custDataLst>
              <p:tags r:id="rId37"/>
            </p:custDataLst>
          </p:nvPr>
        </p:nvCxnSpPr>
        <p:spPr bwMode="auto">
          <a:xfrm>
            <a:off x="2794000" y="33599438"/>
            <a:ext cx="0" cy="1958975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15D0D9C-F35A-394C-8E82-626CF52B4DE8}"/>
              </a:ext>
            </a:extLst>
          </p:cNvPr>
          <p:cNvCxnSpPr/>
          <p:nvPr>
            <p:custDataLst>
              <p:tags r:id="rId38"/>
            </p:custDataLst>
          </p:nvPr>
        </p:nvCxnSpPr>
        <p:spPr bwMode="auto">
          <a:xfrm>
            <a:off x="2794000" y="35723513"/>
            <a:ext cx="0" cy="142875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8" name="Straight Connector 967">
            <a:extLst>
              <a:ext uri="{FF2B5EF4-FFF2-40B4-BE49-F238E27FC236}">
                <a16:creationId xmlns:a16="http://schemas.microsoft.com/office/drawing/2014/main" id="{E281B94A-EF77-5369-08FF-7A4F3E9943C6}"/>
              </a:ext>
            </a:extLst>
          </p:cNvPr>
          <p:cNvCxnSpPr/>
          <p:nvPr>
            <p:custDataLst>
              <p:tags r:id="rId39"/>
            </p:custDataLst>
          </p:nvPr>
        </p:nvCxnSpPr>
        <p:spPr bwMode="auto">
          <a:xfrm>
            <a:off x="2725738" y="37147500"/>
            <a:ext cx="68262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356797D7-17C5-FCED-F376-CA2CCF1AED46}"/>
              </a:ext>
            </a:extLst>
          </p:cNvPr>
          <p:cNvCxnSpPr>
            <a:cxnSpLocks/>
          </p:cNvCxnSpPr>
          <p:nvPr>
            <p:custDataLst>
              <p:tags r:id="rId40"/>
            </p:custDataLst>
          </p:nvPr>
        </p:nvCxnSpPr>
        <p:spPr bwMode="auto">
          <a:xfrm>
            <a:off x="2725738" y="3655695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592C1B4C-0943-DD63-60AC-0B67E8E43D8A}"/>
              </a:ext>
            </a:extLst>
          </p:cNvPr>
          <p:cNvCxnSpPr>
            <a:cxnSpLocks/>
          </p:cNvCxnSpPr>
          <p:nvPr>
            <p:custDataLst>
              <p:tags r:id="rId41"/>
            </p:custDataLst>
          </p:nvPr>
        </p:nvCxnSpPr>
        <p:spPr bwMode="auto">
          <a:xfrm>
            <a:off x="2725738" y="3596640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340451FA-B0B3-74FF-4C0E-AAA9A0DDCB27}"/>
              </a:ext>
            </a:extLst>
          </p:cNvPr>
          <p:cNvCxnSpPr>
            <a:cxnSpLocks/>
          </p:cNvCxnSpPr>
          <p:nvPr>
            <p:custDataLst>
              <p:tags r:id="rId42"/>
            </p:custDataLst>
          </p:nvPr>
        </p:nvCxnSpPr>
        <p:spPr bwMode="auto">
          <a:xfrm>
            <a:off x="2725738" y="3537585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6F4C338E-62FE-105D-3506-84B2168B51CB}"/>
              </a:ext>
            </a:extLst>
          </p:cNvPr>
          <p:cNvCxnSpPr>
            <a:cxnSpLocks/>
          </p:cNvCxnSpPr>
          <p:nvPr>
            <p:custDataLst>
              <p:tags r:id="rId43"/>
            </p:custDataLst>
          </p:nvPr>
        </p:nvCxnSpPr>
        <p:spPr bwMode="auto">
          <a:xfrm>
            <a:off x="2725738" y="3478530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A174C648-4FD7-F429-A0C5-EF49B2598C25}"/>
              </a:ext>
            </a:extLst>
          </p:cNvPr>
          <p:cNvCxnSpPr>
            <a:cxnSpLocks/>
          </p:cNvCxnSpPr>
          <p:nvPr>
            <p:custDataLst>
              <p:tags r:id="rId44"/>
            </p:custDataLst>
          </p:nvPr>
        </p:nvCxnSpPr>
        <p:spPr bwMode="auto">
          <a:xfrm>
            <a:off x="2725738" y="3419475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517CA414-C784-2967-E3F1-3D3FEB994438}"/>
              </a:ext>
            </a:extLst>
          </p:cNvPr>
          <p:cNvCxnSpPr>
            <a:cxnSpLocks/>
          </p:cNvCxnSpPr>
          <p:nvPr>
            <p:custDataLst>
              <p:tags r:id="rId45"/>
            </p:custDataLst>
          </p:nvPr>
        </p:nvCxnSpPr>
        <p:spPr bwMode="auto">
          <a:xfrm>
            <a:off x="2725738" y="3360420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121" name="Chart 1120">
            <a:extLst>
              <a:ext uri="{FF2B5EF4-FFF2-40B4-BE49-F238E27FC236}">
                <a16:creationId xmlns:a16="http://schemas.microsoft.com/office/drawing/2014/main" id="{C38BAA55-86EB-4614-A728-9DEBAEF99E5C}"/>
              </a:ext>
            </a:extLst>
          </p:cNvPr>
          <p:cNvGraphicFramePr/>
          <p:nvPr>
            <p:custDataLst>
              <p:tags r:id="rId46"/>
            </p:custDataLst>
            <p:extLst>
              <p:ext uri="{D42A27DB-BD31-4B8C-83A1-F6EECF244321}">
                <p14:modId xmlns:p14="http://schemas.microsoft.com/office/powerpoint/2010/main" val="1521398837"/>
              </p:ext>
            </p:extLst>
          </p:nvPr>
        </p:nvGraphicFramePr>
        <p:xfrm>
          <a:off x="2268538" y="33369250"/>
          <a:ext cx="10483850" cy="401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5"/>
          </a:graphicData>
        </a:graphic>
      </p:graphicFrame>
      <p:sp>
        <p:nvSpPr>
          <p:cNvPr id="197" name="TextBox 196">
            <a:extLst>
              <a:ext uri="{FF2B5EF4-FFF2-40B4-BE49-F238E27FC236}">
                <a16:creationId xmlns:a16="http://schemas.microsoft.com/office/drawing/2014/main" id="{332D9B8B-FD11-A276-9C20-2A22A675C350}"/>
              </a:ext>
            </a:extLst>
          </p:cNvPr>
          <p:cNvSpPr txBox="1"/>
          <p:nvPr/>
        </p:nvSpPr>
        <p:spPr bwMode="auto">
          <a:xfrm rot="16200000">
            <a:off x="140097" y="31279415"/>
            <a:ext cx="3269457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/>
            </a:lvl1pPr>
          </a:lstStyle>
          <a:p>
            <a:r>
              <a:rPr lang="en-US" sz="1600" b="1" dirty="0"/>
              <a:t>US Shale + USX (Short Cycle)</a:t>
            </a:r>
          </a:p>
          <a:p>
            <a:r>
              <a:rPr lang="en-US" sz="1600" b="1" dirty="0"/>
              <a:t>FCF ($bn)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02F83D82-A588-9FD5-A914-EB390137FC29}"/>
              </a:ext>
            </a:extLst>
          </p:cNvPr>
          <p:cNvSpPr txBox="1"/>
          <p:nvPr/>
        </p:nvSpPr>
        <p:spPr bwMode="auto">
          <a:xfrm>
            <a:off x="9256713" y="30075188"/>
            <a:ext cx="3476625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/>
            </a:lvl1pPr>
          </a:lstStyle>
          <a:p>
            <a:r>
              <a:rPr lang="en-US" sz="1600" b="1" dirty="0"/>
              <a:t>13.3% IRR</a:t>
            </a:r>
          </a:p>
          <a:p>
            <a:r>
              <a:rPr lang="en-US" sz="1600" dirty="0"/>
              <a:t>$2bn NPV</a:t>
            </a:r>
          </a:p>
          <a:p>
            <a:r>
              <a:rPr lang="en-US" sz="1600" dirty="0"/>
              <a:t>MOD payback 2033</a:t>
            </a:r>
          </a:p>
          <a:p>
            <a:r>
              <a:rPr lang="en-US" sz="1600" dirty="0"/>
              <a:t>PV payback 2037</a:t>
            </a:r>
          </a:p>
        </p:txBody>
      </p:sp>
      <p:sp>
        <p:nvSpPr>
          <p:cNvPr id="199" name="Title 1">
            <a:extLst>
              <a:ext uri="{FF2B5EF4-FFF2-40B4-BE49-F238E27FC236}">
                <a16:creationId xmlns:a16="http://schemas.microsoft.com/office/drawing/2014/main" id="{7545448C-4D1E-FC8A-90AC-C480E59F670B}"/>
              </a:ext>
            </a:extLst>
          </p:cNvPr>
          <p:cNvSpPr txBox="1">
            <a:spLocks/>
          </p:cNvSpPr>
          <p:nvPr/>
        </p:nvSpPr>
        <p:spPr bwMode="auto">
          <a:xfrm>
            <a:off x="2640013" y="28273375"/>
            <a:ext cx="9613900" cy="12779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2400" b="0" kern="1200" cap="none" baseline="0" noProof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>
                <a:latin typeface="+mn-lt"/>
                <a:ea typeface="+mn-ea"/>
                <a:cs typeface="+mn-cs"/>
              </a:rPr>
              <a:t>Two projects with same CAPEX but different CF profiles Comparing short cycle US gas acreage + USX LNG offtake with long cycle LNG Canada Phase 2 </a:t>
            </a:r>
          </a:p>
          <a:p>
            <a:endParaRPr lang="en-US" sz="1600" dirty="0">
              <a:latin typeface="+mn-lt"/>
              <a:ea typeface="+mn-ea"/>
              <a:cs typeface="+mn-cs"/>
            </a:endParaRPr>
          </a:p>
          <a:p>
            <a:r>
              <a:rPr lang="en-US" sz="1600" dirty="0">
                <a:latin typeface="+mn-lt"/>
                <a:ea typeface="+mn-ea"/>
                <a:cs typeface="+mn-cs"/>
              </a:rPr>
              <a:t>Archetype using Range Resources acquisition paired with US LNG offtake1</a:t>
            </a: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5AC156E5-1DE6-3BDA-E046-A2B0232BE9D4}"/>
              </a:ext>
            </a:extLst>
          </p:cNvPr>
          <p:cNvSpPr txBox="1"/>
          <p:nvPr/>
        </p:nvSpPr>
        <p:spPr bwMode="auto">
          <a:xfrm>
            <a:off x="5556250" y="34263013"/>
            <a:ext cx="3476625" cy="10772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/>
            </a:lvl1pPr>
          </a:lstStyle>
          <a:p>
            <a:r>
              <a:rPr lang="en-US" sz="1600" b="1" dirty="0"/>
              <a:t>12.5% IRR</a:t>
            </a:r>
          </a:p>
          <a:p>
            <a:r>
              <a:rPr lang="en-US" sz="1600" dirty="0"/>
              <a:t>$3.8bn NPV</a:t>
            </a:r>
          </a:p>
          <a:p>
            <a:r>
              <a:rPr lang="en-US" sz="1600" dirty="0"/>
              <a:t>MOD payback 2038</a:t>
            </a:r>
          </a:p>
          <a:p>
            <a:r>
              <a:rPr lang="en-US" sz="1600" dirty="0"/>
              <a:t>PV payback 2045</a:t>
            </a:r>
          </a:p>
        </p:txBody>
      </p:sp>
      <p:sp>
        <p:nvSpPr>
          <p:cNvPr id="201" name="Right Bracket 200">
            <a:extLst>
              <a:ext uri="{FF2B5EF4-FFF2-40B4-BE49-F238E27FC236}">
                <a16:creationId xmlns:a16="http://schemas.microsoft.com/office/drawing/2014/main" id="{F1705B39-E85C-4AED-15A1-CADF38386624}"/>
              </a:ext>
            </a:extLst>
          </p:cNvPr>
          <p:cNvSpPr/>
          <p:nvPr/>
        </p:nvSpPr>
        <p:spPr>
          <a:xfrm rot="5400000">
            <a:off x="8953500" y="32918400"/>
            <a:ext cx="155575" cy="6831013"/>
          </a:xfrm>
          <a:prstGeom prst="rightBracket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600"/>
          </a:p>
        </p:txBody>
      </p:sp>
      <p:sp>
        <p:nvSpPr>
          <p:cNvPr id="202" name="TextBox 201">
            <a:extLst>
              <a:ext uri="{FF2B5EF4-FFF2-40B4-BE49-F238E27FC236}">
                <a16:creationId xmlns:a16="http://schemas.microsoft.com/office/drawing/2014/main" id="{F8E2C72B-70EB-3727-5377-D9BE205F786C}"/>
              </a:ext>
            </a:extLst>
          </p:cNvPr>
          <p:cNvSpPr txBox="1"/>
          <p:nvPr/>
        </p:nvSpPr>
        <p:spPr bwMode="auto">
          <a:xfrm>
            <a:off x="5762625" y="36498213"/>
            <a:ext cx="6140450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/>
            </a:lvl1pPr>
          </a:lstStyle>
          <a:p>
            <a:r>
              <a:rPr lang="en-GB" sz="1600" dirty="0"/>
              <a:t>Long-cycle LNG benefits from extended market exposure and portfolio optionality.</a:t>
            </a:r>
            <a:endParaRPr lang="en-US" sz="1600" b="1" dirty="0"/>
          </a:p>
        </p:txBody>
      </p:sp>
      <p:sp>
        <p:nvSpPr>
          <p:cNvPr id="203" name="TextBox 202">
            <a:extLst>
              <a:ext uri="{FF2B5EF4-FFF2-40B4-BE49-F238E27FC236}">
                <a16:creationId xmlns:a16="http://schemas.microsoft.com/office/drawing/2014/main" id="{242FFBA3-4B3F-AE46-DEA9-268BE345F831}"/>
              </a:ext>
            </a:extLst>
          </p:cNvPr>
          <p:cNvSpPr txBox="1"/>
          <p:nvPr/>
        </p:nvSpPr>
        <p:spPr bwMode="auto">
          <a:xfrm rot="16200000">
            <a:off x="70644" y="35006468"/>
            <a:ext cx="3389313" cy="5847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1100"/>
            </a:lvl1pPr>
          </a:lstStyle>
          <a:p>
            <a:r>
              <a:rPr lang="en-US" sz="1600" b="1" dirty="0"/>
              <a:t>LNGC Ph2 (Long Cycle)</a:t>
            </a:r>
          </a:p>
          <a:p>
            <a:r>
              <a:rPr lang="en-US" sz="1600" b="1" dirty="0"/>
              <a:t>FCF ($bn)</a:t>
            </a:r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C026DE20-0FDB-81B0-BFF6-739635527A03}"/>
              </a:ext>
            </a:extLst>
          </p:cNvPr>
          <p:cNvSpPr/>
          <p:nvPr/>
        </p:nvSpPr>
        <p:spPr>
          <a:xfrm>
            <a:off x="25927050" y="14670088"/>
            <a:ext cx="1908492" cy="1785303"/>
          </a:xfrm>
          <a:custGeom>
            <a:avLst/>
            <a:gdLst>
              <a:gd name="connsiteX0" fmla="*/ 0 w 1335881"/>
              <a:gd name="connsiteY0" fmla="*/ 619125 h 978693"/>
              <a:gd name="connsiteX1" fmla="*/ 192881 w 1335881"/>
              <a:gd name="connsiteY1" fmla="*/ 854868 h 978693"/>
              <a:gd name="connsiteX2" fmla="*/ 385762 w 1335881"/>
              <a:gd name="connsiteY2" fmla="*/ 973931 h 978693"/>
              <a:gd name="connsiteX3" fmla="*/ 576262 w 1335881"/>
              <a:gd name="connsiteY3" fmla="*/ 978693 h 978693"/>
              <a:gd name="connsiteX4" fmla="*/ 971550 w 1335881"/>
              <a:gd name="connsiteY4" fmla="*/ 738187 h 978693"/>
              <a:gd name="connsiteX5" fmla="*/ 1152525 w 1335881"/>
              <a:gd name="connsiteY5" fmla="*/ 564356 h 978693"/>
              <a:gd name="connsiteX6" fmla="*/ 1335881 w 1335881"/>
              <a:gd name="connsiteY6" fmla="*/ 0 h 978693"/>
              <a:gd name="connsiteX7" fmla="*/ 1152525 w 1335881"/>
              <a:gd name="connsiteY7" fmla="*/ 152400 h 978693"/>
              <a:gd name="connsiteX8" fmla="*/ 957262 w 1335881"/>
              <a:gd name="connsiteY8" fmla="*/ 214312 h 978693"/>
              <a:gd name="connsiteX9" fmla="*/ 783431 w 1335881"/>
              <a:gd name="connsiteY9" fmla="*/ 481012 h 978693"/>
              <a:gd name="connsiteX10" fmla="*/ 578644 w 1335881"/>
              <a:gd name="connsiteY10" fmla="*/ 733425 h 978693"/>
              <a:gd name="connsiteX11" fmla="*/ 381000 w 1335881"/>
              <a:gd name="connsiteY11" fmla="*/ 742950 h 978693"/>
              <a:gd name="connsiteX12" fmla="*/ 190500 w 1335881"/>
              <a:gd name="connsiteY12" fmla="*/ 621506 h 978693"/>
              <a:gd name="connsiteX13" fmla="*/ 0 w 1335881"/>
              <a:gd name="connsiteY13" fmla="*/ 619125 h 978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35881" h="978693">
                <a:moveTo>
                  <a:pt x="0" y="619125"/>
                </a:moveTo>
                <a:lnTo>
                  <a:pt x="192881" y="854868"/>
                </a:lnTo>
                <a:lnTo>
                  <a:pt x="385762" y="973931"/>
                </a:lnTo>
                <a:lnTo>
                  <a:pt x="576262" y="978693"/>
                </a:lnTo>
                <a:lnTo>
                  <a:pt x="971550" y="738187"/>
                </a:lnTo>
                <a:lnTo>
                  <a:pt x="1152525" y="564356"/>
                </a:lnTo>
                <a:lnTo>
                  <a:pt x="1335881" y="0"/>
                </a:lnTo>
                <a:lnTo>
                  <a:pt x="1152525" y="152400"/>
                </a:lnTo>
                <a:lnTo>
                  <a:pt x="957262" y="214312"/>
                </a:lnTo>
                <a:lnTo>
                  <a:pt x="783431" y="481012"/>
                </a:lnTo>
                <a:lnTo>
                  <a:pt x="578644" y="733425"/>
                </a:lnTo>
                <a:lnTo>
                  <a:pt x="381000" y="742950"/>
                </a:lnTo>
                <a:lnTo>
                  <a:pt x="190500" y="621506"/>
                </a:lnTo>
                <a:lnTo>
                  <a:pt x="0" y="619125"/>
                </a:lnTo>
                <a:close/>
              </a:path>
            </a:pathLst>
          </a:custGeom>
          <a:gradFill flip="none" rotWithShape="1">
            <a:gsLst>
              <a:gs pos="0">
                <a:srgbClr val="FFFFFF"/>
              </a:gs>
              <a:gs pos="0">
                <a:schemeClr val="accent1">
                  <a:lumMod val="5000"/>
                  <a:lumOff val="95000"/>
                </a:schemeClr>
              </a:gs>
              <a:gs pos="66000">
                <a:srgbClr val="DD1D2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6799207C-5330-DF44-5009-54B275735E22}"/>
              </a:ext>
            </a:extLst>
          </p:cNvPr>
          <p:cNvPicPr>
            <a:picLocks noChangeAspect="1"/>
          </p:cNvPicPr>
          <p:nvPr/>
        </p:nvPicPr>
        <p:blipFill>
          <a:blip r:embed="rId416"/>
          <a:stretch>
            <a:fillRect/>
          </a:stretch>
        </p:blipFill>
        <p:spPr>
          <a:xfrm>
            <a:off x="24857075" y="13774738"/>
            <a:ext cx="4161256" cy="3521711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114E2068-2AB4-1CFD-4C54-76C0F9F01EEE}"/>
              </a:ext>
            </a:extLst>
          </p:cNvPr>
          <p:cNvSpPr txBox="1"/>
          <p:nvPr/>
        </p:nvSpPr>
        <p:spPr bwMode="auto">
          <a:xfrm>
            <a:off x="26782713" y="14914563"/>
            <a:ext cx="784225" cy="65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Good glut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53EA977-ABC0-53B3-3B49-4CFC945A7D69}"/>
              </a:ext>
            </a:extLst>
          </p:cNvPr>
          <p:cNvSpPr txBox="1"/>
          <p:nvPr/>
        </p:nvSpPr>
        <p:spPr bwMode="auto">
          <a:xfrm>
            <a:off x="26411238" y="16005175"/>
            <a:ext cx="769938" cy="65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>
                <a:solidFill>
                  <a:srgbClr val="4A4A4A"/>
                </a:solidFill>
              </a:rPr>
              <a:t>Gloomy glut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9D64BDC-75B8-1CC8-969D-750D505101AD}"/>
              </a:ext>
            </a:extLst>
          </p:cNvPr>
          <p:cNvSpPr txBox="1"/>
          <p:nvPr/>
        </p:nvSpPr>
        <p:spPr bwMode="auto">
          <a:xfrm>
            <a:off x="25511125" y="15163800"/>
            <a:ext cx="1415415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>
                <a:solidFill>
                  <a:srgbClr val="FFFFFF"/>
                </a:solidFill>
              </a:rPr>
              <a:t>Soft landing</a:t>
            </a:r>
          </a:p>
        </p:txBody>
      </p:sp>
      <p:pic>
        <p:nvPicPr>
          <p:cNvPr id="346" name="Picture 345">
            <a:extLst>
              <a:ext uri="{FF2B5EF4-FFF2-40B4-BE49-F238E27FC236}">
                <a16:creationId xmlns:a16="http://schemas.microsoft.com/office/drawing/2014/main" id="{EB78AC5D-20CD-605C-437F-93B68D861537}"/>
              </a:ext>
            </a:extLst>
          </p:cNvPr>
          <p:cNvPicPr>
            <a:picLocks noChangeAspect="1"/>
          </p:cNvPicPr>
          <p:nvPr/>
        </p:nvPicPr>
        <p:blipFill>
          <a:blip r:embed="rId417"/>
          <a:stretch>
            <a:fillRect/>
          </a:stretch>
        </p:blipFill>
        <p:spPr>
          <a:xfrm>
            <a:off x="878455" y="19951700"/>
            <a:ext cx="12326184" cy="6146735"/>
          </a:xfrm>
          <a:prstGeom prst="rect">
            <a:avLst/>
          </a:prstGeom>
        </p:spPr>
      </p:pic>
      <p:sp>
        <p:nvSpPr>
          <p:cNvPr id="375" name="TextBox 374">
            <a:extLst>
              <a:ext uri="{FF2B5EF4-FFF2-40B4-BE49-F238E27FC236}">
                <a16:creationId xmlns:a16="http://schemas.microsoft.com/office/drawing/2014/main" id="{FEAE4320-69A8-6464-3153-A17C7569EAD5}"/>
              </a:ext>
            </a:extLst>
          </p:cNvPr>
          <p:cNvSpPr txBox="1"/>
          <p:nvPr/>
        </p:nvSpPr>
        <p:spPr bwMode="auto">
          <a:xfrm>
            <a:off x="17097375" y="24458613"/>
            <a:ext cx="990346" cy="65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/>
              <a:t>Capacity (MT)</a:t>
            </a:r>
          </a:p>
        </p:txBody>
      </p:sp>
      <p:sp>
        <p:nvSpPr>
          <p:cNvPr id="376" name="Rectangle 375">
            <a:extLst>
              <a:ext uri="{FF2B5EF4-FFF2-40B4-BE49-F238E27FC236}">
                <a16:creationId xmlns:a16="http://schemas.microsoft.com/office/drawing/2014/main" id="{2903C08E-5083-8886-1FE0-272A70FBE94B}"/>
              </a:ext>
            </a:extLst>
          </p:cNvPr>
          <p:cNvSpPr/>
          <p:nvPr>
            <p:custDataLst>
              <p:tags r:id="rId47"/>
            </p:custDataLst>
          </p:nvPr>
        </p:nvSpPr>
        <p:spPr bwMode="auto">
          <a:xfrm>
            <a:off x="20924838" y="24223663"/>
            <a:ext cx="176213" cy="161925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77" name="Rectangle 376">
            <a:extLst>
              <a:ext uri="{FF2B5EF4-FFF2-40B4-BE49-F238E27FC236}">
                <a16:creationId xmlns:a16="http://schemas.microsoft.com/office/drawing/2014/main" id="{D38D33B9-135F-4265-C6D8-1851651D6DC6}"/>
              </a:ext>
            </a:extLst>
          </p:cNvPr>
          <p:cNvSpPr/>
          <p:nvPr>
            <p:custDataLst>
              <p:tags r:id="rId48"/>
            </p:custDataLst>
          </p:nvPr>
        </p:nvSpPr>
        <p:spPr bwMode="auto">
          <a:xfrm>
            <a:off x="20924838" y="21134388"/>
            <a:ext cx="176213" cy="308927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78" name="Rectangle 377">
            <a:extLst>
              <a:ext uri="{FF2B5EF4-FFF2-40B4-BE49-F238E27FC236}">
                <a16:creationId xmlns:a16="http://schemas.microsoft.com/office/drawing/2014/main" id="{540DE634-E918-5CB0-6474-81C129B4FBB9}"/>
              </a:ext>
            </a:extLst>
          </p:cNvPr>
          <p:cNvSpPr/>
          <p:nvPr>
            <p:custDataLst>
              <p:tags r:id="rId49"/>
            </p:custDataLst>
          </p:nvPr>
        </p:nvSpPr>
        <p:spPr bwMode="auto">
          <a:xfrm>
            <a:off x="20834350" y="24230013"/>
            <a:ext cx="90488" cy="16129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79" name="Rectangle 378">
            <a:extLst>
              <a:ext uri="{FF2B5EF4-FFF2-40B4-BE49-F238E27FC236}">
                <a16:creationId xmlns:a16="http://schemas.microsoft.com/office/drawing/2014/main" id="{52AD2047-F650-D9D7-65DF-719A97FD8C45}"/>
              </a:ext>
            </a:extLst>
          </p:cNvPr>
          <p:cNvSpPr/>
          <p:nvPr>
            <p:custDataLst>
              <p:tags r:id="rId50"/>
            </p:custDataLst>
          </p:nvPr>
        </p:nvSpPr>
        <p:spPr bwMode="auto">
          <a:xfrm>
            <a:off x="20834350" y="21142325"/>
            <a:ext cx="90488" cy="30876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80" name="Rectangle 379">
            <a:extLst>
              <a:ext uri="{FF2B5EF4-FFF2-40B4-BE49-F238E27FC236}">
                <a16:creationId xmlns:a16="http://schemas.microsoft.com/office/drawing/2014/main" id="{A6251FF0-C84D-F20E-38FE-BFB368DFBAD0}"/>
              </a:ext>
            </a:extLst>
          </p:cNvPr>
          <p:cNvSpPr/>
          <p:nvPr>
            <p:custDataLst>
              <p:tags r:id="rId51"/>
            </p:custDataLst>
          </p:nvPr>
        </p:nvSpPr>
        <p:spPr bwMode="auto">
          <a:xfrm>
            <a:off x="20801013" y="24203025"/>
            <a:ext cx="33338" cy="163988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81" name="Rectangle 380">
            <a:extLst>
              <a:ext uri="{FF2B5EF4-FFF2-40B4-BE49-F238E27FC236}">
                <a16:creationId xmlns:a16="http://schemas.microsoft.com/office/drawing/2014/main" id="{FCB08EC6-0C23-0687-BA89-6A6DA92C2AF0}"/>
              </a:ext>
            </a:extLst>
          </p:cNvPr>
          <p:cNvSpPr/>
          <p:nvPr>
            <p:custDataLst>
              <p:tags r:id="rId52"/>
            </p:custDataLst>
          </p:nvPr>
        </p:nvSpPr>
        <p:spPr bwMode="auto">
          <a:xfrm>
            <a:off x="20801013" y="21220113"/>
            <a:ext cx="33338" cy="298291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82" name="Rectangle 381">
            <a:extLst>
              <a:ext uri="{FF2B5EF4-FFF2-40B4-BE49-F238E27FC236}">
                <a16:creationId xmlns:a16="http://schemas.microsoft.com/office/drawing/2014/main" id="{031C30AC-8ACC-56DC-871E-0B382EB09A20}"/>
              </a:ext>
            </a:extLst>
          </p:cNvPr>
          <p:cNvSpPr/>
          <p:nvPr>
            <p:custDataLst>
              <p:tags r:id="rId53"/>
            </p:custDataLst>
          </p:nvPr>
        </p:nvSpPr>
        <p:spPr bwMode="auto">
          <a:xfrm>
            <a:off x="20602575" y="24210963"/>
            <a:ext cx="198438" cy="163195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83" name="Rectangle 382">
            <a:extLst>
              <a:ext uri="{FF2B5EF4-FFF2-40B4-BE49-F238E27FC236}">
                <a16:creationId xmlns:a16="http://schemas.microsoft.com/office/drawing/2014/main" id="{03138FC0-B62A-B42A-03D5-93051CF89F78}"/>
              </a:ext>
            </a:extLst>
          </p:cNvPr>
          <p:cNvSpPr/>
          <p:nvPr>
            <p:custDataLst>
              <p:tags r:id="rId54"/>
            </p:custDataLst>
          </p:nvPr>
        </p:nvSpPr>
        <p:spPr bwMode="auto">
          <a:xfrm>
            <a:off x="20602575" y="21504275"/>
            <a:ext cx="198438" cy="27066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84" name="Rectangle 383">
            <a:extLst>
              <a:ext uri="{FF2B5EF4-FFF2-40B4-BE49-F238E27FC236}">
                <a16:creationId xmlns:a16="http://schemas.microsoft.com/office/drawing/2014/main" id="{5AB43640-DF6D-E5C8-7489-09FC47F3FD99}"/>
              </a:ext>
            </a:extLst>
          </p:cNvPr>
          <p:cNvSpPr/>
          <p:nvPr>
            <p:custDataLst>
              <p:tags r:id="rId55"/>
            </p:custDataLst>
          </p:nvPr>
        </p:nvSpPr>
        <p:spPr bwMode="auto">
          <a:xfrm>
            <a:off x="20583525" y="24155400"/>
            <a:ext cx="19050" cy="168751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7BA712C1-8CE3-676C-D8B8-1733B0A6E5D7}"/>
              </a:ext>
            </a:extLst>
          </p:cNvPr>
          <p:cNvSpPr/>
          <p:nvPr>
            <p:custDataLst>
              <p:tags r:id="rId56"/>
            </p:custDataLst>
          </p:nvPr>
        </p:nvSpPr>
        <p:spPr bwMode="auto">
          <a:xfrm>
            <a:off x="20583525" y="21512213"/>
            <a:ext cx="19050" cy="26431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F636C9EF-29F7-743F-AFDB-AD46612644E3}"/>
              </a:ext>
            </a:extLst>
          </p:cNvPr>
          <p:cNvSpPr/>
          <p:nvPr>
            <p:custDataLst>
              <p:tags r:id="rId57"/>
            </p:custDataLst>
          </p:nvPr>
        </p:nvSpPr>
        <p:spPr bwMode="auto">
          <a:xfrm>
            <a:off x="20513675" y="24147463"/>
            <a:ext cx="69850" cy="169545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7C2D55F0-E291-A029-FCD9-A782EC00F3B1}"/>
              </a:ext>
            </a:extLst>
          </p:cNvPr>
          <p:cNvSpPr/>
          <p:nvPr>
            <p:custDataLst>
              <p:tags r:id="rId58"/>
            </p:custDataLst>
          </p:nvPr>
        </p:nvSpPr>
        <p:spPr bwMode="auto">
          <a:xfrm>
            <a:off x="20513675" y="21524913"/>
            <a:ext cx="69850" cy="26225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DC0147C5-9A3F-F030-3860-220950DBE0E8}"/>
              </a:ext>
            </a:extLst>
          </p:cNvPr>
          <p:cNvSpPr/>
          <p:nvPr>
            <p:custDataLst>
              <p:tags r:id="rId59"/>
            </p:custDataLst>
          </p:nvPr>
        </p:nvSpPr>
        <p:spPr bwMode="auto">
          <a:xfrm>
            <a:off x="20381913" y="24201438"/>
            <a:ext cx="131763" cy="164147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89" name="Rectangle 388">
            <a:extLst>
              <a:ext uri="{FF2B5EF4-FFF2-40B4-BE49-F238E27FC236}">
                <a16:creationId xmlns:a16="http://schemas.microsoft.com/office/drawing/2014/main" id="{1E27DBE9-45A3-6363-6B19-83248888E7C0}"/>
              </a:ext>
            </a:extLst>
          </p:cNvPr>
          <p:cNvSpPr/>
          <p:nvPr>
            <p:custDataLst>
              <p:tags r:id="rId60"/>
            </p:custDataLst>
          </p:nvPr>
        </p:nvSpPr>
        <p:spPr bwMode="auto">
          <a:xfrm>
            <a:off x="20381913" y="21569363"/>
            <a:ext cx="131763" cy="263207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90" name="Rectangle 389">
            <a:extLst>
              <a:ext uri="{FF2B5EF4-FFF2-40B4-BE49-F238E27FC236}">
                <a16:creationId xmlns:a16="http://schemas.microsoft.com/office/drawing/2014/main" id="{BAFEB348-050C-C2EE-4F9D-AFE7351DD2F4}"/>
              </a:ext>
            </a:extLst>
          </p:cNvPr>
          <p:cNvSpPr/>
          <p:nvPr>
            <p:custDataLst>
              <p:tags r:id="rId61"/>
            </p:custDataLst>
          </p:nvPr>
        </p:nvSpPr>
        <p:spPr bwMode="auto">
          <a:xfrm>
            <a:off x="20248563" y="24218900"/>
            <a:ext cx="133350" cy="162401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91" name="Rectangle 390">
            <a:extLst>
              <a:ext uri="{FF2B5EF4-FFF2-40B4-BE49-F238E27FC236}">
                <a16:creationId xmlns:a16="http://schemas.microsoft.com/office/drawing/2014/main" id="{3DEE99D7-81A2-4662-8CC0-76C7939F7194}"/>
              </a:ext>
            </a:extLst>
          </p:cNvPr>
          <p:cNvSpPr/>
          <p:nvPr>
            <p:custDataLst>
              <p:tags r:id="rId62"/>
            </p:custDataLst>
          </p:nvPr>
        </p:nvSpPr>
        <p:spPr bwMode="auto">
          <a:xfrm>
            <a:off x="20248563" y="21588413"/>
            <a:ext cx="133350" cy="26304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948F348A-79AA-FEDF-1650-4A97058E6053}"/>
              </a:ext>
            </a:extLst>
          </p:cNvPr>
          <p:cNvSpPr/>
          <p:nvPr>
            <p:custDataLst>
              <p:tags r:id="rId63"/>
            </p:custDataLst>
          </p:nvPr>
        </p:nvSpPr>
        <p:spPr bwMode="auto">
          <a:xfrm>
            <a:off x="20115213" y="24201438"/>
            <a:ext cx="133350" cy="164147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93" name="Rectangle 392">
            <a:extLst>
              <a:ext uri="{FF2B5EF4-FFF2-40B4-BE49-F238E27FC236}">
                <a16:creationId xmlns:a16="http://schemas.microsoft.com/office/drawing/2014/main" id="{AA78E09B-9F2C-A9B0-84E3-A47C3B0AAEEF}"/>
              </a:ext>
            </a:extLst>
          </p:cNvPr>
          <p:cNvSpPr/>
          <p:nvPr>
            <p:custDataLst>
              <p:tags r:id="rId64"/>
            </p:custDataLst>
          </p:nvPr>
        </p:nvSpPr>
        <p:spPr bwMode="auto">
          <a:xfrm>
            <a:off x="20115213" y="21623338"/>
            <a:ext cx="133350" cy="25781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94" name="Rectangle 393">
            <a:extLst>
              <a:ext uri="{FF2B5EF4-FFF2-40B4-BE49-F238E27FC236}">
                <a16:creationId xmlns:a16="http://schemas.microsoft.com/office/drawing/2014/main" id="{B7B76671-D584-2A3C-DD72-02C3A7141E91}"/>
              </a:ext>
            </a:extLst>
          </p:cNvPr>
          <p:cNvSpPr/>
          <p:nvPr>
            <p:custDataLst>
              <p:tags r:id="rId65"/>
            </p:custDataLst>
          </p:nvPr>
        </p:nvSpPr>
        <p:spPr bwMode="auto">
          <a:xfrm>
            <a:off x="20048538" y="24210963"/>
            <a:ext cx="66675" cy="163195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95" name="Rectangle 394">
            <a:extLst>
              <a:ext uri="{FF2B5EF4-FFF2-40B4-BE49-F238E27FC236}">
                <a16:creationId xmlns:a16="http://schemas.microsoft.com/office/drawing/2014/main" id="{65DEDA0E-D749-56E3-63F0-B49783007697}"/>
              </a:ext>
            </a:extLst>
          </p:cNvPr>
          <p:cNvSpPr/>
          <p:nvPr>
            <p:custDataLst>
              <p:tags r:id="rId66"/>
            </p:custDataLst>
          </p:nvPr>
        </p:nvSpPr>
        <p:spPr bwMode="auto">
          <a:xfrm>
            <a:off x="20048538" y="21631275"/>
            <a:ext cx="66675" cy="25796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96" name="Rectangle 395">
            <a:extLst>
              <a:ext uri="{FF2B5EF4-FFF2-40B4-BE49-F238E27FC236}">
                <a16:creationId xmlns:a16="http://schemas.microsoft.com/office/drawing/2014/main" id="{054C28E4-3ECE-9853-F70C-D4F52902981A}"/>
              </a:ext>
            </a:extLst>
          </p:cNvPr>
          <p:cNvSpPr/>
          <p:nvPr>
            <p:custDataLst>
              <p:tags r:id="rId67"/>
            </p:custDataLst>
          </p:nvPr>
        </p:nvSpPr>
        <p:spPr bwMode="auto">
          <a:xfrm>
            <a:off x="19981863" y="24215725"/>
            <a:ext cx="66675" cy="162718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09107BD4-441D-390A-5977-DAFB24A347A5}"/>
              </a:ext>
            </a:extLst>
          </p:cNvPr>
          <p:cNvSpPr/>
          <p:nvPr>
            <p:custDataLst>
              <p:tags r:id="rId68"/>
            </p:custDataLst>
          </p:nvPr>
        </p:nvSpPr>
        <p:spPr bwMode="auto">
          <a:xfrm>
            <a:off x="19981863" y="21637625"/>
            <a:ext cx="66675" cy="25781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98" name="Rectangle 397">
            <a:extLst>
              <a:ext uri="{FF2B5EF4-FFF2-40B4-BE49-F238E27FC236}">
                <a16:creationId xmlns:a16="http://schemas.microsoft.com/office/drawing/2014/main" id="{3C551D9C-045F-55D6-B8A7-C03D3B5F2082}"/>
              </a:ext>
            </a:extLst>
          </p:cNvPr>
          <p:cNvSpPr/>
          <p:nvPr>
            <p:custDataLst>
              <p:tags r:id="rId69"/>
            </p:custDataLst>
          </p:nvPr>
        </p:nvSpPr>
        <p:spPr bwMode="auto">
          <a:xfrm>
            <a:off x="19908838" y="24204613"/>
            <a:ext cx="73025" cy="16383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A3E531E3-2A25-9F04-7915-8C8ECE29690F}"/>
              </a:ext>
            </a:extLst>
          </p:cNvPr>
          <p:cNvSpPr/>
          <p:nvPr>
            <p:custDataLst>
              <p:tags r:id="rId70"/>
            </p:custDataLst>
          </p:nvPr>
        </p:nvSpPr>
        <p:spPr bwMode="auto">
          <a:xfrm>
            <a:off x="19908838" y="21658263"/>
            <a:ext cx="73025" cy="25463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00" name="Rectangle 399">
            <a:extLst>
              <a:ext uri="{FF2B5EF4-FFF2-40B4-BE49-F238E27FC236}">
                <a16:creationId xmlns:a16="http://schemas.microsoft.com/office/drawing/2014/main" id="{34AD3D8E-29CD-C2A5-CAB1-5DE03042426B}"/>
              </a:ext>
            </a:extLst>
          </p:cNvPr>
          <p:cNvSpPr/>
          <p:nvPr>
            <p:custDataLst>
              <p:tags r:id="rId71"/>
            </p:custDataLst>
          </p:nvPr>
        </p:nvSpPr>
        <p:spPr bwMode="auto">
          <a:xfrm>
            <a:off x="19835813" y="24204613"/>
            <a:ext cx="73025" cy="16383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01" name="Rectangle 400">
            <a:extLst>
              <a:ext uri="{FF2B5EF4-FFF2-40B4-BE49-F238E27FC236}">
                <a16:creationId xmlns:a16="http://schemas.microsoft.com/office/drawing/2014/main" id="{9A2BBBFC-8AEB-7B18-0CCF-94DAE6241DE8}"/>
              </a:ext>
            </a:extLst>
          </p:cNvPr>
          <p:cNvSpPr/>
          <p:nvPr>
            <p:custDataLst>
              <p:tags r:id="rId72"/>
            </p:custDataLst>
          </p:nvPr>
        </p:nvSpPr>
        <p:spPr bwMode="auto">
          <a:xfrm>
            <a:off x="19835813" y="21658263"/>
            <a:ext cx="73025" cy="25463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02" name="Rectangle 401">
            <a:extLst>
              <a:ext uri="{FF2B5EF4-FFF2-40B4-BE49-F238E27FC236}">
                <a16:creationId xmlns:a16="http://schemas.microsoft.com/office/drawing/2014/main" id="{621578D9-EDCB-99C9-61F4-BDF38012C91D}"/>
              </a:ext>
            </a:extLst>
          </p:cNvPr>
          <p:cNvSpPr/>
          <p:nvPr>
            <p:custDataLst>
              <p:tags r:id="rId73"/>
            </p:custDataLst>
          </p:nvPr>
        </p:nvSpPr>
        <p:spPr bwMode="auto">
          <a:xfrm>
            <a:off x="19762788" y="24204613"/>
            <a:ext cx="73025" cy="16383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03" name="Rectangle 402">
            <a:extLst>
              <a:ext uri="{FF2B5EF4-FFF2-40B4-BE49-F238E27FC236}">
                <a16:creationId xmlns:a16="http://schemas.microsoft.com/office/drawing/2014/main" id="{0467990E-A59B-1571-1906-6A256BCE0340}"/>
              </a:ext>
            </a:extLst>
          </p:cNvPr>
          <p:cNvSpPr/>
          <p:nvPr>
            <p:custDataLst>
              <p:tags r:id="rId74"/>
            </p:custDataLst>
          </p:nvPr>
        </p:nvSpPr>
        <p:spPr bwMode="auto">
          <a:xfrm>
            <a:off x="19762788" y="21658263"/>
            <a:ext cx="73025" cy="254635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FA46B6D0-AA53-31C7-95C9-29C759AD35A2}"/>
              </a:ext>
            </a:extLst>
          </p:cNvPr>
          <p:cNvSpPr/>
          <p:nvPr>
            <p:custDataLst>
              <p:tags r:id="rId75"/>
            </p:custDataLst>
          </p:nvPr>
        </p:nvSpPr>
        <p:spPr bwMode="auto">
          <a:xfrm>
            <a:off x="19624675" y="24193500"/>
            <a:ext cx="138113" cy="164941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1BD72CB6-4732-D38A-8B2D-DB2AFF3C8F3C}"/>
              </a:ext>
            </a:extLst>
          </p:cNvPr>
          <p:cNvSpPr/>
          <p:nvPr>
            <p:custDataLst>
              <p:tags r:id="rId76"/>
            </p:custDataLst>
          </p:nvPr>
        </p:nvSpPr>
        <p:spPr bwMode="auto">
          <a:xfrm>
            <a:off x="19624675" y="21813838"/>
            <a:ext cx="138113" cy="237966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20D36722-C52C-45F8-E67F-557321876AEC}"/>
              </a:ext>
            </a:extLst>
          </p:cNvPr>
          <p:cNvSpPr/>
          <p:nvPr>
            <p:custDataLst>
              <p:tags r:id="rId77"/>
            </p:custDataLst>
          </p:nvPr>
        </p:nvSpPr>
        <p:spPr bwMode="auto">
          <a:xfrm>
            <a:off x="19558000" y="24144288"/>
            <a:ext cx="66675" cy="169862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93AC1C8D-E8DF-79B9-8462-94831FFE88B4}"/>
              </a:ext>
            </a:extLst>
          </p:cNvPr>
          <p:cNvSpPr/>
          <p:nvPr>
            <p:custDataLst>
              <p:tags r:id="rId78"/>
            </p:custDataLst>
          </p:nvPr>
        </p:nvSpPr>
        <p:spPr bwMode="auto">
          <a:xfrm>
            <a:off x="19558000" y="21824950"/>
            <a:ext cx="66675" cy="231933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F7A3ADCA-2864-9C24-6379-43162F2FB083}"/>
              </a:ext>
            </a:extLst>
          </p:cNvPr>
          <p:cNvSpPr/>
          <p:nvPr>
            <p:custDataLst>
              <p:tags r:id="rId79"/>
            </p:custDataLst>
          </p:nvPr>
        </p:nvSpPr>
        <p:spPr bwMode="auto">
          <a:xfrm>
            <a:off x="19424650" y="24144288"/>
            <a:ext cx="133350" cy="169862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148CB862-5E24-23D4-222D-1972331287F0}"/>
              </a:ext>
            </a:extLst>
          </p:cNvPr>
          <p:cNvSpPr/>
          <p:nvPr>
            <p:custDataLst>
              <p:tags r:id="rId80"/>
            </p:custDataLst>
          </p:nvPr>
        </p:nvSpPr>
        <p:spPr bwMode="auto">
          <a:xfrm>
            <a:off x="19424650" y="21824950"/>
            <a:ext cx="133350" cy="231933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E8CC8B08-CC28-BE29-695A-3881DFEDC033}"/>
              </a:ext>
            </a:extLst>
          </p:cNvPr>
          <p:cNvSpPr/>
          <p:nvPr>
            <p:custDataLst>
              <p:tags r:id="rId81"/>
            </p:custDataLst>
          </p:nvPr>
        </p:nvSpPr>
        <p:spPr bwMode="auto">
          <a:xfrm>
            <a:off x="19416713" y="23575963"/>
            <a:ext cx="7938" cy="226695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D2AB9663-CEA2-5802-8804-44BFD14C9BB2}"/>
              </a:ext>
            </a:extLst>
          </p:cNvPr>
          <p:cNvSpPr/>
          <p:nvPr>
            <p:custDataLst>
              <p:tags r:id="rId82"/>
            </p:custDataLst>
          </p:nvPr>
        </p:nvSpPr>
        <p:spPr bwMode="auto">
          <a:xfrm>
            <a:off x="19416713" y="22002750"/>
            <a:ext cx="7938" cy="157321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7C9E7CC9-F324-AEB3-AC18-4A490C89EAA9}"/>
              </a:ext>
            </a:extLst>
          </p:cNvPr>
          <p:cNvSpPr/>
          <p:nvPr>
            <p:custDataLst>
              <p:tags r:id="rId83"/>
            </p:custDataLst>
          </p:nvPr>
        </p:nvSpPr>
        <p:spPr bwMode="auto">
          <a:xfrm>
            <a:off x="19396075" y="23610888"/>
            <a:ext cx="20638" cy="223202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79B4948E-A5CF-D1E8-D581-069E62C4E633}"/>
              </a:ext>
            </a:extLst>
          </p:cNvPr>
          <p:cNvSpPr/>
          <p:nvPr>
            <p:custDataLst>
              <p:tags r:id="rId84"/>
            </p:custDataLst>
          </p:nvPr>
        </p:nvSpPr>
        <p:spPr bwMode="auto">
          <a:xfrm>
            <a:off x="19396075" y="22037675"/>
            <a:ext cx="20638" cy="157321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B8B0D936-15F0-0C6C-4236-4A7F57B6D511}"/>
              </a:ext>
            </a:extLst>
          </p:cNvPr>
          <p:cNvSpPr/>
          <p:nvPr>
            <p:custDataLst>
              <p:tags r:id="rId85"/>
            </p:custDataLst>
          </p:nvPr>
        </p:nvSpPr>
        <p:spPr bwMode="auto">
          <a:xfrm>
            <a:off x="19348450" y="24377650"/>
            <a:ext cx="47625" cy="146526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44FDB512-CCC9-D91F-30D8-6905F9CF2AF5}"/>
              </a:ext>
            </a:extLst>
          </p:cNvPr>
          <p:cNvSpPr/>
          <p:nvPr>
            <p:custDataLst>
              <p:tags r:id="rId86"/>
            </p:custDataLst>
          </p:nvPr>
        </p:nvSpPr>
        <p:spPr bwMode="auto">
          <a:xfrm>
            <a:off x="19348450" y="22344063"/>
            <a:ext cx="47625" cy="20335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F2415023-6C70-C914-04D8-3C92C474A813}"/>
              </a:ext>
            </a:extLst>
          </p:cNvPr>
          <p:cNvSpPr/>
          <p:nvPr>
            <p:custDataLst>
              <p:tags r:id="rId87"/>
            </p:custDataLst>
          </p:nvPr>
        </p:nvSpPr>
        <p:spPr bwMode="auto">
          <a:xfrm>
            <a:off x="19300825" y="24377650"/>
            <a:ext cx="47625" cy="146526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2EC91488-7F00-867C-5AF1-6A4DA1CAFD19}"/>
              </a:ext>
            </a:extLst>
          </p:cNvPr>
          <p:cNvSpPr/>
          <p:nvPr>
            <p:custDataLst>
              <p:tags r:id="rId88"/>
            </p:custDataLst>
          </p:nvPr>
        </p:nvSpPr>
        <p:spPr bwMode="auto">
          <a:xfrm>
            <a:off x="19300825" y="22344063"/>
            <a:ext cx="47625" cy="20335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A43BD0C8-80BE-5D98-9E60-A589D044A800}"/>
              </a:ext>
            </a:extLst>
          </p:cNvPr>
          <p:cNvSpPr/>
          <p:nvPr>
            <p:custDataLst>
              <p:tags r:id="rId89"/>
            </p:custDataLst>
          </p:nvPr>
        </p:nvSpPr>
        <p:spPr bwMode="auto">
          <a:xfrm>
            <a:off x="19234150" y="24391938"/>
            <a:ext cx="66675" cy="145097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7E3020A3-BCD9-C369-CB26-36B61C263385}"/>
              </a:ext>
            </a:extLst>
          </p:cNvPr>
          <p:cNvSpPr/>
          <p:nvPr>
            <p:custDataLst>
              <p:tags r:id="rId90"/>
            </p:custDataLst>
          </p:nvPr>
        </p:nvSpPr>
        <p:spPr bwMode="auto">
          <a:xfrm>
            <a:off x="19234150" y="22356763"/>
            <a:ext cx="66675" cy="203517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20" name="Rectangle 419">
            <a:extLst>
              <a:ext uri="{FF2B5EF4-FFF2-40B4-BE49-F238E27FC236}">
                <a16:creationId xmlns:a16="http://schemas.microsoft.com/office/drawing/2014/main" id="{4E79E4FE-9189-43A5-138A-8BA3146191BA}"/>
              </a:ext>
            </a:extLst>
          </p:cNvPr>
          <p:cNvSpPr/>
          <p:nvPr>
            <p:custDataLst>
              <p:tags r:id="rId91"/>
            </p:custDataLst>
          </p:nvPr>
        </p:nvSpPr>
        <p:spPr bwMode="auto">
          <a:xfrm>
            <a:off x="19129375" y="24790400"/>
            <a:ext cx="104775" cy="105251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21" name="Rectangle 420">
            <a:extLst>
              <a:ext uri="{FF2B5EF4-FFF2-40B4-BE49-F238E27FC236}">
                <a16:creationId xmlns:a16="http://schemas.microsoft.com/office/drawing/2014/main" id="{1972C811-B992-2F79-5C11-2F16D6832F30}"/>
              </a:ext>
            </a:extLst>
          </p:cNvPr>
          <p:cNvSpPr/>
          <p:nvPr>
            <p:custDataLst>
              <p:tags r:id="rId92"/>
            </p:custDataLst>
          </p:nvPr>
        </p:nvSpPr>
        <p:spPr bwMode="auto">
          <a:xfrm>
            <a:off x="19129375" y="22398038"/>
            <a:ext cx="104775" cy="239236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507AB39D-3039-6F96-176F-76B03CCCA068}"/>
              </a:ext>
            </a:extLst>
          </p:cNvPr>
          <p:cNvSpPr/>
          <p:nvPr>
            <p:custDataLst>
              <p:tags r:id="rId93"/>
            </p:custDataLst>
          </p:nvPr>
        </p:nvSpPr>
        <p:spPr bwMode="auto">
          <a:xfrm>
            <a:off x="19081750" y="24793575"/>
            <a:ext cx="47625" cy="10493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90B0300F-8268-BE91-9F1A-891C5A6904F2}"/>
              </a:ext>
            </a:extLst>
          </p:cNvPr>
          <p:cNvSpPr/>
          <p:nvPr>
            <p:custDataLst>
              <p:tags r:id="rId94"/>
            </p:custDataLst>
          </p:nvPr>
        </p:nvSpPr>
        <p:spPr bwMode="auto">
          <a:xfrm>
            <a:off x="19081750" y="22401213"/>
            <a:ext cx="47625" cy="2392363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24" name="Rectangle 423">
            <a:extLst>
              <a:ext uri="{FF2B5EF4-FFF2-40B4-BE49-F238E27FC236}">
                <a16:creationId xmlns:a16="http://schemas.microsoft.com/office/drawing/2014/main" id="{D26F5E49-478A-59AD-C751-F51DC7E8A2F5}"/>
              </a:ext>
            </a:extLst>
          </p:cNvPr>
          <p:cNvSpPr/>
          <p:nvPr>
            <p:custDataLst>
              <p:tags r:id="rId95"/>
            </p:custDataLst>
          </p:nvPr>
        </p:nvSpPr>
        <p:spPr bwMode="auto">
          <a:xfrm>
            <a:off x="19007138" y="24687213"/>
            <a:ext cx="74613" cy="11557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5A4C3689-B82B-728D-0D02-92395DA9BE58}"/>
              </a:ext>
            </a:extLst>
          </p:cNvPr>
          <p:cNvSpPr/>
          <p:nvPr>
            <p:custDataLst>
              <p:tags r:id="rId96"/>
            </p:custDataLst>
          </p:nvPr>
        </p:nvSpPr>
        <p:spPr bwMode="auto">
          <a:xfrm>
            <a:off x="19007138" y="22653625"/>
            <a:ext cx="74613" cy="2033588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26" name="Rectangle 425">
            <a:extLst>
              <a:ext uri="{FF2B5EF4-FFF2-40B4-BE49-F238E27FC236}">
                <a16:creationId xmlns:a16="http://schemas.microsoft.com/office/drawing/2014/main" id="{8EC54B9C-AF8D-1D30-9E32-D264DCD38ADA}"/>
              </a:ext>
            </a:extLst>
          </p:cNvPr>
          <p:cNvSpPr/>
          <p:nvPr>
            <p:custDataLst>
              <p:tags r:id="rId97"/>
            </p:custDataLst>
          </p:nvPr>
        </p:nvSpPr>
        <p:spPr bwMode="auto">
          <a:xfrm>
            <a:off x="18951575" y="22988588"/>
            <a:ext cx="55563" cy="285432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27" name="Rectangle 426">
            <a:extLst>
              <a:ext uri="{FF2B5EF4-FFF2-40B4-BE49-F238E27FC236}">
                <a16:creationId xmlns:a16="http://schemas.microsoft.com/office/drawing/2014/main" id="{2A82C989-5195-2B33-AC62-41CD71D39168}"/>
              </a:ext>
            </a:extLst>
          </p:cNvPr>
          <p:cNvSpPr/>
          <p:nvPr>
            <p:custDataLst>
              <p:tags r:id="rId98"/>
            </p:custDataLst>
          </p:nvPr>
        </p:nvSpPr>
        <p:spPr bwMode="auto">
          <a:xfrm>
            <a:off x="18896013" y="23358475"/>
            <a:ext cx="55563" cy="24844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AE2FABE2-7EA7-EE7F-C603-95700B1CCFBA}"/>
              </a:ext>
            </a:extLst>
          </p:cNvPr>
          <p:cNvSpPr/>
          <p:nvPr>
            <p:custDataLst>
              <p:tags r:id="rId99"/>
            </p:custDataLst>
          </p:nvPr>
        </p:nvSpPr>
        <p:spPr bwMode="auto">
          <a:xfrm>
            <a:off x="18665825" y="23483888"/>
            <a:ext cx="230188" cy="235902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29" name="Rectangle 428">
            <a:extLst>
              <a:ext uri="{FF2B5EF4-FFF2-40B4-BE49-F238E27FC236}">
                <a16:creationId xmlns:a16="http://schemas.microsoft.com/office/drawing/2014/main" id="{50455DED-38CC-EFA6-9BDF-47B89EBD95F5}"/>
              </a:ext>
            </a:extLst>
          </p:cNvPr>
          <p:cNvSpPr/>
          <p:nvPr>
            <p:custDataLst>
              <p:tags r:id="rId100"/>
            </p:custDataLst>
          </p:nvPr>
        </p:nvSpPr>
        <p:spPr bwMode="auto">
          <a:xfrm>
            <a:off x="18561050" y="23579138"/>
            <a:ext cx="104775" cy="226377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30" name="Rectangle 429">
            <a:extLst>
              <a:ext uri="{FF2B5EF4-FFF2-40B4-BE49-F238E27FC236}">
                <a16:creationId xmlns:a16="http://schemas.microsoft.com/office/drawing/2014/main" id="{DE3C4125-FE30-1CF6-26EF-716412B3B05E}"/>
              </a:ext>
            </a:extLst>
          </p:cNvPr>
          <p:cNvSpPr/>
          <p:nvPr>
            <p:custDataLst>
              <p:tags r:id="rId101"/>
            </p:custDataLst>
          </p:nvPr>
        </p:nvSpPr>
        <p:spPr bwMode="auto">
          <a:xfrm>
            <a:off x="18386425" y="23591838"/>
            <a:ext cx="174625" cy="225107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5AAC3C51-56BD-FB33-7D93-2BFA5FD1DA94}"/>
              </a:ext>
            </a:extLst>
          </p:cNvPr>
          <p:cNvSpPr/>
          <p:nvPr>
            <p:custDataLst>
              <p:tags r:id="rId102"/>
            </p:custDataLst>
          </p:nvPr>
        </p:nvSpPr>
        <p:spPr bwMode="auto">
          <a:xfrm>
            <a:off x="18332450" y="23779163"/>
            <a:ext cx="53975" cy="206375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32" name="Rectangle 431">
            <a:extLst>
              <a:ext uri="{FF2B5EF4-FFF2-40B4-BE49-F238E27FC236}">
                <a16:creationId xmlns:a16="http://schemas.microsoft.com/office/drawing/2014/main" id="{FE965791-16D6-FA17-F975-E2D9A02BBA3E}"/>
              </a:ext>
            </a:extLst>
          </p:cNvPr>
          <p:cNvSpPr/>
          <p:nvPr>
            <p:custDataLst>
              <p:tags r:id="rId103"/>
            </p:custDataLst>
          </p:nvPr>
        </p:nvSpPr>
        <p:spPr bwMode="auto">
          <a:xfrm>
            <a:off x="18275300" y="23918863"/>
            <a:ext cx="57150" cy="192405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33" name="Rectangle 432">
            <a:extLst>
              <a:ext uri="{FF2B5EF4-FFF2-40B4-BE49-F238E27FC236}">
                <a16:creationId xmlns:a16="http://schemas.microsoft.com/office/drawing/2014/main" id="{28210372-A977-AB67-E3C5-A983FFC4E5E0}"/>
              </a:ext>
            </a:extLst>
          </p:cNvPr>
          <p:cNvSpPr/>
          <p:nvPr>
            <p:custDataLst>
              <p:tags r:id="rId104"/>
            </p:custDataLst>
          </p:nvPr>
        </p:nvSpPr>
        <p:spPr bwMode="auto">
          <a:xfrm>
            <a:off x="18222913" y="23983950"/>
            <a:ext cx="52388" cy="185896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4E2E0D40-9849-3155-7B3D-4377E2CA3B1C}"/>
              </a:ext>
            </a:extLst>
          </p:cNvPr>
          <p:cNvSpPr/>
          <p:nvPr>
            <p:custDataLst>
              <p:tags r:id="rId105"/>
            </p:custDataLst>
          </p:nvPr>
        </p:nvSpPr>
        <p:spPr bwMode="auto">
          <a:xfrm>
            <a:off x="18191163" y="24055388"/>
            <a:ext cx="31750" cy="178752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35" name="Rectangle 434">
            <a:extLst>
              <a:ext uri="{FF2B5EF4-FFF2-40B4-BE49-F238E27FC236}">
                <a16:creationId xmlns:a16="http://schemas.microsoft.com/office/drawing/2014/main" id="{7D4B5130-5D42-559D-6980-185BD542F498}"/>
              </a:ext>
            </a:extLst>
          </p:cNvPr>
          <p:cNvSpPr/>
          <p:nvPr>
            <p:custDataLst>
              <p:tags r:id="rId106"/>
            </p:custDataLst>
          </p:nvPr>
        </p:nvSpPr>
        <p:spPr bwMode="auto">
          <a:xfrm>
            <a:off x="18183225" y="24074438"/>
            <a:ext cx="7938" cy="176847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36" name="Rectangle 435">
            <a:extLst>
              <a:ext uri="{FF2B5EF4-FFF2-40B4-BE49-F238E27FC236}">
                <a16:creationId xmlns:a16="http://schemas.microsoft.com/office/drawing/2014/main" id="{C71872BC-7428-28E6-0EA8-0FF00A6FE0D5}"/>
              </a:ext>
            </a:extLst>
          </p:cNvPr>
          <p:cNvSpPr/>
          <p:nvPr>
            <p:custDataLst>
              <p:tags r:id="rId107"/>
            </p:custDataLst>
          </p:nvPr>
        </p:nvSpPr>
        <p:spPr bwMode="auto">
          <a:xfrm>
            <a:off x="18138775" y="24145875"/>
            <a:ext cx="44450" cy="16970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404ECC25-F16C-99B7-8D67-7FDD64A73F2E}"/>
              </a:ext>
            </a:extLst>
          </p:cNvPr>
          <p:cNvSpPr/>
          <p:nvPr>
            <p:custDataLst>
              <p:tags r:id="rId108"/>
            </p:custDataLst>
          </p:nvPr>
        </p:nvSpPr>
        <p:spPr bwMode="auto">
          <a:xfrm>
            <a:off x="18030825" y="24153813"/>
            <a:ext cx="107950" cy="16891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38" name="Rectangle 437">
            <a:extLst>
              <a:ext uri="{FF2B5EF4-FFF2-40B4-BE49-F238E27FC236}">
                <a16:creationId xmlns:a16="http://schemas.microsoft.com/office/drawing/2014/main" id="{636AD32F-A109-B0C2-3F6C-32870EFDC922}"/>
              </a:ext>
            </a:extLst>
          </p:cNvPr>
          <p:cNvSpPr/>
          <p:nvPr>
            <p:custDataLst>
              <p:tags r:id="rId109"/>
            </p:custDataLst>
          </p:nvPr>
        </p:nvSpPr>
        <p:spPr bwMode="auto">
          <a:xfrm>
            <a:off x="17941925" y="24168100"/>
            <a:ext cx="88900" cy="167481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39" name="Rectangle 438">
            <a:extLst>
              <a:ext uri="{FF2B5EF4-FFF2-40B4-BE49-F238E27FC236}">
                <a16:creationId xmlns:a16="http://schemas.microsoft.com/office/drawing/2014/main" id="{58D34E8F-7C94-2EA2-48E5-8ED28F6D7FD5}"/>
              </a:ext>
            </a:extLst>
          </p:cNvPr>
          <p:cNvSpPr/>
          <p:nvPr>
            <p:custDataLst>
              <p:tags r:id="rId110"/>
            </p:custDataLst>
          </p:nvPr>
        </p:nvSpPr>
        <p:spPr bwMode="auto">
          <a:xfrm>
            <a:off x="17887950" y="24214138"/>
            <a:ext cx="53975" cy="162877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485B9EE8-8166-6C8E-E4DF-955F1FFC3A1D}"/>
              </a:ext>
            </a:extLst>
          </p:cNvPr>
          <p:cNvSpPr/>
          <p:nvPr>
            <p:custDataLst>
              <p:tags r:id="rId111"/>
            </p:custDataLst>
          </p:nvPr>
        </p:nvSpPr>
        <p:spPr bwMode="auto">
          <a:xfrm>
            <a:off x="17767300" y="24230013"/>
            <a:ext cx="120650" cy="16129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41" name="Rectangle 440">
            <a:extLst>
              <a:ext uri="{FF2B5EF4-FFF2-40B4-BE49-F238E27FC236}">
                <a16:creationId xmlns:a16="http://schemas.microsoft.com/office/drawing/2014/main" id="{454771FC-0AAA-FF34-C903-D62F99A0F193}"/>
              </a:ext>
            </a:extLst>
          </p:cNvPr>
          <p:cNvSpPr/>
          <p:nvPr>
            <p:custDataLst>
              <p:tags r:id="rId112"/>
            </p:custDataLst>
          </p:nvPr>
        </p:nvSpPr>
        <p:spPr bwMode="auto">
          <a:xfrm>
            <a:off x="17676813" y="24231600"/>
            <a:ext cx="90488" cy="161131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42" name="Rectangle 441">
            <a:extLst>
              <a:ext uri="{FF2B5EF4-FFF2-40B4-BE49-F238E27FC236}">
                <a16:creationId xmlns:a16="http://schemas.microsoft.com/office/drawing/2014/main" id="{4524AD7A-66EF-A0AB-A9FB-6651A2A8F5EE}"/>
              </a:ext>
            </a:extLst>
          </p:cNvPr>
          <p:cNvSpPr/>
          <p:nvPr>
            <p:custDataLst>
              <p:tags r:id="rId113"/>
            </p:custDataLst>
          </p:nvPr>
        </p:nvSpPr>
        <p:spPr bwMode="auto">
          <a:xfrm>
            <a:off x="17608550" y="24234775"/>
            <a:ext cx="68263" cy="16081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CD6BDB00-DD30-4C3D-00F2-AA54ECB56BF2}"/>
              </a:ext>
            </a:extLst>
          </p:cNvPr>
          <p:cNvSpPr/>
          <p:nvPr>
            <p:custDataLst>
              <p:tags r:id="rId114"/>
            </p:custDataLst>
          </p:nvPr>
        </p:nvSpPr>
        <p:spPr bwMode="auto">
          <a:xfrm>
            <a:off x="17538700" y="24260175"/>
            <a:ext cx="69850" cy="15827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44" name="Rectangle 443">
            <a:extLst>
              <a:ext uri="{FF2B5EF4-FFF2-40B4-BE49-F238E27FC236}">
                <a16:creationId xmlns:a16="http://schemas.microsoft.com/office/drawing/2014/main" id="{9AB17693-5D8E-B251-6E4D-F02ABCCCADA8}"/>
              </a:ext>
            </a:extLst>
          </p:cNvPr>
          <p:cNvSpPr/>
          <p:nvPr>
            <p:custDataLst>
              <p:tags r:id="rId115"/>
            </p:custDataLst>
          </p:nvPr>
        </p:nvSpPr>
        <p:spPr bwMode="auto">
          <a:xfrm>
            <a:off x="17433925" y="24504650"/>
            <a:ext cx="104775" cy="133826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45" name="Rectangle 444">
            <a:extLst>
              <a:ext uri="{FF2B5EF4-FFF2-40B4-BE49-F238E27FC236}">
                <a16:creationId xmlns:a16="http://schemas.microsoft.com/office/drawing/2014/main" id="{12F24F85-88E5-9B13-B925-CE78EFF52AE3}"/>
              </a:ext>
            </a:extLst>
          </p:cNvPr>
          <p:cNvSpPr/>
          <p:nvPr>
            <p:custDataLst>
              <p:tags r:id="rId116"/>
            </p:custDataLst>
          </p:nvPr>
        </p:nvSpPr>
        <p:spPr bwMode="auto">
          <a:xfrm>
            <a:off x="17329150" y="24507825"/>
            <a:ext cx="104775" cy="133508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D3C17C38-3F81-D140-3AFC-965B053A403E}"/>
              </a:ext>
            </a:extLst>
          </p:cNvPr>
          <p:cNvSpPr/>
          <p:nvPr>
            <p:custDataLst>
              <p:tags r:id="rId117"/>
            </p:custDataLst>
          </p:nvPr>
        </p:nvSpPr>
        <p:spPr bwMode="auto">
          <a:xfrm>
            <a:off x="17118013" y="24517350"/>
            <a:ext cx="211138" cy="132556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47" name="Rectangle 446">
            <a:extLst>
              <a:ext uri="{FF2B5EF4-FFF2-40B4-BE49-F238E27FC236}">
                <a16:creationId xmlns:a16="http://schemas.microsoft.com/office/drawing/2014/main" id="{78571411-B3CE-E8FA-08D6-6BBB4EB1008D}"/>
              </a:ext>
            </a:extLst>
          </p:cNvPr>
          <p:cNvSpPr/>
          <p:nvPr>
            <p:custDataLst>
              <p:tags r:id="rId118"/>
            </p:custDataLst>
          </p:nvPr>
        </p:nvSpPr>
        <p:spPr bwMode="auto">
          <a:xfrm>
            <a:off x="16908463" y="24520525"/>
            <a:ext cx="209550" cy="132238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48" name="Rectangle 447">
            <a:extLst>
              <a:ext uri="{FF2B5EF4-FFF2-40B4-BE49-F238E27FC236}">
                <a16:creationId xmlns:a16="http://schemas.microsoft.com/office/drawing/2014/main" id="{0E55BC6E-6E56-5387-F5CC-96512437DC5B}"/>
              </a:ext>
            </a:extLst>
          </p:cNvPr>
          <p:cNvSpPr/>
          <p:nvPr>
            <p:custDataLst>
              <p:tags r:id="rId119"/>
            </p:custDataLst>
          </p:nvPr>
        </p:nvSpPr>
        <p:spPr bwMode="auto">
          <a:xfrm>
            <a:off x="16721138" y="24525288"/>
            <a:ext cx="187325" cy="131762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49" name="Rectangle 448">
            <a:extLst>
              <a:ext uri="{FF2B5EF4-FFF2-40B4-BE49-F238E27FC236}">
                <a16:creationId xmlns:a16="http://schemas.microsoft.com/office/drawing/2014/main" id="{A3CA42E7-97D7-DC46-8A9A-91A41AC340CB}"/>
              </a:ext>
            </a:extLst>
          </p:cNvPr>
          <p:cNvSpPr/>
          <p:nvPr>
            <p:custDataLst>
              <p:tags r:id="rId120"/>
            </p:custDataLst>
          </p:nvPr>
        </p:nvSpPr>
        <p:spPr bwMode="auto">
          <a:xfrm>
            <a:off x="16660813" y="24528463"/>
            <a:ext cx="60325" cy="131445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50" name="Rectangle 449">
            <a:extLst>
              <a:ext uri="{FF2B5EF4-FFF2-40B4-BE49-F238E27FC236}">
                <a16:creationId xmlns:a16="http://schemas.microsoft.com/office/drawing/2014/main" id="{80343280-7F8B-6884-796C-B0D5B14467F6}"/>
              </a:ext>
            </a:extLst>
          </p:cNvPr>
          <p:cNvSpPr/>
          <p:nvPr>
            <p:custDataLst>
              <p:tags r:id="rId121"/>
            </p:custDataLst>
          </p:nvPr>
        </p:nvSpPr>
        <p:spPr bwMode="auto">
          <a:xfrm>
            <a:off x="16573500" y="24536400"/>
            <a:ext cx="87313" cy="130651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51" name="Rectangle 450">
            <a:extLst>
              <a:ext uri="{FF2B5EF4-FFF2-40B4-BE49-F238E27FC236}">
                <a16:creationId xmlns:a16="http://schemas.microsoft.com/office/drawing/2014/main" id="{3B6EF225-0256-69A1-2DBE-81DDCBB527FD}"/>
              </a:ext>
            </a:extLst>
          </p:cNvPr>
          <p:cNvSpPr/>
          <p:nvPr>
            <p:custDataLst>
              <p:tags r:id="rId122"/>
            </p:custDataLst>
          </p:nvPr>
        </p:nvSpPr>
        <p:spPr bwMode="auto">
          <a:xfrm>
            <a:off x="16525875" y="24631650"/>
            <a:ext cx="47625" cy="121126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52" name="Rectangle 451">
            <a:extLst>
              <a:ext uri="{FF2B5EF4-FFF2-40B4-BE49-F238E27FC236}">
                <a16:creationId xmlns:a16="http://schemas.microsoft.com/office/drawing/2014/main" id="{92AEFF6F-463A-2242-AE8D-31DA4A53617E}"/>
              </a:ext>
            </a:extLst>
          </p:cNvPr>
          <p:cNvSpPr/>
          <p:nvPr>
            <p:custDataLst>
              <p:tags r:id="rId123"/>
            </p:custDataLst>
          </p:nvPr>
        </p:nvSpPr>
        <p:spPr bwMode="auto">
          <a:xfrm>
            <a:off x="16452850" y="24666575"/>
            <a:ext cx="73025" cy="11763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53" name="Rectangle 452">
            <a:extLst>
              <a:ext uri="{FF2B5EF4-FFF2-40B4-BE49-F238E27FC236}">
                <a16:creationId xmlns:a16="http://schemas.microsoft.com/office/drawing/2014/main" id="{39F43DBC-1039-5028-8A94-492E1CC36167}"/>
              </a:ext>
            </a:extLst>
          </p:cNvPr>
          <p:cNvSpPr/>
          <p:nvPr>
            <p:custDataLst>
              <p:tags r:id="rId124"/>
            </p:custDataLst>
          </p:nvPr>
        </p:nvSpPr>
        <p:spPr bwMode="auto">
          <a:xfrm>
            <a:off x="16336963" y="24714200"/>
            <a:ext cx="115888" cy="112871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54" name="Rectangle 453">
            <a:extLst>
              <a:ext uri="{FF2B5EF4-FFF2-40B4-BE49-F238E27FC236}">
                <a16:creationId xmlns:a16="http://schemas.microsoft.com/office/drawing/2014/main" id="{6E01EB1C-DFD6-AB12-62CB-BEF9CD4EBD60}"/>
              </a:ext>
            </a:extLst>
          </p:cNvPr>
          <p:cNvSpPr/>
          <p:nvPr>
            <p:custDataLst>
              <p:tags r:id="rId125"/>
            </p:custDataLst>
          </p:nvPr>
        </p:nvSpPr>
        <p:spPr bwMode="auto">
          <a:xfrm>
            <a:off x="16206788" y="24758650"/>
            <a:ext cx="130175" cy="108426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55" name="Rectangle 454">
            <a:extLst>
              <a:ext uri="{FF2B5EF4-FFF2-40B4-BE49-F238E27FC236}">
                <a16:creationId xmlns:a16="http://schemas.microsoft.com/office/drawing/2014/main" id="{65AF1E6D-87C1-43CC-40DF-C60F911BF1A7}"/>
              </a:ext>
            </a:extLst>
          </p:cNvPr>
          <p:cNvSpPr/>
          <p:nvPr>
            <p:custDataLst>
              <p:tags r:id="rId126"/>
            </p:custDataLst>
          </p:nvPr>
        </p:nvSpPr>
        <p:spPr bwMode="auto">
          <a:xfrm>
            <a:off x="15989300" y="24836438"/>
            <a:ext cx="217488" cy="100647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56" name="Rectangle 455">
            <a:extLst>
              <a:ext uri="{FF2B5EF4-FFF2-40B4-BE49-F238E27FC236}">
                <a16:creationId xmlns:a16="http://schemas.microsoft.com/office/drawing/2014/main" id="{5E3C0D41-B461-2215-1E68-CB04A44DA2C2}"/>
              </a:ext>
            </a:extLst>
          </p:cNvPr>
          <p:cNvSpPr/>
          <p:nvPr>
            <p:custDataLst>
              <p:tags r:id="rId127"/>
            </p:custDataLst>
          </p:nvPr>
        </p:nvSpPr>
        <p:spPr bwMode="auto">
          <a:xfrm>
            <a:off x="15940088" y="24926925"/>
            <a:ext cx="49213" cy="91598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57" name="Rectangle 456">
            <a:extLst>
              <a:ext uri="{FF2B5EF4-FFF2-40B4-BE49-F238E27FC236}">
                <a16:creationId xmlns:a16="http://schemas.microsoft.com/office/drawing/2014/main" id="{87509AE9-58B5-DFD6-BE53-09300083BDB7}"/>
              </a:ext>
            </a:extLst>
          </p:cNvPr>
          <p:cNvSpPr/>
          <p:nvPr>
            <p:custDataLst>
              <p:tags r:id="rId128"/>
            </p:custDataLst>
          </p:nvPr>
        </p:nvSpPr>
        <p:spPr bwMode="auto">
          <a:xfrm>
            <a:off x="15816263" y="24996775"/>
            <a:ext cx="123825" cy="8461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58" name="Rectangle 457">
            <a:extLst>
              <a:ext uri="{FF2B5EF4-FFF2-40B4-BE49-F238E27FC236}">
                <a16:creationId xmlns:a16="http://schemas.microsoft.com/office/drawing/2014/main" id="{9A7F524B-48C1-0ABD-0BDB-5F841F2CEE52}"/>
              </a:ext>
            </a:extLst>
          </p:cNvPr>
          <p:cNvSpPr/>
          <p:nvPr>
            <p:custDataLst>
              <p:tags r:id="rId129"/>
            </p:custDataLst>
          </p:nvPr>
        </p:nvSpPr>
        <p:spPr bwMode="auto">
          <a:xfrm>
            <a:off x="15682913" y="25052338"/>
            <a:ext cx="133350" cy="79057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59" name="Rectangle 458">
            <a:extLst>
              <a:ext uri="{FF2B5EF4-FFF2-40B4-BE49-F238E27FC236}">
                <a16:creationId xmlns:a16="http://schemas.microsoft.com/office/drawing/2014/main" id="{54019CE3-98BF-CE70-00FB-D56FC46DA948}"/>
              </a:ext>
            </a:extLst>
          </p:cNvPr>
          <p:cNvSpPr/>
          <p:nvPr>
            <p:custDataLst>
              <p:tags r:id="rId130"/>
            </p:custDataLst>
          </p:nvPr>
        </p:nvSpPr>
        <p:spPr bwMode="auto">
          <a:xfrm>
            <a:off x="15497175" y="25058688"/>
            <a:ext cx="185738" cy="78422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60" name="Rectangle 459">
            <a:extLst>
              <a:ext uri="{FF2B5EF4-FFF2-40B4-BE49-F238E27FC236}">
                <a16:creationId xmlns:a16="http://schemas.microsoft.com/office/drawing/2014/main" id="{BE6EDF23-E40C-C732-8AFB-DD0122EAE7B3}"/>
              </a:ext>
            </a:extLst>
          </p:cNvPr>
          <p:cNvSpPr/>
          <p:nvPr>
            <p:custDataLst>
              <p:tags r:id="rId131"/>
            </p:custDataLst>
          </p:nvPr>
        </p:nvSpPr>
        <p:spPr bwMode="auto">
          <a:xfrm>
            <a:off x="15481300" y="25077738"/>
            <a:ext cx="15875" cy="76517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61" name="Rectangle 460">
            <a:extLst>
              <a:ext uri="{FF2B5EF4-FFF2-40B4-BE49-F238E27FC236}">
                <a16:creationId xmlns:a16="http://schemas.microsoft.com/office/drawing/2014/main" id="{40234E6F-6221-DBEC-B979-24F1C29CD737}"/>
              </a:ext>
            </a:extLst>
          </p:cNvPr>
          <p:cNvSpPr/>
          <p:nvPr>
            <p:custDataLst>
              <p:tags r:id="rId132"/>
            </p:custDataLst>
          </p:nvPr>
        </p:nvSpPr>
        <p:spPr bwMode="auto">
          <a:xfrm>
            <a:off x="15460663" y="25103138"/>
            <a:ext cx="20638" cy="73977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AAB7BCF4-D9DC-9694-6EDD-DAF87C078011}"/>
              </a:ext>
            </a:extLst>
          </p:cNvPr>
          <p:cNvSpPr/>
          <p:nvPr>
            <p:custDataLst>
              <p:tags r:id="rId133"/>
            </p:custDataLst>
          </p:nvPr>
        </p:nvSpPr>
        <p:spPr bwMode="auto">
          <a:xfrm>
            <a:off x="15428913" y="25241250"/>
            <a:ext cx="31750" cy="60166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63" name="Rectangle 462">
            <a:extLst>
              <a:ext uri="{FF2B5EF4-FFF2-40B4-BE49-F238E27FC236}">
                <a16:creationId xmlns:a16="http://schemas.microsoft.com/office/drawing/2014/main" id="{07B445F2-5375-7DF9-66A3-DB92CB9C2E0C}"/>
              </a:ext>
            </a:extLst>
          </p:cNvPr>
          <p:cNvSpPr/>
          <p:nvPr>
            <p:custDataLst>
              <p:tags r:id="rId134"/>
            </p:custDataLst>
          </p:nvPr>
        </p:nvSpPr>
        <p:spPr bwMode="auto">
          <a:xfrm>
            <a:off x="15325725" y="25247600"/>
            <a:ext cx="103188" cy="59531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6ECA8B64-73D4-F53A-FCAE-63FDAF809BB3}"/>
              </a:ext>
            </a:extLst>
          </p:cNvPr>
          <p:cNvSpPr/>
          <p:nvPr>
            <p:custDataLst>
              <p:tags r:id="rId135"/>
            </p:custDataLst>
          </p:nvPr>
        </p:nvSpPr>
        <p:spPr bwMode="auto">
          <a:xfrm>
            <a:off x="15028863" y="25317450"/>
            <a:ext cx="296863" cy="52546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65" name="Rectangle 464">
            <a:extLst>
              <a:ext uri="{FF2B5EF4-FFF2-40B4-BE49-F238E27FC236}">
                <a16:creationId xmlns:a16="http://schemas.microsoft.com/office/drawing/2014/main" id="{885B3EFA-F685-12FD-8848-6D3C4823E023}"/>
              </a:ext>
            </a:extLst>
          </p:cNvPr>
          <p:cNvSpPr/>
          <p:nvPr>
            <p:custDataLst>
              <p:tags r:id="rId136"/>
            </p:custDataLst>
          </p:nvPr>
        </p:nvSpPr>
        <p:spPr bwMode="auto">
          <a:xfrm>
            <a:off x="14916150" y="25320625"/>
            <a:ext cx="112713" cy="52228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66" name="Rectangle 465">
            <a:extLst>
              <a:ext uri="{FF2B5EF4-FFF2-40B4-BE49-F238E27FC236}">
                <a16:creationId xmlns:a16="http://schemas.microsoft.com/office/drawing/2014/main" id="{7511C016-EFC5-BEB8-AEF7-8BCAFA10A99D}"/>
              </a:ext>
            </a:extLst>
          </p:cNvPr>
          <p:cNvSpPr/>
          <p:nvPr>
            <p:custDataLst>
              <p:tags r:id="rId137"/>
            </p:custDataLst>
          </p:nvPr>
        </p:nvSpPr>
        <p:spPr bwMode="auto">
          <a:xfrm>
            <a:off x="14789150" y="25322213"/>
            <a:ext cx="127000" cy="5207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67" name="Rectangle 466">
            <a:extLst>
              <a:ext uri="{FF2B5EF4-FFF2-40B4-BE49-F238E27FC236}">
                <a16:creationId xmlns:a16="http://schemas.microsoft.com/office/drawing/2014/main" id="{998FE353-D891-A22D-A6A8-1D2F143D393E}"/>
              </a:ext>
            </a:extLst>
          </p:cNvPr>
          <p:cNvSpPr/>
          <p:nvPr>
            <p:custDataLst>
              <p:tags r:id="rId138"/>
            </p:custDataLst>
          </p:nvPr>
        </p:nvSpPr>
        <p:spPr bwMode="auto">
          <a:xfrm>
            <a:off x="14741525" y="25322213"/>
            <a:ext cx="47625" cy="520700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68" name="Rectangle 467">
            <a:extLst>
              <a:ext uri="{FF2B5EF4-FFF2-40B4-BE49-F238E27FC236}">
                <a16:creationId xmlns:a16="http://schemas.microsoft.com/office/drawing/2014/main" id="{AF6A929C-41EF-C29D-31FB-5436C6CDC065}"/>
              </a:ext>
            </a:extLst>
          </p:cNvPr>
          <p:cNvSpPr/>
          <p:nvPr>
            <p:custDataLst>
              <p:tags r:id="rId139"/>
            </p:custDataLst>
          </p:nvPr>
        </p:nvSpPr>
        <p:spPr bwMode="auto">
          <a:xfrm>
            <a:off x="14638338" y="25325388"/>
            <a:ext cx="103188" cy="517525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DDDFD20F-7DE6-F769-FC35-36434BA6199D}"/>
              </a:ext>
            </a:extLst>
          </p:cNvPr>
          <p:cNvSpPr/>
          <p:nvPr>
            <p:custDataLst>
              <p:tags r:id="rId140"/>
            </p:custDataLst>
          </p:nvPr>
        </p:nvSpPr>
        <p:spPr bwMode="auto">
          <a:xfrm>
            <a:off x="14543088" y="25326975"/>
            <a:ext cx="95250" cy="515938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DD4ADD7E-0868-4ADA-CA95-3ADB5B0B4894}"/>
              </a:ext>
            </a:extLst>
          </p:cNvPr>
          <p:cNvSpPr/>
          <p:nvPr>
            <p:custDataLst>
              <p:tags r:id="rId141"/>
            </p:custDataLst>
          </p:nvPr>
        </p:nvSpPr>
        <p:spPr bwMode="auto">
          <a:xfrm>
            <a:off x="14395450" y="25412700"/>
            <a:ext cx="147638" cy="43021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32974143-793A-051C-E4C4-94DDE198A3AB}"/>
              </a:ext>
            </a:extLst>
          </p:cNvPr>
          <p:cNvCxnSpPr>
            <a:cxnSpLocks/>
          </p:cNvCxnSpPr>
          <p:nvPr>
            <p:custDataLst>
              <p:tags r:id="rId142"/>
            </p:custDataLst>
          </p:nvPr>
        </p:nvCxnSpPr>
        <p:spPr bwMode="auto">
          <a:xfrm>
            <a:off x="14327188" y="21096288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2" name="Straight Connector 471">
            <a:extLst>
              <a:ext uri="{FF2B5EF4-FFF2-40B4-BE49-F238E27FC236}">
                <a16:creationId xmlns:a16="http://schemas.microsoft.com/office/drawing/2014/main" id="{98EE42A8-DC0B-2A20-B003-DAE26D59429E}"/>
              </a:ext>
            </a:extLst>
          </p:cNvPr>
          <p:cNvCxnSpPr>
            <a:cxnSpLocks/>
          </p:cNvCxnSpPr>
          <p:nvPr>
            <p:custDataLst>
              <p:tags r:id="rId143"/>
            </p:custDataLst>
          </p:nvPr>
        </p:nvCxnSpPr>
        <p:spPr bwMode="auto">
          <a:xfrm>
            <a:off x="14327188" y="2177415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3" name="Straight Connector 472">
            <a:extLst>
              <a:ext uri="{FF2B5EF4-FFF2-40B4-BE49-F238E27FC236}">
                <a16:creationId xmlns:a16="http://schemas.microsoft.com/office/drawing/2014/main" id="{E488225A-A94C-2DF0-7C52-8444F5A3BF72}"/>
              </a:ext>
            </a:extLst>
          </p:cNvPr>
          <p:cNvCxnSpPr>
            <a:cxnSpLocks/>
          </p:cNvCxnSpPr>
          <p:nvPr>
            <p:custDataLst>
              <p:tags r:id="rId144"/>
            </p:custDataLst>
          </p:nvPr>
        </p:nvCxnSpPr>
        <p:spPr bwMode="auto">
          <a:xfrm>
            <a:off x="14327188" y="22452013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4" name="Straight Connector 473">
            <a:extLst>
              <a:ext uri="{FF2B5EF4-FFF2-40B4-BE49-F238E27FC236}">
                <a16:creationId xmlns:a16="http://schemas.microsoft.com/office/drawing/2014/main" id="{2D3E0288-A2C0-3C38-714C-7DC71E4DA2BD}"/>
              </a:ext>
            </a:extLst>
          </p:cNvPr>
          <p:cNvCxnSpPr>
            <a:cxnSpLocks/>
          </p:cNvCxnSpPr>
          <p:nvPr>
            <p:custDataLst>
              <p:tags r:id="rId145"/>
            </p:custDataLst>
          </p:nvPr>
        </p:nvCxnSpPr>
        <p:spPr bwMode="auto">
          <a:xfrm>
            <a:off x="14327188" y="23129875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2622BE51-AEB8-C9A8-C14A-880B04E9FCA9}"/>
              </a:ext>
            </a:extLst>
          </p:cNvPr>
          <p:cNvCxnSpPr>
            <a:cxnSpLocks/>
          </p:cNvCxnSpPr>
          <p:nvPr>
            <p:custDataLst>
              <p:tags r:id="rId146"/>
            </p:custDataLst>
          </p:nvPr>
        </p:nvCxnSpPr>
        <p:spPr bwMode="auto">
          <a:xfrm>
            <a:off x="14327188" y="23807738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6" name="Straight Connector 475">
            <a:extLst>
              <a:ext uri="{FF2B5EF4-FFF2-40B4-BE49-F238E27FC236}">
                <a16:creationId xmlns:a16="http://schemas.microsoft.com/office/drawing/2014/main" id="{8E440907-576D-C8FD-0D2F-F6623F6EC5DA}"/>
              </a:ext>
            </a:extLst>
          </p:cNvPr>
          <p:cNvCxnSpPr/>
          <p:nvPr>
            <p:custDataLst>
              <p:tags r:id="rId147"/>
            </p:custDataLst>
          </p:nvPr>
        </p:nvCxnSpPr>
        <p:spPr bwMode="auto">
          <a:xfrm>
            <a:off x="14390688" y="25842913"/>
            <a:ext cx="6715125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7" name="Straight Connector 476">
            <a:extLst>
              <a:ext uri="{FF2B5EF4-FFF2-40B4-BE49-F238E27FC236}">
                <a16:creationId xmlns:a16="http://schemas.microsoft.com/office/drawing/2014/main" id="{D56B368B-876D-EA8A-B5D2-2876D8421111}"/>
              </a:ext>
            </a:extLst>
          </p:cNvPr>
          <p:cNvCxnSpPr>
            <a:cxnSpLocks/>
          </p:cNvCxnSpPr>
          <p:nvPr>
            <p:custDataLst>
              <p:tags r:id="rId148"/>
            </p:custDataLst>
          </p:nvPr>
        </p:nvCxnSpPr>
        <p:spPr bwMode="auto">
          <a:xfrm>
            <a:off x="14327188" y="2516505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8" name="Straight Connector 477">
            <a:extLst>
              <a:ext uri="{FF2B5EF4-FFF2-40B4-BE49-F238E27FC236}">
                <a16:creationId xmlns:a16="http://schemas.microsoft.com/office/drawing/2014/main" id="{D3217AC4-9521-C077-3EA1-9DEA36FD9193}"/>
              </a:ext>
            </a:extLst>
          </p:cNvPr>
          <p:cNvCxnSpPr>
            <a:cxnSpLocks/>
          </p:cNvCxnSpPr>
          <p:nvPr>
            <p:custDataLst>
              <p:tags r:id="rId149"/>
            </p:custDataLst>
          </p:nvPr>
        </p:nvCxnSpPr>
        <p:spPr bwMode="auto">
          <a:xfrm>
            <a:off x="14327188" y="25842913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B7A44B75-55E4-5E0C-5480-AFA3B48935A4}"/>
              </a:ext>
            </a:extLst>
          </p:cNvPr>
          <p:cNvCxnSpPr/>
          <p:nvPr>
            <p:custDataLst>
              <p:tags r:id="rId150"/>
            </p:custDataLst>
          </p:nvPr>
        </p:nvCxnSpPr>
        <p:spPr bwMode="auto">
          <a:xfrm>
            <a:off x="14395450" y="21091525"/>
            <a:ext cx="0" cy="475615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0" name="Straight Connector 479">
            <a:extLst>
              <a:ext uri="{FF2B5EF4-FFF2-40B4-BE49-F238E27FC236}">
                <a16:creationId xmlns:a16="http://schemas.microsoft.com/office/drawing/2014/main" id="{CE8C8BC7-44D1-0F1F-83AB-B5698F83857D}"/>
              </a:ext>
            </a:extLst>
          </p:cNvPr>
          <p:cNvCxnSpPr>
            <a:cxnSpLocks/>
          </p:cNvCxnSpPr>
          <p:nvPr>
            <p:custDataLst>
              <p:tags r:id="rId151"/>
            </p:custDataLst>
          </p:nvPr>
        </p:nvCxnSpPr>
        <p:spPr bwMode="auto">
          <a:xfrm>
            <a:off x="14327188" y="2448560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1" name="Rectangle 480">
            <a:extLst>
              <a:ext uri="{FF2B5EF4-FFF2-40B4-BE49-F238E27FC236}">
                <a16:creationId xmlns:a16="http://schemas.microsoft.com/office/drawing/2014/main" id="{06440AF8-3166-8D9A-3C20-EC91517E014C}"/>
              </a:ext>
            </a:extLst>
          </p:cNvPr>
          <p:cNvSpPr>
            <a:spLocks/>
          </p:cNvSpPr>
          <p:nvPr>
            <p:custDataLst>
              <p:tags r:id="rId152"/>
            </p:custDataLst>
          </p:nvPr>
        </p:nvSpPr>
        <p:spPr bwMode="gray">
          <a:xfrm>
            <a:off x="14073188" y="20902613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B4BE19A-F17D-48CF-96D7-4BB114D6B8A0}" type="datetime'''''''''7''''''''''''''''''''''''''''''''''''''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GB" sz="1600"/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67D5449E-010F-3379-4CF9-C042E5631A92}"/>
              </a:ext>
            </a:extLst>
          </p:cNvPr>
          <p:cNvSpPr>
            <a:spLocks/>
          </p:cNvSpPr>
          <p:nvPr>
            <p:custDataLst>
              <p:tags r:id="rId153"/>
            </p:custDataLst>
          </p:nvPr>
        </p:nvSpPr>
        <p:spPr bwMode="gray">
          <a:xfrm>
            <a:off x="14073188" y="21580475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A260E89B-1D18-45DF-9A00-A6095BCE09C3}" type="datetime'''''''''''''''''''''''''''''''''''''''''''''''6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GB" sz="1600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4A21C3EE-B3C5-E7A2-7312-E3F83FAE09E8}"/>
              </a:ext>
            </a:extLst>
          </p:cNvPr>
          <p:cNvSpPr>
            <a:spLocks/>
          </p:cNvSpPr>
          <p:nvPr>
            <p:custDataLst>
              <p:tags r:id="rId154"/>
            </p:custDataLst>
          </p:nvPr>
        </p:nvSpPr>
        <p:spPr bwMode="gray">
          <a:xfrm>
            <a:off x="14073188" y="22258338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4F797CF-DC41-494B-ABD0-A64267FD1C3B}" type="datetime'''''''''''''''''''''''''''''''5''''''''''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GB" sz="1600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C84A0118-8E09-791E-11E4-836E2BAC81BE}"/>
              </a:ext>
            </a:extLst>
          </p:cNvPr>
          <p:cNvSpPr>
            <a:spLocks/>
          </p:cNvSpPr>
          <p:nvPr>
            <p:custDataLst>
              <p:tags r:id="rId155"/>
            </p:custDataLst>
          </p:nvPr>
        </p:nvSpPr>
        <p:spPr bwMode="gray">
          <a:xfrm>
            <a:off x="14073188" y="22936200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03940C65-22B3-4006-9A09-60AD877C72A3}" type="datetime'''''''4''''''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GB" sz="1600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CA3A049F-D7C5-1258-7195-4FD32B561B18}"/>
              </a:ext>
            </a:extLst>
          </p:cNvPr>
          <p:cNvSpPr>
            <a:spLocks/>
          </p:cNvSpPr>
          <p:nvPr>
            <p:custDataLst>
              <p:tags r:id="rId156"/>
            </p:custDataLst>
          </p:nvPr>
        </p:nvSpPr>
        <p:spPr bwMode="gray">
          <a:xfrm>
            <a:off x="14073188" y="23614063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3C45CC8-0CBA-49FD-BE2A-36A81B82ED0B}" type="datetime'''''''''''''''3''''''''''''''''''''''''''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GB" sz="1600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182C5AD4-575F-BBD1-BDDC-3E1C17521B43}"/>
              </a:ext>
            </a:extLst>
          </p:cNvPr>
          <p:cNvSpPr>
            <a:spLocks/>
          </p:cNvSpPr>
          <p:nvPr>
            <p:custDataLst>
              <p:tags r:id="rId157"/>
            </p:custDataLst>
          </p:nvPr>
        </p:nvSpPr>
        <p:spPr bwMode="gray">
          <a:xfrm>
            <a:off x="14073188" y="24291925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5D9CD8C-AC8A-4991-9DE5-56D313EF0F7C}" type="datetime'''''''''''''''''2''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GB" sz="1600"/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914F1F8A-2DD3-BEC9-DB4B-CB8C79C1BA65}"/>
              </a:ext>
            </a:extLst>
          </p:cNvPr>
          <p:cNvSpPr>
            <a:spLocks/>
          </p:cNvSpPr>
          <p:nvPr>
            <p:custDataLst>
              <p:tags r:id="rId158"/>
            </p:custDataLst>
          </p:nvPr>
        </p:nvSpPr>
        <p:spPr bwMode="gray">
          <a:xfrm>
            <a:off x="14073188" y="24971375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CB0C60F9-2071-4F81-839B-41AA30FCCEE7}" type="datetime'''''''''''''1''''''''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GB" sz="1600"/>
          </a:p>
        </p:txBody>
      </p:sp>
      <p:sp>
        <p:nvSpPr>
          <p:cNvPr id="488" name="Rectangle 487">
            <a:extLst>
              <a:ext uri="{FF2B5EF4-FFF2-40B4-BE49-F238E27FC236}">
                <a16:creationId xmlns:a16="http://schemas.microsoft.com/office/drawing/2014/main" id="{DB5F62B8-11A6-D9B5-5FAB-CF19501033B9}"/>
              </a:ext>
            </a:extLst>
          </p:cNvPr>
          <p:cNvSpPr>
            <a:spLocks/>
          </p:cNvSpPr>
          <p:nvPr>
            <p:custDataLst>
              <p:tags r:id="rId159"/>
            </p:custDataLst>
          </p:nvPr>
        </p:nvSpPr>
        <p:spPr bwMode="gray">
          <a:xfrm>
            <a:off x="14073188" y="25649238"/>
            <a:ext cx="117475" cy="341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92F87573-5990-4640-9EC8-EA43FF572BCA}" type="datetime'''''''''''''''''''0'''''''''''''''''''''''''''''''">
              <a:rPr lang="en-GB" altLang="en-US" sz="16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GB" sz="1600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491C6182-316C-5073-E71F-5763CA1D34B5}"/>
              </a:ext>
            </a:extLst>
          </p:cNvPr>
          <p:cNvSpPr/>
          <p:nvPr>
            <p:custDataLst>
              <p:tags r:id="rId160"/>
            </p:custDataLst>
          </p:nvPr>
        </p:nvSpPr>
        <p:spPr bwMode="auto">
          <a:xfrm>
            <a:off x="20924838" y="21134388"/>
            <a:ext cx="176213" cy="470852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90" name="Rectangle 489">
            <a:extLst>
              <a:ext uri="{FF2B5EF4-FFF2-40B4-BE49-F238E27FC236}">
                <a16:creationId xmlns:a16="http://schemas.microsoft.com/office/drawing/2014/main" id="{D4456A48-05E4-3516-86BB-11D7573FFB4C}"/>
              </a:ext>
            </a:extLst>
          </p:cNvPr>
          <p:cNvSpPr/>
          <p:nvPr>
            <p:custDataLst>
              <p:tags r:id="rId161"/>
            </p:custDataLst>
          </p:nvPr>
        </p:nvSpPr>
        <p:spPr bwMode="auto">
          <a:xfrm>
            <a:off x="20834350" y="21142325"/>
            <a:ext cx="90488" cy="470058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E1114EB4-29F8-E797-6E45-1F057D47932C}"/>
              </a:ext>
            </a:extLst>
          </p:cNvPr>
          <p:cNvSpPr/>
          <p:nvPr>
            <p:custDataLst>
              <p:tags r:id="rId162"/>
            </p:custDataLst>
          </p:nvPr>
        </p:nvSpPr>
        <p:spPr bwMode="auto">
          <a:xfrm>
            <a:off x="20801013" y="21220113"/>
            <a:ext cx="33338" cy="46228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92" name="Rectangle 491">
            <a:extLst>
              <a:ext uri="{FF2B5EF4-FFF2-40B4-BE49-F238E27FC236}">
                <a16:creationId xmlns:a16="http://schemas.microsoft.com/office/drawing/2014/main" id="{3C763233-761E-54E1-F981-5050B48C39C3}"/>
              </a:ext>
            </a:extLst>
          </p:cNvPr>
          <p:cNvSpPr/>
          <p:nvPr>
            <p:custDataLst>
              <p:tags r:id="rId163"/>
            </p:custDataLst>
          </p:nvPr>
        </p:nvSpPr>
        <p:spPr bwMode="auto">
          <a:xfrm>
            <a:off x="20602575" y="21504275"/>
            <a:ext cx="198438" cy="433863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A5796EA9-84D1-3EAC-CDF4-005AA9B17926}"/>
              </a:ext>
            </a:extLst>
          </p:cNvPr>
          <p:cNvSpPr/>
          <p:nvPr>
            <p:custDataLst>
              <p:tags r:id="rId164"/>
            </p:custDataLst>
          </p:nvPr>
        </p:nvSpPr>
        <p:spPr bwMode="auto">
          <a:xfrm>
            <a:off x="20583525" y="21512213"/>
            <a:ext cx="19050" cy="43307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94" name="Rectangle 493">
            <a:extLst>
              <a:ext uri="{FF2B5EF4-FFF2-40B4-BE49-F238E27FC236}">
                <a16:creationId xmlns:a16="http://schemas.microsoft.com/office/drawing/2014/main" id="{0817D980-D094-7537-005B-2F3C426ABC92}"/>
              </a:ext>
            </a:extLst>
          </p:cNvPr>
          <p:cNvSpPr/>
          <p:nvPr>
            <p:custDataLst>
              <p:tags r:id="rId165"/>
            </p:custDataLst>
          </p:nvPr>
        </p:nvSpPr>
        <p:spPr bwMode="auto">
          <a:xfrm>
            <a:off x="20513675" y="21524913"/>
            <a:ext cx="69850" cy="43180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95" name="Rectangle 494">
            <a:extLst>
              <a:ext uri="{FF2B5EF4-FFF2-40B4-BE49-F238E27FC236}">
                <a16:creationId xmlns:a16="http://schemas.microsoft.com/office/drawing/2014/main" id="{79D20999-E72A-F4F3-7E67-5DE17626F634}"/>
              </a:ext>
            </a:extLst>
          </p:cNvPr>
          <p:cNvSpPr/>
          <p:nvPr>
            <p:custDataLst>
              <p:tags r:id="rId166"/>
            </p:custDataLst>
          </p:nvPr>
        </p:nvSpPr>
        <p:spPr bwMode="auto">
          <a:xfrm>
            <a:off x="20381913" y="21569363"/>
            <a:ext cx="131763" cy="427355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33DA97A8-965C-8D24-3FC1-E8E6AEDFCA53}"/>
              </a:ext>
            </a:extLst>
          </p:cNvPr>
          <p:cNvSpPr/>
          <p:nvPr>
            <p:custDataLst>
              <p:tags r:id="rId167"/>
            </p:custDataLst>
          </p:nvPr>
        </p:nvSpPr>
        <p:spPr bwMode="auto">
          <a:xfrm>
            <a:off x="20248563" y="21588413"/>
            <a:ext cx="133350" cy="42545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3A2AA537-DEA6-B0A0-1F5F-0739C8F5EF81}"/>
              </a:ext>
            </a:extLst>
          </p:cNvPr>
          <p:cNvSpPr/>
          <p:nvPr>
            <p:custDataLst>
              <p:tags r:id="rId168"/>
            </p:custDataLst>
          </p:nvPr>
        </p:nvSpPr>
        <p:spPr bwMode="auto">
          <a:xfrm>
            <a:off x="20115213" y="21623338"/>
            <a:ext cx="133350" cy="421957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569FC75A-F40B-6770-0A39-C5B660F42207}"/>
              </a:ext>
            </a:extLst>
          </p:cNvPr>
          <p:cNvSpPr/>
          <p:nvPr>
            <p:custDataLst>
              <p:tags r:id="rId169"/>
            </p:custDataLst>
          </p:nvPr>
        </p:nvSpPr>
        <p:spPr bwMode="auto">
          <a:xfrm>
            <a:off x="20048538" y="21631275"/>
            <a:ext cx="66675" cy="421163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33BA84A1-E578-461D-A850-BF80CEA7141D}"/>
              </a:ext>
            </a:extLst>
          </p:cNvPr>
          <p:cNvSpPr/>
          <p:nvPr>
            <p:custDataLst>
              <p:tags r:id="rId170"/>
            </p:custDataLst>
          </p:nvPr>
        </p:nvSpPr>
        <p:spPr bwMode="auto">
          <a:xfrm>
            <a:off x="19981863" y="21637625"/>
            <a:ext cx="66675" cy="420528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ECDD60FE-E2AF-6124-2C4F-07DF91A8E7E2}"/>
              </a:ext>
            </a:extLst>
          </p:cNvPr>
          <p:cNvSpPr/>
          <p:nvPr>
            <p:custDataLst>
              <p:tags r:id="rId171"/>
            </p:custDataLst>
          </p:nvPr>
        </p:nvSpPr>
        <p:spPr bwMode="auto">
          <a:xfrm>
            <a:off x="19908838" y="21658263"/>
            <a:ext cx="73025" cy="418465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31D224BB-863E-608E-9D6B-A2C61207C0D6}"/>
              </a:ext>
            </a:extLst>
          </p:cNvPr>
          <p:cNvSpPr/>
          <p:nvPr>
            <p:custDataLst>
              <p:tags r:id="rId172"/>
            </p:custDataLst>
          </p:nvPr>
        </p:nvSpPr>
        <p:spPr bwMode="auto">
          <a:xfrm>
            <a:off x="19835813" y="21658263"/>
            <a:ext cx="73025" cy="418465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02" name="Rectangle 501">
            <a:extLst>
              <a:ext uri="{FF2B5EF4-FFF2-40B4-BE49-F238E27FC236}">
                <a16:creationId xmlns:a16="http://schemas.microsoft.com/office/drawing/2014/main" id="{FA2A85FF-C031-A633-7762-8F63FCA0B040}"/>
              </a:ext>
            </a:extLst>
          </p:cNvPr>
          <p:cNvSpPr/>
          <p:nvPr>
            <p:custDataLst>
              <p:tags r:id="rId173"/>
            </p:custDataLst>
          </p:nvPr>
        </p:nvSpPr>
        <p:spPr bwMode="auto">
          <a:xfrm>
            <a:off x="19762788" y="21658263"/>
            <a:ext cx="73025" cy="418465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03" name="Rectangle 502">
            <a:extLst>
              <a:ext uri="{FF2B5EF4-FFF2-40B4-BE49-F238E27FC236}">
                <a16:creationId xmlns:a16="http://schemas.microsoft.com/office/drawing/2014/main" id="{3C201CC2-45F1-5D48-14CD-4005F9D189E0}"/>
              </a:ext>
            </a:extLst>
          </p:cNvPr>
          <p:cNvSpPr/>
          <p:nvPr>
            <p:custDataLst>
              <p:tags r:id="rId174"/>
            </p:custDataLst>
          </p:nvPr>
        </p:nvSpPr>
        <p:spPr bwMode="auto">
          <a:xfrm>
            <a:off x="19624675" y="21813838"/>
            <a:ext cx="138113" cy="402907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04" name="Rectangle 503">
            <a:extLst>
              <a:ext uri="{FF2B5EF4-FFF2-40B4-BE49-F238E27FC236}">
                <a16:creationId xmlns:a16="http://schemas.microsoft.com/office/drawing/2014/main" id="{54DA3C98-731A-F9B6-5119-894DF2462B4F}"/>
              </a:ext>
            </a:extLst>
          </p:cNvPr>
          <p:cNvSpPr/>
          <p:nvPr>
            <p:custDataLst>
              <p:tags r:id="rId175"/>
            </p:custDataLst>
          </p:nvPr>
        </p:nvSpPr>
        <p:spPr bwMode="auto">
          <a:xfrm>
            <a:off x="19558000" y="21824950"/>
            <a:ext cx="66675" cy="401796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05" name="Rectangle 504">
            <a:extLst>
              <a:ext uri="{FF2B5EF4-FFF2-40B4-BE49-F238E27FC236}">
                <a16:creationId xmlns:a16="http://schemas.microsoft.com/office/drawing/2014/main" id="{53B63E86-B84B-5E14-1FDE-345AE5EB426E}"/>
              </a:ext>
            </a:extLst>
          </p:cNvPr>
          <p:cNvSpPr/>
          <p:nvPr>
            <p:custDataLst>
              <p:tags r:id="rId176"/>
            </p:custDataLst>
          </p:nvPr>
        </p:nvSpPr>
        <p:spPr bwMode="auto">
          <a:xfrm>
            <a:off x="19424650" y="21824950"/>
            <a:ext cx="133350" cy="401796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C9551E0B-FA80-FB73-7D9D-DFA86EBA760B}"/>
              </a:ext>
            </a:extLst>
          </p:cNvPr>
          <p:cNvSpPr/>
          <p:nvPr>
            <p:custDataLst>
              <p:tags r:id="rId177"/>
            </p:custDataLst>
          </p:nvPr>
        </p:nvSpPr>
        <p:spPr bwMode="auto">
          <a:xfrm>
            <a:off x="19416713" y="22002750"/>
            <a:ext cx="7938" cy="3840163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016819FF-EFFC-9751-6C64-D7AF753B6FD0}"/>
              </a:ext>
            </a:extLst>
          </p:cNvPr>
          <p:cNvSpPr/>
          <p:nvPr>
            <p:custDataLst>
              <p:tags r:id="rId178"/>
            </p:custDataLst>
          </p:nvPr>
        </p:nvSpPr>
        <p:spPr bwMode="auto">
          <a:xfrm>
            <a:off x="19396075" y="22037675"/>
            <a:ext cx="20638" cy="380523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8563C9AC-1996-9DF8-DF4A-6C666F80FBE4}"/>
              </a:ext>
            </a:extLst>
          </p:cNvPr>
          <p:cNvSpPr/>
          <p:nvPr>
            <p:custDataLst>
              <p:tags r:id="rId179"/>
            </p:custDataLst>
          </p:nvPr>
        </p:nvSpPr>
        <p:spPr bwMode="auto">
          <a:xfrm>
            <a:off x="19348450" y="22344063"/>
            <a:ext cx="47625" cy="349885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873C1BB1-882D-A851-353F-C060A8AD30BA}"/>
              </a:ext>
            </a:extLst>
          </p:cNvPr>
          <p:cNvSpPr/>
          <p:nvPr>
            <p:custDataLst>
              <p:tags r:id="rId180"/>
            </p:custDataLst>
          </p:nvPr>
        </p:nvSpPr>
        <p:spPr bwMode="auto">
          <a:xfrm>
            <a:off x="19300825" y="22344063"/>
            <a:ext cx="47625" cy="349885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10" name="Rectangle 509">
            <a:extLst>
              <a:ext uri="{FF2B5EF4-FFF2-40B4-BE49-F238E27FC236}">
                <a16:creationId xmlns:a16="http://schemas.microsoft.com/office/drawing/2014/main" id="{E1809728-A598-6E6E-AFFD-DC2B3C367251}"/>
              </a:ext>
            </a:extLst>
          </p:cNvPr>
          <p:cNvSpPr/>
          <p:nvPr>
            <p:custDataLst>
              <p:tags r:id="rId181"/>
            </p:custDataLst>
          </p:nvPr>
        </p:nvSpPr>
        <p:spPr bwMode="auto">
          <a:xfrm>
            <a:off x="19234150" y="22356763"/>
            <a:ext cx="66675" cy="348615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11" name="Rectangle 510">
            <a:extLst>
              <a:ext uri="{FF2B5EF4-FFF2-40B4-BE49-F238E27FC236}">
                <a16:creationId xmlns:a16="http://schemas.microsoft.com/office/drawing/2014/main" id="{F1A6F3D0-603B-E726-328F-DF0DE67EDC57}"/>
              </a:ext>
            </a:extLst>
          </p:cNvPr>
          <p:cNvSpPr/>
          <p:nvPr>
            <p:custDataLst>
              <p:tags r:id="rId182"/>
            </p:custDataLst>
          </p:nvPr>
        </p:nvSpPr>
        <p:spPr bwMode="auto">
          <a:xfrm>
            <a:off x="19129375" y="22398038"/>
            <a:ext cx="104775" cy="344487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12" name="Rectangle 511">
            <a:extLst>
              <a:ext uri="{FF2B5EF4-FFF2-40B4-BE49-F238E27FC236}">
                <a16:creationId xmlns:a16="http://schemas.microsoft.com/office/drawing/2014/main" id="{9B615AB9-9A8D-430B-D28D-B510E50D31B9}"/>
              </a:ext>
            </a:extLst>
          </p:cNvPr>
          <p:cNvSpPr/>
          <p:nvPr>
            <p:custDataLst>
              <p:tags r:id="rId183"/>
            </p:custDataLst>
          </p:nvPr>
        </p:nvSpPr>
        <p:spPr bwMode="auto">
          <a:xfrm>
            <a:off x="19081750" y="22401213"/>
            <a:ext cx="47625" cy="34417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13" name="Rectangle 512">
            <a:extLst>
              <a:ext uri="{FF2B5EF4-FFF2-40B4-BE49-F238E27FC236}">
                <a16:creationId xmlns:a16="http://schemas.microsoft.com/office/drawing/2014/main" id="{2DE27A30-2A2F-3F81-AE7E-DCDDB9B5302E}"/>
              </a:ext>
            </a:extLst>
          </p:cNvPr>
          <p:cNvSpPr/>
          <p:nvPr>
            <p:custDataLst>
              <p:tags r:id="rId184"/>
            </p:custDataLst>
          </p:nvPr>
        </p:nvSpPr>
        <p:spPr bwMode="auto">
          <a:xfrm>
            <a:off x="19007138" y="22653625"/>
            <a:ext cx="74613" cy="318928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12A473D2-BAEF-4E27-660A-9C4955D8DB15}"/>
              </a:ext>
            </a:extLst>
          </p:cNvPr>
          <p:cNvSpPr/>
          <p:nvPr>
            <p:custDataLst>
              <p:tags r:id="rId185"/>
            </p:custDataLst>
          </p:nvPr>
        </p:nvSpPr>
        <p:spPr bwMode="auto">
          <a:xfrm>
            <a:off x="18951575" y="22988588"/>
            <a:ext cx="55563" cy="28543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15" name="Rectangle 514">
            <a:extLst>
              <a:ext uri="{FF2B5EF4-FFF2-40B4-BE49-F238E27FC236}">
                <a16:creationId xmlns:a16="http://schemas.microsoft.com/office/drawing/2014/main" id="{66EB5F30-7951-8BEC-0237-ADE270F41D07}"/>
              </a:ext>
            </a:extLst>
          </p:cNvPr>
          <p:cNvSpPr/>
          <p:nvPr>
            <p:custDataLst>
              <p:tags r:id="rId186"/>
            </p:custDataLst>
          </p:nvPr>
        </p:nvSpPr>
        <p:spPr bwMode="auto">
          <a:xfrm>
            <a:off x="18896013" y="23358475"/>
            <a:ext cx="55563" cy="248443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16" name="Rectangle 515">
            <a:extLst>
              <a:ext uri="{FF2B5EF4-FFF2-40B4-BE49-F238E27FC236}">
                <a16:creationId xmlns:a16="http://schemas.microsoft.com/office/drawing/2014/main" id="{716C488E-C6C4-8CCA-2474-F65158601ED7}"/>
              </a:ext>
            </a:extLst>
          </p:cNvPr>
          <p:cNvSpPr/>
          <p:nvPr>
            <p:custDataLst>
              <p:tags r:id="rId187"/>
            </p:custDataLst>
          </p:nvPr>
        </p:nvSpPr>
        <p:spPr bwMode="auto">
          <a:xfrm>
            <a:off x="18665825" y="23483888"/>
            <a:ext cx="230188" cy="23590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B746DF8C-A8B3-4C54-ACC8-62143498E6F3}"/>
              </a:ext>
            </a:extLst>
          </p:cNvPr>
          <p:cNvSpPr/>
          <p:nvPr>
            <p:custDataLst>
              <p:tags r:id="rId188"/>
            </p:custDataLst>
          </p:nvPr>
        </p:nvSpPr>
        <p:spPr bwMode="auto">
          <a:xfrm>
            <a:off x="18561050" y="23579138"/>
            <a:ext cx="104775" cy="22637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18" name="Rectangle 517">
            <a:extLst>
              <a:ext uri="{FF2B5EF4-FFF2-40B4-BE49-F238E27FC236}">
                <a16:creationId xmlns:a16="http://schemas.microsoft.com/office/drawing/2014/main" id="{F4BA972D-1EFF-DD01-D3E5-6C6C3BBA60B3}"/>
              </a:ext>
            </a:extLst>
          </p:cNvPr>
          <p:cNvSpPr/>
          <p:nvPr>
            <p:custDataLst>
              <p:tags r:id="rId189"/>
            </p:custDataLst>
          </p:nvPr>
        </p:nvSpPr>
        <p:spPr bwMode="auto">
          <a:xfrm>
            <a:off x="18386425" y="23591838"/>
            <a:ext cx="174625" cy="22510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19" name="Rectangle 518">
            <a:extLst>
              <a:ext uri="{FF2B5EF4-FFF2-40B4-BE49-F238E27FC236}">
                <a16:creationId xmlns:a16="http://schemas.microsoft.com/office/drawing/2014/main" id="{4F03DFFD-E3B9-3493-9016-687949E567A4}"/>
              </a:ext>
            </a:extLst>
          </p:cNvPr>
          <p:cNvSpPr/>
          <p:nvPr>
            <p:custDataLst>
              <p:tags r:id="rId190"/>
            </p:custDataLst>
          </p:nvPr>
        </p:nvSpPr>
        <p:spPr bwMode="auto">
          <a:xfrm>
            <a:off x="18332450" y="23779163"/>
            <a:ext cx="53975" cy="20637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CB0F00AE-40EA-8959-D2C4-3EEA7B474445}"/>
              </a:ext>
            </a:extLst>
          </p:cNvPr>
          <p:cNvSpPr/>
          <p:nvPr>
            <p:custDataLst>
              <p:tags r:id="rId191"/>
            </p:custDataLst>
          </p:nvPr>
        </p:nvSpPr>
        <p:spPr bwMode="auto">
          <a:xfrm>
            <a:off x="18275300" y="23918863"/>
            <a:ext cx="57150" cy="19240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6767AABF-58C3-9CFB-F89E-F9B0DA839A0F}"/>
              </a:ext>
            </a:extLst>
          </p:cNvPr>
          <p:cNvSpPr/>
          <p:nvPr>
            <p:custDataLst>
              <p:tags r:id="rId192"/>
            </p:custDataLst>
          </p:nvPr>
        </p:nvSpPr>
        <p:spPr bwMode="auto">
          <a:xfrm>
            <a:off x="18222913" y="23983950"/>
            <a:ext cx="52388" cy="185896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0C252400-DC9E-F327-A23E-843F616A3225}"/>
              </a:ext>
            </a:extLst>
          </p:cNvPr>
          <p:cNvSpPr/>
          <p:nvPr>
            <p:custDataLst>
              <p:tags r:id="rId193"/>
            </p:custDataLst>
          </p:nvPr>
        </p:nvSpPr>
        <p:spPr bwMode="auto">
          <a:xfrm>
            <a:off x="18191163" y="24055388"/>
            <a:ext cx="31750" cy="17875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AFD64BE1-B5B6-C0FB-F90E-29E5B4A913FE}"/>
              </a:ext>
            </a:extLst>
          </p:cNvPr>
          <p:cNvSpPr/>
          <p:nvPr>
            <p:custDataLst>
              <p:tags r:id="rId194"/>
            </p:custDataLst>
          </p:nvPr>
        </p:nvSpPr>
        <p:spPr bwMode="auto">
          <a:xfrm>
            <a:off x="18183225" y="24074438"/>
            <a:ext cx="7938" cy="17684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61EBD367-648B-8596-B6A9-E8DF584FB4AF}"/>
              </a:ext>
            </a:extLst>
          </p:cNvPr>
          <p:cNvSpPr/>
          <p:nvPr>
            <p:custDataLst>
              <p:tags r:id="rId195"/>
            </p:custDataLst>
          </p:nvPr>
        </p:nvSpPr>
        <p:spPr bwMode="auto">
          <a:xfrm>
            <a:off x="18138775" y="24145875"/>
            <a:ext cx="44450" cy="169703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87BB8B6E-2EAC-18B6-DA9A-5AA8087B8E8F}"/>
              </a:ext>
            </a:extLst>
          </p:cNvPr>
          <p:cNvSpPr/>
          <p:nvPr>
            <p:custDataLst>
              <p:tags r:id="rId196"/>
            </p:custDataLst>
          </p:nvPr>
        </p:nvSpPr>
        <p:spPr bwMode="auto">
          <a:xfrm>
            <a:off x="18030825" y="24153813"/>
            <a:ext cx="107950" cy="16891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469E6EEA-E2FD-F2C6-0190-0E287567F7DF}"/>
              </a:ext>
            </a:extLst>
          </p:cNvPr>
          <p:cNvSpPr/>
          <p:nvPr>
            <p:custDataLst>
              <p:tags r:id="rId197"/>
            </p:custDataLst>
          </p:nvPr>
        </p:nvSpPr>
        <p:spPr bwMode="auto">
          <a:xfrm>
            <a:off x="17941925" y="24168100"/>
            <a:ext cx="88900" cy="167481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B4C56227-BAA8-5EA3-6423-3A0DDE72C0F0}"/>
              </a:ext>
            </a:extLst>
          </p:cNvPr>
          <p:cNvSpPr/>
          <p:nvPr>
            <p:custDataLst>
              <p:tags r:id="rId198"/>
            </p:custDataLst>
          </p:nvPr>
        </p:nvSpPr>
        <p:spPr bwMode="auto">
          <a:xfrm>
            <a:off x="17887950" y="24214138"/>
            <a:ext cx="53975" cy="16287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7C126C0A-5E54-B2BA-62CE-513EB8D12E0E}"/>
              </a:ext>
            </a:extLst>
          </p:cNvPr>
          <p:cNvSpPr/>
          <p:nvPr>
            <p:custDataLst>
              <p:tags r:id="rId199"/>
            </p:custDataLst>
          </p:nvPr>
        </p:nvSpPr>
        <p:spPr bwMode="auto">
          <a:xfrm>
            <a:off x="17767300" y="24230013"/>
            <a:ext cx="120650" cy="16129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43E77D89-9ADD-32CD-3FF8-ACFE184AA7EA}"/>
              </a:ext>
            </a:extLst>
          </p:cNvPr>
          <p:cNvSpPr/>
          <p:nvPr>
            <p:custDataLst>
              <p:tags r:id="rId200"/>
            </p:custDataLst>
          </p:nvPr>
        </p:nvSpPr>
        <p:spPr bwMode="auto">
          <a:xfrm>
            <a:off x="17676813" y="24231600"/>
            <a:ext cx="90488" cy="161131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30" name="Rectangle 529">
            <a:extLst>
              <a:ext uri="{FF2B5EF4-FFF2-40B4-BE49-F238E27FC236}">
                <a16:creationId xmlns:a16="http://schemas.microsoft.com/office/drawing/2014/main" id="{E868DACD-D757-BDA6-283F-024BAFC35431}"/>
              </a:ext>
            </a:extLst>
          </p:cNvPr>
          <p:cNvSpPr/>
          <p:nvPr>
            <p:custDataLst>
              <p:tags r:id="rId201"/>
            </p:custDataLst>
          </p:nvPr>
        </p:nvSpPr>
        <p:spPr bwMode="auto">
          <a:xfrm>
            <a:off x="17608550" y="24234775"/>
            <a:ext cx="68263" cy="160813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31" name="Rectangle 530">
            <a:extLst>
              <a:ext uri="{FF2B5EF4-FFF2-40B4-BE49-F238E27FC236}">
                <a16:creationId xmlns:a16="http://schemas.microsoft.com/office/drawing/2014/main" id="{CADA5B05-38A2-2E8D-B9A6-E03535651F2F}"/>
              </a:ext>
            </a:extLst>
          </p:cNvPr>
          <p:cNvSpPr/>
          <p:nvPr>
            <p:custDataLst>
              <p:tags r:id="rId202"/>
            </p:custDataLst>
          </p:nvPr>
        </p:nvSpPr>
        <p:spPr bwMode="auto">
          <a:xfrm>
            <a:off x="17538700" y="24260175"/>
            <a:ext cx="69850" cy="158273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0BE9B511-3EF0-D969-A122-C3B847A87524}"/>
              </a:ext>
            </a:extLst>
          </p:cNvPr>
          <p:cNvSpPr/>
          <p:nvPr>
            <p:custDataLst>
              <p:tags r:id="rId203"/>
            </p:custDataLst>
          </p:nvPr>
        </p:nvSpPr>
        <p:spPr bwMode="auto">
          <a:xfrm>
            <a:off x="17433925" y="24504650"/>
            <a:ext cx="104775" cy="133826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33" name="Rectangle 532">
            <a:extLst>
              <a:ext uri="{FF2B5EF4-FFF2-40B4-BE49-F238E27FC236}">
                <a16:creationId xmlns:a16="http://schemas.microsoft.com/office/drawing/2014/main" id="{745FA4A4-BDAB-3131-F887-F9B203839CDC}"/>
              </a:ext>
            </a:extLst>
          </p:cNvPr>
          <p:cNvSpPr/>
          <p:nvPr>
            <p:custDataLst>
              <p:tags r:id="rId204"/>
            </p:custDataLst>
          </p:nvPr>
        </p:nvSpPr>
        <p:spPr bwMode="auto">
          <a:xfrm>
            <a:off x="17329150" y="24507825"/>
            <a:ext cx="104775" cy="133508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34" name="Rectangle 533">
            <a:extLst>
              <a:ext uri="{FF2B5EF4-FFF2-40B4-BE49-F238E27FC236}">
                <a16:creationId xmlns:a16="http://schemas.microsoft.com/office/drawing/2014/main" id="{BFA337F1-6732-A690-CC85-E6DAA6693472}"/>
              </a:ext>
            </a:extLst>
          </p:cNvPr>
          <p:cNvSpPr/>
          <p:nvPr>
            <p:custDataLst>
              <p:tags r:id="rId205"/>
            </p:custDataLst>
          </p:nvPr>
        </p:nvSpPr>
        <p:spPr bwMode="auto">
          <a:xfrm>
            <a:off x="17118013" y="24517350"/>
            <a:ext cx="211138" cy="132556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C6E239D0-F0C0-DBF2-F5B8-093263D8C45D}"/>
              </a:ext>
            </a:extLst>
          </p:cNvPr>
          <p:cNvSpPr/>
          <p:nvPr>
            <p:custDataLst>
              <p:tags r:id="rId206"/>
            </p:custDataLst>
          </p:nvPr>
        </p:nvSpPr>
        <p:spPr bwMode="auto">
          <a:xfrm>
            <a:off x="16908463" y="24520525"/>
            <a:ext cx="209550" cy="132238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36" name="Rectangle 535">
            <a:extLst>
              <a:ext uri="{FF2B5EF4-FFF2-40B4-BE49-F238E27FC236}">
                <a16:creationId xmlns:a16="http://schemas.microsoft.com/office/drawing/2014/main" id="{FF667C0D-E70D-7652-E1DB-D9F383BFC4D2}"/>
              </a:ext>
            </a:extLst>
          </p:cNvPr>
          <p:cNvSpPr/>
          <p:nvPr>
            <p:custDataLst>
              <p:tags r:id="rId207"/>
            </p:custDataLst>
          </p:nvPr>
        </p:nvSpPr>
        <p:spPr bwMode="auto">
          <a:xfrm>
            <a:off x="16721138" y="24525288"/>
            <a:ext cx="187325" cy="13176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37" name="Rectangle 536">
            <a:extLst>
              <a:ext uri="{FF2B5EF4-FFF2-40B4-BE49-F238E27FC236}">
                <a16:creationId xmlns:a16="http://schemas.microsoft.com/office/drawing/2014/main" id="{B50A003A-7130-5FC6-C60E-9AAF61DCC249}"/>
              </a:ext>
            </a:extLst>
          </p:cNvPr>
          <p:cNvSpPr/>
          <p:nvPr>
            <p:custDataLst>
              <p:tags r:id="rId208"/>
            </p:custDataLst>
          </p:nvPr>
        </p:nvSpPr>
        <p:spPr bwMode="auto">
          <a:xfrm>
            <a:off x="16660813" y="24528463"/>
            <a:ext cx="60325" cy="131445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C8211254-4E92-E037-E46F-6AD9EA5D8634}"/>
              </a:ext>
            </a:extLst>
          </p:cNvPr>
          <p:cNvSpPr/>
          <p:nvPr>
            <p:custDataLst>
              <p:tags r:id="rId209"/>
            </p:custDataLst>
          </p:nvPr>
        </p:nvSpPr>
        <p:spPr bwMode="auto">
          <a:xfrm>
            <a:off x="16573500" y="24536400"/>
            <a:ext cx="87313" cy="130651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254347E0-B7E2-5FB2-A337-2611A454BA32}"/>
              </a:ext>
            </a:extLst>
          </p:cNvPr>
          <p:cNvSpPr/>
          <p:nvPr>
            <p:custDataLst>
              <p:tags r:id="rId210"/>
            </p:custDataLst>
          </p:nvPr>
        </p:nvSpPr>
        <p:spPr bwMode="auto">
          <a:xfrm>
            <a:off x="16525875" y="24631650"/>
            <a:ext cx="47625" cy="121126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BB197C9C-CE19-9A13-8AF7-FFD47167A683}"/>
              </a:ext>
            </a:extLst>
          </p:cNvPr>
          <p:cNvSpPr/>
          <p:nvPr>
            <p:custDataLst>
              <p:tags r:id="rId211"/>
            </p:custDataLst>
          </p:nvPr>
        </p:nvSpPr>
        <p:spPr bwMode="auto">
          <a:xfrm>
            <a:off x="16452850" y="24666575"/>
            <a:ext cx="73025" cy="117633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196CBCB-9450-8A62-7A64-9580BB6A7B42}"/>
              </a:ext>
            </a:extLst>
          </p:cNvPr>
          <p:cNvSpPr/>
          <p:nvPr>
            <p:custDataLst>
              <p:tags r:id="rId212"/>
            </p:custDataLst>
          </p:nvPr>
        </p:nvSpPr>
        <p:spPr bwMode="auto">
          <a:xfrm>
            <a:off x="16336963" y="24714200"/>
            <a:ext cx="115888" cy="112871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148E8BA6-AF39-F2A0-0308-280773EDA78A}"/>
              </a:ext>
            </a:extLst>
          </p:cNvPr>
          <p:cNvSpPr/>
          <p:nvPr>
            <p:custDataLst>
              <p:tags r:id="rId213"/>
            </p:custDataLst>
          </p:nvPr>
        </p:nvSpPr>
        <p:spPr bwMode="auto">
          <a:xfrm>
            <a:off x="16206788" y="24758650"/>
            <a:ext cx="130175" cy="108426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9AE3300B-D11F-90FD-E913-A4959361AECF}"/>
              </a:ext>
            </a:extLst>
          </p:cNvPr>
          <p:cNvSpPr/>
          <p:nvPr>
            <p:custDataLst>
              <p:tags r:id="rId214"/>
            </p:custDataLst>
          </p:nvPr>
        </p:nvSpPr>
        <p:spPr bwMode="auto">
          <a:xfrm>
            <a:off x="15989300" y="24836438"/>
            <a:ext cx="217488" cy="100647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3778C843-FA28-17F1-F25A-8D9CD50A26CE}"/>
              </a:ext>
            </a:extLst>
          </p:cNvPr>
          <p:cNvSpPr/>
          <p:nvPr>
            <p:custDataLst>
              <p:tags r:id="rId215"/>
            </p:custDataLst>
          </p:nvPr>
        </p:nvSpPr>
        <p:spPr bwMode="auto">
          <a:xfrm>
            <a:off x="14741525" y="25322213"/>
            <a:ext cx="47625" cy="52070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41D7C749-CE32-30E1-7866-77D5410A6E7F}"/>
              </a:ext>
            </a:extLst>
          </p:cNvPr>
          <p:cNvSpPr/>
          <p:nvPr>
            <p:custDataLst>
              <p:tags r:id="rId216"/>
            </p:custDataLst>
          </p:nvPr>
        </p:nvSpPr>
        <p:spPr bwMode="auto">
          <a:xfrm>
            <a:off x="14638338" y="25325388"/>
            <a:ext cx="103188" cy="51752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C9ACF97A-B72B-D9A5-C64F-94461904FF0C}"/>
              </a:ext>
            </a:extLst>
          </p:cNvPr>
          <p:cNvSpPr/>
          <p:nvPr>
            <p:custDataLst>
              <p:tags r:id="rId217"/>
            </p:custDataLst>
          </p:nvPr>
        </p:nvSpPr>
        <p:spPr bwMode="auto">
          <a:xfrm>
            <a:off x="14543088" y="25326975"/>
            <a:ext cx="95250" cy="515938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62992B66-5C89-9C3E-DAC2-9DEBA7AFD634}"/>
              </a:ext>
            </a:extLst>
          </p:cNvPr>
          <p:cNvSpPr/>
          <p:nvPr>
            <p:custDataLst>
              <p:tags r:id="rId218"/>
            </p:custDataLst>
          </p:nvPr>
        </p:nvSpPr>
        <p:spPr bwMode="auto">
          <a:xfrm>
            <a:off x="14395450" y="25412700"/>
            <a:ext cx="147638" cy="430213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D16A9950-59A4-2194-8B27-91C7A05E69B7}"/>
              </a:ext>
            </a:extLst>
          </p:cNvPr>
          <p:cNvSpPr/>
          <p:nvPr>
            <p:custDataLst>
              <p:tags r:id="rId219"/>
            </p:custDataLst>
          </p:nvPr>
        </p:nvSpPr>
        <p:spPr bwMode="auto">
          <a:xfrm>
            <a:off x="15940088" y="24926925"/>
            <a:ext cx="49213" cy="915988"/>
          </a:xfrm>
          <a:prstGeom prst="rect">
            <a:avLst/>
          </a:prstGeom>
          <a:noFill/>
          <a:ln w="635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1A9A24E5-D1F7-51C3-3FF3-D9275F1C90D4}"/>
              </a:ext>
            </a:extLst>
          </p:cNvPr>
          <p:cNvSpPr/>
          <p:nvPr>
            <p:custDataLst>
              <p:tags r:id="rId220"/>
            </p:custDataLst>
          </p:nvPr>
        </p:nvSpPr>
        <p:spPr bwMode="auto">
          <a:xfrm>
            <a:off x="15816263" y="24996775"/>
            <a:ext cx="123825" cy="846138"/>
          </a:xfrm>
          <a:prstGeom prst="rect">
            <a:avLst/>
          </a:prstGeom>
          <a:noFill/>
          <a:ln w="635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50" name="Rectangle 549">
            <a:extLst>
              <a:ext uri="{FF2B5EF4-FFF2-40B4-BE49-F238E27FC236}">
                <a16:creationId xmlns:a16="http://schemas.microsoft.com/office/drawing/2014/main" id="{C5CD93D2-63D2-52C1-744B-9AC81C9FDBC6}"/>
              </a:ext>
            </a:extLst>
          </p:cNvPr>
          <p:cNvSpPr/>
          <p:nvPr>
            <p:custDataLst>
              <p:tags r:id="rId221"/>
            </p:custDataLst>
          </p:nvPr>
        </p:nvSpPr>
        <p:spPr bwMode="auto">
          <a:xfrm>
            <a:off x="15682913" y="25052338"/>
            <a:ext cx="133350" cy="790575"/>
          </a:xfrm>
          <a:prstGeom prst="rect">
            <a:avLst/>
          </a:prstGeom>
          <a:noFill/>
          <a:ln w="635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51" name="Rectangle 550">
            <a:extLst>
              <a:ext uri="{FF2B5EF4-FFF2-40B4-BE49-F238E27FC236}">
                <a16:creationId xmlns:a16="http://schemas.microsoft.com/office/drawing/2014/main" id="{7CBE1969-4A7E-1609-0691-20C17E573FCE}"/>
              </a:ext>
            </a:extLst>
          </p:cNvPr>
          <p:cNvSpPr/>
          <p:nvPr>
            <p:custDataLst>
              <p:tags r:id="rId222"/>
            </p:custDataLst>
          </p:nvPr>
        </p:nvSpPr>
        <p:spPr bwMode="auto">
          <a:xfrm>
            <a:off x="15497175" y="25058688"/>
            <a:ext cx="185738" cy="784225"/>
          </a:xfrm>
          <a:prstGeom prst="rect">
            <a:avLst/>
          </a:prstGeom>
          <a:solidFill>
            <a:schemeClr val="accent2"/>
          </a:solidFill>
          <a:ln w="635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52" name="Rectangle 551">
            <a:extLst>
              <a:ext uri="{FF2B5EF4-FFF2-40B4-BE49-F238E27FC236}">
                <a16:creationId xmlns:a16="http://schemas.microsoft.com/office/drawing/2014/main" id="{7111D2D4-6213-5302-1463-513CCBAD4DB6}"/>
              </a:ext>
            </a:extLst>
          </p:cNvPr>
          <p:cNvSpPr/>
          <p:nvPr>
            <p:custDataLst>
              <p:tags r:id="rId223"/>
            </p:custDataLst>
          </p:nvPr>
        </p:nvSpPr>
        <p:spPr bwMode="auto">
          <a:xfrm>
            <a:off x="15481300" y="25077738"/>
            <a:ext cx="15875" cy="765175"/>
          </a:xfrm>
          <a:prstGeom prst="rect">
            <a:avLst/>
          </a:prstGeom>
          <a:noFill/>
          <a:ln w="635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53" name="Rectangle 552">
            <a:extLst>
              <a:ext uri="{FF2B5EF4-FFF2-40B4-BE49-F238E27FC236}">
                <a16:creationId xmlns:a16="http://schemas.microsoft.com/office/drawing/2014/main" id="{7CAD41AF-75A9-FD72-5FFE-EC149D8C29BD}"/>
              </a:ext>
            </a:extLst>
          </p:cNvPr>
          <p:cNvSpPr/>
          <p:nvPr>
            <p:custDataLst>
              <p:tags r:id="rId224"/>
            </p:custDataLst>
          </p:nvPr>
        </p:nvSpPr>
        <p:spPr bwMode="auto">
          <a:xfrm>
            <a:off x="15460663" y="25103138"/>
            <a:ext cx="20638" cy="739775"/>
          </a:xfrm>
          <a:prstGeom prst="rect">
            <a:avLst/>
          </a:prstGeom>
          <a:noFill/>
          <a:ln w="635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54" name="Rectangle 553">
            <a:extLst>
              <a:ext uri="{FF2B5EF4-FFF2-40B4-BE49-F238E27FC236}">
                <a16:creationId xmlns:a16="http://schemas.microsoft.com/office/drawing/2014/main" id="{A82C4DEE-6F06-65DB-D314-83BFB655461E}"/>
              </a:ext>
            </a:extLst>
          </p:cNvPr>
          <p:cNvSpPr/>
          <p:nvPr>
            <p:custDataLst>
              <p:tags r:id="rId225"/>
            </p:custDataLst>
          </p:nvPr>
        </p:nvSpPr>
        <p:spPr bwMode="auto">
          <a:xfrm>
            <a:off x="15428913" y="25241250"/>
            <a:ext cx="31750" cy="601663"/>
          </a:xfrm>
          <a:prstGeom prst="rect">
            <a:avLst/>
          </a:prstGeom>
          <a:noFill/>
          <a:ln w="635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55" name="Rectangle 554">
            <a:extLst>
              <a:ext uri="{FF2B5EF4-FFF2-40B4-BE49-F238E27FC236}">
                <a16:creationId xmlns:a16="http://schemas.microsoft.com/office/drawing/2014/main" id="{73098A67-18AD-D485-4F90-BBD6BB75F515}"/>
              </a:ext>
            </a:extLst>
          </p:cNvPr>
          <p:cNvSpPr/>
          <p:nvPr>
            <p:custDataLst>
              <p:tags r:id="rId226"/>
            </p:custDataLst>
          </p:nvPr>
        </p:nvSpPr>
        <p:spPr bwMode="auto">
          <a:xfrm>
            <a:off x="15325725" y="25247600"/>
            <a:ext cx="103188" cy="595313"/>
          </a:xfrm>
          <a:prstGeom prst="rect">
            <a:avLst/>
          </a:prstGeom>
          <a:noFill/>
          <a:ln w="635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56" name="Rectangle 555">
            <a:extLst>
              <a:ext uri="{FF2B5EF4-FFF2-40B4-BE49-F238E27FC236}">
                <a16:creationId xmlns:a16="http://schemas.microsoft.com/office/drawing/2014/main" id="{3DAE855A-2CC7-24C6-5CE1-82C1C7EBD3F1}"/>
              </a:ext>
            </a:extLst>
          </p:cNvPr>
          <p:cNvSpPr/>
          <p:nvPr>
            <p:custDataLst>
              <p:tags r:id="rId227"/>
            </p:custDataLst>
          </p:nvPr>
        </p:nvSpPr>
        <p:spPr bwMode="auto">
          <a:xfrm>
            <a:off x="15028863" y="25317450"/>
            <a:ext cx="296863" cy="525463"/>
          </a:xfrm>
          <a:prstGeom prst="rect">
            <a:avLst/>
          </a:prstGeom>
          <a:noFill/>
          <a:ln w="635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57" name="Rectangle 556">
            <a:extLst>
              <a:ext uri="{FF2B5EF4-FFF2-40B4-BE49-F238E27FC236}">
                <a16:creationId xmlns:a16="http://schemas.microsoft.com/office/drawing/2014/main" id="{7BC141E6-AFB4-C200-C7FF-9FC1FE7C8107}"/>
              </a:ext>
            </a:extLst>
          </p:cNvPr>
          <p:cNvSpPr/>
          <p:nvPr>
            <p:custDataLst>
              <p:tags r:id="rId228"/>
            </p:custDataLst>
          </p:nvPr>
        </p:nvSpPr>
        <p:spPr bwMode="auto">
          <a:xfrm>
            <a:off x="14917738" y="25320625"/>
            <a:ext cx="111125" cy="522288"/>
          </a:xfrm>
          <a:prstGeom prst="rect">
            <a:avLst/>
          </a:prstGeom>
          <a:noFill/>
          <a:ln w="635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558" name="Rectangle 557">
            <a:extLst>
              <a:ext uri="{FF2B5EF4-FFF2-40B4-BE49-F238E27FC236}">
                <a16:creationId xmlns:a16="http://schemas.microsoft.com/office/drawing/2014/main" id="{F434CE1F-289F-C92E-B8A5-74463EAE67C1}"/>
              </a:ext>
            </a:extLst>
          </p:cNvPr>
          <p:cNvSpPr/>
          <p:nvPr>
            <p:custDataLst>
              <p:tags r:id="rId229"/>
            </p:custDataLst>
          </p:nvPr>
        </p:nvSpPr>
        <p:spPr bwMode="auto">
          <a:xfrm>
            <a:off x="14789150" y="25322213"/>
            <a:ext cx="128588" cy="520700"/>
          </a:xfrm>
          <a:prstGeom prst="rect">
            <a:avLst/>
          </a:prstGeom>
          <a:noFill/>
          <a:ln w="6350" cap="flat" cmpd="sng" algn="ctr">
            <a:solidFill>
              <a:schemeClr val="bg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cxnSp>
        <p:nvCxnSpPr>
          <p:cNvPr id="559" name="Straight Connector 558">
            <a:extLst>
              <a:ext uri="{FF2B5EF4-FFF2-40B4-BE49-F238E27FC236}">
                <a16:creationId xmlns:a16="http://schemas.microsoft.com/office/drawing/2014/main" id="{F6DCA38C-EEE0-4504-CD94-C34F208A1368}"/>
              </a:ext>
            </a:extLst>
          </p:cNvPr>
          <p:cNvCxnSpPr/>
          <p:nvPr>
            <p:custDataLst>
              <p:tags r:id="rId230"/>
            </p:custDataLst>
          </p:nvPr>
        </p:nvCxnSpPr>
        <p:spPr bwMode="auto">
          <a:xfrm>
            <a:off x="14395450" y="21091525"/>
            <a:ext cx="0" cy="475615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0" name="Straight Connector 559">
            <a:extLst>
              <a:ext uri="{FF2B5EF4-FFF2-40B4-BE49-F238E27FC236}">
                <a16:creationId xmlns:a16="http://schemas.microsoft.com/office/drawing/2014/main" id="{B3D6ABBC-1F6A-35E9-1171-CAB29A273337}"/>
              </a:ext>
            </a:extLst>
          </p:cNvPr>
          <p:cNvCxnSpPr/>
          <p:nvPr>
            <p:custDataLst>
              <p:tags r:id="rId231"/>
            </p:custDataLst>
          </p:nvPr>
        </p:nvCxnSpPr>
        <p:spPr bwMode="auto">
          <a:xfrm>
            <a:off x="14390688" y="25842913"/>
            <a:ext cx="6715125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1" name="Straight Connector 560">
            <a:extLst>
              <a:ext uri="{FF2B5EF4-FFF2-40B4-BE49-F238E27FC236}">
                <a16:creationId xmlns:a16="http://schemas.microsoft.com/office/drawing/2014/main" id="{EE298EAD-A20B-D837-3970-A690D39E47AB}"/>
              </a:ext>
            </a:extLst>
          </p:cNvPr>
          <p:cNvCxnSpPr>
            <a:cxnSpLocks/>
          </p:cNvCxnSpPr>
          <p:nvPr>
            <p:custDataLst>
              <p:tags r:id="rId232"/>
            </p:custDataLst>
          </p:nvPr>
        </p:nvCxnSpPr>
        <p:spPr bwMode="auto">
          <a:xfrm>
            <a:off x="14327188" y="21096288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2" name="Straight Connector 561">
            <a:extLst>
              <a:ext uri="{FF2B5EF4-FFF2-40B4-BE49-F238E27FC236}">
                <a16:creationId xmlns:a16="http://schemas.microsoft.com/office/drawing/2014/main" id="{69AF589E-E5C7-63B0-7613-07DF40A108CB}"/>
              </a:ext>
            </a:extLst>
          </p:cNvPr>
          <p:cNvCxnSpPr>
            <a:cxnSpLocks/>
          </p:cNvCxnSpPr>
          <p:nvPr>
            <p:custDataLst>
              <p:tags r:id="rId233"/>
            </p:custDataLst>
          </p:nvPr>
        </p:nvCxnSpPr>
        <p:spPr bwMode="auto">
          <a:xfrm>
            <a:off x="14327188" y="2177415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3A07C546-5D27-B868-BD16-3FD1DAC0979A}"/>
              </a:ext>
            </a:extLst>
          </p:cNvPr>
          <p:cNvCxnSpPr>
            <a:cxnSpLocks/>
          </p:cNvCxnSpPr>
          <p:nvPr>
            <p:custDataLst>
              <p:tags r:id="rId234"/>
            </p:custDataLst>
          </p:nvPr>
        </p:nvCxnSpPr>
        <p:spPr bwMode="auto">
          <a:xfrm>
            <a:off x="14327188" y="22452013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4" name="Straight Connector 563">
            <a:extLst>
              <a:ext uri="{FF2B5EF4-FFF2-40B4-BE49-F238E27FC236}">
                <a16:creationId xmlns:a16="http://schemas.microsoft.com/office/drawing/2014/main" id="{958CB4B3-5450-6081-12AE-AD8A08359444}"/>
              </a:ext>
            </a:extLst>
          </p:cNvPr>
          <p:cNvCxnSpPr>
            <a:cxnSpLocks/>
          </p:cNvCxnSpPr>
          <p:nvPr>
            <p:custDataLst>
              <p:tags r:id="rId235"/>
            </p:custDataLst>
          </p:nvPr>
        </p:nvCxnSpPr>
        <p:spPr bwMode="auto">
          <a:xfrm>
            <a:off x="14327188" y="23129875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5" name="Straight Connector 564">
            <a:extLst>
              <a:ext uri="{FF2B5EF4-FFF2-40B4-BE49-F238E27FC236}">
                <a16:creationId xmlns:a16="http://schemas.microsoft.com/office/drawing/2014/main" id="{8B75C03A-4047-C612-76B8-D1677166B3E8}"/>
              </a:ext>
            </a:extLst>
          </p:cNvPr>
          <p:cNvCxnSpPr>
            <a:cxnSpLocks/>
          </p:cNvCxnSpPr>
          <p:nvPr>
            <p:custDataLst>
              <p:tags r:id="rId236"/>
            </p:custDataLst>
          </p:nvPr>
        </p:nvCxnSpPr>
        <p:spPr bwMode="auto">
          <a:xfrm>
            <a:off x="14327188" y="23807738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6" name="Straight Connector 565">
            <a:extLst>
              <a:ext uri="{FF2B5EF4-FFF2-40B4-BE49-F238E27FC236}">
                <a16:creationId xmlns:a16="http://schemas.microsoft.com/office/drawing/2014/main" id="{51CD52A0-5570-310C-76F6-BAF38F9FAF9D}"/>
              </a:ext>
            </a:extLst>
          </p:cNvPr>
          <p:cNvCxnSpPr>
            <a:cxnSpLocks/>
          </p:cNvCxnSpPr>
          <p:nvPr>
            <p:custDataLst>
              <p:tags r:id="rId237"/>
            </p:custDataLst>
          </p:nvPr>
        </p:nvCxnSpPr>
        <p:spPr bwMode="auto">
          <a:xfrm>
            <a:off x="14327188" y="2448560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7" name="Straight Connector 566">
            <a:extLst>
              <a:ext uri="{FF2B5EF4-FFF2-40B4-BE49-F238E27FC236}">
                <a16:creationId xmlns:a16="http://schemas.microsoft.com/office/drawing/2014/main" id="{BE4D55C9-FF47-7DC7-E8FB-C7BD95FA3E6A}"/>
              </a:ext>
            </a:extLst>
          </p:cNvPr>
          <p:cNvCxnSpPr>
            <a:cxnSpLocks/>
          </p:cNvCxnSpPr>
          <p:nvPr>
            <p:custDataLst>
              <p:tags r:id="rId238"/>
            </p:custDataLst>
          </p:nvPr>
        </p:nvCxnSpPr>
        <p:spPr bwMode="auto">
          <a:xfrm>
            <a:off x="14327188" y="2516505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8" name="Straight Connector 567">
            <a:extLst>
              <a:ext uri="{FF2B5EF4-FFF2-40B4-BE49-F238E27FC236}">
                <a16:creationId xmlns:a16="http://schemas.microsoft.com/office/drawing/2014/main" id="{6C930339-A817-8AAA-3CA3-FD2607736B87}"/>
              </a:ext>
            </a:extLst>
          </p:cNvPr>
          <p:cNvCxnSpPr>
            <a:cxnSpLocks/>
          </p:cNvCxnSpPr>
          <p:nvPr>
            <p:custDataLst>
              <p:tags r:id="rId239"/>
            </p:custDataLst>
          </p:nvPr>
        </p:nvCxnSpPr>
        <p:spPr bwMode="auto">
          <a:xfrm>
            <a:off x="14327188" y="25842913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0" name="Straight Connector 569">
            <a:extLst>
              <a:ext uri="{FF2B5EF4-FFF2-40B4-BE49-F238E27FC236}">
                <a16:creationId xmlns:a16="http://schemas.microsoft.com/office/drawing/2014/main" id="{F5F47575-E98C-C684-8810-9CC583201075}"/>
              </a:ext>
            </a:extLst>
          </p:cNvPr>
          <p:cNvCxnSpPr/>
          <p:nvPr>
            <p:custDataLst>
              <p:tags r:id="rId240"/>
            </p:custDataLst>
          </p:nvPr>
        </p:nvCxnSpPr>
        <p:spPr bwMode="auto">
          <a:xfrm>
            <a:off x="20924838" y="21134388"/>
            <a:ext cx="176213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7" name="Straight Connector 596">
            <a:extLst>
              <a:ext uri="{FF2B5EF4-FFF2-40B4-BE49-F238E27FC236}">
                <a16:creationId xmlns:a16="http://schemas.microsoft.com/office/drawing/2014/main" id="{C2BEA516-C44E-AB57-293B-1B3FBC21A1DB}"/>
              </a:ext>
            </a:extLst>
          </p:cNvPr>
          <p:cNvCxnSpPr>
            <a:cxnSpLocks/>
          </p:cNvCxnSpPr>
          <p:nvPr>
            <p:custDataLst>
              <p:tags r:id="rId241"/>
            </p:custDataLst>
          </p:nvPr>
        </p:nvCxnSpPr>
        <p:spPr bwMode="auto">
          <a:xfrm flipV="1">
            <a:off x="15940088" y="24912638"/>
            <a:ext cx="0" cy="984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1" name="Straight Connector 570">
            <a:extLst>
              <a:ext uri="{FF2B5EF4-FFF2-40B4-BE49-F238E27FC236}">
                <a16:creationId xmlns:a16="http://schemas.microsoft.com/office/drawing/2014/main" id="{459153D0-5357-EC5A-E35F-9F7303222A08}"/>
              </a:ext>
            </a:extLst>
          </p:cNvPr>
          <p:cNvCxnSpPr/>
          <p:nvPr>
            <p:custDataLst>
              <p:tags r:id="rId242"/>
            </p:custDataLst>
          </p:nvPr>
        </p:nvCxnSpPr>
        <p:spPr bwMode="auto">
          <a:xfrm>
            <a:off x="14395450" y="25412700"/>
            <a:ext cx="14763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2" name="Straight Connector 571">
            <a:extLst>
              <a:ext uri="{FF2B5EF4-FFF2-40B4-BE49-F238E27FC236}">
                <a16:creationId xmlns:a16="http://schemas.microsoft.com/office/drawing/2014/main" id="{105C7FCD-7EB1-6BE3-2FE7-9C672D37A8D6}"/>
              </a:ext>
            </a:extLst>
          </p:cNvPr>
          <p:cNvCxnSpPr/>
          <p:nvPr>
            <p:custDataLst>
              <p:tags r:id="rId243"/>
            </p:custDataLst>
          </p:nvPr>
        </p:nvCxnSpPr>
        <p:spPr bwMode="auto">
          <a:xfrm flipV="1">
            <a:off x="14543088" y="25312688"/>
            <a:ext cx="0" cy="1143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3" name="Straight Connector 572">
            <a:extLst>
              <a:ext uri="{FF2B5EF4-FFF2-40B4-BE49-F238E27FC236}">
                <a16:creationId xmlns:a16="http://schemas.microsoft.com/office/drawing/2014/main" id="{EB02551D-5AB2-3E8C-F3F2-BB675436F09F}"/>
              </a:ext>
            </a:extLst>
          </p:cNvPr>
          <p:cNvCxnSpPr/>
          <p:nvPr>
            <p:custDataLst>
              <p:tags r:id="rId244"/>
            </p:custDataLst>
          </p:nvPr>
        </p:nvCxnSpPr>
        <p:spPr bwMode="auto">
          <a:xfrm>
            <a:off x="14543088" y="25326975"/>
            <a:ext cx="952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4" name="Straight Connector 573">
            <a:extLst>
              <a:ext uri="{FF2B5EF4-FFF2-40B4-BE49-F238E27FC236}">
                <a16:creationId xmlns:a16="http://schemas.microsoft.com/office/drawing/2014/main" id="{3DC69459-1873-F23C-C65C-94CFBE0F9686}"/>
              </a:ext>
            </a:extLst>
          </p:cNvPr>
          <p:cNvCxnSpPr/>
          <p:nvPr>
            <p:custDataLst>
              <p:tags r:id="rId245"/>
            </p:custDataLst>
          </p:nvPr>
        </p:nvCxnSpPr>
        <p:spPr bwMode="auto">
          <a:xfrm flipV="1">
            <a:off x="14638338" y="25311100"/>
            <a:ext cx="0" cy="301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5" name="Straight Connector 574">
            <a:extLst>
              <a:ext uri="{FF2B5EF4-FFF2-40B4-BE49-F238E27FC236}">
                <a16:creationId xmlns:a16="http://schemas.microsoft.com/office/drawing/2014/main" id="{F90BE0B6-E897-23FF-7FA0-8BC8BD91EF71}"/>
              </a:ext>
            </a:extLst>
          </p:cNvPr>
          <p:cNvCxnSpPr/>
          <p:nvPr>
            <p:custDataLst>
              <p:tags r:id="rId246"/>
            </p:custDataLst>
          </p:nvPr>
        </p:nvCxnSpPr>
        <p:spPr bwMode="auto">
          <a:xfrm>
            <a:off x="14638338" y="25325388"/>
            <a:ext cx="10318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6" name="Straight Connector 575">
            <a:extLst>
              <a:ext uri="{FF2B5EF4-FFF2-40B4-BE49-F238E27FC236}">
                <a16:creationId xmlns:a16="http://schemas.microsoft.com/office/drawing/2014/main" id="{FD154079-0ADB-DAC7-CCBD-6E4932994408}"/>
              </a:ext>
            </a:extLst>
          </p:cNvPr>
          <p:cNvCxnSpPr>
            <a:cxnSpLocks/>
          </p:cNvCxnSpPr>
          <p:nvPr>
            <p:custDataLst>
              <p:tags r:id="rId247"/>
            </p:custDataLst>
          </p:nvPr>
        </p:nvCxnSpPr>
        <p:spPr bwMode="auto">
          <a:xfrm flipV="1">
            <a:off x="14741525" y="25307925"/>
            <a:ext cx="0" cy="317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7" name="Straight Connector 576">
            <a:extLst>
              <a:ext uri="{FF2B5EF4-FFF2-40B4-BE49-F238E27FC236}">
                <a16:creationId xmlns:a16="http://schemas.microsoft.com/office/drawing/2014/main" id="{8FB190DB-4421-EDF2-172B-C76F530CF3A4}"/>
              </a:ext>
            </a:extLst>
          </p:cNvPr>
          <p:cNvCxnSpPr>
            <a:cxnSpLocks/>
          </p:cNvCxnSpPr>
          <p:nvPr>
            <p:custDataLst>
              <p:tags r:id="rId248"/>
            </p:custDataLst>
          </p:nvPr>
        </p:nvCxnSpPr>
        <p:spPr bwMode="auto">
          <a:xfrm>
            <a:off x="14741525" y="25322213"/>
            <a:ext cx="476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8" name="Straight Connector 577">
            <a:extLst>
              <a:ext uri="{FF2B5EF4-FFF2-40B4-BE49-F238E27FC236}">
                <a16:creationId xmlns:a16="http://schemas.microsoft.com/office/drawing/2014/main" id="{2329C96E-CFBA-3642-6BCC-E31D53CCE49A}"/>
              </a:ext>
            </a:extLst>
          </p:cNvPr>
          <p:cNvCxnSpPr/>
          <p:nvPr>
            <p:custDataLst>
              <p:tags r:id="rId249"/>
            </p:custDataLst>
          </p:nvPr>
        </p:nvCxnSpPr>
        <p:spPr bwMode="auto">
          <a:xfrm>
            <a:off x="14789150" y="25322213"/>
            <a:ext cx="12858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9" name="Straight Connector 578">
            <a:extLst>
              <a:ext uri="{FF2B5EF4-FFF2-40B4-BE49-F238E27FC236}">
                <a16:creationId xmlns:a16="http://schemas.microsoft.com/office/drawing/2014/main" id="{1DBCE880-27ED-4029-4B0B-3030B5C51FA6}"/>
              </a:ext>
            </a:extLst>
          </p:cNvPr>
          <p:cNvCxnSpPr>
            <a:cxnSpLocks/>
          </p:cNvCxnSpPr>
          <p:nvPr>
            <p:custDataLst>
              <p:tags r:id="rId250"/>
            </p:custDataLst>
          </p:nvPr>
        </p:nvCxnSpPr>
        <p:spPr bwMode="auto">
          <a:xfrm flipV="1">
            <a:off x="14917738" y="25306338"/>
            <a:ext cx="0" cy="301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0" name="Straight Connector 579">
            <a:extLst>
              <a:ext uri="{FF2B5EF4-FFF2-40B4-BE49-F238E27FC236}">
                <a16:creationId xmlns:a16="http://schemas.microsoft.com/office/drawing/2014/main" id="{DFDED31F-666C-BC3D-5446-3522AC5CFC3F}"/>
              </a:ext>
            </a:extLst>
          </p:cNvPr>
          <p:cNvCxnSpPr>
            <a:cxnSpLocks/>
          </p:cNvCxnSpPr>
          <p:nvPr>
            <p:custDataLst>
              <p:tags r:id="rId251"/>
            </p:custDataLst>
          </p:nvPr>
        </p:nvCxnSpPr>
        <p:spPr bwMode="auto">
          <a:xfrm>
            <a:off x="14917738" y="25320625"/>
            <a:ext cx="1111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1" name="Straight Connector 580">
            <a:extLst>
              <a:ext uri="{FF2B5EF4-FFF2-40B4-BE49-F238E27FC236}">
                <a16:creationId xmlns:a16="http://schemas.microsoft.com/office/drawing/2014/main" id="{F03967E8-9A3A-E3B9-712D-1EA35A4D6659}"/>
              </a:ext>
            </a:extLst>
          </p:cNvPr>
          <p:cNvCxnSpPr>
            <a:cxnSpLocks/>
          </p:cNvCxnSpPr>
          <p:nvPr>
            <p:custDataLst>
              <p:tags r:id="rId252"/>
            </p:custDataLst>
          </p:nvPr>
        </p:nvCxnSpPr>
        <p:spPr bwMode="auto">
          <a:xfrm flipV="1">
            <a:off x="15028863" y="25303163"/>
            <a:ext cx="0" cy="317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2" name="Straight Connector 581">
            <a:extLst>
              <a:ext uri="{FF2B5EF4-FFF2-40B4-BE49-F238E27FC236}">
                <a16:creationId xmlns:a16="http://schemas.microsoft.com/office/drawing/2014/main" id="{0033AEE4-B85A-0B67-BC07-9DC922841EE7}"/>
              </a:ext>
            </a:extLst>
          </p:cNvPr>
          <p:cNvCxnSpPr>
            <a:cxnSpLocks/>
          </p:cNvCxnSpPr>
          <p:nvPr>
            <p:custDataLst>
              <p:tags r:id="rId253"/>
            </p:custDataLst>
          </p:nvPr>
        </p:nvCxnSpPr>
        <p:spPr bwMode="auto">
          <a:xfrm>
            <a:off x="15028863" y="25317450"/>
            <a:ext cx="296863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3" name="Straight Connector 582">
            <a:extLst>
              <a:ext uri="{FF2B5EF4-FFF2-40B4-BE49-F238E27FC236}">
                <a16:creationId xmlns:a16="http://schemas.microsoft.com/office/drawing/2014/main" id="{7812A150-4966-0CB4-DFE6-446C682FD1C6}"/>
              </a:ext>
            </a:extLst>
          </p:cNvPr>
          <p:cNvCxnSpPr>
            <a:cxnSpLocks/>
          </p:cNvCxnSpPr>
          <p:nvPr>
            <p:custDataLst>
              <p:tags r:id="rId254"/>
            </p:custDataLst>
          </p:nvPr>
        </p:nvCxnSpPr>
        <p:spPr bwMode="auto">
          <a:xfrm flipV="1">
            <a:off x="15325725" y="25233313"/>
            <a:ext cx="0" cy="984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4" name="Straight Connector 583">
            <a:extLst>
              <a:ext uri="{FF2B5EF4-FFF2-40B4-BE49-F238E27FC236}">
                <a16:creationId xmlns:a16="http://schemas.microsoft.com/office/drawing/2014/main" id="{8AB3BA5F-31AB-316D-7E05-AAF4303ABA78}"/>
              </a:ext>
            </a:extLst>
          </p:cNvPr>
          <p:cNvCxnSpPr>
            <a:cxnSpLocks/>
          </p:cNvCxnSpPr>
          <p:nvPr>
            <p:custDataLst>
              <p:tags r:id="rId255"/>
            </p:custDataLst>
          </p:nvPr>
        </p:nvCxnSpPr>
        <p:spPr bwMode="auto">
          <a:xfrm>
            <a:off x="15325725" y="25247600"/>
            <a:ext cx="10318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5" name="Straight Connector 584">
            <a:extLst>
              <a:ext uri="{FF2B5EF4-FFF2-40B4-BE49-F238E27FC236}">
                <a16:creationId xmlns:a16="http://schemas.microsoft.com/office/drawing/2014/main" id="{FACFFE6F-D218-4A16-8499-CF2C03518F25}"/>
              </a:ext>
            </a:extLst>
          </p:cNvPr>
          <p:cNvCxnSpPr>
            <a:cxnSpLocks/>
          </p:cNvCxnSpPr>
          <p:nvPr>
            <p:custDataLst>
              <p:tags r:id="rId256"/>
            </p:custDataLst>
          </p:nvPr>
        </p:nvCxnSpPr>
        <p:spPr bwMode="auto">
          <a:xfrm flipV="1">
            <a:off x="15428913" y="25226963"/>
            <a:ext cx="0" cy="349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6" name="Straight Connector 585">
            <a:extLst>
              <a:ext uri="{FF2B5EF4-FFF2-40B4-BE49-F238E27FC236}">
                <a16:creationId xmlns:a16="http://schemas.microsoft.com/office/drawing/2014/main" id="{B843D77E-0E21-F6AD-B5A7-A3DBBD01403C}"/>
              </a:ext>
            </a:extLst>
          </p:cNvPr>
          <p:cNvCxnSpPr>
            <a:cxnSpLocks/>
          </p:cNvCxnSpPr>
          <p:nvPr>
            <p:custDataLst>
              <p:tags r:id="rId257"/>
            </p:custDataLst>
          </p:nvPr>
        </p:nvCxnSpPr>
        <p:spPr bwMode="auto">
          <a:xfrm>
            <a:off x="15428913" y="25241250"/>
            <a:ext cx="317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7" name="Straight Connector 586">
            <a:extLst>
              <a:ext uri="{FF2B5EF4-FFF2-40B4-BE49-F238E27FC236}">
                <a16:creationId xmlns:a16="http://schemas.microsoft.com/office/drawing/2014/main" id="{A34C5869-FE06-17B0-00BF-DE0FC0087E60}"/>
              </a:ext>
            </a:extLst>
          </p:cNvPr>
          <p:cNvCxnSpPr>
            <a:cxnSpLocks/>
          </p:cNvCxnSpPr>
          <p:nvPr>
            <p:custDataLst>
              <p:tags r:id="rId258"/>
            </p:custDataLst>
          </p:nvPr>
        </p:nvCxnSpPr>
        <p:spPr bwMode="auto">
          <a:xfrm flipV="1">
            <a:off x="15460663" y="25088850"/>
            <a:ext cx="0" cy="16668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8" name="Straight Connector 587">
            <a:extLst>
              <a:ext uri="{FF2B5EF4-FFF2-40B4-BE49-F238E27FC236}">
                <a16:creationId xmlns:a16="http://schemas.microsoft.com/office/drawing/2014/main" id="{B614F27A-58F7-7C0A-D215-3CDE523D4A44}"/>
              </a:ext>
            </a:extLst>
          </p:cNvPr>
          <p:cNvCxnSpPr>
            <a:cxnSpLocks/>
          </p:cNvCxnSpPr>
          <p:nvPr>
            <p:custDataLst>
              <p:tags r:id="rId259"/>
            </p:custDataLst>
          </p:nvPr>
        </p:nvCxnSpPr>
        <p:spPr bwMode="auto">
          <a:xfrm>
            <a:off x="15460663" y="25103138"/>
            <a:ext cx="2063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9" name="Straight Connector 588">
            <a:extLst>
              <a:ext uri="{FF2B5EF4-FFF2-40B4-BE49-F238E27FC236}">
                <a16:creationId xmlns:a16="http://schemas.microsoft.com/office/drawing/2014/main" id="{2D71FC03-B367-3B02-AEC3-5C12AB36DD66}"/>
              </a:ext>
            </a:extLst>
          </p:cNvPr>
          <p:cNvCxnSpPr>
            <a:cxnSpLocks/>
          </p:cNvCxnSpPr>
          <p:nvPr>
            <p:custDataLst>
              <p:tags r:id="rId260"/>
            </p:custDataLst>
          </p:nvPr>
        </p:nvCxnSpPr>
        <p:spPr bwMode="auto">
          <a:xfrm flipV="1">
            <a:off x="15481300" y="25063450"/>
            <a:ext cx="0" cy="539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0" name="Straight Connector 589">
            <a:extLst>
              <a:ext uri="{FF2B5EF4-FFF2-40B4-BE49-F238E27FC236}">
                <a16:creationId xmlns:a16="http://schemas.microsoft.com/office/drawing/2014/main" id="{E135A267-B92E-023F-A545-100B346AB71E}"/>
              </a:ext>
            </a:extLst>
          </p:cNvPr>
          <p:cNvCxnSpPr>
            <a:cxnSpLocks/>
          </p:cNvCxnSpPr>
          <p:nvPr>
            <p:custDataLst>
              <p:tags r:id="rId261"/>
            </p:custDataLst>
          </p:nvPr>
        </p:nvCxnSpPr>
        <p:spPr bwMode="auto">
          <a:xfrm>
            <a:off x="15481300" y="25077738"/>
            <a:ext cx="158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1" name="Straight Connector 590">
            <a:extLst>
              <a:ext uri="{FF2B5EF4-FFF2-40B4-BE49-F238E27FC236}">
                <a16:creationId xmlns:a16="http://schemas.microsoft.com/office/drawing/2014/main" id="{AF75888F-9A0E-58B6-4092-4CBA77E56706}"/>
              </a:ext>
            </a:extLst>
          </p:cNvPr>
          <p:cNvCxnSpPr>
            <a:cxnSpLocks/>
          </p:cNvCxnSpPr>
          <p:nvPr>
            <p:custDataLst>
              <p:tags r:id="rId262"/>
            </p:custDataLst>
          </p:nvPr>
        </p:nvCxnSpPr>
        <p:spPr bwMode="auto">
          <a:xfrm flipV="1">
            <a:off x="15497175" y="25044400"/>
            <a:ext cx="0" cy="476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2" name="Straight Connector 591">
            <a:extLst>
              <a:ext uri="{FF2B5EF4-FFF2-40B4-BE49-F238E27FC236}">
                <a16:creationId xmlns:a16="http://schemas.microsoft.com/office/drawing/2014/main" id="{B00C02B7-5488-DEFC-3542-D26797BEBD6A}"/>
              </a:ext>
            </a:extLst>
          </p:cNvPr>
          <p:cNvCxnSpPr>
            <a:cxnSpLocks/>
          </p:cNvCxnSpPr>
          <p:nvPr>
            <p:custDataLst>
              <p:tags r:id="rId263"/>
            </p:custDataLst>
          </p:nvPr>
        </p:nvCxnSpPr>
        <p:spPr bwMode="auto">
          <a:xfrm>
            <a:off x="15497175" y="25058688"/>
            <a:ext cx="18573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3" name="Straight Connector 592">
            <a:extLst>
              <a:ext uri="{FF2B5EF4-FFF2-40B4-BE49-F238E27FC236}">
                <a16:creationId xmlns:a16="http://schemas.microsoft.com/office/drawing/2014/main" id="{7839B34E-0E0E-1534-9B7A-539BEE34C2B9}"/>
              </a:ext>
            </a:extLst>
          </p:cNvPr>
          <p:cNvCxnSpPr>
            <a:cxnSpLocks/>
          </p:cNvCxnSpPr>
          <p:nvPr>
            <p:custDataLst>
              <p:tags r:id="rId264"/>
            </p:custDataLst>
          </p:nvPr>
        </p:nvCxnSpPr>
        <p:spPr bwMode="auto">
          <a:xfrm flipV="1">
            <a:off x="15682913" y="25038050"/>
            <a:ext cx="0" cy="349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4" name="Straight Connector 593">
            <a:extLst>
              <a:ext uri="{FF2B5EF4-FFF2-40B4-BE49-F238E27FC236}">
                <a16:creationId xmlns:a16="http://schemas.microsoft.com/office/drawing/2014/main" id="{3620B84F-98CD-73C5-718D-A305218343E8}"/>
              </a:ext>
            </a:extLst>
          </p:cNvPr>
          <p:cNvCxnSpPr>
            <a:cxnSpLocks/>
          </p:cNvCxnSpPr>
          <p:nvPr>
            <p:custDataLst>
              <p:tags r:id="rId265"/>
            </p:custDataLst>
          </p:nvPr>
        </p:nvCxnSpPr>
        <p:spPr bwMode="auto">
          <a:xfrm>
            <a:off x="15682913" y="25052338"/>
            <a:ext cx="1333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9" name="Straight Connector 568">
            <a:extLst>
              <a:ext uri="{FF2B5EF4-FFF2-40B4-BE49-F238E27FC236}">
                <a16:creationId xmlns:a16="http://schemas.microsoft.com/office/drawing/2014/main" id="{19E31AE6-5F3F-933A-1876-02A777558DD5}"/>
              </a:ext>
            </a:extLst>
          </p:cNvPr>
          <p:cNvCxnSpPr>
            <a:cxnSpLocks/>
          </p:cNvCxnSpPr>
          <p:nvPr>
            <p:custDataLst>
              <p:tags r:id="rId266"/>
            </p:custDataLst>
          </p:nvPr>
        </p:nvCxnSpPr>
        <p:spPr bwMode="auto">
          <a:xfrm flipV="1">
            <a:off x="15816263" y="24982488"/>
            <a:ext cx="0" cy="841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6" name="Straight Connector 595">
            <a:extLst>
              <a:ext uri="{FF2B5EF4-FFF2-40B4-BE49-F238E27FC236}">
                <a16:creationId xmlns:a16="http://schemas.microsoft.com/office/drawing/2014/main" id="{C5442EDB-FECE-79B2-B2E8-5A057C104B65}"/>
              </a:ext>
            </a:extLst>
          </p:cNvPr>
          <p:cNvCxnSpPr>
            <a:cxnSpLocks/>
          </p:cNvCxnSpPr>
          <p:nvPr>
            <p:custDataLst>
              <p:tags r:id="rId267"/>
            </p:custDataLst>
          </p:nvPr>
        </p:nvCxnSpPr>
        <p:spPr bwMode="auto">
          <a:xfrm>
            <a:off x="15816263" y="24996775"/>
            <a:ext cx="1238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3" name="Straight Connector 622">
            <a:extLst>
              <a:ext uri="{FF2B5EF4-FFF2-40B4-BE49-F238E27FC236}">
                <a16:creationId xmlns:a16="http://schemas.microsoft.com/office/drawing/2014/main" id="{46D566F5-3073-930D-8A17-DDC0AF0B2DC2}"/>
              </a:ext>
            </a:extLst>
          </p:cNvPr>
          <p:cNvCxnSpPr/>
          <p:nvPr>
            <p:custDataLst>
              <p:tags r:id="rId268"/>
            </p:custDataLst>
          </p:nvPr>
        </p:nvCxnSpPr>
        <p:spPr bwMode="auto">
          <a:xfrm>
            <a:off x="17538700" y="24260175"/>
            <a:ext cx="698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8" name="Straight Connector 597">
            <a:extLst>
              <a:ext uri="{FF2B5EF4-FFF2-40B4-BE49-F238E27FC236}">
                <a16:creationId xmlns:a16="http://schemas.microsoft.com/office/drawing/2014/main" id="{28997738-FCCA-E758-1AE9-F668DEC29594}"/>
              </a:ext>
            </a:extLst>
          </p:cNvPr>
          <p:cNvCxnSpPr>
            <a:cxnSpLocks/>
          </p:cNvCxnSpPr>
          <p:nvPr>
            <p:custDataLst>
              <p:tags r:id="rId269"/>
            </p:custDataLst>
          </p:nvPr>
        </p:nvCxnSpPr>
        <p:spPr bwMode="auto">
          <a:xfrm>
            <a:off x="15940088" y="24926925"/>
            <a:ext cx="49213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9" name="Straight Connector 598">
            <a:extLst>
              <a:ext uri="{FF2B5EF4-FFF2-40B4-BE49-F238E27FC236}">
                <a16:creationId xmlns:a16="http://schemas.microsoft.com/office/drawing/2014/main" id="{59B8CF80-EDD7-6915-C709-AFF77597D5E2}"/>
              </a:ext>
            </a:extLst>
          </p:cNvPr>
          <p:cNvCxnSpPr>
            <a:cxnSpLocks/>
          </p:cNvCxnSpPr>
          <p:nvPr>
            <p:custDataLst>
              <p:tags r:id="rId270"/>
            </p:custDataLst>
          </p:nvPr>
        </p:nvCxnSpPr>
        <p:spPr bwMode="auto">
          <a:xfrm flipV="1">
            <a:off x="15989300" y="24822150"/>
            <a:ext cx="0" cy="1190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0" name="Straight Connector 599">
            <a:extLst>
              <a:ext uri="{FF2B5EF4-FFF2-40B4-BE49-F238E27FC236}">
                <a16:creationId xmlns:a16="http://schemas.microsoft.com/office/drawing/2014/main" id="{B1AC9EF5-8342-84EE-911C-28EFA8FB8C07}"/>
              </a:ext>
            </a:extLst>
          </p:cNvPr>
          <p:cNvCxnSpPr>
            <a:cxnSpLocks/>
          </p:cNvCxnSpPr>
          <p:nvPr>
            <p:custDataLst>
              <p:tags r:id="rId271"/>
            </p:custDataLst>
          </p:nvPr>
        </p:nvCxnSpPr>
        <p:spPr bwMode="auto">
          <a:xfrm>
            <a:off x="15989300" y="24836438"/>
            <a:ext cx="21748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1" name="Straight Connector 600">
            <a:extLst>
              <a:ext uri="{FF2B5EF4-FFF2-40B4-BE49-F238E27FC236}">
                <a16:creationId xmlns:a16="http://schemas.microsoft.com/office/drawing/2014/main" id="{D6CDBD3E-0BE5-ED47-C182-96F9D39DCD12}"/>
              </a:ext>
            </a:extLst>
          </p:cNvPr>
          <p:cNvCxnSpPr>
            <a:cxnSpLocks/>
          </p:cNvCxnSpPr>
          <p:nvPr>
            <p:custDataLst>
              <p:tags r:id="rId272"/>
            </p:custDataLst>
          </p:nvPr>
        </p:nvCxnSpPr>
        <p:spPr bwMode="auto">
          <a:xfrm flipV="1">
            <a:off x="16206788" y="24744363"/>
            <a:ext cx="0" cy="1063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2" name="Straight Connector 601">
            <a:extLst>
              <a:ext uri="{FF2B5EF4-FFF2-40B4-BE49-F238E27FC236}">
                <a16:creationId xmlns:a16="http://schemas.microsoft.com/office/drawing/2014/main" id="{1D60EB41-3518-610C-E813-13BBD1CAC53B}"/>
              </a:ext>
            </a:extLst>
          </p:cNvPr>
          <p:cNvCxnSpPr>
            <a:cxnSpLocks/>
          </p:cNvCxnSpPr>
          <p:nvPr>
            <p:custDataLst>
              <p:tags r:id="rId273"/>
            </p:custDataLst>
          </p:nvPr>
        </p:nvCxnSpPr>
        <p:spPr bwMode="auto">
          <a:xfrm>
            <a:off x="16206788" y="24758650"/>
            <a:ext cx="1301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3" name="Straight Connector 602">
            <a:extLst>
              <a:ext uri="{FF2B5EF4-FFF2-40B4-BE49-F238E27FC236}">
                <a16:creationId xmlns:a16="http://schemas.microsoft.com/office/drawing/2014/main" id="{61C4F5B7-85A8-CA59-26CA-793543B25E55}"/>
              </a:ext>
            </a:extLst>
          </p:cNvPr>
          <p:cNvCxnSpPr>
            <a:cxnSpLocks/>
          </p:cNvCxnSpPr>
          <p:nvPr>
            <p:custDataLst>
              <p:tags r:id="rId274"/>
            </p:custDataLst>
          </p:nvPr>
        </p:nvCxnSpPr>
        <p:spPr bwMode="auto">
          <a:xfrm flipV="1">
            <a:off x="16336963" y="24699913"/>
            <a:ext cx="0" cy="730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4" name="Straight Connector 603">
            <a:extLst>
              <a:ext uri="{FF2B5EF4-FFF2-40B4-BE49-F238E27FC236}">
                <a16:creationId xmlns:a16="http://schemas.microsoft.com/office/drawing/2014/main" id="{7E4AD11A-C03B-7B40-92CE-BF8889D02972}"/>
              </a:ext>
            </a:extLst>
          </p:cNvPr>
          <p:cNvCxnSpPr>
            <a:cxnSpLocks/>
          </p:cNvCxnSpPr>
          <p:nvPr>
            <p:custDataLst>
              <p:tags r:id="rId275"/>
            </p:custDataLst>
          </p:nvPr>
        </p:nvCxnSpPr>
        <p:spPr bwMode="auto">
          <a:xfrm>
            <a:off x="16336963" y="24714200"/>
            <a:ext cx="11588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5" name="Straight Connector 604">
            <a:extLst>
              <a:ext uri="{FF2B5EF4-FFF2-40B4-BE49-F238E27FC236}">
                <a16:creationId xmlns:a16="http://schemas.microsoft.com/office/drawing/2014/main" id="{1A693707-C820-8400-2913-1E0A57300CE4}"/>
              </a:ext>
            </a:extLst>
          </p:cNvPr>
          <p:cNvCxnSpPr>
            <a:cxnSpLocks/>
          </p:cNvCxnSpPr>
          <p:nvPr>
            <p:custDataLst>
              <p:tags r:id="rId276"/>
            </p:custDataLst>
          </p:nvPr>
        </p:nvCxnSpPr>
        <p:spPr bwMode="auto">
          <a:xfrm flipV="1">
            <a:off x="16452850" y="24652288"/>
            <a:ext cx="0" cy="762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6" name="Straight Connector 605">
            <a:extLst>
              <a:ext uri="{FF2B5EF4-FFF2-40B4-BE49-F238E27FC236}">
                <a16:creationId xmlns:a16="http://schemas.microsoft.com/office/drawing/2014/main" id="{88C20923-5A0D-37EB-8BE8-5D845A961406}"/>
              </a:ext>
            </a:extLst>
          </p:cNvPr>
          <p:cNvCxnSpPr>
            <a:cxnSpLocks/>
          </p:cNvCxnSpPr>
          <p:nvPr>
            <p:custDataLst>
              <p:tags r:id="rId277"/>
            </p:custDataLst>
          </p:nvPr>
        </p:nvCxnSpPr>
        <p:spPr bwMode="auto">
          <a:xfrm>
            <a:off x="16452850" y="24666575"/>
            <a:ext cx="730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7" name="Straight Connector 606">
            <a:extLst>
              <a:ext uri="{FF2B5EF4-FFF2-40B4-BE49-F238E27FC236}">
                <a16:creationId xmlns:a16="http://schemas.microsoft.com/office/drawing/2014/main" id="{44F38C4D-7B80-14AB-6BF2-B32FEDC1C5EB}"/>
              </a:ext>
            </a:extLst>
          </p:cNvPr>
          <p:cNvCxnSpPr>
            <a:cxnSpLocks/>
          </p:cNvCxnSpPr>
          <p:nvPr>
            <p:custDataLst>
              <p:tags r:id="rId278"/>
            </p:custDataLst>
          </p:nvPr>
        </p:nvCxnSpPr>
        <p:spPr bwMode="auto">
          <a:xfrm flipV="1">
            <a:off x="16525875" y="24617363"/>
            <a:ext cx="0" cy="635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8" name="Straight Connector 607">
            <a:extLst>
              <a:ext uri="{FF2B5EF4-FFF2-40B4-BE49-F238E27FC236}">
                <a16:creationId xmlns:a16="http://schemas.microsoft.com/office/drawing/2014/main" id="{5F74292C-2635-9EC7-D1E1-21B88175530E}"/>
              </a:ext>
            </a:extLst>
          </p:cNvPr>
          <p:cNvCxnSpPr>
            <a:cxnSpLocks/>
          </p:cNvCxnSpPr>
          <p:nvPr>
            <p:custDataLst>
              <p:tags r:id="rId279"/>
            </p:custDataLst>
          </p:nvPr>
        </p:nvCxnSpPr>
        <p:spPr bwMode="auto">
          <a:xfrm>
            <a:off x="16525875" y="24631650"/>
            <a:ext cx="476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9" name="Straight Connector 608">
            <a:extLst>
              <a:ext uri="{FF2B5EF4-FFF2-40B4-BE49-F238E27FC236}">
                <a16:creationId xmlns:a16="http://schemas.microsoft.com/office/drawing/2014/main" id="{E2DDDA78-0313-592F-0832-9817EF885B30}"/>
              </a:ext>
            </a:extLst>
          </p:cNvPr>
          <p:cNvCxnSpPr>
            <a:cxnSpLocks/>
          </p:cNvCxnSpPr>
          <p:nvPr>
            <p:custDataLst>
              <p:tags r:id="rId280"/>
            </p:custDataLst>
          </p:nvPr>
        </p:nvCxnSpPr>
        <p:spPr bwMode="auto">
          <a:xfrm flipV="1">
            <a:off x="16573500" y="24522113"/>
            <a:ext cx="0" cy="1238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0" name="Straight Connector 609">
            <a:extLst>
              <a:ext uri="{FF2B5EF4-FFF2-40B4-BE49-F238E27FC236}">
                <a16:creationId xmlns:a16="http://schemas.microsoft.com/office/drawing/2014/main" id="{F3B8555D-95F7-B30C-4544-A9830CBBDB3B}"/>
              </a:ext>
            </a:extLst>
          </p:cNvPr>
          <p:cNvCxnSpPr>
            <a:cxnSpLocks/>
          </p:cNvCxnSpPr>
          <p:nvPr>
            <p:custDataLst>
              <p:tags r:id="rId281"/>
            </p:custDataLst>
          </p:nvPr>
        </p:nvCxnSpPr>
        <p:spPr bwMode="auto">
          <a:xfrm>
            <a:off x="16573500" y="24536400"/>
            <a:ext cx="87313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1" name="Straight Connector 610">
            <a:extLst>
              <a:ext uri="{FF2B5EF4-FFF2-40B4-BE49-F238E27FC236}">
                <a16:creationId xmlns:a16="http://schemas.microsoft.com/office/drawing/2014/main" id="{569AF7B9-A769-300C-85D4-6776222276BA}"/>
              </a:ext>
            </a:extLst>
          </p:cNvPr>
          <p:cNvCxnSpPr>
            <a:cxnSpLocks/>
          </p:cNvCxnSpPr>
          <p:nvPr>
            <p:custDataLst>
              <p:tags r:id="rId282"/>
            </p:custDataLst>
          </p:nvPr>
        </p:nvCxnSpPr>
        <p:spPr bwMode="auto">
          <a:xfrm flipV="1">
            <a:off x="16660813" y="24514175"/>
            <a:ext cx="0" cy="365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2" name="Straight Connector 611">
            <a:extLst>
              <a:ext uri="{FF2B5EF4-FFF2-40B4-BE49-F238E27FC236}">
                <a16:creationId xmlns:a16="http://schemas.microsoft.com/office/drawing/2014/main" id="{23AB63AA-8412-6B9F-F466-5F9FC800E3E0}"/>
              </a:ext>
            </a:extLst>
          </p:cNvPr>
          <p:cNvCxnSpPr>
            <a:cxnSpLocks/>
          </p:cNvCxnSpPr>
          <p:nvPr>
            <p:custDataLst>
              <p:tags r:id="rId283"/>
            </p:custDataLst>
          </p:nvPr>
        </p:nvCxnSpPr>
        <p:spPr bwMode="auto">
          <a:xfrm>
            <a:off x="16660813" y="24528463"/>
            <a:ext cx="603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3" name="Straight Connector 612">
            <a:extLst>
              <a:ext uri="{FF2B5EF4-FFF2-40B4-BE49-F238E27FC236}">
                <a16:creationId xmlns:a16="http://schemas.microsoft.com/office/drawing/2014/main" id="{52806CB8-733A-D409-8B8D-D9CCDEC5B55F}"/>
              </a:ext>
            </a:extLst>
          </p:cNvPr>
          <p:cNvCxnSpPr>
            <a:cxnSpLocks/>
          </p:cNvCxnSpPr>
          <p:nvPr>
            <p:custDataLst>
              <p:tags r:id="rId284"/>
            </p:custDataLst>
          </p:nvPr>
        </p:nvCxnSpPr>
        <p:spPr bwMode="auto">
          <a:xfrm flipV="1">
            <a:off x="16721138" y="24511000"/>
            <a:ext cx="0" cy="317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4" name="Straight Connector 613">
            <a:extLst>
              <a:ext uri="{FF2B5EF4-FFF2-40B4-BE49-F238E27FC236}">
                <a16:creationId xmlns:a16="http://schemas.microsoft.com/office/drawing/2014/main" id="{1BF552DF-A16C-D54A-C788-8A590733F312}"/>
              </a:ext>
            </a:extLst>
          </p:cNvPr>
          <p:cNvCxnSpPr>
            <a:cxnSpLocks/>
          </p:cNvCxnSpPr>
          <p:nvPr>
            <p:custDataLst>
              <p:tags r:id="rId285"/>
            </p:custDataLst>
          </p:nvPr>
        </p:nvCxnSpPr>
        <p:spPr bwMode="auto">
          <a:xfrm>
            <a:off x="16721138" y="24525288"/>
            <a:ext cx="1873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5" name="Straight Connector 614">
            <a:extLst>
              <a:ext uri="{FF2B5EF4-FFF2-40B4-BE49-F238E27FC236}">
                <a16:creationId xmlns:a16="http://schemas.microsoft.com/office/drawing/2014/main" id="{561A34BC-CFD0-3867-1FBF-7F080201EF70}"/>
              </a:ext>
            </a:extLst>
          </p:cNvPr>
          <p:cNvCxnSpPr>
            <a:cxnSpLocks/>
          </p:cNvCxnSpPr>
          <p:nvPr>
            <p:custDataLst>
              <p:tags r:id="rId286"/>
            </p:custDataLst>
          </p:nvPr>
        </p:nvCxnSpPr>
        <p:spPr bwMode="auto">
          <a:xfrm flipV="1">
            <a:off x="16908463" y="24506238"/>
            <a:ext cx="0" cy="333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6" name="Straight Connector 615">
            <a:extLst>
              <a:ext uri="{FF2B5EF4-FFF2-40B4-BE49-F238E27FC236}">
                <a16:creationId xmlns:a16="http://schemas.microsoft.com/office/drawing/2014/main" id="{F37DFF50-66D3-0284-0528-AB13E0C8E51B}"/>
              </a:ext>
            </a:extLst>
          </p:cNvPr>
          <p:cNvCxnSpPr>
            <a:cxnSpLocks/>
          </p:cNvCxnSpPr>
          <p:nvPr>
            <p:custDataLst>
              <p:tags r:id="rId287"/>
            </p:custDataLst>
          </p:nvPr>
        </p:nvCxnSpPr>
        <p:spPr bwMode="auto">
          <a:xfrm>
            <a:off x="16908463" y="24520525"/>
            <a:ext cx="2095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7" name="Straight Connector 616">
            <a:extLst>
              <a:ext uri="{FF2B5EF4-FFF2-40B4-BE49-F238E27FC236}">
                <a16:creationId xmlns:a16="http://schemas.microsoft.com/office/drawing/2014/main" id="{BBD2A05E-4B20-2D7E-D086-85E986298812}"/>
              </a:ext>
            </a:extLst>
          </p:cNvPr>
          <p:cNvCxnSpPr>
            <a:cxnSpLocks/>
          </p:cNvCxnSpPr>
          <p:nvPr>
            <p:custDataLst>
              <p:tags r:id="rId288"/>
            </p:custDataLst>
          </p:nvPr>
        </p:nvCxnSpPr>
        <p:spPr bwMode="auto">
          <a:xfrm flipV="1">
            <a:off x="17118013" y="24503063"/>
            <a:ext cx="0" cy="317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8" name="Straight Connector 617">
            <a:extLst>
              <a:ext uri="{FF2B5EF4-FFF2-40B4-BE49-F238E27FC236}">
                <a16:creationId xmlns:a16="http://schemas.microsoft.com/office/drawing/2014/main" id="{9CF81F88-2C70-E137-B875-4145DA85478B}"/>
              </a:ext>
            </a:extLst>
          </p:cNvPr>
          <p:cNvCxnSpPr>
            <a:cxnSpLocks/>
          </p:cNvCxnSpPr>
          <p:nvPr>
            <p:custDataLst>
              <p:tags r:id="rId289"/>
            </p:custDataLst>
          </p:nvPr>
        </p:nvCxnSpPr>
        <p:spPr bwMode="auto">
          <a:xfrm>
            <a:off x="17118013" y="24517350"/>
            <a:ext cx="21113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9" name="Straight Connector 618">
            <a:extLst>
              <a:ext uri="{FF2B5EF4-FFF2-40B4-BE49-F238E27FC236}">
                <a16:creationId xmlns:a16="http://schemas.microsoft.com/office/drawing/2014/main" id="{DBBC75AD-209E-30E9-CE3D-E5D7A8A80CAD}"/>
              </a:ext>
            </a:extLst>
          </p:cNvPr>
          <p:cNvCxnSpPr>
            <a:cxnSpLocks/>
          </p:cNvCxnSpPr>
          <p:nvPr>
            <p:custDataLst>
              <p:tags r:id="rId290"/>
            </p:custDataLst>
          </p:nvPr>
        </p:nvCxnSpPr>
        <p:spPr bwMode="auto">
          <a:xfrm flipV="1">
            <a:off x="17329150" y="24493538"/>
            <a:ext cx="0" cy="381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0" name="Straight Connector 619">
            <a:extLst>
              <a:ext uri="{FF2B5EF4-FFF2-40B4-BE49-F238E27FC236}">
                <a16:creationId xmlns:a16="http://schemas.microsoft.com/office/drawing/2014/main" id="{D18D2900-EC05-D3D0-F9EF-93A400DC6404}"/>
              </a:ext>
            </a:extLst>
          </p:cNvPr>
          <p:cNvCxnSpPr/>
          <p:nvPr>
            <p:custDataLst>
              <p:tags r:id="rId291"/>
            </p:custDataLst>
          </p:nvPr>
        </p:nvCxnSpPr>
        <p:spPr bwMode="auto">
          <a:xfrm>
            <a:off x="17329150" y="24507825"/>
            <a:ext cx="1047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5" name="Straight Connector 594">
            <a:extLst>
              <a:ext uri="{FF2B5EF4-FFF2-40B4-BE49-F238E27FC236}">
                <a16:creationId xmlns:a16="http://schemas.microsoft.com/office/drawing/2014/main" id="{3547AD05-54D3-8C1C-49A5-A62A26434F35}"/>
              </a:ext>
            </a:extLst>
          </p:cNvPr>
          <p:cNvCxnSpPr/>
          <p:nvPr>
            <p:custDataLst>
              <p:tags r:id="rId292"/>
            </p:custDataLst>
          </p:nvPr>
        </p:nvCxnSpPr>
        <p:spPr bwMode="auto">
          <a:xfrm flipV="1">
            <a:off x="17433925" y="24490363"/>
            <a:ext cx="0" cy="317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1" name="Straight Connector 620">
            <a:extLst>
              <a:ext uri="{FF2B5EF4-FFF2-40B4-BE49-F238E27FC236}">
                <a16:creationId xmlns:a16="http://schemas.microsoft.com/office/drawing/2014/main" id="{A1FBEC71-3F40-827D-98ED-56C1597E77AC}"/>
              </a:ext>
            </a:extLst>
          </p:cNvPr>
          <p:cNvCxnSpPr/>
          <p:nvPr>
            <p:custDataLst>
              <p:tags r:id="rId293"/>
            </p:custDataLst>
          </p:nvPr>
        </p:nvCxnSpPr>
        <p:spPr bwMode="auto">
          <a:xfrm>
            <a:off x="17433925" y="24504650"/>
            <a:ext cx="1047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2" name="Straight Connector 621">
            <a:extLst>
              <a:ext uri="{FF2B5EF4-FFF2-40B4-BE49-F238E27FC236}">
                <a16:creationId xmlns:a16="http://schemas.microsoft.com/office/drawing/2014/main" id="{F98BE75C-4870-9EEA-7D94-038F797B8FA5}"/>
              </a:ext>
            </a:extLst>
          </p:cNvPr>
          <p:cNvCxnSpPr/>
          <p:nvPr>
            <p:custDataLst>
              <p:tags r:id="rId294"/>
            </p:custDataLst>
          </p:nvPr>
        </p:nvCxnSpPr>
        <p:spPr bwMode="auto">
          <a:xfrm flipV="1">
            <a:off x="17538700" y="24245888"/>
            <a:ext cx="0" cy="2730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4" name="Straight Connector 623">
            <a:extLst>
              <a:ext uri="{FF2B5EF4-FFF2-40B4-BE49-F238E27FC236}">
                <a16:creationId xmlns:a16="http://schemas.microsoft.com/office/drawing/2014/main" id="{480D8573-DE68-CA8E-3739-0DC67C2F325C}"/>
              </a:ext>
            </a:extLst>
          </p:cNvPr>
          <p:cNvCxnSpPr/>
          <p:nvPr>
            <p:custDataLst>
              <p:tags r:id="rId295"/>
            </p:custDataLst>
          </p:nvPr>
        </p:nvCxnSpPr>
        <p:spPr bwMode="auto">
          <a:xfrm flipV="1">
            <a:off x="17608550" y="24220488"/>
            <a:ext cx="0" cy="539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5" name="Straight Connector 624">
            <a:extLst>
              <a:ext uri="{FF2B5EF4-FFF2-40B4-BE49-F238E27FC236}">
                <a16:creationId xmlns:a16="http://schemas.microsoft.com/office/drawing/2014/main" id="{34556C6E-7673-07FD-6446-82FABE360BF1}"/>
              </a:ext>
            </a:extLst>
          </p:cNvPr>
          <p:cNvCxnSpPr/>
          <p:nvPr>
            <p:custDataLst>
              <p:tags r:id="rId296"/>
            </p:custDataLst>
          </p:nvPr>
        </p:nvCxnSpPr>
        <p:spPr bwMode="auto">
          <a:xfrm>
            <a:off x="17608550" y="24234775"/>
            <a:ext cx="68263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6" name="Straight Connector 625">
            <a:extLst>
              <a:ext uri="{FF2B5EF4-FFF2-40B4-BE49-F238E27FC236}">
                <a16:creationId xmlns:a16="http://schemas.microsoft.com/office/drawing/2014/main" id="{10B905C8-529B-C799-8750-7753E7A692E2}"/>
              </a:ext>
            </a:extLst>
          </p:cNvPr>
          <p:cNvCxnSpPr/>
          <p:nvPr>
            <p:custDataLst>
              <p:tags r:id="rId297"/>
            </p:custDataLst>
          </p:nvPr>
        </p:nvCxnSpPr>
        <p:spPr bwMode="auto">
          <a:xfrm flipV="1">
            <a:off x="17676813" y="24217313"/>
            <a:ext cx="0" cy="317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7" name="Straight Connector 626">
            <a:extLst>
              <a:ext uri="{FF2B5EF4-FFF2-40B4-BE49-F238E27FC236}">
                <a16:creationId xmlns:a16="http://schemas.microsoft.com/office/drawing/2014/main" id="{2632826D-989F-8843-D48C-77AFDF0BD5E6}"/>
              </a:ext>
            </a:extLst>
          </p:cNvPr>
          <p:cNvCxnSpPr/>
          <p:nvPr>
            <p:custDataLst>
              <p:tags r:id="rId298"/>
            </p:custDataLst>
          </p:nvPr>
        </p:nvCxnSpPr>
        <p:spPr bwMode="auto">
          <a:xfrm>
            <a:off x="17676813" y="24231600"/>
            <a:ext cx="9048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8" name="Straight Connector 627">
            <a:extLst>
              <a:ext uri="{FF2B5EF4-FFF2-40B4-BE49-F238E27FC236}">
                <a16:creationId xmlns:a16="http://schemas.microsoft.com/office/drawing/2014/main" id="{0EF05D4F-20E0-9BCB-106D-0160AFFF3442}"/>
              </a:ext>
            </a:extLst>
          </p:cNvPr>
          <p:cNvCxnSpPr/>
          <p:nvPr>
            <p:custDataLst>
              <p:tags r:id="rId299"/>
            </p:custDataLst>
          </p:nvPr>
        </p:nvCxnSpPr>
        <p:spPr bwMode="auto">
          <a:xfrm flipV="1">
            <a:off x="17767300" y="24215725"/>
            <a:ext cx="0" cy="301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9" name="Straight Connector 628">
            <a:extLst>
              <a:ext uri="{FF2B5EF4-FFF2-40B4-BE49-F238E27FC236}">
                <a16:creationId xmlns:a16="http://schemas.microsoft.com/office/drawing/2014/main" id="{9395D052-5BBA-78B0-9EE1-90F1CC561AE6}"/>
              </a:ext>
            </a:extLst>
          </p:cNvPr>
          <p:cNvCxnSpPr/>
          <p:nvPr>
            <p:custDataLst>
              <p:tags r:id="rId300"/>
            </p:custDataLst>
          </p:nvPr>
        </p:nvCxnSpPr>
        <p:spPr bwMode="auto">
          <a:xfrm>
            <a:off x="17767300" y="24230013"/>
            <a:ext cx="1206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0" name="Straight Connector 629">
            <a:extLst>
              <a:ext uri="{FF2B5EF4-FFF2-40B4-BE49-F238E27FC236}">
                <a16:creationId xmlns:a16="http://schemas.microsoft.com/office/drawing/2014/main" id="{E9D919DD-B52B-E00A-E509-39634F5ED126}"/>
              </a:ext>
            </a:extLst>
          </p:cNvPr>
          <p:cNvCxnSpPr/>
          <p:nvPr>
            <p:custDataLst>
              <p:tags r:id="rId301"/>
            </p:custDataLst>
          </p:nvPr>
        </p:nvCxnSpPr>
        <p:spPr bwMode="auto">
          <a:xfrm flipV="1">
            <a:off x="17887950" y="24199850"/>
            <a:ext cx="0" cy="444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1" name="Straight Connector 630">
            <a:extLst>
              <a:ext uri="{FF2B5EF4-FFF2-40B4-BE49-F238E27FC236}">
                <a16:creationId xmlns:a16="http://schemas.microsoft.com/office/drawing/2014/main" id="{827D90C5-C2FF-DD9F-9B00-064E084CBB68}"/>
              </a:ext>
            </a:extLst>
          </p:cNvPr>
          <p:cNvCxnSpPr/>
          <p:nvPr>
            <p:custDataLst>
              <p:tags r:id="rId302"/>
            </p:custDataLst>
          </p:nvPr>
        </p:nvCxnSpPr>
        <p:spPr bwMode="auto">
          <a:xfrm>
            <a:off x="17887950" y="24214138"/>
            <a:ext cx="539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2" name="Straight Connector 631">
            <a:extLst>
              <a:ext uri="{FF2B5EF4-FFF2-40B4-BE49-F238E27FC236}">
                <a16:creationId xmlns:a16="http://schemas.microsoft.com/office/drawing/2014/main" id="{671C412C-1DF2-7B8E-4EFE-DDE96FC7CEF3}"/>
              </a:ext>
            </a:extLst>
          </p:cNvPr>
          <p:cNvCxnSpPr/>
          <p:nvPr>
            <p:custDataLst>
              <p:tags r:id="rId303"/>
            </p:custDataLst>
          </p:nvPr>
        </p:nvCxnSpPr>
        <p:spPr bwMode="auto">
          <a:xfrm flipV="1">
            <a:off x="17941925" y="24153813"/>
            <a:ext cx="0" cy="746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3" name="Straight Connector 632">
            <a:extLst>
              <a:ext uri="{FF2B5EF4-FFF2-40B4-BE49-F238E27FC236}">
                <a16:creationId xmlns:a16="http://schemas.microsoft.com/office/drawing/2014/main" id="{A9DEDC6A-04CA-20C0-D631-6A72F3440740}"/>
              </a:ext>
            </a:extLst>
          </p:cNvPr>
          <p:cNvCxnSpPr/>
          <p:nvPr>
            <p:custDataLst>
              <p:tags r:id="rId304"/>
            </p:custDataLst>
          </p:nvPr>
        </p:nvCxnSpPr>
        <p:spPr bwMode="auto">
          <a:xfrm>
            <a:off x="17941925" y="24168100"/>
            <a:ext cx="8890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4" name="Straight Connector 633">
            <a:extLst>
              <a:ext uri="{FF2B5EF4-FFF2-40B4-BE49-F238E27FC236}">
                <a16:creationId xmlns:a16="http://schemas.microsoft.com/office/drawing/2014/main" id="{D89C6FA8-C4F7-C0A5-DB09-B238C2A87115}"/>
              </a:ext>
            </a:extLst>
          </p:cNvPr>
          <p:cNvCxnSpPr/>
          <p:nvPr>
            <p:custDataLst>
              <p:tags r:id="rId305"/>
            </p:custDataLst>
          </p:nvPr>
        </p:nvCxnSpPr>
        <p:spPr bwMode="auto">
          <a:xfrm flipV="1">
            <a:off x="18030825" y="24139525"/>
            <a:ext cx="0" cy="428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5" name="Straight Connector 634">
            <a:extLst>
              <a:ext uri="{FF2B5EF4-FFF2-40B4-BE49-F238E27FC236}">
                <a16:creationId xmlns:a16="http://schemas.microsoft.com/office/drawing/2014/main" id="{08834A12-455B-7551-6B7E-713DBD82347D}"/>
              </a:ext>
            </a:extLst>
          </p:cNvPr>
          <p:cNvCxnSpPr/>
          <p:nvPr>
            <p:custDataLst>
              <p:tags r:id="rId306"/>
            </p:custDataLst>
          </p:nvPr>
        </p:nvCxnSpPr>
        <p:spPr bwMode="auto">
          <a:xfrm>
            <a:off x="18030825" y="24153813"/>
            <a:ext cx="1079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6" name="Straight Connector 635">
            <a:extLst>
              <a:ext uri="{FF2B5EF4-FFF2-40B4-BE49-F238E27FC236}">
                <a16:creationId xmlns:a16="http://schemas.microsoft.com/office/drawing/2014/main" id="{23D2FC33-871C-387E-95D6-8BD647690237}"/>
              </a:ext>
            </a:extLst>
          </p:cNvPr>
          <p:cNvCxnSpPr/>
          <p:nvPr>
            <p:custDataLst>
              <p:tags r:id="rId307"/>
            </p:custDataLst>
          </p:nvPr>
        </p:nvCxnSpPr>
        <p:spPr bwMode="auto">
          <a:xfrm flipV="1">
            <a:off x="18138775" y="24131588"/>
            <a:ext cx="0" cy="365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7" name="Straight Connector 636">
            <a:extLst>
              <a:ext uri="{FF2B5EF4-FFF2-40B4-BE49-F238E27FC236}">
                <a16:creationId xmlns:a16="http://schemas.microsoft.com/office/drawing/2014/main" id="{6365A8FB-A654-45D0-301C-8BD437CB9FFA}"/>
              </a:ext>
            </a:extLst>
          </p:cNvPr>
          <p:cNvCxnSpPr/>
          <p:nvPr>
            <p:custDataLst>
              <p:tags r:id="rId308"/>
            </p:custDataLst>
          </p:nvPr>
        </p:nvCxnSpPr>
        <p:spPr bwMode="auto">
          <a:xfrm>
            <a:off x="18138775" y="24145875"/>
            <a:ext cx="444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8" name="Straight Connector 637">
            <a:extLst>
              <a:ext uri="{FF2B5EF4-FFF2-40B4-BE49-F238E27FC236}">
                <a16:creationId xmlns:a16="http://schemas.microsoft.com/office/drawing/2014/main" id="{A6A5FC8C-5142-51E9-8D52-44BD5283A738}"/>
              </a:ext>
            </a:extLst>
          </p:cNvPr>
          <p:cNvCxnSpPr/>
          <p:nvPr>
            <p:custDataLst>
              <p:tags r:id="rId309"/>
            </p:custDataLst>
          </p:nvPr>
        </p:nvCxnSpPr>
        <p:spPr bwMode="auto">
          <a:xfrm flipV="1">
            <a:off x="18183225" y="24060150"/>
            <a:ext cx="0" cy="1000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9" name="Straight Connector 638">
            <a:extLst>
              <a:ext uri="{FF2B5EF4-FFF2-40B4-BE49-F238E27FC236}">
                <a16:creationId xmlns:a16="http://schemas.microsoft.com/office/drawing/2014/main" id="{009A6C3D-8F96-43DD-B390-26B632E2AE99}"/>
              </a:ext>
            </a:extLst>
          </p:cNvPr>
          <p:cNvCxnSpPr/>
          <p:nvPr>
            <p:custDataLst>
              <p:tags r:id="rId310"/>
            </p:custDataLst>
          </p:nvPr>
        </p:nvCxnSpPr>
        <p:spPr bwMode="auto">
          <a:xfrm>
            <a:off x="18183225" y="24074438"/>
            <a:ext cx="793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0" name="Straight Connector 639">
            <a:extLst>
              <a:ext uri="{FF2B5EF4-FFF2-40B4-BE49-F238E27FC236}">
                <a16:creationId xmlns:a16="http://schemas.microsoft.com/office/drawing/2014/main" id="{BD7A5042-2A8A-A121-A35A-7732FE4E1E34}"/>
              </a:ext>
            </a:extLst>
          </p:cNvPr>
          <p:cNvCxnSpPr/>
          <p:nvPr>
            <p:custDataLst>
              <p:tags r:id="rId311"/>
            </p:custDataLst>
          </p:nvPr>
        </p:nvCxnSpPr>
        <p:spPr bwMode="auto">
          <a:xfrm flipV="1">
            <a:off x="18191163" y="24041100"/>
            <a:ext cx="0" cy="476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1" name="Straight Connector 640">
            <a:extLst>
              <a:ext uri="{FF2B5EF4-FFF2-40B4-BE49-F238E27FC236}">
                <a16:creationId xmlns:a16="http://schemas.microsoft.com/office/drawing/2014/main" id="{168B804C-F377-2CF0-4C70-70512440EA3F}"/>
              </a:ext>
            </a:extLst>
          </p:cNvPr>
          <p:cNvCxnSpPr/>
          <p:nvPr>
            <p:custDataLst>
              <p:tags r:id="rId312"/>
            </p:custDataLst>
          </p:nvPr>
        </p:nvCxnSpPr>
        <p:spPr bwMode="auto">
          <a:xfrm>
            <a:off x="18191163" y="24055388"/>
            <a:ext cx="317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2" name="Straight Connector 641">
            <a:extLst>
              <a:ext uri="{FF2B5EF4-FFF2-40B4-BE49-F238E27FC236}">
                <a16:creationId xmlns:a16="http://schemas.microsoft.com/office/drawing/2014/main" id="{E0979AA6-4A27-A41A-4D83-A762C5A2B128}"/>
              </a:ext>
            </a:extLst>
          </p:cNvPr>
          <p:cNvCxnSpPr/>
          <p:nvPr>
            <p:custDataLst>
              <p:tags r:id="rId313"/>
            </p:custDataLst>
          </p:nvPr>
        </p:nvCxnSpPr>
        <p:spPr bwMode="auto">
          <a:xfrm flipV="1">
            <a:off x="18222913" y="23969663"/>
            <a:ext cx="0" cy="1000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3" name="Straight Connector 642">
            <a:extLst>
              <a:ext uri="{FF2B5EF4-FFF2-40B4-BE49-F238E27FC236}">
                <a16:creationId xmlns:a16="http://schemas.microsoft.com/office/drawing/2014/main" id="{F0AA9532-FC96-B8D0-18C1-90DB3B09D430}"/>
              </a:ext>
            </a:extLst>
          </p:cNvPr>
          <p:cNvCxnSpPr/>
          <p:nvPr>
            <p:custDataLst>
              <p:tags r:id="rId314"/>
            </p:custDataLst>
          </p:nvPr>
        </p:nvCxnSpPr>
        <p:spPr bwMode="auto">
          <a:xfrm>
            <a:off x="18222913" y="23983950"/>
            <a:ext cx="5238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4" name="Straight Connector 643">
            <a:extLst>
              <a:ext uri="{FF2B5EF4-FFF2-40B4-BE49-F238E27FC236}">
                <a16:creationId xmlns:a16="http://schemas.microsoft.com/office/drawing/2014/main" id="{2471F69F-531E-AF8D-9AA7-EF050D49A23D}"/>
              </a:ext>
            </a:extLst>
          </p:cNvPr>
          <p:cNvCxnSpPr/>
          <p:nvPr>
            <p:custDataLst>
              <p:tags r:id="rId315"/>
            </p:custDataLst>
          </p:nvPr>
        </p:nvCxnSpPr>
        <p:spPr bwMode="auto">
          <a:xfrm flipV="1">
            <a:off x="18275300" y="23904575"/>
            <a:ext cx="0" cy="936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5" name="Straight Connector 644">
            <a:extLst>
              <a:ext uri="{FF2B5EF4-FFF2-40B4-BE49-F238E27FC236}">
                <a16:creationId xmlns:a16="http://schemas.microsoft.com/office/drawing/2014/main" id="{959EE8F8-D26B-783D-90C4-B9A230E18189}"/>
              </a:ext>
            </a:extLst>
          </p:cNvPr>
          <p:cNvCxnSpPr/>
          <p:nvPr>
            <p:custDataLst>
              <p:tags r:id="rId316"/>
            </p:custDataLst>
          </p:nvPr>
        </p:nvCxnSpPr>
        <p:spPr bwMode="auto">
          <a:xfrm>
            <a:off x="18275300" y="23918863"/>
            <a:ext cx="571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6" name="Straight Connector 645">
            <a:extLst>
              <a:ext uri="{FF2B5EF4-FFF2-40B4-BE49-F238E27FC236}">
                <a16:creationId xmlns:a16="http://schemas.microsoft.com/office/drawing/2014/main" id="{B80441D9-D9A7-F228-F795-AB03AEC8DCFC}"/>
              </a:ext>
            </a:extLst>
          </p:cNvPr>
          <p:cNvCxnSpPr/>
          <p:nvPr>
            <p:custDataLst>
              <p:tags r:id="rId317"/>
            </p:custDataLst>
          </p:nvPr>
        </p:nvCxnSpPr>
        <p:spPr bwMode="auto">
          <a:xfrm flipV="1">
            <a:off x="18332450" y="23764875"/>
            <a:ext cx="0" cy="1682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7" name="Straight Connector 646">
            <a:extLst>
              <a:ext uri="{FF2B5EF4-FFF2-40B4-BE49-F238E27FC236}">
                <a16:creationId xmlns:a16="http://schemas.microsoft.com/office/drawing/2014/main" id="{1514F4B4-7222-D9FE-9D92-65A9765DA302}"/>
              </a:ext>
            </a:extLst>
          </p:cNvPr>
          <p:cNvCxnSpPr/>
          <p:nvPr>
            <p:custDataLst>
              <p:tags r:id="rId318"/>
            </p:custDataLst>
          </p:nvPr>
        </p:nvCxnSpPr>
        <p:spPr bwMode="auto">
          <a:xfrm>
            <a:off x="18332450" y="23779163"/>
            <a:ext cx="539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8" name="Straight Connector 647">
            <a:extLst>
              <a:ext uri="{FF2B5EF4-FFF2-40B4-BE49-F238E27FC236}">
                <a16:creationId xmlns:a16="http://schemas.microsoft.com/office/drawing/2014/main" id="{61778566-8AC3-E22B-4755-B417B04FD008}"/>
              </a:ext>
            </a:extLst>
          </p:cNvPr>
          <p:cNvCxnSpPr/>
          <p:nvPr>
            <p:custDataLst>
              <p:tags r:id="rId319"/>
            </p:custDataLst>
          </p:nvPr>
        </p:nvCxnSpPr>
        <p:spPr bwMode="auto">
          <a:xfrm flipV="1">
            <a:off x="18386425" y="23577550"/>
            <a:ext cx="0" cy="2159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9" name="Straight Connector 648">
            <a:extLst>
              <a:ext uri="{FF2B5EF4-FFF2-40B4-BE49-F238E27FC236}">
                <a16:creationId xmlns:a16="http://schemas.microsoft.com/office/drawing/2014/main" id="{BA89BEDB-FA61-B874-A935-8020E1854FA1}"/>
              </a:ext>
            </a:extLst>
          </p:cNvPr>
          <p:cNvCxnSpPr/>
          <p:nvPr>
            <p:custDataLst>
              <p:tags r:id="rId320"/>
            </p:custDataLst>
          </p:nvPr>
        </p:nvCxnSpPr>
        <p:spPr bwMode="auto">
          <a:xfrm>
            <a:off x="18386425" y="23591838"/>
            <a:ext cx="1746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0" name="Straight Connector 649">
            <a:extLst>
              <a:ext uri="{FF2B5EF4-FFF2-40B4-BE49-F238E27FC236}">
                <a16:creationId xmlns:a16="http://schemas.microsoft.com/office/drawing/2014/main" id="{359AE136-1839-0D9D-75E1-6A8EFFAD98C7}"/>
              </a:ext>
            </a:extLst>
          </p:cNvPr>
          <p:cNvCxnSpPr/>
          <p:nvPr>
            <p:custDataLst>
              <p:tags r:id="rId321"/>
            </p:custDataLst>
          </p:nvPr>
        </p:nvCxnSpPr>
        <p:spPr bwMode="auto">
          <a:xfrm flipV="1">
            <a:off x="18561050" y="23564850"/>
            <a:ext cx="0" cy="412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1" name="Straight Connector 650">
            <a:extLst>
              <a:ext uri="{FF2B5EF4-FFF2-40B4-BE49-F238E27FC236}">
                <a16:creationId xmlns:a16="http://schemas.microsoft.com/office/drawing/2014/main" id="{AE669653-E991-8CE8-4C5B-E921DFE75260}"/>
              </a:ext>
            </a:extLst>
          </p:cNvPr>
          <p:cNvCxnSpPr/>
          <p:nvPr>
            <p:custDataLst>
              <p:tags r:id="rId322"/>
            </p:custDataLst>
          </p:nvPr>
        </p:nvCxnSpPr>
        <p:spPr bwMode="auto">
          <a:xfrm>
            <a:off x="18561050" y="23579138"/>
            <a:ext cx="1047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2" name="Straight Connector 651">
            <a:extLst>
              <a:ext uri="{FF2B5EF4-FFF2-40B4-BE49-F238E27FC236}">
                <a16:creationId xmlns:a16="http://schemas.microsoft.com/office/drawing/2014/main" id="{34F06FD6-FE65-0A74-C9F3-91B6536E705F}"/>
              </a:ext>
            </a:extLst>
          </p:cNvPr>
          <p:cNvCxnSpPr/>
          <p:nvPr>
            <p:custDataLst>
              <p:tags r:id="rId323"/>
            </p:custDataLst>
          </p:nvPr>
        </p:nvCxnSpPr>
        <p:spPr bwMode="auto">
          <a:xfrm flipV="1">
            <a:off x="18665825" y="23469600"/>
            <a:ext cx="0" cy="1238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3" name="Straight Connector 652">
            <a:extLst>
              <a:ext uri="{FF2B5EF4-FFF2-40B4-BE49-F238E27FC236}">
                <a16:creationId xmlns:a16="http://schemas.microsoft.com/office/drawing/2014/main" id="{518470A4-3211-79BF-C478-862C30754895}"/>
              </a:ext>
            </a:extLst>
          </p:cNvPr>
          <p:cNvCxnSpPr/>
          <p:nvPr>
            <p:custDataLst>
              <p:tags r:id="rId324"/>
            </p:custDataLst>
          </p:nvPr>
        </p:nvCxnSpPr>
        <p:spPr bwMode="auto">
          <a:xfrm>
            <a:off x="18665825" y="23483888"/>
            <a:ext cx="23018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4" name="Straight Connector 653">
            <a:extLst>
              <a:ext uri="{FF2B5EF4-FFF2-40B4-BE49-F238E27FC236}">
                <a16:creationId xmlns:a16="http://schemas.microsoft.com/office/drawing/2014/main" id="{BBAE1C36-1DA0-1282-F252-4734FB27D7B0}"/>
              </a:ext>
            </a:extLst>
          </p:cNvPr>
          <p:cNvCxnSpPr/>
          <p:nvPr>
            <p:custDataLst>
              <p:tags r:id="rId325"/>
            </p:custDataLst>
          </p:nvPr>
        </p:nvCxnSpPr>
        <p:spPr bwMode="auto">
          <a:xfrm flipV="1">
            <a:off x="18896013" y="23344188"/>
            <a:ext cx="0" cy="15398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5" name="Straight Connector 654">
            <a:extLst>
              <a:ext uri="{FF2B5EF4-FFF2-40B4-BE49-F238E27FC236}">
                <a16:creationId xmlns:a16="http://schemas.microsoft.com/office/drawing/2014/main" id="{8E7A6136-70C5-5323-3D5C-05DCB354C72F}"/>
              </a:ext>
            </a:extLst>
          </p:cNvPr>
          <p:cNvCxnSpPr/>
          <p:nvPr>
            <p:custDataLst>
              <p:tags r:id="rId326"/>
            </p:custDataLst>
          </p:nvPr>
        </p:nvCxnSpPr>
        <p:spPr bwMode="auto">
          <a:xfrm>
            <a:off x="18896013" y="23358475"/>
            <a:ext cx="55563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6" name="Straight Connector 655">
            <a:extLst>
              <a:ext uri="{FF2B5EF4-FFF2-40B4-BE49-F238E27FC236}">
                <a16:creationId xmlns:a16="http://schemas.microsoft.com/office/drawing/2014/main" id="{4079B574-AE75-9F61-4A1C-9AF96DEAF2F7}"/>
              </a:ext>
            </a:extLst>
          </p:cNvPr>
          <p:cNvCxnSpPr/>
          <p:nvPr>
            <p:custDataLst>
              <p:tags r:id="rId327"/>
            </p:custDataLst>
          </p:nvPr>
        </p:nvCxnSpPr>
        <p:spPr bwMode="auto">
          <a:xfrm flipV="1">
            <a:off x="18951575" y="22974300"/>
            <a:ext cx="0" cy="3984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7" name="Straight Connector 656">
            <a:extLst>
              <a:ext uri="{FF2B5EF4-FFF2-40B4-BE49-F238E27FC236}">
                <a16:creationId xmlns:a16="http://schemas.microsoft.com/office/drawing/2014/main" id="{5B7E20BC-2BFD-6C1B-9563-B69168889036}"/>
              </a:ext>
            </a:extLst>
          </p:cNvPr>
          <p:cNvCxnSpPr/>
          <p:nvPr>
            <p:custDataLst>
              <p:tags r:id="rId328"/>
            </p:custDataLst>
          </p:nvPr>
        </p:nvCxnSpPr>
        <p:spPr bwMode="auto">
          <a:xfrm>
            <a:off x="18951575" y="22988588"/>
            <a:ext cx="55563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8" name="Straight Connector 657">
            <a:extLst>
              <a:ext uri="{FF2B5EF4-FFF2-40B4-BE49-F238E27FC236}">
                <a16:creationId xmlns:a16="http://schemas.microsoft.com/office/drawing/2014/main" id="{C36467E5-BA92-366F-7CBF-7A5FF2D46391}"/>
              </a:ext>
            </a:extLst>
          </p:cNvPr>
          <p:cNvCxnSpPr/>
          <p:nvPr>
            <p:custDataLst>
              <p:tags r:id="rId329"/>
            </p:custDataLst>
          </p:nvPr>
        </p:nvCxnSpPr>
        <p:spPr bwMode="auto">
          <a:xfrm flipV="1">
            <a:off x="19007138" y="22639338"/>
            <a:ext cx="0" cy="3635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9" name="Straight Connector 658">
            <a:extLst>
              <a:ext uri="{FF2B5EF4-FFF2-40B4-BE49-F238E27FC236}">
                <a16:creationId xmlns:a16="http://schemas.microsoft.com/office/drawing/2014/main" id="{626713BF-6DBE-BD71-19B4-D3CF1F1B3DEE}"/>
              </a:ext>
            </a:extLst>
          </p:cNvPr>
          <p:cNvCxnSpPr/>
          <p:nvPr>
            <p:custDataLst>
              <p:tags r:id="rId330"/>
            </p:custDataLst>
          </p:nvPr>
        </p:nvCxnSpPr>
        <p:spPr bwMode="auto">
          <a:xfrm>
            <a:off x="19007138" y="22653625"/>
            <a:ext cx="74613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0" name="Straight Connector 659">
            <a:extLst>
              <a:ext uri="{FF2B5EF4-FFF2-40B4-BE49-F238E27FC236}">
                <a16:creationId xmlns:a16="http://schemas.microsoft.com/office/drawing/2014/main" id="{EC85932E-069F-BE0A-D802-47AF4FA5E01D}"/>
              </a:ext>
            </a:extLst>
          </p:cNvPr>
          <p:cNvCxnSpPr>
            <a:cxnSpLocks/>
          </p:cNvCxnSpPr>
          <p:nvPr>
            <p:custDataLst>
              <p:tags r:id="rId331"/>
            </p:custDataLst>
          </p:nvPr>
        </p:nvCxnSpPr>
        <p:spPr bwMode="auto">
          <a:xfrm flipV="1">
            <a:off x="19081750" y="22386925"/>
            <a:ext cx="0" cy="28098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1" name="Straight Connector 660">
            <a:extLst>
              <a:ext uri="{FF2B5EF4-FFF2-40B4-BE49-F238E27FC236}">
                <a16:creationId xmlns:a16="http://schemas.microsoft.com/office/drawing/2014/main" id="{0BE2A4F8-7B2C-E0C6-6982-6BEF0022B88F}"/>
              </a:ext>
            </a:extLst>
          </p:cNvPr>
          <p:cNvCxnSpPr>
            <a:cxnSpLocks/>
          </p:cNvCxnSpPr>
          <p:nvPr>
            <p:custDataLst>
              <p:tags r:id="rId332"/>
            </p:custDataLst>
          </p:nvPr>
        </p:nvCxnSpPr>
        <p:spPr bwMode="auto">
          <a:xfrm>
            <a:off x="19081750" y="22401213"/>
            <a:ext cx="476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2" name="Straight Connector 661">
            <a:extLst>
              <a:ext uri="{FF2B5EF4-FFF2-40B4-BE49-F238E27FC236}">
                <a16:creationId xmlns:a16="http://schemas.microsoft.com/office/drawing/2014/main" id="{40DA036D-9D77-F77D-181E-606D6BFD981F}"/>
              </a:ext>
            </a:extLst>
          </p:cNvPr>
          <p:cNvCxnSpPr>
            <a:cxnSpLocks/>
          </p:cNvCxnSpPr>
          <p:nvPr>
            <p:custDataLst>
              <p:tags r:id="rId333"/>
            </p:custDataLst>
          </p:nvPr>
        </p:nvCxnSpPr>
        <p:spPr bwMode="auto">
          <a:xfrm flipV="1">
            <a:off x="19129375" y="22383750"/>
            <a:ext cx="0" cy="317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3" name="Straight Connector 662">
            <a:extLst>
              <a:ext uri="{FF2B5EF4-FFF2-40B4-BE49-F238E27FC236}">
                <a16:creationId xmlns:a16="http://schemas.microsoft.com/office/drawing/2014/main" id="{39163A37-C0FF-3558-8866-5525CBF13266}"/>
              </a:ext>
            </a:extLst>
          </p:cNvPr>
          <p:cNvCxnSpPr>
            <a:cxnSpLocks/>
          </p:cNvCxnSpPr>
          <p:nvPr>
            <p:custDataLst>
              <p:tags r:id="rId334"/>
            </p:custDataLst>
          </p:nvPr>
        </p:nvCxnSpPr>
        <p:spPr bwMode="auto">
          <a:xfrm>
            <a:off x="19129375" y="22398038"/>
            <a:ext cx="1047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4" name="Straight Connector 663">
            <a:extLst>
              <a:ext uri="{FF2B5EF4-FFF2-40B4-BE49-F238E27FC236}">
                <a16:creationId xmlns:a16="http://schemas.microsoft.com/office/drawing/2014/main" id="{63993310-5A4B-33C1-FE7F-CBDB3390CC27}"/>
              </a:ext>
            </a:extLst>
          </p:cNvPr>
          <p:cNvCxnSpPr>
            <a:cxnSpLocks/>
          </p:cNvCxnSpPr>
          <p:nvPr>
            <p:custDataLst>
              <p:tags r:id="rId335"/>
            </p:custDataLst>
          </p:nvPr>
        </p:nvCxnSpPr>
        <p:spPr bwMode="auto">
          <a:xfrm flipV="1">
            <a:off x="19234150" y="22342475"/>
            <a:ext cx="0" cy="698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5" name="Straight Connector 664">
            <a:extLst>
              <a:ext uri="{FF2B5EF4-FFF2-40B4-BE49-F238E27FC236}">
                <a16:creationId xmlns:a16="http://schemas.microsoft.com/office/drawing/2014/main" id="{738B75F7-B515-2285-BC7D-2998DD09F81F}"/>
              </a:ext>
            </a:extLst>
          </p:cNvPr>
          <p:cNvCxnSpPr>
            <a:cxnSpLocks/>
          </p:cNvCxnSpPr>
          <p:nvPr>
            <p:custDataLst>
              <p:tags r:id="rId336"/>
            </p:custDataLst>
          </p:nvPr>
        </p:nvCxnSpPr>
        <p:spPr bwMode="auto">
          <a:xfrm>
            <a:off x="19234150" y="22356763"/>
            <a:ext cx="666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6" name="Straight Connector 665">
            <a:extLst>
              <a:ext uri="{FF2B5EF4-FFF2-40B4-BE49-F238E27FC236}">
                <a16:creationId xmlns:a16="http://schemas.microsoft.com/office/drawing/2014/main" id="{C520E29C-ECA1-E933-3F3D-01673A979BDF}"/>
              </a:ext>
            </a:extLst>
          </p:cNvPr>
          <p:cNvCxnSpPr>
            <a:cxnSpLocks/>
          </p:cNvCxnSpPr>
          <p:nvPr>
            <p:custDataLst>
              <p:tags r:id="rId337"/>
            </p:custDataLst>
          </p:nvPr>
        </p:nvCxnSpPr>
        <p:spPr bwMode="auto">
          <a:xfrm flipV="1">
            <a:off x="19300825" y="22329775"/>
            <a:ext cx="0" cy="412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7" name="Straight Connector 666">
            <a:extLst>
              <a:ext uri="{FF2B5EF4-FFF2-40B4-BE49-F238E27FC236}">
                <a16:creationId xmlns:a16="http://schemas.microsoft.com/office/drawing/2014/main" id="{7B76ED11-E7CC-C5FE-6F1D-0A5823E5A22A}"/>
              </a:ext>
            </a:extLst>
          </p:cNvPr>
          <p:cNvCxnSpPr>
            <a:cxnSpLocks/>
          </p:cNvCxnSpPr>
          <p:nvPr>
            <p:custDataLst>
              <p:tags r:id="rId338"/>
            </p:custDataLst>
          </p:nvPr>
        </p:nvCxnSpPr>
        <p:spPr bwMode="auto">
          <a:xfrm>
            <a:off x="19300825" y="22344063"/>
            <a:ext cx="476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8" name="Straight Connector 667">
            <a:extLst>
              <a:ext uri="{FF2B5EF4-FFF2-40B4-BE49-F238E27FC236}">
                <a16:creationId xmlns:a16="http://schemas.microsoft.com/office/drawing/2014/main" id="{E2A57325-A45B-D5B0-7CE2-D0054670214A}"/>
              </a:ext>
            </a:extLst>
          </p:cNvPr>
          <p:cNvCxnSpPr>
            <a:cxnSpLocks/>
          </p:cNvCxnSpPr>
          <p:nvPr>
            <p:custDataLst>
              <p:tags r:id="rId339"/>
            </p:custDataLst>
          </p:nvPr>
        </p:nvCxnSpPr>
        <p:spPr bwMode="auto">
          <a:xfrm>
            <a:off x="19348450" y="22344063"/>
            <a:ext cx="476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9" name="Straight Connector 668">
            <a:extLst>
              <a:ext uri="{FF2B5EF4-FFF2-40B4-BE49-F238E27FC236}">
                <a16:creationId xmlns:a16="http://schemas.microsoft.com/office/drawing/2014/main" id="{F967A235-6BB4-EE6C-F6B9-7B2642FCC289}"/>
              </a:ext>
            </a:extLst>
          </p:cNvPr>
          <p:cNvCxnSpPr>
            <a:cxnSpLocks/>
          </p:cNvCxnSpPr>
          <p:nvPr>
            <p:custDataLst>
              <p:tags r:id="rId340"/>
            </p:custDataLst>
          </p:nvPr>
        </p:nvCxnSpPr>
        <p:spPr bwMode="auto">
          <a:xfrm flipV="1">
            <a:off x="19396075" y="22023388"/>
            <a:ext cx="0" cy="3349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0" name="Straight Connector 669">
            <a:extLst>
              <a:ext uri="{FF2B5EF4-FFF2-40B4-BE49-F238E27FC236}">
                <a16:creationId xmlns:a16="http://schemas.microsoft.com/office/drawing/2014/main" id="{01368650-0AD6-8A6F-1A9E-F4AD3D5460C9}"/>
              </a:ext>
            </a:extLst>
          </p:cNvPr>
          <p:cNvCxnSpPr>
            <a:cxnSpLocks/>
          </p:cNvCxnSpPr>
          <p:nvPr>
            <p:custDataLst>
              <p:tags r:id="rId341"/>
            </p:custDataLst>
          </p:nvPr>
        </p:nvCxnSpPr>
        <p:spPr bwMode="auto">
          <a:xfrm>
            <a:off x="19396075" y="22037675"/>
            <a:ext cx="2063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1" name="Straight Connector 670">
            <a:extLst>
              <a:ext uri="{FF2B5EF4-FFF2-40B4-BE49-F238E27FC236}">
                <a16:creationId xmlns:a16="http://schemas.microsoft.com/office/drawing/2014/main" id="{504C195A-8FF1-7863-1C9F-C366A33AEADE}"/>
              </a:ext>
            </a:extLst>
          </p:cNvPr>
          <p:cNvCxnSpPr>
            <a:cxnSpLocks/>
          </p:cNvCxnSpPr>
          <p:nvPr>
            <p:custDataLst>
              <p:tags r:id="rId342"/>
            </p:custDataLst>
          </p:nvPr>
        </p:nvCxnSpPr>
        <p:spPr bwMode="auto">
          <a:xfrm flipV="1">
            <a:off x="19416713" y="21988463"/>
            <a:ext cx="0" cy="635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2" name="Straight Connector 671">
            <a:extLst>
              <a:ext uri="{FF2B5EF4-FFF2-40B4-BE49-F238E27FC236}">
                <a16:creationId xmlns:a16="http://schemas.microsoft.com/office/drawing/2014/main" id="{71B24728-7917-F899-F6B9-BB7945759538}"/>
              </a:ext>
            </a:extLst>
          </p:cNvPr>
          <p:cNvCxnSpPr/>
          <p:nvPr>
            <p:custDataLst>
              <p:tags r:id="rId343"/>
            </p:custDataLst>
          </p:nvPr>
        </p:nvCxnSpPr>
        <p:spPr bwMode="auto">
          <a:xfrm>
            <a:off x="19416713" y="22002750"/>
            <a:ext cx="793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3" name="Straight Connector 672">
            <a:extLst>
              <a:ext uri="{FF2B5EF4-FFF2-40B4-BE49-F238E27FC236}">
                <a16:creationId xmlns:a16="http://schemas.microsoft.com/office/drawing/2014/main" id="{21D9A889-608F-70E0-2BDD-5FB648229527}"/>
              </a:ext>
            </a:extLst>
          </p:cNvPr>
          <p:cNvCxnSpPr/>
          <p:nvPr>
            <p:custDataLst>
              <p:tags r:id="rId344"/>
            </p:custDataLst>
          </p:nvPr>
        </p:nvCxnSpPr>
        <p:spPr bwMode="auto">
          <a:xfrm flipV="1">
            <a:off x="19424650" y="21810663"/>
            <a:ext cx="0" cy="2063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4" name="Straight Connector 673">
            <a:extLst>
              <a:ext uri="{FF2B5EF4-FFF2-40B4-BE49-F238E27FC236}">
                <a16:creationId xmlns:a16="http://schemas.microsoft.com/office/drawing/2014/main" id="{ADA5A713-0A0F-C924-5ACB-8E9A4D77B0FC}"/>
              </a:ext>
            </a:extLst>
          </p:cNvPr>
          <p:cNvCxnSpPr/>
          <p:nvPr>
            <p:custDataLst>
              <p:tags r:id="rId345"/>
            </p:custDataLst>
          </p:nvPr>
        </p:nvCxnSpPr>
        <p:spPr bwMode="auto">
          <a:xfrm>
            <a:off x="19424650" y="21824950"/>
            <a:ext cx="1333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5" name="Straight Connector 674">
            <a:extLst>
              <a:ext uri="{FF2B5EF4-FFF2-40B4-BE49-F238E27FC236}">
                <a16:creationId xmlns:a16="http://schemas.microsoft.com/office/drawing/2014/main" id="{9B99122E-AFC5-F089-4291-C3BDAC43F305}"/>
              </a:ext>
            </a:extLst>
          </p:cNvPr>
          <p:cNvCxnSpPr>
            <a:cxnSpLocks/>
          </p:cNvCxnSpPr>
          <p:nvPr>
            <p:custDataLst>
              <p:tags r:id="rId346"/>
            </p:custDataLst>
          </p:nvPr>
        </p:nvCxnSpPr>
        <p:spPr bwMode="auto">
          <a:xfrm>
            <a:off x="19558000" y="21824950"/>
            <a:ext cx="666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6" name="Straight Connector 675">
            <a:extLst>
              <a:ext uri="{FF2B5EF4-FFF2-40B4-BE49-F238E27FC236}">
                <a16:creationId xmlns:a16="http://schemas.microsoft.com/office/drawing/2014/main" id="{B7860E9F-3B0B-B105-1C6B-8C442A4EF4E7}"/>
              </a:ext>
            </a:extLst>
          </p:cNvPr>
          <p:cNvCxnSpPr>
            <a:cxnSpLocks/>
          </p:cNvCxnSpPr>
          <p:nvPr>
            <p:custDataLst>
              <p:tags r:id="rId347"/>
            </p:custDataLst>
          </p:nvPr>
        </p:nvCxnSpPr>
        <p:spPr bwMode="auto">
          <a:xfrm flipV="1">
            <a:off x="19624675" y="21799550"/>
            <a:ext cx="0" cy="3968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7" name="Straight Connector 676">
            <a:extLst>
              <a:ext uri="{FF2B5EF4-FFF2-40B4-BE49-F238E27FC236}">
                <a16:creationId xmlns:a16="http://schemas.microsoft.com/office/drawing/2014/main" id="{958B4620-5271-916E-011A-3CE9AB41ACD3}"/>
              </a:ext>
            </a:extLst>
          </p:cNvPr>
          <p:cNvCxnSpPr>
            <a:cxnSpLocks/>
          </p:cNvCxnSpPr>
          <p:nvPr>
            <p:custDataLst>
              <p:tags r:id="rId348"/>
            </p:custDataLst>
          </p:nvPr>
        </p:nvCxnSpPr>
        <p:spPr bwMode="auto">
          <a:xfrm>
            <a:off x="19624675" y="21813838"/>
            <a:ext cx="138113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8" name="Straight Connector 677">
            <a:extLst>
              <a:ext uri="{FF2B5EF4-FFF2-40B4-BE49-F238E27FC236}">
                <a16:creationId xmlns:a16="http://schemas.microsoft.com/office/drawing/2014/main" id="{FBF7029E-089C-2D2B-D09B-1687B3F5EB7C}"/>
              </a:ext>
            </a:extLst>
          </p:cNvPr>
          <p:cNvCxnSpPr>
            <a:cxnSpLocks/>
          </p:cNvCxnSpPr>
          <p:nvPr>
            <p:custDataLst>
              <p:tags r:id="rId349"/>
            </p:custDataLst>
          </p:nvPr>
        </p:nvCxnSpPr>
        <p:spPr bwMode="auto">
          <a:xfrm flipV="1">
            <a:off x="19762788" y="21643975"/>
            <a:ext cx="0" cy="18415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9" name="Straight Connector 678">
            <a:extLst>
              <a:ext uri="{FF2B5EF4-FFF2-40B4-BE49-F238E27FC236}">
                <a16:creationId xmlns:a16="http://schemas.microsoft.com/office/drawing/2014/main" id="{93AE132A-9922-5299-C51C-E38046AEDBD5}"/>
              </a:ext>
            </a:extLst>
          </p:cNvPr>
          <p:cNvCxnSpPr>
            <a:cxnSpLocks/>
          </p:cNvCxnSpPr>
          <p:nvPr>
            <p:custDataLst>
              <p:tags r:id="rId350"/>
            </p:custDataLst>
          </p:nvPr>
        </p:nvCxnSpPr>
        <p:spPr bwMode="auto">
          <a:xfrm>
            <a:off x="19762788" y="21658263"/>
            <a:ext cx="730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0" name="Straight Connector 679">
            <a:extLst>
              <a:ext uri="{FF2B5EF4-FFF2-40B4-BE49-F238E27FC236}">
                <a16:creationId xmlns:a16="http://schemas.microsoft.com/office/drawing/2014/main" id="{CA22FD08-FADD-F4F4-DA5F-F472AFD62AEE}"/>
              </a:ext>
            </a:extLst>
          </p:cNvPr>
          <p:cNvCxnSpPr/>
          <p:nvPr>
            <p:custDataLst>
              <p:tags r:id="rId351"/>
            </p:custDataLst>
          </p:nvPr>
        </p:nvCxnSpPr>
        <p:spPr bwMode="auto">
          <a:xfrm>
            <a:off x="19835813" y="21658263"/>
            <a:ext cx="730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1" name="Straight Connector 680">
            <a:extLst>
              <a:ext uri="{FF2B5EF4-FFF2-40B4-BE49-F238E27FC236}">
                <a16:creationId xmlns:a16="http://schemas.microsoft.com/office/drawing/2014/main" id="{77BDAFA1-D8FB-4D6B-8DAB-B37A0E2205A2}"/>
              </a:ext>
            </a:extLst>
          </p:cNvPr>
          <p:cNvCxnSpPr>
            <a:cxnSpLocks/>
          </p:cNvCxnSpPr>
          <p:nvPr>
            <p:custDataLst>
              <p:tags r:id="rId352"/>
            </p:custDataLst>
          </p:nvPr>
        </p:nvCxnSpPr>
        <p:spPr bwMode="auto">
          <a:xfrm>
            <a:off x="19908838" y="21658263"/>
            <a:ext cx="7302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2" name="Straight Connector 681">
            <a:extLst>
              <a:ext uri="{FF2B5EF4-FFF2-40B4-BE49-F238E27FC236}">
                <a16:creationId xmlns:a16="http://schemas.microsoft.com/office/drawing/2014/main" id="{9A8FA4DB-249B-2404-0C9A-3EAFDE7FFEF0}"/>
              </a:ext>
            </a:extLst>
          </p:cNvPr>
          <p:cNvCxnSpPr>
            <a:cxnSpLocks/>
          </p:cNvCxnSpPr>
          <p:nvPr>
            <p:custDataLst>
              <p:tags r:id="rId353"/>
            </p:custDataLst>
          </p:nvPr>
        </p:nvCxnSpPr>
        <p:spPr bwMode="auto">
          <a:xfrm flipV="1">
            <a:off x="19981863" y="21623338"/>
            <a:ext cx="0" cy="492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3" name="Straight Connector 682">
            <a:extLst>
              <a:ext uri="{FF2B5EF4-FFF2-40B4-BE49-F238E27FC236}">
                <a16:creationId xmlns:a16="http://schemas.microsoft.com/office/drawing/2014/main" id="{DBAAB374-45E0-77EA-635C-523B9BE1209D}"/>
              </a:ext>
            </a:extLst>
          </p:cNvPr>
          <p:cNvCxnSpPr>
            <a:cxnSpLocks/>
          </p:cNvCxnSpPr>
          <p:nvPr>
            <p:custDataLst>
              <p:tags r:id="rId354"/>
            </p:custDataLst>
          </p:nvPr>
        </p:nvCxnSpPr>
        <p:spPr bwMode="auto">
          <a:xfrm>
            <a:off x="19981863" y="21637625"/>
            <a:ext cx="666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4" name="Straight Connector 683">
            <a:extLst>
              <a:ext uri="{FF2B5EF4-FFF2-40B4-BE49-F238E27FC236}">
                <a16:creationId xmlns:a16="http://schemas.microsoft.com/office/drawing/2014/main" id="{9395A3F7-5DAD-A8AF-394C-63D4CA9253FC}"/>
              </a:ext>
            </a:extLst>
          </p:cNvPr>
          <p:cNvCxnSpPr>
            <a:cxnSpLocks/>
          </p:cNvCxnSpPr>
          <p:nvPr>
            <p:custDataLst>
              <p:tags r:id="rId355"/>
            </p:custDataLst>
          </p:nvPr>
        </p:nvCxnSpPr>
        <p:spPr bwMode="auto">
          <a:xfrm flipV="1">
            <a:off x="20048538" y="21616988"/>
            <a:ext cx="0" cy="349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5" name="Straight Connector 684">
            <a:extLst>
              <a:ext uri="{FF2B5EF4-FFF2-40B4-BE49-F238E27FC236}">
                <a16:creationId xmlns:a16="http://schemas.microsoft.com/office/drawing/2014/main" id="{0B6AEE41-0D3C-F836-AC32-422BAEE750A2}"/>
              </a:ext>
            </a:extLst>
          </p:cNvPr>
          <p:cNvCxnSpPr>
            <a:cxnSpLocks/>
          </p:cNvCxnSpPr>
          <p:nvPr>
            <p:custDataLst>
              <p:tags r:id="rId356"/>
            </p:custDataLst>
          </p:nvPr>
        </p:nvCxnSpPr>
        <p:spPr bwMode="auto">
          <a:xfrm>
            <a:off x="20048538" y="21631275"/>
            <a:ext cx="66675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6" name="Straight Connector 685">
            <a:extLst>
              <a:ext uri="{FF2B5EF4-FFF2-40B4-BE49-F238E27FC236}">
                <a16:creationId xmlns:a16="http://schemas.microsoft.com/office/drawing/2014/main" id="{C3B69A3C-DC6D-A81D-8ADE-9F462AD5183F}"/>
              </a:ext>
            </a:extLst>
          </p:cNvPr>
          <p:cNvCxnSpPr>
            <a:cxnSpLocks/>
          </p:cNvCxnSpPr>
          <p:nvPr>
            <p:custDataLst>
              <p:tags r:id="rId357"/>
            </p:custDataLst>
          </p:nvPr>
        </p:nvCxnSpPr>
        <p:spPr bwMode="auto">
          <a:xfrm flipV="1">
            <a:off x="20115213" y="21609050"/>
            <a:ext cx="0" cy="365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7" name="Straight Connector 686">
            <a:extLst>
              <a:ext uri="{FF2B5EF4-FFF2-40B4-BE49-F238E27FC236}">
                <a16:creationId xmlns:a16="http://schemas.microsoft.com/office/drawing/2014/main" id="{B165772E-9FA0-1265-3B69-1D4B93E262E4}"/>
              </a:ext>
            </a:extLst>
          </p:cNvPr>
          <p:cNvCxnSpPr>
            <a:cxnSpLocks/>
          </p:cNvCxnSpPr>
          <p:nvPr>
            <p:custDataLst>
              <p:tags r:id="rId358"/>
            </p:custDataLst>
          </p:nvPr>
        </p:nvCxnSpPr>
        <p:spPr bwMode="auto">
          <a:xfrm>
            <a:off x="20115213" y="21623338"/>
            <a:ext cx="1333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8" name="Straight Connector 687">
            <a:extLst>
              <a:ext uri="{FF2B5EF4-FFF2-40B4-BE49-F238E27FC236}">
                <a16:creationId xmlns:a16="http://schemas.microsoft.com/office/drawing/2014/main" id="{FAF5495C-A142-693A-9A3F-838CFDAA391F}"/>
              </a:ext>
            </a:extLst>
          </p:cNvPr>
          <p:cNvCxnSpPr>
            <a:cxnSpLocks/>
          </p:cNvCxnSpPr>
          <p:nvPr>
            <p:custDataLst>
              <p:tags r:id="rId359"/>
            </p:custDataLst>
          </p:nvPr>
        </p:nvCxnSpPr>
        <p:spPr bwMode="auto">
          <a:xfrm flipV="1">
            <a:off x="20248563" y="21574125"/>
            <a:ext cx="0" cy="6350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9" name="Straight Connector 688">
            <a:extLst>
              <a:ext uri="{FF2B5EF4-FFF2-40B4-BE49-F238E27FC236}">
                <a16:creationId xmlns:a16="http://schemas.microsoft.com/office/drawing/2014/main" id="{990B0AA3-03FC-1BCB-1413-6E5FDA42ECB3}"/>
              </a:ext>
            </a:extLst>
          </p:cNvPr>
          <p:cNvCxnSpPr>
            <a:cxnSpLocks/>
          </p:cNvCxnSpPr>
          <p:nvPr>
            <p:custDataLst>
              <p:tags r:id="rId360"/>
            </p:custDataLst>
          </p:nvPr>
        </p:nvCxnSpPr>
        <p:spPr bwMode="auto">
          <a:xfrm>
            <a:off x="20248563" y="21588413"/>
            <a:ext cx="1333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0" name="Straight Connector 689">
            <a:extLst>
              <a:ext uri="{FF2B5EF4-FFF2-40B4-BE49-F238E27FC236}">
                <a16:creationId xmlns:a16="http://schemas.microsoft.com/office/drawing/2014/main" id="{BC6B1480-DBB6-6BE5-89F7-015859A844CE}"/>
              </a:ext>
            </a:extLst>
          </p:cNvPr>
          <p:cNvCxnSpPr>
            <a:cxnSpLocks/>
          </p:cNvCxnSpPr>
          <p:nvPr>
            <p:custDataLst>
              <p:tags r:id="rId361"/>
            </p:custDataLst>
          </p:nvPr>
        </p:nvCxnSpPr>
        <p:spPr bwMode="auto">
          <a:xfrm flipV="1">
            <a:off x="20381913" y="21555075"/>
            <a:ext cx="0" cy="476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1" name="Straight Connector 690">
            <a:extLst>
              <a:ext uri="{FF2B5EF4-FFF2-40B4-BE49-F238E27FC236}">
                <a16:creationId xmlns:a16="http://schemas.microsoft.com/office/drawing/2014/main" id="{3FB7933E-CA6F-6CE8-F94D-5318053AA820}"/>
              </a:ext>
            </a:extLst>
          </p:cNvPr>
          <p:cNvCxnSpPr>
            <a:cxnSpLocks/>
          </p:cNvCxnSpPr>
          <p:nvPr>
            <p:custDataLst>
              <p:tags r:id="rId362"/>
            </p:custDataLst>
          </p:nvPr>
        </p:nvCxnSpPr>
        <p:spPr bwMode="auto">
          <a:xfrm>
            <a:off x="20381913" y="21569363"/>
            <a:ext cx="131763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2" name="Straight Connector 691">
            <a:extLst>
              <a:ext uri="{FF2B5EF4-FFF2-40B4-BE49-F238E27FC236}">
                <a16:creationId xmlns:a16="http://schemas.microsoft.com/office/drawing/2014/main" id="{F2EDB324-AC74-8FB7-4C77-43F4DF07B4B6}"/>
              </a:ext>
            </a:extLst>
          </p:cNvPr>
          <p:cNvCxnSpPr>
            <a:cxnSpLocks/>
          </p:cNvCxnSpPr>
          <p:nvPr>
            <p:custDataLst>
              <p:tags r:id="rId363"/>
            </p:custDataLst>
          </p:nvPr>
        </p:nvCxnSpPr>
        <p:spPr bwMode="auto">
          <a:xfrm flipV="1">
            <a:off x="20513675" y="21510625"/>
            <a:ext cx="0" cy="730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3" name="Straight Connector 692">
            <a:extLst>
              <a:ext uri="{FF2B5EF4-FFF2-40B4-BE49-F238E27FC236}">
                <a16:creationId xmlns:a16="http://schemas.microsoft.com/office/drawing/2014/main" id="{25840992-661B-F5A6-D620-4090560DAD4A}"/>
              </a:ext>
            </a:extLst>
          </p:cNvPr>
          <p:cNvCxnSpPr>
            <a:cxnSpLocks/>
          </p:cNvCxnSpPr>
          <p:nvPr>
            <p:custDataLst>
              <p:tags r:id="rId364"/>
            </p:custDataLst>
          </p:nvPr>
        </p:nvCxnSpPr>
        <p:spPr bwMode="auto">
          <a:xfrm>
            <a:off x="20513675" y="21524913"/>
            <a:ext cx="698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4" name="Straight Connector 693">
            <a:extLst>
              <a:ext uri="{FF2B5EF4-FFF2-40B4-BE49-F238E27FC236}">
                <a16:creationId xmlns:a16="http://schemas.microsoft.com/office/drawing/2014/main" id="{9DA9CA96-1B99-CF1A-03BB-E4EE1623BEB0}"/>
              </a:ext>
            </a:extLst>
          </p:cNvPr>
          <p:cNvCxnSpPr>
            <a:cxnSpLocks/>
          </p:cNvCxnSpPr>
          <p:nvPr>
            <p:custDataLst>
              <p:tags r:id="rId365"/>
            </p:custDataLst>
          </p:nvPr>
        </p:nvCxnSpPr>
        <p:spPr bwMode="auto">
          <a:xfrm flipV="1">
            <a:off x="20583525" y="21497925"/>
            <a:ext cx="0" cy="412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5" name="Straight Connector 694">
            <a:extLst>
              <a:ext uri="{FF2B5EF4-FFF2-40B4-BE49-F238E27FC236}">
                <a16:creationId xmlns:a16="http://schemas.microsoft.com/office/drawing/2014/main" id="{D484FF27-2786-F4D6-A741-B0B3BE6A528E}"/>
              </a:ext>
            </a:extLst>
          </p:cNvPr>
          <p:cNvCxnSpPr>
            <a:cxnSpLocks/>
          </p:cNvCxnSpPr>
          <p:nvPr>
            <p:custDataLst>
              <p:tags r:id="rId366"/>
            </p:custDataLst>
          </p:nvPr>
        </p:nvCxnSpPr>
        <p:spPr bwMode="auto">
          <a:xfrm>
            <a:off x="20583525" y="21512213"/>
            <a:ext cx="19050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6" name="Straight Connector 695">
            <a:extLst>
              <a:ext uri="{FF2B5EF4-FFF2-40B4-BE49-F238E27FC236}">
                <a16:creationId xmlns:a16="http://schemas.microsoft.com/office/drawing/2014/main" id="{A3757AD4-3A56-EE40-39CB-A9342693323E}"/>
              </a:ext>
            </a:extLst>
          </p:cNvPr>
          <p:cNvCxnSpPr>
            <a:cxnSpLocks/>
          </p:cNvCxnSpPr>
          <p:nvPr>
            <p:custDataLst>
              <p:tags r:id="rId367"/>
            </p:custDataLst>
          </p:nvPr>
        </p:nvCxnSpPr>
        <p:spPr bwMode="auto">
          <a:xfrm flipV="1">
            <a:off x="20602575" y="21489988"/>
            <a:ext cx="0" cy="365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7" name="Straight Connector 696">
            <a:extLst>
              <a:ext uri="{FF2B5EF4-FFF2-40B4-BE49-F238E27FC236}">
                <a16:creationId xmlns:a16="http://schemas.microsoft.com/office/drawing/2014/main" id="{DC388BBB-4729-2C97-C57B-17FB8D9BD7B7}"/>
              </a:ext>
            </a:extLst>
          </p:cNvPr>
          <p:cNvCxnSpPr>
            <a:cxnSpLocks/>
          </p:cNvCxnSpPr>
          <p:nvPr>
            <p:custDataLst>
              <p:tags r:id="rId368"/>
            </p:custDataLst>
          </p:nvPr>
        </p:nvCxnSpPr>
        <p:spPr bwMode="auto">
          <a:xfrm>
            <a:off x="20602575" y="21504275"/>
            <a:ext cx="19843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8" name="Straight Connector 697">
            <a:extLst>
              <a:ext uri="{FF2B5EF4-FFF2-40B4-BE49-F238E27FC236}">
                <a16:creationId xmlns:a16="http://schemas.microsoft.com/office/drawing/2014/main" id="{ACB20005-216D-8E5E-E513-7DD954DF5087}"/>
              </a:ext>
            </a:extLst>
          </p:cNvPr>
          <p:cNvCxnSpPr>
            <a:cxnSpLocks/>
          </p:cNvCxnSpPr>
          <p:nvPr>
            <p:custDataLst>
              <p:tags r:id="rId369"/>
            </p:custDataLst>
          </p:nvPr>
        </p:nvCxnSpPr>
        <p:spPr bwMode="auto">
          <a:xfrm flipV="1">
            <a:off x="20801013" y="21205825"/>
            <a:ext cx="0" cy="3127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9" name="Straight Connector 698">
            <a:extLst>
              <a:ext uri="{FF2B5EF4-FFF2-40B4-BE49-F238E27FC236}">
                <a16:creationId xmlns:a16="http://schemas.microsoft.com/office/drawing/2014/main" id="{1B647F33-60A4-EB16-5435-946266A1A524}"/>
              </a:ext>
            </a:extLst>
          </p:cNvPr>
          <p:cNvCxnSpPr>
            <a:cxnSpLocks/>
          </p:cNvCxnSpPr>
          <p:nvPr>
            <p:custDataLst>
              <p:tags r:id="rId370"/>
            </p:custDataLst>
          </p:nvPr>
        </p:nvCxnSpPr>
        <p:spPr bwMode="auto">
          <a:xfrm>
            <a:off x="20801013" y="21220113"/>
            <a:ext cx="3333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7" name="Straight Connector 716">
            <a:extLst>
              <a:ext uri="{FF2B5EF4-FFF2-40B4-BE49-F238E27FC236}">
                <a16:creationId xmlns:a16="http://schemas.microsoft.com/office/drawing/2014/main" id="{41229632-1643-1198-201E-16C699F6073C}"/>
              </a:ext>
            </a:extLst>
          </p:cNvPr>
          <p:cNvCxnSpPr>
            <a:cxnSpLocks/>
          </p:cNvCxnSpPr>
          <p:nvPr>
            <p:custDataLst>
              <p:tags r:id="rId371"/>
            </p:custDataLst>
          </p:nvPr>
        </p:nvCxnSpPr>
        <p:spPr bwMode="auto">
          <a:xfrm flipV="1">
            <a:off x="20834350" y="21128038"/>
            <a:ext cx="0" cy="1063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8" name="Straight Connector 717">
            <a:extLst>
              <a:ext uri="{FF2B5EF4-FFF2-40B4-BE49-F238E27FC236}">
                <a16:creationId xmlns:a16="http://schemas.microsoft.com/office/drawing/2014/main" id="{64E9C46F-2A0B-5A65-B209-73ED1DC18CD7}"/>
              </a:ext>
            </a:extLst>
          </p:cNvPr>
          <p:cNvCxnSpPr>
            <a:cxnSpLocks/>
          </p:cNvCxnSpPr>
          <p:nvPr>
            <p:custDataLst>
              <p:tags r:id="rId372"/>
            </p:custDataLst>
          </p:nvPr>
        </p:nvCxnSpPr>
        <p:spPr bwMode="auto">
          <a:xfrm>
            <a:off x="20834350" y="21142325"/>
            <a:ext cx="9048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9" name="Straight Connector 718">
            <a:extLst>
              <a:ext uri="{FF2B5EF4-FFF2-40B4-BE49-F238E27FC236}">
                <a16:creationId xmlns:a16="http://schemas.microsoft.com/office/drawing/2014/main" id="{835D93CB-54F4-8A7C-03BA-664208AF9CB1}"/>
              </a:ext>
            </a:extLst>
          </p:cNvPr>
          <p:cNvCxnSpPr>
            <a:cxnSpLocks/>
          </p:cNvCxnSpPr>
          <p:nvPr>
            <p:custDataLst>
              <p:tags r:id="rId373"/>
            </p:custDataLst>
          </p:nvPr>
        </p:nvCxnSpPr>
        <p:spPr bwMode="auto">
          <a:xfrm flipV="1">
            <a:off x="20924838" y="21120100"/>
            <a:ext cx="0" cy="365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1" name="Straight Connector 700">
            <a:extLst>
              <a:ext uri="{FF2B5EF4-FFF2-40B4-BE49-F238E27FC236}">
                <a16:creationId xmlns:a16="http://schemas.microsoft.com/office/drawing/2014/main" id="{3B390B6E-600B-48F4-954D-4B96910311BA}"/>
              </a:ext>
            </a:extLst>
          </p:cNvPr>
          <p:cNvCxnSpPr/>
          <p:nvPr>
            <p:custDataLst>
              <p:tags r:id="rId374"/>
            </p:custDataLst>
          </p:nvPr>
        </p:nvCxnSpPr>
        <p:spPr bwMode="auto">
          <a:xfrm>
            <a:off x="14395450" y="21096288"/>
            <a:ext cx="67056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0" name="Straight Connector 699">
            <a:extLst>
              <a:ext uri="{FF2B5EF4-FFF2-40B4-BE49-F238E27FC236}">
                <a16:creationId xmlns:a16="http://schemas.microsoft.com/office/drawing/2014/main" id="{34070907-49AA-043A-6FB8-99B915E22A1C}"/>
              </a:ext>
            </a:extLst>
          </p:cNvPr>
          <p:cNvCxnSpPr/>
          <p:nvPr>
            <p:custDataLst>
              <p:tags r:id="rId375"/>
            </p:custDataLst>
          </p:nvPr>
        </p:nvCxnSpPr>
        <p:spPr bwMode="auto">
          <a:xfrm>
            <a:off x="14395450" y="21842413"/>
            <a:ext cx="67056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2" name="Rectangle 701">
            <a:extLst>
              <a:ext uri="{FF2B5EF4-FFF2-40B4-BE49-F238E27FC236}">
                <a16:creationId xmlns:a16="http://schemas.microsoft.com/office/drawing/2014/main" id="{E071F042-50D1-6009-F02C-8633D0FEBBFD}"/>
              </a:ext>
            </a:extLst>
          </p:cNvPr>
          <p:cNvSpPr/>
          <p:nvPr/>
        </p:nvSpPr>
        <p:spPr>
          <a:xfrm>
            <a:off x="14390688" y="21089938"/>
            <a:ext cx="6701155" cy="765809"/>
          </a:xfrm>
          <a:prstGeom prst="rect">
            <a:avLst/>
          </a:prstGeom>
          <a:solidFill>
            <a:srgbClr val="919191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703" name="TextBox 702">
            <a:extLst>
              <a:ext uri="{FF2B5EF4-FFF2-40B4-BE49-F238E27FC236}">
                <a16:creationId xmlns:a16="http://schemas.microsoft.com/office/drawing/2014/main" id="{40498AD0-7A9B-61F8-61C8-319C2ACC622C}"/>
              </a:ext>
            </a:extLst>
          </p:cNvPr>
          <p:cNvSpPr txBox="1"/>
          <p:nvPr/>
        </p:nvSpPr>
        <p:spPr bwMode="auto">
          <a:xfrm>
            <a:off x="14711363" y="21304250"/>
            <a:ext cx="1272784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>
                <a:solidFill>
                  <a:srgbClr val="DD1D21"/>
                </a:solidFill>
              </a:rPr>
              <a:t>US LNG range</a:t>
            </a:r>
          </a:p>
        </p:txBody>
      </p:sp>
      <p:sp>
        <p:nvSpPr>
          <p:cNvPr id="704" name="TextBox 703">
            <a:extLst>
              <a:ext uri="{FF2B5EF4-FFF2-40B4-BE49-F238E27FC236}">
                <a16:creationId xmlns:a16="http://schemas.microsoft.com/office/drawing/2014/main" id="{8D2C413C-69C4-E030-7D51-C541A2F3631F}"/>
              </a:ext>
            </a:extLst>
          </p:cNvPr>
          <p:cNvSpPr txBox="1"/>
          <p:nvPr/>
        </p:nvSpPr>
        <p:spPr bwMode="auto">
          <a:xfrm>
            <a:off x="13847763" y="20574000"/>
            <a:ext cx="4525962" cy="3068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b="1" dirty="0">
                <a:latin typeface="ShellLight" panose="00000400000000000000" pitchFamily="2" charset="0"/>
              </a:rPr>
              <a:t>SRMC, Delivered Ex Ship Tokyo Bay, $/</a:t>
            </a:r>
            <a:r>
              <a:rPr lang="en-GB" sz="1600" b="1" dirty="0" err="1">
                <a:latin typeface="ShellLight" panose="00000400000000000000" pitchFamily="2" charset="0"/>
              </a:rPr>
              <a:t>mmbtu</a:t>
            </a:r>
            <a:endParaRPr lang="en-GB" sz="1600" b="1" dirty="0">
              <a:latin typeface="ShellLight" panose="00000400000000000000" pitchFamily="2" charset="0"/>
            </a:endParaRPr>
          </a:p>
        </p:txBody>
      </p:sp>
      <p:sp>
        <p:nvSpPr>
          <p:cNvPr id="705" name="TextBox 704">
            <a:extLst>
              <a:ext uri="{FF2B5EF4-FFF2-40B4-BE49-F238E27FC236}">
                <a16:creationId xmlns:a16="http://schemas.microsoft.com/office/drawing/2014/main" id="{9D7F8AB3-960D-9102-0672-11E600D7FCD9}"/>
              </a:ext>
            </a:extLst>
          </p:cNvPr>
          <p:cNvSpPr txBox="1"/>
          <p:nvPr/>
        </p:nvSpPr>
        <p:spPr bwMode="auto">
          <a:xfrm>
            <a:off x="19743738" y="23058438"/>
            <a:ext cx="749299" cy="65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>
                <a:solidFill>
                  <a:srgbClr val="4A4A4A"/>
                </a:solidFill>
              </a:rPr>
              <a:t>Feed gas cost</a:t>
            </a:r>
          </a:p>
        </p:txBody>
      </p:sp>
      <p:sp>
        <p:nvSpPr>
          <p:cNvPr id="706" name="TextBox 705">
            <a:extLst>
              <a:ext uri="{FF2B5EF4-FFF2-40B4-BE49-F238E27FC236}">
                <a16:creationId xmlns:a16="http://schemas.microsoft.com/office/drawing/2014/main" id="{D207684E-3146-9D8A-63A3-F9D292058B94}"/>
              </a:ext>
            </a:extLst>
          </p:cNvPr>
          <p:cNvSpPr txBox="1"/>
          <p:nvPr/>
        </p:nvSpPr>
        <p:spPr bwMode="auto">
          <a:xfrm>
            <a:off x="19457988" y="24606250"/>
            <a:ext cx="1383504" cy="65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>
                <a:solidFill>
                  <a:srgbClr val="FFFFFF"/>
                </a:solidFill>
              </a:rPr>
              <a:t>Shipping + variable </a:t>
            </a:r>
            <a:r>
              <a:rPr lang="en-GB" sz="1600" dirty="0" err="1">
                <a:solidFill>
                  <a:srgbClr val="FFFFFF"/>
                </a:solidFill>
              </a:rPr>
              <a:t>Opex</a:t>
            </a:r>
            <a:endParaRPr lang="en-GB" sz="1600" dirty="0">
              <a:solidFill>
                <a:srgbClr val="FFFFFF"/>
              </a:solidFill>
            </a:endParaRPr>
          </a:p>
        </p:txBody>
      </p:sp>
      <p:sp>
        <p:nvSpPr>
          <p:cNvPr id="707" name="TextBox 706">
            <a:extLst>
              <a:ext uri="{FF2B5EF4-FFF2-40B4-BE49-F238E27FC236}">
                <a16:creationId xmlns:a16="http://schemas.microsoft.com/office/drawing/2014/main" id="{AEFFF6CB-C172-23E4-CF1A-032D856DAA6D}"/>
              </a:ext>
            </a:extLst>
          </p:cNvPr>
          <p:cNvSpPr txBox="1"/>
          <p:nvPr/>
        </p:nvSpPr>
        <p:spPr bwMode="auto">
          <a:xfrm>
            <a:off x="14830425" y="25934988"/>
            <a:ext cx="1157368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LNG Canada</a:t>
            </a:r>
          </a:p>
        </p:txBody>
      </p:sp>
      <p:sp>
        <p:nvSpPr>
          <p:cNvPr id="710" name="Rectangle 709">
            <a:extLst>
              <a:ext uri="{FF2B5EF4-FFF2-40B4-BE49-F238E27FC236}">
                <a16:creationId xmlns:a16="http://schemas.microsoft.com/office/drawing/2014/main" id="{EB690D78-3A90-CE62-2A40-E02BF64B2127}"/>
              </a:ext>
            </a:extLst>
          </p:cNvPr>
          <p:cNvSpPr/>
          <p:nvPr/>
        </p:nvSpPr>
        <p:spPr>
          <a:xfrm>
            <a:off x="15525750" y="24112538"/>
            <a:ext cx="184943" cy="927124"/>
          </a:xfrm>
          <a:prstGeom prst="rect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711" name="TextBox 710">
            <a:extLst>
              <a:ext uri="{FF2B5EF4-FFF2-40B4-BE49-F238E27FC236}">
                <a16:creationId xmlns:a16="http://schemas.microsoft.com/office/drawing/2014/main" id="{44FC8A89-615A-8075-FA53-C38BBC50571F}"/>
              </a:ext>
            </a:extLst>
          </p:cNvPr>
          <p:cNvSpPr txBox="1"/>
          <p:nvPr/>
        </p:nvSpPr>
        <p:spPr bwMode="auto">
          <a:xfrm>
            <a:off x="14955838" y="24758650"/>
            <a:ext cx="337992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>
                <a:solidFill>
                  <a:srgbClr val="4A4A4A"/>
                </a:solidFill>
              </a:rPr>
              <a:t>1.2</a:t>
            </a:r>
          </a:p>
        </p:txBody>
      </p:sp>
      <p:sp>
        <p:nvSpPr>
          <p:cNvPr id="712" name="TextBox 711">
            <a:extLst>
              <a:ext uri="{FF2B5EF4-FFF2-40B4-BE49-F238E27FC236}">
                <a16:creationId xmlns:a16="http://schemas.microsoft.com/office/drawing/2014/main" id="{56A4C86D-2252-7EA2-542F-040DB436F8A5}"/>
              </a:ext>
            </a:extLst>
          </p:cNvPr>
          <p:cNvSpPr txBox="1"/>
          <p:nvPr/>
        </p:nvSpPr>
        <p:spPr bwMode="auto">
          <a:xfrm>
            <a:off x="15403513" y="23769638"/>
            <a:ext cx="646112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>
                <a:solidFill>
                  <a:srgbClr val="4A4A4A"/>
                </a:solidFill>
              </a:rPr>
              <a:t>2.6</a:t>
            </a:r>
          </a:p>
        </p:txBody>
      </p:sp>
      <p:cxnSp>
        <p:nvCxnSpPr>
          <p:cNvPr id="713" name="Straight Connector 712">
            <a:extLst>
              <a:ext uri="{FF2B5EF4-FFF2-40B4-BE49-F238E27FC236}">
                <a16:creationId xmlns:a16="http://schemas.microsoft.com/office/drawing/2014/main" id="{1DAA6C10-E90E-BA48-AF80-AB6CDDA7FC62}"/>
              </a:ext>
            </a:extLst>
          </p:cNvPr>
          <p:cNvCxnSpPr>
            <a:cxnSpLocks/>
          </p:cNvCxnSpPr>
          <p:nvPr/>
        </p:nvCxnSpPr>
        <p:spPr>
          <a:xfrm>
            <a:off x="15357475" y="24107775"/>
            <a:ext cx="2723217" cy="0"/>
          </a:xfrm>
          <a:prstGeom prst="line">
            <a:avLst/>
          </a:prstGeom>
          <a:ln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TextBox 713">
            <a:extLst>
              <a:ext uri="{FF2B5EF4-FFF2-40B4-BE49-F238E27FC236}">
                <a16:creationId xmlns:a16="http://schemas.microsoft.com/office/drawing/2014/main" id="{FD6EBD0D-6080-5D7C-4923-C8B2F51D86C6}"/>
              </a:ext>
            </a:extLst>
          </p:cNvPr>
          <p:cNvSpPr txBox="1"/>
          <p:nvPr/>
        </p:nvSpPr>
        <p:spPr bwMode="auto">
          <a:xfrm>
            <a:off x="14324013" y="23082250"/>
            <a:ext cx="2239962" cy="65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>
                <a:solidFill>
                  <a:srgbClr val="4A4A4A"/>
                </a:solidFill>
              </a:rPr>
              <a:t>With feed gas opportunity cost</a:t>
            </a:r>
          </a:p>
        </p:txBody>
      </p:sp>
      <p:graphicFrame>
        <p:nvGraphicFramePr>
          <p:cNvPr id="747" name="Table 746">
            <a:extLst>
              <a:ext uri="{FF2B5EF4-FFF2-40B4-BE49-F238E27FC236}">
                <a16:creationId xmlns:a16="http://schemas.microsoft.com/office/drawing/2014/main" id="{688E6E34-814B-15CE-BC70-1AB503AA26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6430888"/>
              </p:ext>
            </p:extLst>
          </p:nvPr>
        </p:nvGraphicFramePr>
        <p:xfrm>
          <a:off x="14719299" y="35052847"/>
          <a:ext cx="13970002" cy="281855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9838">
                  <a:extLst>
                    <a:ext uri="{9D8B030D-6E8A-4147-A177-3AD203B41FA5}">
                      <a16:colId xmlns:a16="http://schemas.microsoft.com/office/drawing/2014/main" val="633685422"/>
                    </a:ext>
                  </a:extLst>
                </a:gridCol>
                <a:gridCol w="2228188">
                  <a:extLst>
                    <a:ext uri="{9D8B030D-6E8A-4147-A177-3AD203B41FA5}">
                      <a16:colId xmlns:a16="http://schemas.microsoft.com/office/drawing/2014/main" val="3650825202"/>
                    </a:ext>
                  </a:extLst>
                </a:gridCol>
                <a:gridCol w="2165601">
                  <a:extLst>
                    <a:ext uri="{9D8B030D-6E8A-4147-A177-3AD203B41FA5}">
                      <a16:colId xmlns:a16="http://schemas.microsoft.com/office/drawing/2014/main" val="996951952"/>
                    </a:ext>
                  </a:extLst>
                </a:gridCol>
                <a:gridCol w="2203153">
                  <a:extLst>
                    <a:ext uri="{9D8B030D-6E8A-4147-A177-3AD203B41FA5}">
                      <a16:colId xmlns:a16="http://schemas.microsoft.com/office/drawing/2014/main" val="120627106"/>
                    </a:ext>
                  </a:extLst>
                </a:gridCol>
                <a:gridCol w="2052939">
                  <a:extLst>
                    <a:ext uri="{9D8B030D-6E8A-4147-A177-3AD203B41FA5}">
                      <a16:colId xmlns:a16="http://schemas.microsoft.com/office/drawing/2014/main" val="1013449191"/>
                    </a:ext>
                  </a:extLst>
                </a:gridCol>
                <a:gridCol w="1940283">
                  <a:extLst>
                    <a:ext uri="{9D8B030D-6E8A-4147-A177-3AD203B41FA5}">
                      <a16:colId xmlns:a16="http://schemas.microsoft.com/office/drawing/2014/main" val="4070026963"/>
                    </a:ext>
                  </a:extLst>
                </a:gridCol>
              </a:tblGrid>
              <a:tr h="501964">
                <a:tc>
                  <a:txBody>
                    <a:bodyPr/>
                    <a:lstStyle/>
                    <a:p>
                      <a:pPr algn="ctr"/>
                      <a:r>
                        <a:rPr lang="en-GB" sz="16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Industry Risk </a:t>
                      </a:r>
                    </a:p>
                  </a:txBody>
                  <a:tcPr marL="153376" marR="153376" marT="76688" marB="76688"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GB" sz="16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Australia (11%)</a:t>
                      </a:r>
                    </a:p>
                  </a:txBody>
                  <a:tcPr marL="153376" marR="153376" marT="76688" marB="76688"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GB" sz="16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Canada (3%)</a:t>
                      </a:r>
                    </a:p>
                  </a:txBody>
                  <a:tcPr marL="153376" marR="153376" marT="76688" marB="76688"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GB" sz="16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Nigeria (3%)</a:t>
                      </a:r>
                    </a:p>
                  </a:txBody>
                  <a:tcPr marL="153376" marR="153376" marT="76688" marB="76688"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GB" sz="16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Qatar (20%)</a:t>
                      </a:r>
                    </a:p>
                  </a:txBody>
                  <a:tcPr marL="153376" marR="153376" marT="76688" marB="76688" anchor="ctr"/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GB" sz="1600" b="1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US (39%)</a:t>
                      </a:r>
                    </a:p>
                  </a:txBody>
                  <a:tcPr marL="153376" marR="153376" marT="76688" marB="76688" anchor="ctr"/>
                </a:tc>
                <a:extLst>
                  <a:ext uri="{0D108BD9-81ED-4DB2-BD59-A6C34878D82A}">
                    <a16:rowId xmlns:a16="http://schemas.microsoft.com/office/drawing/2014/main" val="1483343940"/>
                  </a:ext>
                </a:extLst>
              </a:tr>
              <a:tr h="463318">
                <a:tc>
                  <a:txBody>
                    <a:bodyPr/>
                    <a:lstStyle/>
                    <a:p>
                      <a:pPr algn="r"/>
                      <a:r>
                        <a:rPr lang="en-GB" sz="1600" b="1" dirty="0"/>
                        <a:t>Weather events</a:t>
                      </a:r>
                    </a:p>
                  </a:txBody>
                  <a:tcPr marL="153376" marR="153376" marT="76688" marB="766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Cyclone</a:t>
                      </a:r>
                    </a:p>
                  </a:txBody>
                  <a:tcPr marL="153376" marR="153376" marT="76688" marB="7668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Forest fire/rain</a:t>
                      </a:r>
                    </a:p>
                  </a:txBody>
                  <a:tcPr marL="153376" marR="153376" marT="76688" marB="7668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Hurricane</a:t>
                      </a:r>
                    </a:p>
                  </a:txBody>
                  <a:tcPr marL="153376" marR="153376" marT="76688" marB="76688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2792903"/>
                  </a:ext>
                </a:extLst>
              </a:tr>
              <a:tr h="463318">
                <a:tc>
                  <a:txBody>
                    <a:bodyPr/>
                    <a:lstStyle/>
                    <a:p>
                      <a:pPr algn="r"/>
                      <a:r>
                        <a:rPr lang="en-GB" sz="1600" b="1" dirty="0"/>
                        <a:t>Shipping disruptions</a:t>
                      </a:r>
                    </a:p>
                  </a:txBody>
                  <a:tcPr marL="153376" marR="153376" marT="76688" marB="766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Hormuz</a:t>
                      </a:r>
                    </a:p>
                  </a:txBody>
                  <a:tcPr marL="153376" marR="153376" marT="76688" marB="7668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Panama</a:t>
                      </a:r>
                    </a:p>
                  </a:txBody>
                  <a:tcPr marL="153376" marR="153376" marT="76688" marB="76688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850328"/>
                  </a:ext>
                </a:extLst>
              </a:tr>
              <a:tr h="463318">
                <a:tc>
                  <a:txBody>
                    <a:bodyPr/>
                    <a:lstStyle/>
                    <a:p>
                      <a:pPr algn="r"/>
                      <a:r>
                        <a:rPr lang="en-GB" sz="1600" b="1"/>
                        <a:t>Security</a:t>
                      </a:r>
                    </a:p>
                  </a:txBody>
                  <a:tcPr marL="153376" marR="153376" marT="76688" marB="766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Security</a:t>
                      </a:r>
                    </a:p>
                  </a:txBody>
                  <a:tcPr marL="153376" marR="153376" marT="76688" marB="76688" anchor="ctr">
                    <a:solidFill>
                      <a:srgbClr val="DD1D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Geopolitical</a:t>
                      </a:r>
                    </a:p>
                  </a:txBody>
                  <a:tcPr marL="153376" marR="153376" marT="76688" marB="7668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930158"/>
                  </a:ext>
                </a:extLst>
              </a:tr>
              <a:tr h="463318">
                <a:tc>
                  <a:txBody>
                    <a:bodyPr/>
                    <a:lstStyle/>
                    <a:p>
                      <a:pPr algn="r"/>
                      <a:r>
                        <a:rPr lang="en-GB" sz="1600" b="1"/>
                        <a:t>Feedgas supply risk</a:t>
                      </a:r>
                    </a:p>
                  </a:txBody>
                  <a:tcPr marL="153376" marR="153376" marT="76688" marB="766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Pipeline risks</a:t>
                      </a:r>
                    </a:p>
                  </a:txBody>
                  <a:tcPr marL="153376" marR="153376" marT="76688" marB="7668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Pipeline risks</a:t>
                      </a:r>
                    </a:p>
                  </a:txBody>
                  <a:tcPr marL="153376" marR="153376" marT="76688" marB="7668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Pipeline risks</a:t>
                      </a:r>
                    </a:p>
                  </a:txBody>
                  <a:tcPr marL="153376" marR="153376" marT="76688" marB="76688" anchor="ctr">
                    <a:solidFill>
                      <a:srgbClr val="DD1D2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488219"/>
                  </a:ext>
                </a:extLst>
              </a:tr>
              <a:tr h="463318">
                <a:tc>
                  <a:txBody>
                    <a:bodyPr/>
                    <a:lstStyle/>
                    <a:p>
                      <a:pPr algn="r"/>
                      <a:r>
                        <a:rPr lang="en-GB" sz="1600" b="1"/>
                        <a:t>Fiscal/Tax</a:t>
                      </a:r>
                    </a:p>
                  </a:txBody>
                  <a:tcPr marL="153376" marR="153376" marT="76688" marB="766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Tax dispute</a:t>
                      </a:r>
                    </a:p>
                  </a:txBody>
                  <a:tcPr marL="153376" marR="153376" marT="76688" marB="7668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bg1"/>
                          </a:solidFill>
                        </a:rPr>
                        <a:t>BAPA</a:t>
                      </a:r>
                    </a:p>
                  </a:txBody>
                  <a:tcPr marL="153376" marR="153376" marT="76688" marB="76688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Negotiation</a:t>
                      </a:r>
                    </a:p>
                  </a:txBody>
                  <a:tcPr marL="153376" marR="153376" marT="76688" marB="76688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bg1"/>
                          </a:solidFill>
                        </a:rPr>
                        <a:t>Low</a:t>
                      </a:r>
                    </a:p>
                  </a:txBody>
                  <a:tcPr marL="153376" marR="153376" marT="76688" marB="76688" anchor="ctr">
                    <a:solidFill>
                      <a:srgbClr val="617E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017859"/>
                  </a:ext>
                </a:extLst>
              </a:tr>
            </a:tbl>
          </a:graphicData>
        </a:graphic>
      </p:graphicFrame>
      <p:sp>
        <p:nvSpPr>
          <p:cNvPr id="749" name="TextBox 748">
            <a:extLst>
              <a:ext uri="{FF2B5EF4-FFF2-40B4-BE49-F238E27FC236}">
                <a16:creationId xmlns:a16="http://schemas.microsoft.com/office/drawing/2014/main" id="{FA657A47-45E4-9D4C-7934-EBD6CD800139}"/>
              </a:ext>
            </a:extLst>
          </p:cNvPr>
          <p:cNvSpPr txBox="1"/>
          <p:nvPr/>
        </p:nvSpPr>
        <p:spPr bwMode="auto">
          <a:xfrm>
            <a:off x="14036221" y="34656456"/>
            <a:ext cx="15093949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buClr>
                <a:schemeClr val="accent2"/>
              </a:buClr>
              <a:buSzPct val="85000"/>
            </a:pPr>
            <a:r>
              <a:rPr lang="en-GB" sz="1800" dirty="0"/>
              <a:t>Sales into JKTC (deepest LNG market) enhance absorbability of outages. Industry disruptions in Qatar, US and Australia increase value.</a:t>
            </a:r>
            <a:endParaRPr lang="en-GB" sz="1800" i="1" dirty="0"/>
          </a:p>
        </p:txBody>
      </p:sp>
      <p:sp>
        <p:nvSpPr>
          <p:cNvPr id="765" name="TextBox 764">
            <a:extLst>
              <a:ext uri="{FF2B5EF4-FFF2-40B4-BE49-F238E27FC236}">
                <a16:creationId xmlns:a16="http://schemas.microsoft.com/office/drawing/2014/main" id="{540D0B6E-2146-68B5-8945-0DAE002C42E3}"/>
              </a:ext>
            </a:extLst>
          </p:cNvPr>
          <p:cNvSpPr txBox="1"/>
          <p:nvPr/>
        </p:nvSpPr>
        <p:spPr bwMode="auto">
          <a:xfrm>
            <a:off x="14145533" y="27856316"/>
            <a:ext cx="7364638" cy="655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dirty="0"/>
              <a:t>Market discontinuities</a:t>
            </a:r>
            <a:r>
              <a:rPr lang="en-GB" sz="1600" baseline="30000" dirty="0"/>
              <a:t>1</a:t>
            </a:r>
            <a:r>
              <a:rPr lang="en-GB" sz="1600" dirty="0"/>
              <a:t> expose LNGC Ph2 to ~ 1 $</a:t>
            </a:r>
            <a:r>
              <a:rPr lang="en-GB" sz="1600" dirty="0" err="1"/>
              <a:t>bln</a:t>
            </a:r>
            <a:r>
              <a:rPr lang="en-GB" sz="1600" dirty="0"/>
              <a:t> p.a. short term upside / downside, while a lifecycle market price at 12.5% Brent can erode 1.8 $</a:t>
            </a:r>
            <a:r>
              <a:rPr lang="en-GB" sz="1600" dirty="0" err="1"/>
              <a:t>bln</a:t>
            </a:r>
            <a:r>
              <a:rPr lang="en-GB" sz="1600" dirty="0"/>
              <a:t> NPV</a:t>
            </a:r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AE9AE25D-3894-6BD0-3081-203B0688441F}"/>
              </a:ext>
            </a:extLst>
          </p:cNvPr>
          <p:cNvSpPr txBox="1"/>
          <p:nvPr/>
        </p:nvSpPr>
        <p:spPr bwMode="auto">
          <a:xfrm>
            <a:off x="14443075" y="28867100"/>
            <a:ext cx="2276264" cy="3068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b="1" dirty="0">
                <a:latin typeface="ShellLight" panose="00000400000000000000" pitchFamily="2" charset="0"/>
              </a:rPr>
              <a:t>LNGC Phase 2 FCF ($bn)</a:t>
            </a:r>
          </a:p>
        </p:txBody>
      </p:sp>
      <p:cxnSp>
        <p:nvCxnSpPr>
          <p:cNvPr id="781" name="Straight Connector 780">
            <a:extLst>
              <a:ext uri="{FF2B5EF4-FFF2-40B4-BE49-F238E27FC236}">
                <a16:creationId xmlns:a16="http://schemas.microsoft.com/office/drawing/2014/main" id="{8837A687-2199-15DC-1FAE-1798B9AA4245}"/>
              </a:ext>
            </a:extLst>
          </p:cNvPr>
          <p:cNvCxnSpPr/>
          <p:nvPr>
            <p:custDataLst>
              <p:tags r:id="rId376"/>
            </p:custDataLst>
          </p:nvPr>
        </p:nvCxnSpPr>
        <p:spPr bwMode="auto">
          <a:xfrm>
            <a:off x="14951075" y="29357638"/>
            <a:ext cx="0" cy="2379663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2B0A7C4A-C036-F247-DC90-0994BA8F3B02}"/>
              </a:ext>
            </a:extLst>
          </p:cNvPr>
          <p:cNvCxnSpPr/>
          <p:nvPr>
            <p:custDataLst>
              <p:tags r:id="rId377"/>
            </p:custDataLst>
          </p:nvPr>
        </p:nvCxnSpPr>
        <p:spPr bwMode="auto">
          <a:xfrm>
            <a:off x="14951075" y="32024638"/>
            <a:ext cx="0" cy="76835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3" name="Straight Connector 782">
            <a:extLst>
              <a:ext uri="{FF2B5EF4-FFF2-40B4-BE49-F238E27FC236}">
                <a16:creationId xmlns:a16="http://schemas.microsoft.com/office/drawing/2014/main" id="{C8E15899-2080-E311-69BA-909371AEBEDE}"/>
              </a:ext>
            </a:extLst>
          </p:cNvPr>
          <p:cNvCxnSpPr>
            <a:cxnSpLocks/>
          </p:cNvCxnSpPr>
          <p:nvPr>
            <p:custDataLst>
              <p:tags r:id="rId378"/>
            </p:custDataLst>
          </p:nvPr>
        </p:nvCxnSpPr>
        <p:spPr bwMode="auto">
          <a:xfrm>
            <a:off x="14882813" y="32788225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5" name="Straight Connector 804">
            <a:extLst>
              <a:ext uri="{FF2B5EF4-FFF2-40B4-BE49-F238E27FC236}">
                <a16:creationId xmlns:a16="http://schemas.microsoft.com/office/drawing/2014/main" id="{FA9A1542-5447-AA8F-BAC9-F5D0F344C4DC}"/>
              </a:ext>
            </a:extLst>
          </p:cNvPr>
          <p:cNvCxnSpPr/>
          <p:nvPr>
            <p:custDataLst>
              <p:tags r:id="rId379"/>
            </p:custDataLst>
          </p:nvPr>
        </p:nvCxnSpPr>
        <p:spPr bwMode="auto">
          <a:xfrm>
            <a:off x="14882813" y="32502475"/>
            <a:ext cx="68262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6" name="Straight Connector 805">
            <a:extLst>
              <a:ext uri="{FF2B5EF4-FFF2-40B4-BE49-F238E27FC236}">
                <a16:creationId xmlns:a16="http://schemas.microsoft.com/office/drawing/2014/main" id="{31D8CBFB-265B-4080-CB7D-E0EBC1733D6E}"/>
              </a:ext>
            </a:extLst>
          </p:cNvPr>
          <p:cNvCxnSpPr/>
          <p:nvPr>
            <p:custDataLst>
              <p:tags r:id="rId380"/>
            </p:custDataLst>
          </p:nvPr>
        </p:nvCxnSpPr>
        <p:spPr bwMode="auto">
          <a:xfrm>
            <a:off x="14882813" y="32216725"/>
            <a:ext cx="68262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5" name="Straight Connector 784">
            <a:extLst>
              <a:ext uri="{FF2B5EF4-FFF2-40B4-BE49-F238E27FC236}">
                <a16:creationId xmlns:a16="http://schemas.microsoft.com/office/drawing/2014/main" id="{08B8CB07-FEB9-363E-A661-118A7A807F2C}"/>
              </a:ext>
            </a:extLst>
          </p:cNvPr>
          <p:cNvCxnSpPr>
            <a:cxnSpLocks/>
          </p:cNvCxnSpPr>
          <p:nvPr>
            <p:custDataLst>
              <p:tags r:id="rId381"/>
            </p:custDataLst>
          </p:nvPr>
        </p:nvCxnSpPr>
        <p:spPr bwMode="auto">
          <a:xfrm>
            <a:off x="14882813" y="31646813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7" name="Straight Connector 806">
            <a:extLst>
              <a:ext uri="{FF2B5EF4-FFF2-40B4-BE49-F238E27FC236}">
                <a16:creationId xmlns:a16="http://schemas.microsoft.com/office/drawing/2014/main" id="{1E2F5DD8-1089-59D9-C8C3-69976AD1AB06}"/>
              </a:ext>
            </a:extLst>
          </p:cNvPr>
          <p:cNvCxnSpPr/>
          <p:nvPr>
            <p:custDataLst>
              <p:tags r:id="rId382"/>
            </p:custDataLst>
          </p:nvPr>
        </p:nvCxnSpPr>
        <p:spPr bwMode="auto">
          <a:xfrm>
            <a:off x="14882813" y="31361063"/>
            <a:ext cx="68262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6" name="Straight Connector 785">
            <a:extLst>
              <a:ext uri="{FF2B5EF4-FFF2-40B4-BE49-F238E27FC236}">
                <a16:creationId xmlns:a16="http://schemas.microsoft.com/office/drawing/2014/main" id="{2CF49106-1B12-2B4C-14B3-FA088521C121}"/>
              </a:ext>
            </a:extLst>
          </p:cNvPr>
          <p:cNvCxnSpPr>
            <a:cxnSpLocks/>
          </p:cNvCxnSpPr>
          <p:nvPr>
            <p:custDataLst>
              <p:tags r:id="rId383"/>
            </p:custDataLst>
          </p:nvPr>
        </p:nvCxnSpPr>
        <p:spPr bwMode="auto">
          <a:xfrm>
            <a:off x="14882813" y="31075313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50066DC6-8731-C423-3112-0FEE3127DD1D}"/>
              </a:ext>
            </a:extLst>
          </p:cNvPr>
          <p:cNvCxnSpPr/>
          <p:nvPr>
            <p:custDataLst>
              <p:tags r:id="rId384"/>
            </p:custDataLst>
          </p:nvPr>
        </p:nvCxnSpPr>
        <p:spPr bwMode="auto">
          <a:xfrm>
            <a:off x="14882813" y="30789563"/>
            <a:ext cx="68262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7" name="Straight Connector 786">
            <a:extLst>
              <a:ext uri="{FF2B5EF4-FFF2-40B4-BE49-F238E27FC236}">
                <a16:creationId xmlns:a16="http://schemas.microsoft.com/office/drawing/2014/main" id="{A92B0906-1ECB-F801-3AFF-98824B2C305A}"/>
              </a:ext>
            </a:extLst>
          </p:cNvPr>
          <p:cNvCxnSpPr>
            <a:cxnSpLocks/>
          </p:cNvCxnSpPr>
          <p:nvPr>
            <p:custDataLst>
              <p:tags r:id="rId385"/>
            </p:custDataLst>
          </p:nvPr>
        </p:nvCxnSpPr>
        <p:spPr bwMode="auto">
          <a:xfrm>
            <a:off x="14882813" y="30503813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9" name="Straight Connector 808">
            <a:extLst>
              <a:ext uri="{FF2B5EF4-FFF2-40B4-BE49-F238E27FC236}">
                <a16:creationId xmlns:a16="http://schemas.microsoft.com/office/drawing/2014/main" id="{4478F99C-3972-0B0A-192D-1FE46F705AAC}"/>
              </a:ext>
            </a:extLst>
          </p:cNvPr>
          <p:cNvCxnSpPr/>
          <p:nvPr>
            <p:custDataLst>
              <p:tags r:id="rId386"/>
            </p:custDataLst>
          </p:nvPr>
        </p:nvCxnSpPr>
        <p:spPr bwMode="auto">
          <a:xfrm>
            <a:off x="14882813" y="30219650"/>
            <a:ext cx="68262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8" name="Straight Connector 787">
            <a:extLst>
              <a:ext uri="{FF2B5EF4-FFF2-40B4-BE49-F238E27FC236}">
                <a16:creationId xmlns:a16="http://schemas.microsoft.com/office/drawing/2014/main" id="{EF7B33D7-26D0-B8DF-B6D5-1874401E9E9A}"/>
              </a:ext>
            </a:extLst>
          </p:cNvPr>
          <p:cNvCxnSpPr>
            <a:cxnSpLocks/>
          </p:cNvCxnSpPr>
          <p:nvPr>
            <p:custDataLst>
              <p:tags r:id="rId387"/>
            </p:custDataLst>
          </p:nvPr>
        </p:nvCxnSpPr>
        <p:spPr bwMode="auto">
          <a:xfrm>
            <a:off x="14882813" y="2993390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0" name="Straight Connector 809">
            <a:extLst>
              <a:ext uri="{FF2B5EF4-FFF2-40B4-BE49-F238E27FC236}">
                <a16:creationId xmlns:a16="http://schemas.microsoft.com/office/drawing/2014/main" id="{8572B52B-8A24-FFF5-A519-E4705C460C6D}"/>
              </a:ext>
            </a:extLst>
          </p:cNvPr>
          <p:cNvCxnSpPr/>
          <p:nvPr>
            <p:custDataLst>
              <p:tags r:id="rId388"/>
            </p:custDataLst>
          </p:nvPr>
        </p:nvCxnSpPr>
        <p:spPr bwMode="auto">
          <a:xfrm>
            <a:off x="14882813" y="29648150"/>
            <a:ext cx="68262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9" name="Straight Connector 788">
            <a:extLst>
              <a:ext uri="{FF2B5EF4-FFF2-40B4-BE49-F238E27FC236}">
                <a16:creationId xmlns:a16="http://schemas.microsoft.com/office/drawing/2014/main" id="{3C0233F1-4EC5-924B-F51A-0391D13F4A7F}"/>
              </a:ext>
            </a:extLst>
          </p:cNvPr>
          <p:cNvCxnSpPr>
            <a:cxnSpLocks/>
          </p:cNvCxnSpPr>
          <p:nvPr>
            <p:custDataLst>
              <p:tags r:id="rId389"/>
            </p:custDataLst>
          </p:nvPr>
        </p:nvCxnSpPr>
        <p:spPr bwMode="auto">
          <a:xfrm>
            <a:off x="14882813" y="29362400"/>
            <a:ext cx="68263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845" name="Chart 844">
            <a:extLst>
              <a:ext uri="{FF2B5EF4-FFF2-40B4-BE49-F238E27FC236}">
                <a16:creationId xmlns:a16="http://schemas.microsoft.com/office/drawing/2014/main" id="{0D5D740A-2747-4464-6C25-264FBCB2BFC6}"/>
              </a:ext>
            </a:extLst>
          </p:cNvPr>
          <p:cNvGraphicFramePr/>
          <p:nvPr>
            <p:custDataLst>
              <p:tags r:id="rId390"/>
            </p:custDataLst>
            <p:extLst>
              <p:ext uri="{D42A27DB-BD31-4B8C-83A1-F6EECF244321}">
                <p14:modId xmlns:p14="http://schemas.microsoft.com/office/powerpoint/2010/main" val="2691752748"/>
              </p:ext>
            </p:extLst>
          </p:nvPr>
        </p:nvGraphicFramePr>
        <p:xfrm>
          <a:off x="14249400" y="29127450"/>
          <a:ext cx="6486525" cy="3895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8"/>
          </a:graphicData>
        </a:graphic>
      </p:graphicFrame>
      <p:sp>
        <p:nvSpPr>
          <p:cNvPr id="792" name="TextBox 791">
            <a:extLst>
              <a:ext uri="{FF2B5EF4-FFF2-40B4-BE49-F238E27FC236}">
                <a16:creationId xmlns:a16="http://schemas.microsoft.com/office/drawing/2014/main" id="{5E047911-D895-EF63-C34F-DF9870E52D6A}"/>
              </a:ext>
            </a:extLst>
          </p:cNvPr>
          <p:cNvSpPr txBox="1"/>
          <p:nvPr/>
        </p:nvSpPr>
        <p:spPr bwMode="auto">
          <a:xfrm>
            <a:off x="16251238" y="29470350"/>
            <a:ext cx="1728037" cy="3068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dirty="0">
                <a:latin typeface="ShellLight" panose="00000400000000000000" pitchFamily="2" charset="0"/>
              </a:rPr>
              <a:t>Upside discontinuity</a:t>
            </a:r>
          </a:p>
        </p:txBody>
      </p:sp>
      <p:sp>
        <p:nvSpPr>
          <p:cNvPr id="793" name="TextBox 792">
            <a:extLst>
              <a:ext uri="{FF2B5EF4-FFF2-40B4-BE49-F238E27FC236}">
                <a16:creationId xmlns:a16="http://schemas.microsoft.com/office/drawing/2014/main" id="{F5ADF0C2-4B05-B9C0-A622-034B62D47899}"/>
              </a:ext>
            </a:extLst>
          </p:cNvPr>
          <p:cNvSpPr txBox="1"/>
          <p:nvPr/>
        </p:nvSpPr>
        <p:spPr bwMode="auto">
          <a:xfrm>
            <a:off x="16743363" y="31221363"/>
            <a:ext cx="1982915" cy="3068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dirty="0">
                <a:latin typeface="ShellLight" panose="00000400000000000000" pitchFamily="2" charset="0"/>
              </a:rPr>
              <a:t>Downside discontinuity</a:t>
            </a:r>
          </a:p>
        </p:txBody>
      </p:sp>
      <p:sp>
        <p:nvSpPr>
          <p:cNvPr id="796" name="TextBox 795">
            <a:extLst>
              <a:ext uri="{FF2B5EF4-FFF2-40B4-BE49-F238E27FC236}">
                <a16:creationId xmlns:a16="http://schemas.microsoft.com/office/drawing/2014/main" id="{529DC185-60AF-48A4-E584-25E9C9ADC15E}"/>
              </a:ext>
            </a:extLst>
          </p:cNvPr>
          <p:cNvSpPr txBox="1"/>
          <p:nvPr/>
        </p:nvSpPr>
        <p:spPr bwMode="auto">
          <a:xfrm>
            <a:off x="19575780" y="30053280"/>
            <a:ext cx="297180" cy="3068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dirty="0">
                <a:latin typeface="ShellLight" panose="00000400000000000000" pitchFamily="2" charset="0"/>
              </a:rPr>
              <a:t>RV</a:t>
            </a:r>
          </a:p>
        </p:txBody>
      </p:sp>
      <p:sp>
        <p:nvSpPr>
          <p:cNvPr id="797" name="TextBox 796">
            <a:extLst>
              <a:ext uri="{FF2B5EF4-FFF2-40B4-BE49-F238E27FC236}">
                <a16:creationId xmlns:a16="http://schemas.microsoft.com/office/drawing/2014/main" id="{FB7676E3-1ECC-481B-E1B6-CFB49061AB2D}"/>
              </a:ext>
            </a:extLst>
          </p:cNvPr>
          <p:cNvSpPr txBox="1"/>
          <p:nvPr/>
        </p:nvSpPr>
        <p:spPr bwMode="auto">
          <a:xfrm>
            <a:off x="19583083" y="30815598"/>
            <a:ext cx="956945" cy="65158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dirty="0">
                <a:latin typeface="ShellLight" panose="00000400000000000000" pitchFamily="2" charset="0"/>
              </a:rPr>
              <a:t>Prolonged Glut</a:t>
            </a:r>
          </a:p>
        </p:txBody>
      </p:sp>
      <p:sp>
        <p:nvSpPr>
          <p:cNvPr id="794" name="Freeform: Shape 793">
            <a:extLst>
              <a:ext uri="{FF2B5EF4-FFF2-40B4-BE49-F238E27FC236}">
                <a16:creationId xmlns:a16="http://schemas.microsoft.com/office/drawing/2014/main" id="{9640CF81-DC9C-7455-EE2D-1CFE246E57AF}"/>
              </a:ext>
            </a:extLst>
          </p:cNvPr>
          <p:cNvSpPr/>
          <p:nvPr/>
        </p:nvSpPr>
        <p:spPr>
          <a:xfrm>
            <a:off x="15628620" y="29887863"/>
            <a:ext cx="3349400" cy="1739900"/>
          </a:xfrm>
          <a:custGeom>
            <a:avLst/>
            <a:gdLst>
              <a:gd name="csX0" fmla="*/ 0 w 1663700"/>
              <a:gd name="csY0" fmla="*/ 958850 h 958850"/>
              <a:gd name="csX1" fmla="*/ 187325 w 1663700"/>
              <a:gd name="csY1" fmla="*/ 406400 h 958850"/>
              <a:gd name="csX2" fmla="*/ 200025 w 1663700"/>
              <a:gd name="csY2" fmla="*/ 374650 h 958850"/>
              <a:gd name="csX3" fmla="*/ 222250 w 1663700"/>
              <a:gd name="csY3" fmla="*/ 349250 h 958850"/>
              <a:gd name="csX4" fmla="*/ 250825 w 1663700"/>
              <a:gd name="csY4" fmla="*/ 311150 h 958850"/>
              <a:gd name="csX5" fmla="*/ 273050 w 1663700"/>
              <a:gd name="csY5" fmla="*/ 282575 h 958850"/>
              <a:gd name="csX6" fmla="*/ 304800 w 1663700"/>
              <a:gd name="csY6" fmla="*/ 263525 h 958850"/>
              <a:gd name="csX7" fmla="*/ 333375 w 1663700"/>
              <a:gd name="csY7" fmla="*/ 234950 h 958850"/>
              <a:gd name="csX8" fmla="*/ 330200 w 1663700"/>
              <a:gd name="csY8" fmla="*/ 241300 h 958850"/>
              <a:gd name="csX9" fmla="*/ 365125 w 1663700"/>
              <a:gd name="csY9" fmla="*/ 215900 h 958850"/>
              <a:gd name="csX10" fmla="*/ 393700 w 1663700"/>
              <a:gd name="csY10" fmla="*/ 209550 h 958850"/>
              <a:gd name="csX11" fmla="*/ 441325 w 1663700"/>
              <a:gd name="csY11" fmla="*/ 203200 h 958850"/>
              <a:gd name="csX12" fmla="*/ 492125 w 1663700"/>
              <a:gd name="csY12" fmla="*/ 203200 h 958850"/>
              <a:gd name="csX13" fmla="*/ 536575 w 1663700"/>
              <a:gd name="csY13" fmla="*/ 200025 h 958850"/>
              <a:gd name="csX14" fmla="*/ 565150 w 1663700"/>
              <a:gd name="csY14" fmla="*/ 184150 h 958850"/>
              <a:gd name="csX15" fmla="*/ 590550 w 1663700"/>
              <a:gd name="csY15" fmla="*/ 165100 h 958850"/>
              <a:gd name="csX16" fmla="*/ 615950 w 1663700"/>
              <a:gd name="csY16" fmla="*/ 142875 h 958850"/>
              <a:gd name="csX17" fmla="*/ 631825 w 1663700"/>
              <a:gd name="csY17" fmla="*/ 111125 h 958850"/>
              <a:gd name="csX18" fmla="*/ 660400 w 1663700"/>
              <a:gd name="csY18" fmla="*/ 76200 h 958850"/>
              <a:gd name="csX19" fmla="*/ 688975 w 1663700"/>
              <a:gd name="csY19" fmla="*/ 38100 h 958850"/>
              <a:gd name="csX20" fmla="*/ 711200 w 1663700"/>
              <a:gd name="csY20" fmla="*/ 12700 h 958850"/>
              <a:gd name="csX21" fmla="*/ 733425 w 1663700"/>
              <a:gd name="csY21" fmla="*/ 0 h 958850"/>
              <a:gd name="csX22" fmla="*/ 762000 w 1663700"/>
              <a:gd name="csY22" fmla="*/ 0 h 958850"/>
              <a:gd name="csX23" fmla="*/ 790575 w 1663700"/>
              <a:gd name="csY23" fmla="*/ 0 h 958850"/>
              <a:gd name="csX24" fmla="*/ 841375 w 1663700"/>
              <a:gd name="csY24" fmla="*/ 9525 h 958850"/>
              <a:gd name="csX25" fmla="*/ 879475 w 1663700"/>
              <a:gd name="csY25" fmla="*/ 22225 h 958850"/>
              <a:gd name="csX26" fmla="*/ 923925 w 1663700"/>
              <a:gd name="csY26" fmla="*/ 31750 h 958850"/>
              <a:gd name="csX27" fmla="*/ 993775 w 1663700"/>
              <a:gd name="csY27" fmla="*/ 50800 h 958850"/>
              <a:gd name="csX28" fmla="*/ 1035050 w 1663700"/>
              <a:gd name="csY28" fmla="*/ 63500 h 958850"/>
              <a:gd name="csX29" fmla="*/ 1089025 w 1663700"/>
              <a:gd name="csY29" fmla="*/ 73025 h 958850"/>
              <a:gd name="csX30" fmla="*/ 1133475 w 1663700"/>
              <a:gd name="csY30" fmla="*/ 73025 h 958850"/>
              <a:gd name="csX31" fmla="*/ 1190625 w 1663700"/>
              <a:gd name="csY31" fmla="*/ 63500 h 958850"/>
              <a:gd name="csX32" fmla="*/ 1247775 w 1663700"/>
              <a:gd name="csY32" fmla="*/ 57150 h 958850"/>
              <a:gd name="csX33" fmla="*/ 1314450 w 1663700"/>
              <a:gd name="csY33" fmla="*/ 57150 h 958850"/>
              <a:gd name="csX34" fmla="*/ 1362075 w 1663700"/>
              <a:gd name="csY34" fmla="*/ 57150 h 958850"/>
              <a:gd name="csX35" fmla="*/ 1400175 w 1663700"/>
              <a:gd name="csY35" fmla="*/ 63500 h 958850"/>
              <a:gd name="csX36" fmla="*/ 1428750 w 1663700"/>
              <a:gd name="csY36" fmla="*/ 85725 h 958850"/>
              <a:gd name="csX37" fmla="*/ 1466850 w 1663700"/>
              <a:gd name="csY37" fmla="*/ 123825 h 958850"/>
              <a:gd name="csX38" fmla="*/ 1498600 w 1663700"/>
              <a:gd name="csY38" fmla="*/ 165100 h 958850"/>
              <a:gd name="csX39" fmla="*/ 1533525 w 1663700"/>
              <a:gd name="csY39" fmla="*/ 215900 h 958850"/>
              <a:gd name="csX40" fmla="*/ 1555750 w 1663700"/>
              <a:gd name="csY40" fmla="*/ 273050 h 958850"/>
              <a:gd name="csX41" fmla="*/ 1577975 w 1663700"/>
              <a:gd name="csY41" fmla="*/ 304800 h 958850"/>
              <a:gd name="csX42" fmla="*/ 1606550 w 1663700"/>
              <a:gd name="csY42" fmla="*/ 336550 h 958850"/>
              <a:gd name="csX43" fmla="*/ 1628775 w 1663700"/>
              <a:gd name="csY43" fmla="*/ 352425 h 958850"/>
              <a:gd name="csX44" fmla="*/ 1663700 w 1663700"/>
              <a:gd name="csY44" fmla="*/ 361950 h 958850"/>
              <a:gd name="csX45" fmla="*/ 1533525 w 1663700"/>
              <a:gd name="csY45" fmla="*/ 365125 h 958850"/>
              <a:gd name="csX46" fmla="*/ 1504950 w 1663700"/>
              <a:gd name="csY46" fmla="*/ 365125 h 958850"/>
              <a:gd name="csX47" fmla="*/ 1450975 w 1663700"/>
              <a:gd name="csY47" fmla="*/ 365125 h 958850"/>
              <a:gd name="csX48" fmla="*/ 1371600 w 1663700"/>
              <a:gd name="csY48" fmla="*/ 371475 h 958850"/>
              <a:gd name="csX49" fmla="*/ 1285875 w 1663700"/>
              <a:gd name="csY49" fmla="*/ 368300 h 958850"/>
              <a:gd name="csX50" fmla="*/ 1219200 w 1663700"/>
              <a:gd name="csY50" fmla="*/ 365125 h 958850"/>
              <a:gd name="csX51" fmla="*/ 1158875 w 1663700"/>
              <a:gd name="csY51" fmla="*/ 358775 h 958850"/>
              <a:gd name="csX52" fmla="*/ 1079500 w 1663700"/>
              <a:gd name="csY52" fmla="*/ 342900 h 958850"/>
              <a:gd name="csX53" fmla="*/ 1009650 w 1663700"/>
              <a:gd name="csY53" fmla="*/ 317500 h 958850"/>
              <a:gd name="csX54" fmla="*/ 914400 w 1663700"/>
              <a:gd name="csY54" fmla="*/ 292100 h 958850"/>
              <a:gd name="csX55" fmla="*/ 835025 w 1663700"/>
              <a:gd name="csY55" fmla="*/ 279400 h 958850"/>
              <a:gd name="csX56" fmla="*/ 784225 w 1663700"/>
              <a:gd name="csY56" fmla="*/ 273050 h 958850"/>
              <a:gd name="csX57" fmla="*/ 730250 w 1663700"/>
              <a:gd name="csY57" fmla="*/ 282575 h 958850"/>
              <a:gd name="csX58" fmla="*/ 701675 w 1663700"/>
              <a:gd name="csY58" fmla="*/ 288925 h 958850"/>
              <a:gd name="csX59" fmla="*/ 701675 w 1663700"/>
              <a:gd name="csY59" fmla="*/ 292100 h 958850"/>
              <a:gd name="csX60" fmla="*/ 669925 w 1663700"/>
              <a:gd name="csY60" fmla="*/ 304800 h 958850"/>
              <a:gd name="csX61" fmla="*/ 638175 w 1663700"/>
              <a:gd name="csY61" fmla="*/ 330200 h 958850"/>
              <a:gd name="csX62" fmla="*/ 615950 w 1663700"/>
              <a:gd name="csY62" fmla="*/ 361950 h 958850"/>
              <a:gd name="csX63" fmla="*/ 600075 w 1663700"/>
              <a:gd name="csY63" fmla="*/ 387350 h 958850"/>
              <a:gd name="csX64" fmla="*/ 577850 w 1663700"/>
              <a:gd name="csY64" fmla="*/ 409575 h 958850"/>
              <a:gd name="csX65" fmla="*/ 536575 w 1663700"/>
              <a:gd name="csY65" fmla="*/ 422275 h 958850"/>
              <a:gd name="csX66" fmla="*/ 504825 w 1663700"/>
              <a:gd name="csY66" fmla="*/ 422275 h 958850"/>
              <a:gd name="csX67" fmla="*/ 438150 w 1663700"/>
              <a:gd name="csY67" fmla="*/ 422275 h 958850"/>
              <a:gd name="csX68" fmla="*/ 400050 w 1663700"/>
              <a:gd name="csY68" fmla="*/ 412750 h 958850"/>
              <a:gd name="csX69" fmla="*/ 355600 w 1663700"/>
              <a:gd name="csY69" fmla="*/ 412750 h 958850"/>
              <a:gd name="csX70" fmla="*/ 327025 w 1663700"/>
              <a:gd name="csY70" fmla="*/ 425450 h 958850"/>
              <a:gd name="csX71" fmla="*/ 307975 w 1663700"/>
              <a:gd name="csY71" fmla="*/ 441325 h 958850"/>
              <a:gd name="csX72" fmla="*/ 269875 w 1663700"/>
              <a:gd name="csY72" fmla="*/ 469900 h 958850"/>
              <a:gd name="csX73" fmla="*/ 241300 w 1663700"/>
              <a:gd name="csY73" fmla="*/ 492125 h 958850"/>
              <a:gd name="csX74" fmla="*/ 219075 w 1663700"/>
              <a:gd name="csY74" fmla="*/ 523875 h 958850"/>
              <a:gd name="csX75" fmla="*/ 203200 w 1663700"/>
              <a:gd name="csY75" fmla="*/ 549275 h 958850"/>
              <a:gd name="csX76" fmla="*/ 177800 w 1663700"/>
              <a:gd name="csY76" fmla="*/ 587375 h 958850"/>
              <a:gd name="csX77" fmla="*/ 139700 w 1663700"/>
              <a:gd name="csY77" fmla="*/ 654050 h 958850"/>
              <a:gd name="csX78" fmla="*/ 120650 w 1663700"/>
              <a:gd name="csY78" fmla="*/ 714375 h 958850"/>
              <a:gd name="csX79" fmla="*/ 0 w 1663700"/>
              <a:gd name="csY79" fmla="*/ 958850 h 9588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</a:cxnLst>
            <a:rect l="l" t="t" r="r" b="b"/>
            <a:pathLst>
              <a:path w="1663700" h="958850">
                <a:moveTo>
                  <a:pt x="0" y="958850"/>
                </a:moveTo>
                <a:lnTo>
                  <a:pt x="187325" y="406400"/>
                </a:lnTo>
                <a:lnTo>
                  <a:pt x="200025" y="374650"/>
                </a:lnTo>
                <a:lnTo>
                  <a:pt x="222250" y="349250"/>
                </a:lnTo>
                <a:lnTo>
                  <a:pt x="250825" y="311150"/>
                </a:lnTo>
                <a:lnTo>
                  <a:pt x="273050" y="282575"/>
                </a:lnTo>
                <a:lnTo>
                  <a:pt x="304800" y="263525"/>
                </a:lnTo>
                <a:lnTo>
                  <a:pt x="333375" y="234950"/>
                </a:lnTo>
                <a:lnTo>
                  <a:pt x="330200" y="241300"/>
                </a:lnTo>
                <a:lnTo>
                  <a:pt x="365125" y="215900"/>
                </a:lnTo>
                <a:lnTo>
                  <a:pt x="393700" y="209550"/>
                </a:lnTo>
                <a:lnTo>
                  <a:pt x="441325" y="203200"/>
                </a:lnTo>
                <a:lnTo>
                  <a:pt x="492125" y="203200"/>
                </a:lnTo>
                <a:lnTo>
                  <a:pt x="536575" y="200025"/>
                </a:lnTo>
                <a:lnTo>
                  <a:pt x="565150" y="184150"/>
                </a:lnTo>
                <a:lnTo>
                  <a:pt x="590550" y="165100"/>
                </a:lnTo>
                <a:lnTo>
                  <a:pt x="615950" y="142875"/>
                </a:lnTo>
                <a:lnTo>
                  <a:pt x="631825" y="111125"/>
                </a:lnTo>
                <a:lnTo>
                  <a:pt x="660400" y="76200"/>
                </a:lnTo>
                <a:lnTo>
                  <a:pt x="688975" y="38100"/>
                </a:lnTo>
                <a:lnTo>
                  <a:pt x="711200" y="12700"/>
                </a:lnTo>
                <a:lnTo>
                  <a:pt x="733425" y="0"/>
                </a:lnTo>
                <a:lnTo>
                  <a:pt x="762000" y="0"/>
                </a:lnTo>
                <a:lnTo>
                  <a:pt x="790575" y="0"/>
                </a:lnTo>
                <a:lnTo>
                  <a:pt x="841375" y="9525"/>
                </a:lnTo>
                <a:lnTo>
                  <a:pt x="879475" y="22225"/>
                </a:lnTo>
                <a:lnTo>
                  <a:pt x="923925" y="31750"/>
                </a:lnTo>
                <a:lnTo>
                  <a:pt x="993775" y="50800"/>
                </a:lnTo>
                <a:lnTo>
                  <a:pt x="1035050" y="63500"/>
                </a:lnTo>
                <a:lnTo>
                  <a:pt x="1089025" y="73025"/>
                </a:lnTo>
                <a:lnTo>
                  <a:pt x="1133475" y="73025"/>
                </a:lnTo>
                <a:lnTo>
                  <a:pt x="1190625" y="63500"/>
                </a:lnTo>
                <a:lnTo>
                  <a:pt x="1247775" y="57150"/>
                </a:lnTo>
                <a:lnTo>
                  <a:pt x="1314450" y="57150"/>
                </a:lnTo>
                <a:lnTo>
                  <a:pt x="1362075" y="57150"/>
                </a:lnTo>
                <a:lnTo>
                  <a:pt x="1400175" y="63500"/>
                </a:lnTo>
                <a:lnTo>
                  <a:pt x="1428750" y="85725"/>
                </a:lnTo>
                <a:lnTo>
                  <a:pt x="1466850" y="123825"/>
                </a:lnTo>
                <a:lnTo>
                  <a:pt x="1498600" y="165100"/>
                </a:lnTo>
                <a:lnTo>
                  <a:pt x="1533525" y="215900"/>
                </a:lnTo>
                <a:lnTo>
                  <a:pt x="1555750" y="273050"/>
                </a:lnTo>
                <a:lnTo>
                  <a:pt x="1577975" y="304800"/>
                </a:lnTo>
                <a:lnTo>
                  <a:pt x="1606550" y="336550"/>
                </a:lnTo>
                <a:lnTo>
                  <a:pt x="1628775" y="352425"/>
                </a:lnTo>
                <a:lnTo>
                  <a:pt x="1663700" y="361950"/>
                </a:lnTo>
                <a:lnTo>
                  <a:pt x="1533525" y="365125"/>
                </a:lnTo>
                <a:lnTo>
                  <a:pt x="1504950" y="365125"/>
                </a:lnTo>
                <a:lnTo>
                  <a:pt x="1450975" y="365125"/>
                </a:lnTo>
                <a:lnTo>
                  <a:pt x="1371600" y="371475"/>
                </a:lnTo>
                <a:lnTo>
                  <a:pt x="1285875" y="368300"/>
                </a:lnTo>
                <a:lnTo>
                  <a:pt x="1219200" y="365125"/>
                </a:lnTo>
                <a:lnTo>
                  <a:pt x="1158875" y="358775"/>
                </a:lnTo>
                <a:lnTo>
                  <a:pt x="1079500" y="342900"/>
                </a:lnTo>
                <a:lnTo>
                  <a:pt x="1009650" y="317500"/>
                </a:lnTo>
                <a:lnTo>
                  <a:pt x="914400" y="292100"/>
                </a:lnTo>
                <a:lnTo>
                  <a:pt x="835025" y="279400"/>
                </a:lnTo>
                <a:lnTo>
                  <a:pt x="784225" y="273050"/>
                </a:lnTo>
                <a:lnTo>
                  <a:pt x="730250" y="282575"/>
                </a:lnTo>
                <a:lnTo>
                  <a:pt x="701675" y="288925"/>
                </a:lnTo>
                <a:lnTo>
                  <a:pt x="701675" y="292100"/>
                </a:lnTo>
                <a:lnTo>
                  <a:pt x="669925" y="304800"/>
                </a:lnTo>
                <a:lnTo>
                  <a:pt x="638175" y="330200"/>
                </a:lnTo>
                <a:lnTo>
                  <a:pt x="615950" y="361950"/>
                </a:lnTo>
                <a:lnTo>
                  <a:pt x="600075" y="387350"/>
                </a:lnTo>
                <a:lnTo>
                  <a:pt x="577850" y="409575"/>
                </a:lnTo>
                <a:lnTo>
                  <a:pt x="536575" y="422275"/>
                </a:lnTo>
                <a:lnTo>
                  <a:pt x="504825" y="422275"/>
                </a:lnTo>
                <a:lnTo>
                  <a:pt x="438150" y="422275"/>
                </a:lnTo>
                <a:lnTo>
                  <a:pt x="400050" y="412750"/>
                </a:lnTo>
                <a:lnTo>
                  <a:pt x="355600" y="412750"/>
                </a:lnTo>
                <a:lnTo>
                  <a:pt x="327025" y="425450"/>
                </a:lnTo>
                <a:lnTo>
                  <a:pt x="307975" y="441325"/>
                </a:lnTo>
                <a:lnTo>
                  <a:pt x="269875" y="469900"/>
                </a:lnTo>
                <a:lnTo>
                  <a:pt x="241300" y="492125"/>
                </a:lnTo>
                <a:lnTo>
                  <a:pt x="219075" y="523875"/>
                </a:lnTo>
                <a:lnTo>
                  <a:pt x="203200" y="549275"/>
                </a:lnTo>
                <a:lnTo>
                  <a:pt x="177800" y="587375"/>
                </a:lnTo>
                <a:lnTo>
                  <a:pt x="139700" y="654050"/>
                </a:lnTo>
                <a:lnTo>
                  <a:pt x="120650" y="714375"/>
                </a:lnTo>
                <a:lnTo>
                  <a:pt x="0" y="958850"/>
                </a:lnTo>
                <a:close/>
              </a:path>
            </a:pathLst>
          </a:custGeom>
          <a:gradFill>
            <a:gsLst>
              <a:gs pos="21000">
                <a:srgbClr val="008557">
                  <a:alpha val="80000"/>
                </a:srgbClr>
              </a:gs>
              <a:gs pos="0">
                <a:srgbClr val="FFFFFF"/>
              </a:gs>
              <a:gs pos="100000">
                <a:srgbClr val="00855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795" name="Freeform: Shape 794">
            <a:extLst>
              <a:ext uri="{FF2B5EF4-FFF2-40B4-BE49-F238E27FC236}">
                <a16:creationId xmlns:a16="http://schemas.microsoft.com/office/drawing/2014/main" id="{0CEB187D-1BA2-C908-30BC-0739DBF1F026}"/>
              </a:ext>
            </a:extLst>
          </p:cNvPr>
          <p:cNvSpPr/>
          <p:nvPr/>
        </p:nvSpPr>
        <p:spPr>
          <a:xfrm>
            <a:off x="15675702" y="30446663"/>
            <a:ext cx="3282858" cy="1320800"/>
          </a:xfrm>
          <a:custGeom>
            <a:avLst/>
            <a:gdLst>
              <a:gd name="csX0" fmla="*/ 0 w 1574800"/>
              <a:gd name="csY0" fmla="*/ 631825 h 631825"/>
              <a:gd name="csX1" fmla="*/ 57150 w 1574800"/>
              <a:gd name="csY1" fmla="*/ 555625 h 631825"/>
              <a:gd name="csX2" fmla="*/ 85725 w 1574800"/>
              <a:gd name="csY2" fmla="*/ 508000 h 631825"/>
              <a:gd name="csX3" fmla="*/ 127000 w 1574800"/>
              <a:gd name="csY3" fmla="*/ 476250 h 631825"/>
              <a:gd name="csX4" fmla="*/ 158750 w 1574800"/>
              <a:gd name="csY4" fmla="*/ 434975 h 631825"/>
              <a:gd name="csX5" fmla="*/ 222250 w 1574800"/>
              <a:gd name="csY5" fmla="*/ 390525 h 631825"/>
              <a:gd name="csX6" fmla="*/ 269875 w 1574800"/>
              <a:gd name="csY6" fmla="*/ 371475 h 631825"/>
              <a:gd name="csX7" fmla="*/ 311150 w 1574800"/>
              <a:gd name="csY7" fmla="*/ 355600 h 631825"/>
              <a:gd name="csX8" fmla="*/ 358775 w 1574800"/>
              <a:gd name="csY8" fmla="*/ 349250 h 631825"/>
              <a:gd name="csX9" fmla="*/ 406400 w 1574800"/>
              <a:gd name="csY9" fmla="*/ 349250 h 631825"/>
              <a:gd name="csX10" fmla="*/ 473075 w 1574800"/>
              <a:gd name="csY10" fmla="*/ 355600 h 631825"/>
              <a:gd name="csX11" fmla="*/ 511175 w 1574800"/>
              <a:gd name="csY11" fmla="*/ 355600 h 631825"/>
              <a:gd name="csX12" fmla="*/ 539750 w 1574800"/>
              <a:gd name="csY12" fmla="*/ 336550 h 631825"/>
              <a:gd name="csX13" fmla="*/ 581025 w 1574800"/>
              <a:gd name="csY13" fmla="*/ 311150 h 631825"/>
              <a:gd name="csX14" fmla="*/ 612775 w 1574800"/>
              <a:gd name="csY14" fmla="*/ 273050 h 631825"/>
              <a:gd name="csX15" fmla="*/ 635000 w 1574800"/>
              <a:gd name="csY15" fmla="*/ 244475 h 631825"/>
              <a:gd name="csX16" fmla="*/ 666750 w 1574800"/>
              <a:gd name="csY16" fmla="*/ 234950 h 631825"/>
              <a:gd name="csX17" fmla="*/ 708025 w 1574800"/>
              <a:gd name="csY17" fmla="*/ 219075 h 631825"/>
              <a:gd name="csX18" fmla="*/ 749300 w 1574800"/>
              <a:gd name="csY18" fmla="*/ 219075 h 631825"/>
              <a:gd name="csX19" fmla="*/ 787400 w 1574800"/>
              <a:gd name="csY19" fmla="*/ 219075 h 631825"/>
              <a:gd name="csX20" fmla="*/ 825500 w 1574800"/>
              <a:gd name="csY20" fmla="*/ 225425 h 631825"/>
              <a:gd name="csX21" fmla="*/ 873125 w 1574800"/>
              <a:gd name="csY21" fmla="*/ 238125 h 631825"/>
              <a:gd name="csX22" fmla="*/ 920750 w 1574800"/>
              <a:gd name="csY22" fmla="*/ 250825 h 631825"/>
              <a:gd name="csX23" fmla="*/ 974725 w 1574800"/>
              <a:gd name="csY23" fmla="*/ 266700 h 631825"/>
              <a:gd name="csX24" fmla="*/ 1016000 w 1574800"/>
              <a:gd name="csY24" fmla="*/ 282575 h 631825"/>
              <a:gd name="csX25" fmla="*/ 1060450 w 1574800"/>
              <a:gd name="csY25" fmla="*/ 292100 h 631825"/>
              <a:gd name="csX26" fmla="*/ 1127125 w 1574800"/>
              <a:gd name="csY26" fmla="*/ 304800 h 631825"/>
              <a:gd name="csX27" fmla="*/ 1193800 w 1574800"/>
              <a:gd name="csY27" fmla="*/ 314325 h 631825"/>
              <a:gd name="csX28" fmla="*/ 1266825 w 1574800"/>
              <a:gd name="csY28" fmla="*/ 317500 h 631825"/>
              <a:gd name="csX29" fmla="*/ 1336675 w 1574800"/>
              <a:gd name="csY29" fmla="*/ 320675 h 631825"/>
              <a:gd name="csX30" fmla="*/ 1390650 w 1574800"/>
              <a:gd name="csY30" fmla="*/ 288925 h 631825"/>
              <a:gd name="csX31" fmla="*/ 1422400 w 1574800"/>
              <a:gd name="csY31" fmla="*/ 250825 h 631825"/>
              <a:gd name="csX32" fmla="*/ 1457325 w 1574800"/>
              <a:gd name="csY32" fmla="*/ 200025 h 631825"/>
              <a:gd name="csX33" fmla="*/ 1492250 w 1574800"/>
              <a:gd name="csY33" fmla="*/ 155575 h 631825"/>
              <a:gd name="csX34" fmla="*/ 1514475 w 1574800"/>
              <a:gd name="csY34" fmla="*/ 127000 h 631825"/>
              <a:gd name="csX35" fmla="*/ 1539875 w 1574800"/>
              <a:gd name="csY35" fmla="*/ 101600 h 631825"/>
              <a:gd name="csX36" fmla="*/ 1574800 w 1574800"/>
              <a:gd name="csY36" fmla="*/ 79375 h 631825"/>
              <a:gd name="csX37" fmla="*/ 1450975 w 1574800"/>
              <a:gd name="csY37" fmla="*/ 79375 h 631825"/>
              <a:gd name="csX38" fmla="*/ 1377950 w 1574800"/>
              <a:gd name="csY38" fmla="*/ 92075 h 631825"/>
              <a:gd name="csX39" fmla="*/ 1308100 w 1574800"/>
              <a:gd name="csY39" fmla="*/ 92075 h 631825"/>
              <a:gd name="csX40" fmla="*/ 1254125 w 1574800"/>
              <a:gd name="csY40" fmla="*/ 92075 h 631825"/>
              <a:gd name="csX41" fmla="*/ 1187450 w 1574800"/>
              <a:gd name="csY41" fmla="*/ 92075 h 631825"/>
              <a:gd name="csX42" fmla="*/ 1092200 w 1574800"/>
              <a:gd name="csY42" fmla="*/ 69850 h 631825"/>
              <a:gd name="csX43" fmla="*/ 993775 w 1574800"/>
              <a:gd name="csY43" fmla="*/ 57150 h 631825"/>
              <a:gd name="csX44" fmla="*/ 933450 w 1574800"/>
              <a:gd name="csY44" fmla="*/ 44450 h 631825"/>
              <a:gd name="csX45" fmla="*/ 882650 w 1574800"/>
              <a:gd name="csY45" fmla="*/ 31750 h 631825"/>
              <a:gd name="csX46" fmla="*/ 812800 w 1574800"/>
              <a:gd name="csY46" fmla="*/ 12700 h 631825"/>
              <a:gd name="csX47" fmla="*/ 774700 w 1574800"/>
              <a:gd name="csY47" fmla="*/ 6350 h 631825"/>
              <a:gd name="csX48" fmla="*/ 746125 w 1574800"/>
              <a:gd name="csY48" fmla="*/ 0 h 631825"/>
              <a:gd name="csX49" fmla="*/ 698500 w 1574800"/>
              <a:gd name="csY49" fmla="*/ 0 h 631825"/>
              <a:gd name="csX50" fmla="*/ 657225 w 1574800"/>
              <a:gd name="csY50" fmla="*/ 6350 h 631825"/>
              <a:gd name="csX51" fmla="*/ 628650 w 1574800"/>
              <a:gd name="csY51" fmla="*/ 22225 h 631825"/>
              <a:gd name="csX52" fmla="*/ 609600 w 1574800"/>
              <a:gd name="csY52" fmla="*/ 47625 h 631825"/>
              <a:gd name="csX53" fmla="*/ 587375 w 1574800"/>
              <a:gd name="csY53" fmla="*/ 76200 h 631825"/>
              <a:gd name="csX54" fmla="*/ 561975 w 1574800"/>
              <a:gd name="csY54" fmla="*/ 117475 h 631825"/>
              <a:gd name="csX55" fmla="*/ 530225 w 1574800"/>
              <a:gd name="csY55" fmla="*/ 139700 h 631825"/>
              <a:gd name="csX56" fmla="*/ 488950 w 1574800"/>
              <a:gd name="csY56" fmla="*/ 149225 h 631825"/>
              <a:gd name="csX57" fmla="*/ 441325 w 1574800"/>
              <a:gd name="csY57" fmla="*/ 155575 h 631825"/>
              <a:gd name="csX58" fmla="*/ 396875 w 1574800"/>
              <a:gd name="csY58" fmla="*/ 149225 h 631825"/>
              <a:gd name="csX59" fmla="*/ 361950 w 1574800"/>
              <a:gd name="csY59" fmla="*/ 139700 h 631825"/>
              <a:gd name="csX60" fmla="*/ 333375 w 1574800"/>
              <a:gd name="csY60" fmla="*/ 142875 h 631825"/>
              <a:gd name="csX61" fmla="*/ 307975 w 1574800"/>
              <a:gd name="csY61" fmla="*/ 158750 h 631825"/>
              <a:gd name="csX62" fmla="*/ 276225 w 1574800"/>
              <a:gd name="csY62" fmla="*/ 190500 h 631825"/>
              <a:gd name="csX63" fmla="*/ 244475 w 1574800"/>
              <a:gd name="csY63" fmla="*/ 212725 h 631825"/>
              <a:gd name="csX64" fmla="*/ 196850 w 1574800"/>
              <a:gd name="csY64" fmla="*/ 234950 h 631825"/>
              <a:gd name="csX65" fmla="*/ 171450 w 1574800"/>
              <a:gd name="csY65" fmla="*/ 260350 h 631825"/>
              <a:gd name="csX66" fmla="*/ 158750 w 1574800"/>
              <a:gd name="csY66" fmla="*/ 311150 h 631825"/>
              <a:gd name="csX67" fmla="*/ 130175 w 1574800"/>
              <a:gd name="csY67" fmla="*/ 352425 h 631825"/>
              <a:gd name="csX68" fmla="*/ 107950 w 1574800"/>
              <a:gd name="csY68" fmla="*/ 396875 h 631825"/>
              <a:gd name="csX69" fmla="*/ 0 w 1574800"/>
              <a:gd name="csY69" fmla="*/ 631825 h 6318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</a:cxnLst>
            <a:rect l="l" t="t" r="r" b="b"/>
            <a:pathLst>
              <a:path w="1574800" h="631825">
                <a:moveTo>
                  <a:pt x="0" y="631825"/>
                </a:moveTo>
                <a:lnTo>
                  <a:pt x="57150" y="555625"/>
                </a:lnTo>
                <a:lnTo>
                  <a:pt x="85725" y="508000"/>
                </a:lnTo>
                <a:lnTo>
                  <a:pt x="127000" y="476250"/>
                </a:lnTo>
                <a:lnTo>
                  <a:pt x="158750" y="434975"/>
                </a:lnTo>
                <a:lnTo>
                  <a:pt x="222250" y="390525"/>
                </a:lnTo>
                <a:lnTo>
                  <a:pt x="269875" y="371475"/>
                </a:lnTo>
                <a:lnTo>
                  <a:pt x="311150" y="355600"/>
                </a:lnTo>
                <a:lnTo>
                  <a:pt x="358775" y="349250"/>
                </a:lnTo>
                <a:lnTo>
                  <a:pt x="406400" y="349250"/>
                </a:lnTo>
                <a:lnTo>
                  <a:pt x="473075" y="355600"/>
                </a:lnTo>
                <a:lnTo>
                  <a:pt x="511175" y="355600"/>
                </a:lnTo>
                <a:lnTo>
                  <a:pt x="539750" y="336550"/>
                </a:lnTo>
                <a:lnTo>
                  <a:pt x="581025" y="311150"/>
                </a:lnTo>
                <a:lnTo>
                  <a:pt x="612775" y="273050"/>
                </a:lnTo>
                <a:lnTo>
                  <a:pt x="635000" y="244475"/>
                </a:lnTo>
                <a:lnTo>
                  <a:pt x="666750" y="234950"/>
                </a:lnTo>
                <a:lnTo>
                  <a:pt x="708025" y="219075"/>
                </a:lnTo>
                <a:lnTo>
                  <a:pt x="749300" y="219075"/>
                </a:lnTo>
                <a:lnTo>
                  <a:pt x="787400" y="219075"/>
                </a:lnTo>
                <a:lnTo>
                  <a:pt x="825500" y="225425"/>
                </a:lnTo>
                <a:lnTo>
                  <a:pt x="873125" y="238125"/>
                </a:lnTo>
                <a:lnTo>
                  <a:pt x="920750" y="250825"/>
                </a:lnTo>
                <a:lnTo>
                  <a:pt x="974725" y="266700"/>
                </a:lnTo>
                <a:lnTo>
                  <a:pt x="1016000" y="282575"/>
                </a:lnTo>
                <a:lnTo>
                  <a:pt x="1060450" y="292100"/>
                </a:lnTo>
                <a:lnTo>
                  <a:pt x="1127125" y="304800"/>
                </a:lnTo>
                <a:lnTo>
                  <a:pt x="1193800" y="314325"/>
                </a:lnTo>
                <a:lnTo>
                  <a:pt x="1266825" y="317500"/>
                </a:lnTo>
                <a:lnTo>
                  <a:pt x="1336675" y="320675"/>
                </a:lnTo>
                <a:lnTo>
                  <a:pt x="1390650" y="288925"/>
                </a:lnTo>
                <a:lnTo>
                  <a:pt x="1422400" y="250825"/>
                </a:lnTo>
                <a:lnTo>
                  <a:pt x="1457325" y="200025"/>
                </a:lnTo>
                <a:lnTo>
                  <a:pt x="1492250" y="155575"/>
                </a:lnTo>
                <a:lnTo>
                  <a:pt x="1514475" y="127000"/>
                </a:lnTo>
                <a:lnTo>
                  <a:pt x="1539875" y="101600"/>
                </a:lnTo>
                <a:lnTo>
                  <a:pt x="1574800" y="79375"/>
                </a:lnTo>
                <a:lnTo>
                  <a:pt x="1450975" y="79375"/>
                </a:lnTo>
                <a:lnTo>
                  <a:pt x="1377950" y="92075"/>
                </a:lnTo>
                <a:lnTo>
                  <a:pt x="1308100" y="92075"/>
                </a:lnTo>
                <a:lnTo>
                  <a:pt x="1254125" y="92075"/>
                </a:lnTo>
                <a:lnTo>
                  <a:pt x="1187450" y="92075"/>
                </a:lnTo>
                <a:lnTo>
                  <a:pt x="1092200" y="69850"/>
                </a:lnTo>
                <a:lnTo>
                  <a:pt x="993775" y="57150"/>
                </a:lnTo>
                <a:lnTo>
                  <a:pt x="933450" y="44450"/>
                </a:lnTo>
                <a:lnTo>
                  <a:pt x="882650" y="31750"/>
                </a:lnTo>
                <a:lnTo>
                  <a:pt x="812800" y="12700"/>
                </a:lnTo>
                <a:lnTo>
                  <a:pt x="774700" y="6350"/>
                </a:lnTo>
                <a:lnTo>
                  <a:pt x="746125" y="0"/>
                </a:lnTo>
                <a:lnTo>
                  <a:pt x="698500" y="0"/>
                </a:lnTo>
                <a:lnTo>
                  <a:pt x="657225" y="6350"/>
                </a:lnTo>
                <a:lnTo>
                  <a:pt x="628650" y="22225"/>
                </a:lnTo>
                <a:lnTo>
                  <a:pt x="609600" y="47625"/>
                </a:lnTo>
                <a:lnTo>
                  <a:pt x="587375" y="76200"/>
                </a:lnTo>
                <a:lnTo>
                  <a:pt x="561975" y="117475"/>
                </a:lnTo>
                <a:lnTo>
                  <a:pt x="530225" y="139700"/>
                </a:lnTo>
                <a:lnTo>
                  <a:pt x="488950" y="149225"/>
                </a:lnTo>
                <a:lnTo>
                  <a:pt x="441325" y="155575"/>
                </a:lnTo>
                <a:lnTo>
                  <a:pt x="396875" y="149225"/>
                </a:lnTo>
                <a:lnTo>
                  <a:pt x="361950" y="139700"/>
                </a:lnTo>
                <a:lnTo>
                  <a:pt x="333375" y="142875"/>
                </a:lnTo>
                <a:lnTo>
                  <a:pt x="307975" y="158750"/>
                </a:lnTo>
                <a:lnTo>
                  <a:pt x="276225" y="190500"/>
                </a:lnTo>
                <a:lnTo>
                  <a:pt x="244475" y="212725"/>
                </a:lnTo>
                <a:lnTo>
                  <a:pt x="196850" y="234950"/>
                </a:lnTo>
                <a:lnTo>
                  <a:pt x="171450" y="260350"/>
                </a:lnTo>
                <a:lnTo>
                  <a:pt x="158750" y="311150"/>
                </a:lnTo>
                <a:lnTo>
                  <a:pt x="130175" y="352425"/>
                </a:lnTo>
                <a:lnTo>
                  <a:pt x="107950" y="396875"/>
                </a:lnTo>
                <a:lnTo>
                  <a:pt x="0" y="631825"/>
                </a:lnTo>
                <a:close/>
              </a:path>
            </a:pathLst>
          </a:custGeom>
          <a:gradFill flip="none" rotWithShape="1">
            <a:gsLst>
              <a:gs pos="90000">
                <a:srgbClr val="DD1D21">
                  <a:alpha val="70000"/>
                </a:srgbClr>
              </a:gs>
              <a:gs pos="0">
                <a:srgbClr val="FFFFFF"/>
              </a:gs>
              <a:gs pos="100000">
                <a:srgbClr val="DD1D2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err="1"/>
          </a:p>
        </p:txBody>
      </p:sp>
      <p:sp>
        <p:nvSpPr>
          <p:cNvPr id="820" name="TextBox 819">
            <a:extLst>
              <a:ext uri="{FF2B5EF4-FFF2-40B4-BE49-F238E27FC236}">
                <a16:creationId xmlns:a16="http://schemas.microsoft.com/office/drawing/2014/main" id="{5E89AAD8-D6C6-D59D-FE6C-5E39EF73AD3F}"/>
              </a:ext>
            </a:extLst>
          </p:cNvPr>
          <p:cNvSpPr txBox="1"/>
          <p:nvPr/>
        </p:nvSpPr>
        <p:spPr bwMode="auto">
          <a:xfrm>
            <a:off x="22174650" y="27845436"/>
            <a:ext cx="7013579" cy="65460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dirty="0"/>
              <a:t>LNGC Phase 2 is resilient against price risk due to minimal AECO/JKM cross commodity exposure, with P10 – P90 range driven primarily by JKM price</a:t>
            </a:r>
          </a:p>
        </p:txBody>
      </p:sp>
      <p:sp>
        <p:nvSpPr>
          <p:cNvPr id="838" name="TextBox 837">
            <a:extLst>
              <a:ext uri="{FF2B5EF4-FFF2-40B4-BE49-F238E27FC236}">
                <a16:creationId xmlns:a16="http://schemas.microsoft.com/office/drawing/2014/main" id="{43B268C0-CB38-A0C3-0070-C77FB2BA75EA}"/>
              </a:ext>
            </a:extLst>
          </p:cNvPr>
          <p:cNvSpPr txBox="1"/>
          <p:nvPr/>
        </p:nvSpPr>
        <p:spPr bwMode="auto">
          <a:xfrm>
            <a:off x="22745700" y="29008388"/>
            <a:ext cx="1931133" cy="3068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b="1" dirty="0">
                <a:latin typeface="ShellLight" panose="00000400000000000000" pitchFamily="2" charset="0"/>
              </a:rPr>
              <a:t>NPV volatility</a:t>
            </a:r>
            <a:r>
              <a:rPr lang="en-US" sz="1600" b="1" baseline="30000" dirty="0">
                <a:latin typeface="ShellLight" panose="00000400000000000000" pitchFamily="2" charset="0"/>
              </a:rPr>
              <a:t> </a:t>
            </a:r>
            <a:r>
              <a:rPr lang="en-GB" sz="1600" b="1" dirty="0">
                <a:latin typeface="ShellLight" panose="00000400000000000000" pitchFamily="2" charset="0"/>
              </a:rPr>
              <a:t> ($bn)</a:t>
            </a:r>
          </a:p>
        </p:txBody>
      </p:sp>
      <p:sp>
        <p:nvSpPr>
          <p:cNvPr id="822" name="TextBox 821">
            <a:extLst>
              <a:ext uri="{FF2B5EF4-FFF2-40B4-BE49-F238E27FC236}">
                <a16:creationId xmlns:a16="http://schemas.microsoft.com/office/drawing/2014/main" id="{E598C158-668D-C368-18D7-84F3A3B3207F}"/>
              </a:ext>
            </a:extLst>
          </p:cNvPr>
          <p:cNvSpPr txBox="1"/>
          <p:nvPr/>
        </p:nvSpPr>
        <p:spPr bwMode="auto">
          <a:xfrm>
            <a:off x="22547263" y="29413200"/>
            <a:ext cx="755015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$10.1bn</a:t>
            </a:r>
          </a:p>
        </p:txBody>
      </p:sp>
      <p:sp>
        <p:nvSpPr>
          <p:cNvPr id="824" name="TextBox 823">
            <a:extLst>
              <a:ext uri="{FF2B5EF4-FFF2-40B4-BE49-F238E27FC236}">
                <a16:creationId xmlns:a16="http://schemas.microsoft.com/office/drawing/2014/main" id="{49AA6CCB-DDE3-6740-5ADC-7C0E017260A9}"/>
              </a:ext>
            </a:extLst>
          </p:cNvPr>
          <p:cNvSpPr txBox="1"/>
          <p:nvPr/>
        </p:nvSpPr>
        <p:spPr bwMode="auto">
          <a:xfrm>
            <a:off x="22566313" y="30349825"/>
            <a:ext cx="636393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$5.8bn</a:t>
            </a:r>
          </a:p>
        </p:txBody>
      </p:sp>
      <p:sp>
        <p:nvSpPr>
          <p:cNvPr id="826" name="TextBox 825">
            <a:extLst>
              <a:ext uri="{FF2B5EF4-FFF2-40B4-BE49-F238E27FC236}">
                <a16:creationId xmlns:a16="http://schemas.microsoft.com/office/drawing/2014/main" id="{FE0B1F55-7B52-7927-F027-9C5818594348}"/>
              </a:ext>
            </a:extLst>
          </p:cNvPr>
          <p:cNvSpPr txBox="1"/>
          <p:nvPr/>
        </p:nvSpPr>
        <p:spPr bwMode="auto">
          <a:xfrm>
            <a:off x="22579013" y="31000700"/>
            <a:ext cx="636393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$3.6bn</a:t>
            </a:r>
          </a:p>
        </p:txBody>
      </p:sp>
      <p:sp>
        <p:nvSpPr>
          <p:cNvPr id="828" name="TextBox 827">
            <a:extLst>
              <a:ext uri="{FF2B5EF4-FFF2-40B4-BE49-F238E27FC236}">
                <a16:creationId xmlns:a16="http://schemas.microsoft.com/office/drawing/2014/main" id="{A86DBA58-CA5B-E73D-474A-E1A68EEA766A}"/>
              </a:ext>
            </a:extLst>
          </p:cNvPr>
          <p:cNvSpPr txBox="1"/>
          <p:nvPr/>
        </p:nvSpPr>
        <p:spPr bwMode="auto">
          <a:xfrm>
            <a:off x="22559963" y="31589663"/>
            <a:ext cx="636393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$1.4bn</a:t>
            </a:r>
          </a:p>
        </p:txBody>
      </p:sp>
      <p:sp>
        <p:nvSpPr>
          <p:cNvPr id="830" name="TextBox 829">
            <a:extLst>
              <a:ext uri="{FF2B5EF4-FFF2-40B4-BE49-F238E27FC236}">
                <a16:creationId xmlns:a16="http://schemas.microsoft.com/office/drawing/2014/main" id="{474EECF4-C136-0EED-74B7-3B6229777AA7}"/>
              </a:ext>
            </a:extLst>
          </p:cNvPr>
          <p:cNvSpPr txBox="1"/>
          <p:nvPr/>
        </p:nvSpPr>
        <p:spPr bwMode="auto">
          <a:xfrm>
            <a:off x="22418675" y="32297688"/>
            <a:ext cx="703719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-$1.8bn</a:t>
            </a:r>
          </a:p>
        </p:txBody>
      </p:sp>
      <p:sp>
        <p:nvSpPr>
          <p:cNvPr id="832" name="TextBox 831">
            <a:extLst>
              <a:ext uri="{FF2B5EF4-FFF2-40B4-BE49-F238E27FC236}">
                <a16:creationId xmlns:a16="http://schemas.microsoft.com/office/drawing/2014/main" id="{CA092291-3DF4-2A33-4577-46019FD0AA30}"/>
              </a:ext>
            </a:extLst>
          </p:cNvPr>
          <p:cNvSpPr txBox="1"/>
          <p:nvPr/>
        </p:nvSpPr>
        <p:spPr bwMode="auto">
          <a:xfrm>
            <a:off x="21629688" y="31626175"/>
            <a:ext cx="338234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P90</a:t>
            </a:r>
          </a:p>
        </p:txBody>
      </p:sp>
      <p:sp>
        <p:nvSpPr>
          <p:cNvPr id="834" name="TextBox 833">
            <a:extLst>
              <a:ext uri="{FF2B5EF4-FFF2-40B4-BE49-F238E27FC236}">
                <a16:creationId xmlns:a16="http://schemas.microsoft.com/office/drawing/2014/main" id="{FEDA6910-EAF4-078D-DDAA-2AACD8CA65FC}"/>
              </a:ext>
            </a:extLst>
          </p:cNvPr>
          <p:cNvSpPr txBox="1"/>
          <p:nvPr/>
        </p:nvSpPr>
        <p:spPr bwMode="auto">
          <a:xfrm>
            <a:off x="21588413" y="30246638"/>
            <a:ext cx="338234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P10</a:t>
            </a:r>
          </a:p>
        </p:txBody>
      </p:sp>
      <p:sp>
        <p:nvSpPr>
          <p:cNvPr id="836" name="TextBox 835">
            <a:extLst>
              <a:ext uri="{FF2B5EF4-FFF2-40B4-BE49-F238E27FC236}">
                <a16:creationId xmlns:a16="http://schemas.microsoft.com/office/drawing/2014/main" id="{7D8B3455-C32D-BDBC-D3FE-10E59BE2126D}"/>
              </a:ext>
            </a:extLst>
          </p:cNvPr>
          <p:cNvSpPr txBox="1"/>
          <p:nvPr/>
        </p:nvSpPr>
        <p:spPr bwMode="auto">
          <a:xfrm>
            <a:off x="21590000" y="30995938"/>
            <a:ext cx="774251" cy="31079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defTabSz="357708">
              <a:lnSpc>
                <a:spcPct val="140000"/>
              </a:lnSpc>
              <a:buClr>
                <a:schemeClr val="accent2"/>
              </a:buClr>
              <a:buSzPct val="75000"/>
            </a:pPr>
            <a:r>
              <a:rPr lang="en-GB" sz="1600" dirty="0"/>
              <a:t>Expected</a:t>
            </a:r>
          </a:p>
        </p:txBody>
      </p:sp>
      <p:graphicFrame>
        <p:nvGraphicFramePr>
          <p:cNvPr id="1134" name="Chart 1133">
            <a:extLst>
              <a:ext uri="{FF2B5EF4-FFF2-40B4-BE49-F238E27FC236}">
                <a16:creationId xmlns:a16="http://schemas.microsoft.com/office/drawing/2014/main" id="{219C39AF-3FEC-8276-0B07-0F071B6DD1D3}"/>
              </a:ext>
            </a:extLst>
          </p:cNvPr>
          <p:cNvGraphicFramePr/>
          <p:nvPr>
            <p:custDataLst>
              <p:tags r:id="rId391"/>
            </p:custDataLst>
            <p:extLst>
              <p:ext uri="{D42A27DB-BD31-4B8C-83A1-F6EECF244321}">
                <p14:modId xmlns:p14="http://schemas.microsoft.com/office/powerpoint/2010/main" val="3824886588"/>
              </p:ext>
            </p:extLst>
          </p:nvPr>
        </p:nvGraphicFramePr>
        <p:xfrm>
          <a:off x="26517600" y="29976763"/>
          <a:ext cx="2595563" cy="2536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19"/>
          </a:graphicData>
        </a:graphic>
      </p:graphicFrame>
      <p:sp>
        <p:nvSpPr>
          <p:cNvPr id="847" name="Rectangle 846">
            <a:extLst>
              <a:ext uri="{FF2B5EF4-FFF2-40B4-BE49-F238E27FC236}">
                <a16:creationId xmlns:a16="http://schemas.microsoft.com/office/drawing/2014/main" id="{43056CBD-50B6-1699-5BF0-396BDA5D1BF2}"/>
              </a:ext>
            </a:extLst>
          </p:cNvPr>
          <p:cNvSpPr>
            <a:spLocks/>
          </p:cNvSpPr>
          <p:nvPr>
            <p:custDataLst>
              <p:tags r:id="rId392"/>
            </p:custDataLst>
          </p:nvPr>
        </p:nvSpPr>
        <p:spPr bwMode="auto">
          <a:xfrm>
            <a:off x="26269950" y="30356175"/>
            <a:ext cx="549275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7955C946-0856-4BF6-B7F9-3FC5B315C23E}" type="datetime'''''''H''''''BC''''''''''''IG'''' ''#''''''''''''''''1'''">
              <a:rPr lang="en-GB" altLang="en-US" sz="10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HBCIG #1</a:t>
            </a:fld>
            <a:endParaRPr lang="en-GB" sz="1000"/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07222B2D-A9B6-E499-69CC-3EFB05D1E94E}"/>
              </a:ext>
            </a:extLst>
          </p:cNvPr>
          <p:cNvSpPr>
            <a:spLocks/>
          </p:cNvSpPr>
          <p:nvPr>
            <p:custDataLst>
              <p:tags r:id="rId393"/>
            </p:custDataLst>
          </p:nvPr>
        </p:nvSpPr>
        <p:spPr bwMode="auto">
          <a:xfrm>
            <a:off x="26269950" y="30876875"/>
            <a:ext cx="549275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D49E4802-5E17-42EB-88BE-2C65FABFA143}" type="datetime'''''''H''''''''''''''''''B''''''''C''I''G'''''' #2'''''''''''">
              <a:rPr lang="en-GB" altLang="en-US" sz="10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HBCIG #2</a:t>
            </a:fld>
            <a:endParaRPr lang="en-GB" sz="1000"/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5C5BD806-38DD-0CE1-7104-2EEDAE24B49A}"/>
              </a:ext>
            </a:extLst>
          </p:cNvPr>
          <p:cNvSpPr>
            <a:spLocks/>
          </p:cNvSpPr>
          <p:nvPr>
            <p:custDataLst>
              <p:tags r:id="rId394"/>
            </p:custDataLst>
          </p:nvPr>
        </p:nvSpPr>
        <p:spPr bwMode="auto">
          <a:xfrm>
            <a:off x="26269950" y="31399163"/>
            <a:ext cx="549275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914CCF81-ED71-4F6D-BF67-B2653DA67D69}" type="datetime'''''''H''''''''''''''''''''''B''C''I''''G #''''3'">
              <a:rPr lang="en-GB" altLang="en-US" sz="10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HBCIG #3</a:t>
            </a:fld>
            <a:endParaRPr lang="en-GB" sz="1000"/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E4476F35-FC86-810C-D5D8-FAD41DE18262}"/>
              </a:ext>
            </a:extLst>
          </p:cNvPr>
          <p:cNvSpPr>
            <a:spLocks/>
          </p:cNvSpPr>
          <p:nvPr>
            <p:custDataLst>
              <p:tags r:id="rId395"/>
            </p:custDataLst>
          </p:nvPr>
        </p:nvSpPr>
        <p:spPr bwMode="gray">
          <a:xfrm>
            <a:off x="28122563" y="31919863"/>
            <a:ext cx="436563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7463" tIns="0" rIns="17463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GB" altLang="en-US" sz="1000">
                <a:solidFill>
                  <a:schemeClr val="bg1"/>
                </a:solidFill>
                <a:effectLst/>
              </a:rPr>
              <a:t>+</a:t>
            </a:r>
            <a:fld id="{9F6E0B97-1D03-4ED9-967A-E237CA66E2DD}" type="datetime'''''2'''''''',''''''''1''''''''''3''''''''''''''''''2'''''''">
              <a:rPr lang="en-GB" altLang="en-US" sz="1000" smtClean="0">
                <a:solidFill>
                  <a:schemeClr val="bg1"/>
                </a:solidFill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2,132</a:t>
            </a:fld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8661D7AB-D814-A749-99D0-9B73520BB985}"/>
              </a:ext>
            </a:extLst>
          </p:cNvPr>
          <p:cNvSpPr>
            <a:spLocks/>
          </p:cNvSpPr>
          <p:nvPr>
            <p:custDataLst>
              <p:tags r:id="rId396"/>
            </p:custDataLst>
          </p:nvPr>
        </p:nvSpPr>
        <p:spPr bwMode="auto">
          <a:xfrm>
            <a:off x="26239788" y="31919863"/>
            <a:ext cx="579438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67012DED-4D75-487D-9EB6-C813155CD776}" type="datetime'''''''''''''''HG''''''C''''''''I''''G #''''''''''''''''''1'''">
              <a:rPr lang="en-GB" altLang="en-US" sz="1000" smtClean="0"/>
              <a:pPr lvl="0" algn="r">
                <a:spcBef>
                  <a:spcPct val="0"/>
                </a:spcBef>
                <a:spcAft>
                  <a:spcPct val="0"/>
                </a:spcAft>
              </a:pPr>
              <a:t>HGCIG #1</a:t>
            </a:fld>
            <a:endParaRPr lang="en-GB" sz="1000"/>
          </a:p>
        </p:txBody>
      </p:sp>
      <p:graphicFrame>
        <p:nvGraphicFramePr>
          <p:cNvPr id="1135" name="Chart 1134">
            <a:extLst>
              <a:ext uri="{FF2B5EF4-FFF2-40B4-BE49-F238E27FC236}">
                <a16:creationId xmlns:a16="http://schemas.microsoft.com/office/drawing/2014/main" id="{04A8C19C-FD06-D22B-E4B4-91838D8FDE69}"/>
              </a:ext>
            </a:extLst>
          </p:cNvPr>
          <p:cNvGraphicFramePr/>
          <p:nvPr>
            <p:custDataLst>
              <p:tags r:id="rId397"/>
            </p:custDataLst>
            <p:extLst>
              <p:ext uri="{D42A27DB-BD31-4B8C-83A1-F6EECF244321}">
                <p14:modId xmlns:p14="http://schemas.microsoft.com/office/powerpoint/2010/main" val="3545351329"/>
              </p:ext>
            </p:extLst>
          </p:nvPr>
        </p:nvGraphicFramePr>
        <p:xfrm>
          <a:off x="25947688" y="29465588"/>
          <a:ext cx="2093912" cy="819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0"/>
          </a:graphicData>
        </a:graphic>
      </p:graphicFrame>
      <p:sp>
        <p:nvSpPr>
          <p:cNvPr id="853" name="Rectangle 852">
            <a:extLst>
              <a:ext uri="{FF2B5EF4-FFF2-40B4-BE49-F238E27FC236}">
                <a16:creationId xmlns:a16="http://schemas.microsoft.com/office/drawing/2014/main" id="{87920E54-9A93-8105-86E2-DFADDE318E76}"/>
              </a:ext>
            </a:extLst>
          </p:cNvPr>
          <p:cNvSpPr>
            <a:spLocks/>
          </p:cNvSpPr>
          <p:nvPr>
            <p:custDataLst>
              <p:tags r:id="rId398"/>
            </p:custDataLst>
          </p:nvPr>
        </p:nvSpPr>
        <p:spPr bwMode="gray">
          <a:xfrm>
            <a:off x="26614438" y="29767213"/>
            <a:ext cx="760413" cy="2127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17463" tIns="0" rIns="17463" bIns="0" numCol="1" anchor="ctr" anchorCtr="0" compatLnSpc="1">
            <a:prstTxWarp prst="textNoShape">
              <a:avLst/>
            </a:prstTxWarp>
            <a:noAutofit/>
          </a:bodyPr>
          <a:lstStyle>
            <a:lvl1pPr marL="0" indent="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85000"/>
              <a:buFont typeface="Wingdings" pitchFamily="2" charset="2"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30400" indent="-230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5000"/>
              <a:buFont typeface="Wingdings" panose="05000000000000000000" pitchFamily="2" charset="2"/>
              <a:buChar char="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90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Wingdings" panose="05000000000000000000" pitchFamily="2" charset="2"/>
              <a:buChar char="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7600" indent="-2286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600" b="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0800" indent="-2032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3200" indent="-152400" algn="l" defTabSz="357708" rtl="0" eaLnBrk="1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Wingdings" panose="05000000000000000000" pitchFamily="2" charset="2"/>
              <a:buChar char="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GB" altLang="en-US" sz="1000">
                <a:solidFill>
                  <a:schemeClr val="bg1"/>
                </a:solidFill>
                <a:effectLst/>
              </a:rPr>
              <a:t>3,818 (base) </a:t>
            </a:r>
            <a:endParaRPr lang="en-GB" sz="1000">
              <a:solidFill>
                <a:schemeClr val="bg1"/>
              </a:solidFill>
            </a:endParaRPr>
          </a:p>
        </p:txBody>
      </p:sp>
      <p:sp>
        <p:nvSpPr>
          <p:cNvPr id="1021" name="Title 1">
            <a:extLst>
              <a:ext uri="{FF2B5EF4-FFF2-40B4-BE49-F238E27FC236}">
                <a16:creationId xmlns:a16="http://schemas.microsoft.com/office/drawing/2014/main" id="{05665F2A-97CF-A484-F874-B9CB606E2010}"/>
              </a:ext>
            </a:extLst>
          </p:cNvPr>
          <p:cNvSpPr txBox="1">
            <a:spLocks/>
          </p:cNvSpPr>
          <p:nvPr/>
        </p:nvSpPr>
        <p:spPr>
          <a:xfrm>
            <a:off x="4523170" y="11059549"/>
            <a:ext cx="9807874" cy="808025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b="0" spc="-15" dirty="0">
                <a:latin typeface="ShellMedium" panose="00000600000000000000" pitchFamily="2" charset="0"/>
                <a:ea typeface="+mn-ea"/>
                <a:cs typeface="Poppins" pitchFamily="2" charset="77"/>
              </a:rPr>
              <a:t>Issue Tree and Decision Frame</a:t>
            </a:r>
          </a:p>
        </p:txBody>
      </p:sp>
      <p:sp>
        <p:nvSpPr>
          <p:cNvPr id="1023" name="Oval 1022">
            <a:extLst>
              <a:ext uri="{FF2B5EF4-FFF2-40B4-BE49-F238E27FC236}">
                <a16:creationId xmlns:a16="http://schemas.microsoft.com/office/drawing/2014/main" id="{81B63C41-33E7-3738-260A-41C68981BEAB}"/>
              </a:ext>
            </a:extLst>
          </p:cNvPr>
          <p:cNvSpPr/>
          <p:nvPr/>
        </p:nvSpPr>
        <p:spPr>
          <a:xfrm>
            <a:off x="18038214" y="10893979"/>
            <a:ext cx="827635" cy="8276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D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8192"/>
                </a:solidFill>
                <a:latin typeface="+mj-lt"/>
              </a:rPr>
              <a:t>1A</a:t>
            </a:r>
          </a:p>
        </p:txBody>
      </p:sp>
      <p:sp>
        <p:nvSpPr>
          <p:cNvPr id="1025" name="Title 1">
            <a:extLst>
              <a:ext uri="{FF2B5EF4-FFF2-40B4-BE49-F238E27FC236}">
                <a16:creationId xmlns:a16="http://schemas.microsoft.com/office/drawing/2014/main" id="{8B71553C-9BD5-3C05-FAE5-3E9E719A64AC}"/>
              </a:ext>
            </a:extLst>
          </p:cNvPr>
          <p:cNvSpPr txBox="1">
            <a:spLocks/>
          </p:cNvSpPr>
          <p:nvPr/>
        </p:nvSpPr>
        <p:spPr>
          <a:xfrm>
            <a:off x="2046670" y="19066899"/>
            <a:ext cx="9807874" cy="808025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b="0" spc="-15" dirty="0">
                <a:latin typeface="ShellMedium" panose="00000600000000000000" pitchFamily="2" charset="0"/>
                <a:ea typeface="+mn-ea"/>
                <a:cs typeface="Poppins" pitchFamily="2" charset="77"/>
              </a:rPr>
              <a:t>Advantaged location</a:t>
            </a:r>
          </a:p>
        </p:txBody>
      </p:sp>
      <p:sp>
        <p:nvSpPr>
          <p:cNvPr id="1027" name="Oval 1026">
            <a:extLst>
              <a:ext uri="{FF2B5EF4-FFF2-40B4-BE49-F238E27FC236}">
                <a16:creationId xmlns:a16="http://schemas.microsoft.com/office/drawing/2014/main" id="{BEC46BD4-B732-7870-E09F-2F453DBE431D}"/>
              </a:ext>
            </a:extLst>
          </p:cNvPr>
          <p:cNvSpPr/>
          <p:nvPr/>
        </p:nvSpPr>
        <p:spPr>
          <a:xfrm>
            <a:off x="937664" y="19136279"/>
            <a:ext cx="827635" cy="8276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D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8192"/>
                </a:solidFill>
                <a:latin typeface="+mj-lt"/>
              </a:rPr>
              <a:t>2A</a:t>
            </a:r>
          </a:p>
        </p:txBody>
      </p:sp>
      <p:sp>
        <p:nvSpPr>
          <p:cNvPr id="1029" name="Title 1">
            <a:extLst>
              <a:ext uri="{FF2B5EF4-FFF2-40B4-BE49-F238E27FC236}">
                <a16:creationId xmlns:a16="http://schemas.microsoft.com/office/drawing/2014/main" id="{B0EB1044-69F2-530B-0FB5-8397C7CF752E}"/>
              </a:ext>
            </a:extLst>
          </p:cNvPr>
          <p:cNvSpPr txBox="1">
            <a:spLocks/>
          </p:cNvSpPr>
          <p:nvPr/>
        </p:nvSpPr>
        <p:spPr>
          <a:xfrm>
            <a:off x="14759370" y="19136749"/>
            <a:ext cx="5509830" cy="808025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b="0" spc="-15" dirty="0">
                <a:latin typeface="ShellMedium" panose="00000600000000000000" pitchFamily="2" charset="0"/>
                <a:ea typeface="+mn-ea"/>
                <a:cs typeface="Poppins" pitchFamily="2" charset="77"/>
              </a:rPr>
              <a:t>Resilient, low-cost gas</a:t>
            </a:r>
          </a:p>
        </p:txBody>
      </p:sp>
      <p:sp>
        <p:nvSpPr>
          <p:cNvPr id="1031" name="Title 1">
            <a:extLst>
              <a:ext uri="{FF2B5EF4-FFF2-40B4-BE49-F238E27FC236}">
                <a16:creationId xmlns:a16="http://schemas.microsoft.com/office/drawing/2014/main" id="{63CE67CB-DBCB-5C4F-46E8-C5BE9E869F24}"/>
              </a:ext>
            </a:extLst>
          </p:cNvPr>
          <p:cNvSpPr txBox="1">
            <a:spLocks/>
          </p:cNvSpPr>
          <p:nvPr/>
        </p:nvSpPr>
        <p:spPr>
          <a:xfrm>
            <a:off x="23054284" y="19081414"/>
            <a:ext cx="5509830" cy="808025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b="0" spc="-15" dirty="0">
                <a:latin typeface="ShellMedium" panose="00000600000000000000" pitchFamily="2" charset="0"/>
                <a:ea typeface="+mn-ea"/>
                <a:cs typeface="Poppins" pitchFamily="2" charset="77"/>
              </a:rPr>
              <a:t>Pacific basin supply</a:t>
            </a:r>
          </a:p>
        </p:txBody>
      </p:sp>
      <p:sp>
        <p:nvSpPr>
          <p:cNvPr id="1033" name="Oval 1032">
            <a:extLst>
              <a:ext uri="{FF2B5EF4-FFF2-40B4-BE49-F238E27FC236}">
                <a16:creationId xmlns:a16="http://schemas.microsoft.com/office/drawing/2014/main" id="{0C00BAB9-F160-7D4C-A423-F68B9993B202}"/>
              </a:ext>
            </a:extLst>
          </p:cNvPr>
          <p:cNvSpPr/>
          <p:nvPr/>
        </p:nvSpPr>
        <p:spPr>
          <a:xfrm>
            <a:off x="13853564" y="19161679"/>
            <a:ext cx="827635" cy="8276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D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8192"/>
                </a:solidFill>
                <a:latin typeface="+mj-lt"/>
              </a:rPr>
              <a:t>2A</a:t>
            </a:r>
          </a:p>
        </p:txBody>
      </p:sp>
      <p:sp>
        <p:nvSpPr>
          <p:cNvPr id="1035" name="Oval 1034">
            <a:extLst>
              <a:ext uri="{FF2B5EF4-FFF2-40B4-BE49-F238E27FC236}">
                <a16:creationId xmlns:a16="http://schemas.microsoft.com/office/drawing/2014/main" id="{01B75330-5ECC-DBE2-73D3-706C7BB7DB48}"/>
              </a:ext>
            </a:extLst>
          </p:cNvPr>
          <p:cNvSpPr/>
          <p:nvPr/>
        </p:nvSpPr>
        <p:spPr>
          <a:xfrm>
            <a:off x="22026014" y="19110879"/>
            <a:ext cx="827635" cy="8276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D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8192"/>
                </a:solidFill>
                <a:latin typeface="+mj-lt"/>
              </a:rPr>
              <a:t>2C</a:t>
            </a:r>
          </a:p>
        </p:txBody>
      </p:sp>
      <p:sp>
        <p:nvSpPr>
          <p:cNvPr id="1066" name="Title 1">
            <a:extLst>
              <a:ext uri="{FF2B5EF4-FFF2-40B4-BE49-F238E27FC236}">
                <a16:creationId xmlns:a16="http://schemas.microsoft.com/office/drawing/2014/main" id="{F86735CB-9B7A-A7C8-298E-FFC8AE5BF377}"/>
              </a:ext>
            </a:extLst>
          </p:cNvPr>
          <p:cNvSpPr txBox="1">
            <a:spLocks/>
          </p:cNvSpPr>
          <p:nvPr/>
        </p:nvSpPr>
        <p:spPr>
          <a:xfrm>
            <a:off x="2357820" y="27004399"/>
            <a:ext cx="8995980" cy="808025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b="0" spc="-15" dirty="0">
                <a:latin typeface="ShellMedium" panose="00000600000000000000" pitchFamily="2" charset="0"/>
                <a:ea typeface="+mn-ea"/>
                <a:cs typeface="Poppins" pitchFamily="2" charset="77"/>
              </a:rPr>
              <a:t>Long cycle vs short cycle investments</a:t>
            </a:r>
          </a:p>
        </p:txBody>
      </p:sp>
      <p:sp>
        <p:nvSpPr>
          <p:cNvPr id="1068" name="Oval 1067">
            <a:extLst>
              <a:ext uri="{FF2B5EF4-FFF2-40B4-BE49-F238E27FC236}">
                <a16:creationId xmlns:a16="http://schemas.microsoft.com/office/drawing/2014/main" id="{6CE804DC-052D-2328-6822-8C2289C29EF3}"/>
              </a:ext>
            </a:extLst>
          </p:cNvPr>
          <p:cNvSpPr/>
          <p:nvPr/>
        </p:nvSpPr>
        <p:spPr>
          <a:xfrm>
            <a:off x="918614" y="27003929"/>
            <a:ext cx="827635" cy="8276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D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8192"/>
                </a:solidFill>
                <a:latin typeface="+mj-lt"/>
              </a:rPr>
              <a:t>2E</a:t>
            </a:r>
          </a:p>
        </p:txBody>
      </p:sp>
      <p:sp>
        <p:nvSpPr>
          <p:cNvPr id="1123" name="Title 1">
            <a:extLst>
              <a:ext uri="{FF2B5EF4-FFF2-40B4-BE49-F238E27FC236}">
                <a16:creationId xmlns:a16="http://schemas.microsoft.com/office/drawing/2014/main" id="{25906EC9-8D65-880C-A7D6-EB9B1C6308AB}"/>
              </a:ext>
            </a:extLst>
          </p:cNvPr>
          <p:cNvSpPr txBox="1">
            <a:spLocks/>
          </p:cNvSpPr>
          <p:nvPr/>
        </p:nvSpPr>
        <p:spPr>
          <a:xfrm>
            <a:off x="17111591" y="26895541"/>
            <a:ext cx="8995980" cy="808025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b="0" spc="-15" dirty="0">
                <a:latin typeface="ShellMedium" panose="00000600000000000000" pitchFamily="2" charset="0"/>
                <a:ea typeface="+mn-ea"/>
                <a:cs typeface="Poppins" pitchFamily="2" charset="77"/>
              </a:rPr>
              <a:t>Price scenarios and volatility</a:t>
            </a:r>
          </a:p>
        </p:txBody>
      </p:sp>
      <p:sp>
        <p:nvSpPr>
          <p:cNvPr id="1125" name="Oval 1124">
            <a:extLst>
              <a:ext uri="{FF2B5EF4-FFF2-40B4-BE49-F238E27FC236}">
                <a16:creationId xmlns:a16="http://schemas.microsoft.com/office/drawing/2014/main" id="{AFDD13BC-DD96-4B14-957E-349888E91549}"/>
              </a:ext>
            </a:extLst>
          </p:cNvPr>
          <p:cNvSpPr/>
          <p:nvPr/>
        </p:nvSpPr>
        <p:spPr>
          <a:xfrm>
            <a:off x="13863543" y="26895071"/>
            <a:ext cx="827635" cy="8276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D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8192"/>
                </a:solidFill>
                <a:latin typeface="+mj-lt"/>
              </a:rPr>
              <a:t>2D</a:t>
            </a:r>
          </a:p>
        </p:txBody>
      </p:sp>
      <p:sp>
        <p:nvSpPr>
          <p:cNvPr id="1127" name="Oval 1126">
            <a:extLst>
              <a:ext uri="{FF2B5EF4-FFF2-40B4-BE49-F238E27FC236}">
                <a16:creationId xmlns:a16="http://schemas.microsoft.com/office/drawing/2014/main" id="{E1B5766C-CF2F-41CF-2AA6-0FCB04C89293}"/>
              </a:ext>
            </a:extLst>
          </p:cNvPr>
          <p:cNvSpPr/>
          <p:nvPr/>
        </p:nvSpPr>
        <p:spPr>
          <a:xfrm>
            <a:off x="13879871" y="33733114"/>
            <a:ext cx="827635" cy="82763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DF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8192"/>
                </a:solidFill>
                <a:latin typeface="+mj-lt"/>
              </a:rPr>
              <a:t>2C</a:t>
            </a:r>
          </a:p>
        </p:txBody>
      </p:sp>
      <p:sp>
        <p:nvSpPr>
          <p:cNvPr id="1129" name="Title 1">
            <a:extLst>
              <a:ext uri="{FF2B5EF4-FFF2-40B4-BE49-F238E27FC236}">
                <a16:creationId xmlns:a16="http://schemas.microsoft.com/office/drawing/2014/main" id="{1BF4B318-9105-3E14-46DF-045C24B9DF4E}"/>
              </a:ext>
            </a:extLst>
          </p:cNvPr>
          <p:cNvSpPr txBox="1">
            <a:spLocks/>
          </p:cNvSpPr>
          <p:nvPr/>
        </p:nvSpPr>
        <p:spPr>
          <a:xfrm>
            <a:off x="15804400" y="33753542"/>
            <a:ext cx="11375034" cy="808025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spcBef>
                <a:spcPct val="0"/>
              </a:spcBef>
              <a:buNone/>
              <a:defRPr sz="2000" b="1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b="0" spc="-15" dirty="0">
                <a:latin typeface="ShellMedium" panose="00000600000000000000" pitchFamily="2" charset="0"/>
                <a:ea typeface="+mn-ea"/>
                <a:cs typeface="Poppins" pitchFamily="2" charset="77"/>
              </a:rPr>
              <a:t>LNG Industry Country profile and disruption risk</a:t>
            </a:r>
          </a:p>
        </p:txBody>
      </p:sp>
      <p:sp>
        <p:nvSpPr>
          <p:cNvPr id="1131" name="TextBox 1130">
            <a:extLst>
              <a:ext uri="{FF2B5EF4-FFF2-40B4-BE49-F238E27FC236}">
                <a16:creationId xmlns:a16="http://schemas.microsoft.com/office/drawing/2014/main" id="{374C5F9C-D602-104F-7403-22300788AF75}"/>
              </a:ext>
            </a:extLst>
          </p:cNvPr>
          <p:cNvSpPr txBox="1"/>
          <p:nvPr/>
        </p:nvSpPr>
        <p:spPr bwMode="auto">
          <a:xfrm>
            <a:off x="26670000" y="29027438"/>
            <a:ext cx="1931133" cy="3068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defTabSz="357708">
              <a:lnSpc>
                <a:spcPct val="140000"/>
              </a:lnSpc>
              <a:buClr>
                <a:schemeClr val="accent2"/>
              </a:buClr>
              <a:buSzPct val="85000"/>
            </a:pPr>
            <a:r>
              <a:rPr lang="en-GB" sz="1600" b="1" dirty="0">
                <a:latin typeface="ShellLight" panose="00000400000000000000" pitchFamily="2" charset="0"/>
              </a:rPr>
              <a:t>NPV Scenarios</a:t>
            </a:r>
            <a:r>
              <a:rPr lang="en-US" sz="1600" b="1" baseline="30000" dirty="0">
                <a:latin typeface="ShellLight" panose="00000400000000000000" pitchFamily="2" charset="0"/>
              </a:rPr>
              <a:t> </a:t>
            </a:r>
            <a:r>
              <a:rPr lang="en-GB" sz="1600" b="1" dirty="0">
                <a:latin typeface="ShellLight" panose="00000400000000000000" pitchFamily="2" charset="0"/>
              </a:rPr>
              <a:t> ($bn)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3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J9bbKGqHXzR13SKra0Rv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.MXG2zisQXkgwGzdTy_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z6DZ09iXBfIffgro4NqU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0yciHmeFj9P7c8SZ4U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1QD0zAA6Noddac7V6YkV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YtzS52ydn_WNdtIBzRG7Q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pknQRnG6GTGZHC6tWLorQ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2kn32D7nu51cFJNGQio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vfQ8sSLpwoD00XoheeUB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fV0JsHHKNtb87RBSD1Z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uShL9f3Icx9xJ.mLFNY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PZcC3b1SAoOrnw8vS4g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nuL4AZdvGKJa4YHqZCLS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WU0lboWGPyT3q8kiv_7Z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RQtCbWyKWbA.RIcw_R7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fCAQ2y8HRLkqEsUL.vUQ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_8w.2HkIL15HMuGu3zle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nUEBDTBYkvEpIIWaJuU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tWvQODd9h1ObHkbedyEw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NNURKvTYDGIMlrVR70OP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WVz_xw3_wOZQO.Ytqrx7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Hv2Vtd0C0ZH1ose6z4Pm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c0OhGY3m5vvbNl57CCHk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b8jY7wM_W3ai.Ks9Azic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w6wSGEQukiO55mx5FSd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i5mObOpv3pOZHqv_E9kC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65EZAkZqJLFCrtxsGFCwg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628aAOhc9WPIYvKwcwV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lDe5ZY.2M2qt0UQeUoI8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iCLdeNz1dumY.U5cCn9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5uCiSXeB9rXujd9aFRA_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AXQzx8dp1PjnFjD7.3U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mJo1hBkezfc0KPXoNu.P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tOt_7hGcNwGfWCKcUK0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L0COQQzS8nbq4tgvypb1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Vp0_Iyt.FHaJ.KHvkefr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U1SlxCbcNsl11yyXIiMg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S1rgd5HUAk9S6tlXSIr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KXdlgaDeFTqJJvIydORwA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6PbeZSDJV8LTZu.DNVJx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KG2JTrHEcX.K2qJRWEI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3soC7trMLgF1EoQQ.q_PA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veo0It0TzmVVPz4YoV_J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5XIC63Z4B2W3V_5Fg1ZUw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dsI1ZsLx37dkU32Y6rf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zMfFhulYqQRT7zDTHYfb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xH4dEjjwvb5i3fE91lclw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7ixhn3MsMRbHnub7tlVB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G6oL1C_MdtuN09SuFPcW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RCXibm6N4aFp80bSZvn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ffK5G6DRNAYy4igtYo9w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6lbYoAW0WpviwVdqWD1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fsENiwbWCLeqIdvR9nGQA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BEkb2IiMvvpkxpWoJX0A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LTzAnfdRoyeT5hJ3Qh1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J_t5V.37xs.BE45Qcuuw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p_N85l9NaTX8AGUFMWB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8.EYMyMX7Fd7rgUC1_i3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MJK4nSseQAdyR2kVNEZ8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Uky_QqZB.zZxJg7d7JE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I4GyPEQFaQ3Ho5miKnAMw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jB2.TL1uNVZKSue9DaS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XphsCBISn1lq_vMP_Lc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taZ6ID4oMEF2G685d0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V9ZFEROj5qlXw7xGeXa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M1U.sjzQ5I3htD7ZQcGA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ntYmE7O0NPc4.u75G860A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16GSvEpZL.c4871VBSaQ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.qV4jQ_8KqpJ607tTkW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QcZqINdI4Sehj6Zpk_x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3iLHUHCrMZTNM3Qj4sm3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x1a_MjuZIFNoofzIlNwf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yOk.UiF4m7_Ltzp8gTbA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QZkbajmGUYh4.b5mOkJv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wdFntyMIUBKbogDpw6ZJ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hYDf9enInVx2241Hx5.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amcer6cBx5oLy5x78p64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keMQewQg30o51u65HlZnw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CksXNSP70zdm5wacyYcPA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HuH8d6t7xtaABZggSXj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9LVb_x1cqWw07wMXbxfR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DHeZ_KG1lHbCfLP012YD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VMgw9KC74k7fWb75o164A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xpXDRe605X5zXKfUx6BQ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.Tw2Y0yqrhJ4ouFBs4Hf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LyGBvzsaF7bKcnbUgJp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LrSvCoXYwIjEhjNzpvU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_2Nnoo.cBj66O16g8A1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BfEP2nV3Cd5RsxuSGs_A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j0uKh3.JXDIUNOkH_cmU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NIzdXppVd.ERl0WfN1_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YaF_89DyIahTe2frnbHv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2g3wIYeihUIiXSm.e18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A53fsrlIqzx30EPts8cI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XkmR3b9lkf2pRziMmTF.g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xHwNqkBLSkLgqhhoxqsW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bZZIcVcBQ_FkNOS2DkWc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kPszJfAY6goFdbMstYJw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1cIgRuYW5YujiSIYmmGQ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IIebWutunSq1XQf.c2or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BOP_gGUdXrwox3lVH1gA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Rr4hCLfVZa9iGS46VKpQ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ErHsPHF1JeRsnO17GEmQ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dlObyf9qz8ASAsHO_wKx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PGPqa2De2jVmt.w3sw_X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EMVTjcIG1CuETFXJyTzw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h_akuA8E0azXWJpQtUf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b8VMZmx5YOMJ91s2XDBL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TVM._RkZnIaursujjnL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yNZfGoyH6JwUA8fvCLh7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3tAJKjRLiwznSsClNu5t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QNdNk7FgRtqZAXZjbidD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S3.XrAu4_luyMGmIPr0A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qlUI7A68DtDDkpWp6GT1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45FwkZZSaxZqB1z5OH2J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rJSP__ynTS1k420XRxH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FuBvMjlg63MGAtvY3Hxk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bgcorSut_wVZ.PnAHcHw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65niJU4K1BdiGwqqhS.c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7mVfggszxDlQI04Su2q7Q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7l28LG8KcdpwaxmTZltEQ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Ifx1U.GRdhLDAMpoujDx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aZOd2uOLBdt8.xk.EI6t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KZAhqXFhAQrYeGnQ1wNV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O3aF8TN_a2ZUeJVVDB83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2YLG9H5f2afzM1IWpdgQ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JiRgn4u1hqh2GeT6ETKBQ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n0q0isAnAHH8yUWlhq1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zTBV.kYmPtIfNNoZDxLg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z82LpPq6oTrqK8jkL6BLQ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evgsHEgu3ZDLKh_R_aow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5xz_DlnFSt4AyykPIYwo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FavG_Iul5QpaIYuc0ZDG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0dYklcZrXQJfUtXVY_3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8jBR9uBqg1pgrP9XuMcSw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ngUEcAG1WFVd98874z7Q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hqpOr1IC7xvoMwweTVS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5VbGE4pHaWtpL1knIvx9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vgkYa2S3yuJiXEgDuv.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9YsY41ydK59yqcuGvZ8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34j_v3Qxh2OHKYD3BMsmg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f1uzmD4kXFqnwVpswtr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AzAWcPOwQoPwOC7H4557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Or5XmavnN3K0Rn5fWJj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npSthE1RGONThSxTmzJA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TF8AsJeEE2Y5pzkbwDuP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linZaR8hvC5sBXGofsIuQ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5iXAp9Ec2.Gr1lhKgtdg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YO9UaNDhe9CuvYBztmZY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ufSQTodl0hHKOV72YSG6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MX5zX6cfuPOhtgyQCJddQ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4gK2DnrkMbJ1F2A3SXd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RKRhxYgCzUzUbb4RZNV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4dhdDpafGuCxEQh_iWW1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QQ_nojD3bHdYzciYDjh_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TYXIj07nCB10P5mkqygEw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Xry0XVGy4C4UHKJUjTAA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xAo3NVEPn7o2tBRHtPhG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Xx4Avo4nxIeUYlvt3yUQ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ll.rLhzL7_o7nqaPEhmF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WUFQs.h5yxFJRSIGcCa1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T68P1XqiB7EzQA24Ex3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.rgs1HcEctYEpDcKOFJcA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7IvQ1lvoDkmakCjJPugu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pAVxr1EYypNaue.6vrgbA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mF15T__ds1m8ZGXJQm.ww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462L5xRdojXS2QiJtX7oA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yIxjf5abPw0jnccsj6Fa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HG0tulfUJoMELLNqIGT1w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zBYUQ7hs0unHGuzXtZN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k3oRMUt5uX3uRA11kWMw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wAt.FHgqu3RDmqL_ZRwA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5okHS8jpdhSwghR_ZbUi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9BR_Bs9poludmvOO7us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0ahT7ralXcVIiuXbvJId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UAJ.YtajI6fkoMKvnDrLQ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gCoBlRdlqx0619N4V.X.g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oC4objdaeYB4wE1LVtQ_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4YScMch5kSBN6zcN1tN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2gEcm66ivKLcYnYIlTPq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eZwrjJiGQ1axDqrDLYpJ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pRgoC9EvON_wmT8BRRMHw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Fo2y1lUSbBM0xIQRxwj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iE_4iiGeFbFs8scQjRGOw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F1Zme2WE8Aaa3HvnBsVB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BNJQtNmLCDqkM_QsLrp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GmgEv4tdBLPcF51EMVaA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dxRsI1J5148QhkXxkb_s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RjcT1gm8UNLBVMsr9jI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GjcmyljsQlCof1Viyv_6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pgFKMvd3boiTol6lG5.f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dODR62sx.HKB91aFkft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w1TueMK4fTibM.aampI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zuew45njfpSGal3EWQCBA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cA88._4qm0hHE6VwuQz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oVetTXLpMT3afhmqkAx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stCoEfH6gcBJQUaTEDRz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SrMt72zgGWafWoEuxuZQ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YrC67HpwwIHFkmGssnU0A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SsbUACSXBb1zpgsbDeyZ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huQCtXzOIyUKgmvNfWQw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yzQGgScsPJhOpfHtRn5jA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ddJTG2Pph0eXzKMsdLI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PY1TemKvVq3BfuyTUFkg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.ZAttn07ew5HPZHzbiVE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vhm9l34qLwy7n6dDWKUSA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ooJe3On4bhnuwwxZ1IFw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k__qEOm_pdq.uVuIe_vtw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o8SODhLaKYi88Qo3Daru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Zz8CTjS0Cmjv3XHjFqGQ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w3sHwe7HkSIhp8wssQJ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YoAfNrW0p9GMEebx_eEg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pJ6GtG3G52FkIYaMksiw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CWLa0IbcvXgfSl1BFcm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YPiZitD6eXQqNeg2ziAQ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0xREagPuhUFE6NLdpUE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WTalpc1IyK8eRHHdSUH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392_m5HrVXWMfgcFidFA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VvjJz0IdvSN_Fs8dw.8a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p_rXeDe5Ja2g7prePlXg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.XCOg1caqfdT6NovyeiRw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mmQ6H7.Fd5oyxOwiwfNg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c8l6Q6MwysPQeeOPMWgg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Yo8JCdnD8L38Z8EVg1jw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642J8eFvpuRdIUbk_enw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gj5Y3MvJOu_abspkQhZ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AwRnzN8cud4wiLTRnB9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Pin2vmzRu.DliqB9QKAD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jTxgBGaSdKhhi6TSsN7QA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KHSKOvhc0wFgmAYgvrTA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_vRHWmM.o2Ds5jL8u6OJ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I.zVno9ZFKA9X0NcVlBGQ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cGSgWyqqkU7Dngslk1org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zykjvxC12rbjiThuuz06Q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24UilH169atUiklIhtCHg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.70S6Tb4Ud6_BTW6XsD.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YZ8hkPaTOQ_qMEKbdDETA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rhnb3Y7VoJ5BJgNHKUZA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RkYeBqVbP2SmPYSfed0fg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5NTyWzOxcw_s7m7pwdT8g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AesCHEyI.44dK_qi4lPf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uc0UESp1oX6irW1IecVw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opSiNNypzLVAu9yB6JWzA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QrdyojZS7LPO_t2rJ9nw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qsiJXaU1DEwfQzABwO_g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aoKzvReRazrs3fW2Bvuz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4V5wMJWJALc.m69_aS1hA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Yo.5CQyLcdZ22mhOg8.bQ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YLEP2w85aJQYj3qhbgUsg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aAky3Po_se3ZoSgZH9VoQ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gzLvHh5s5HChnY_qEAGOQ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4zdtLRMVgjmtTiVUqlL8g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_UDNZsKsEbbm29vewndzw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OnHTtng6AT6UWuysug79g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7qvfjsyaUu033_3vxl0hQ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qg_mpBxOVeg4CoZK.f9LQ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WL23ccNGtpo7X_fc93zA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6RaGXSKU9NriYyKLN9EMg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6XcOCfM4BRlM9kPnJhoOw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9cxs.L2dDxY3eBVv20tZQ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ulgp49RT0nunB_7rVgD8w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lVQWdg55VCt.G6mL48hKw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wvj75i6GOQ6MeOKynJOw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VMDiYgXbiKy17Jzm3eljg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wd53587iK6Kf7pafK20iA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canGlC_QX_nzmhrC2rUqw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vvRRJCKqdm_hbfbgH_KQ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32x9IiKHATSNggRCat1HA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8suo8U8xDvFdNVRtZiIOA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ImPMVaJcxVXC6s0ww74Q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skZ1k23mgnM6IQoBxWIpA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XgX.b9rCaQeRk0_lxgdw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_2ItDLnWdvWZ7zZNPhxGQ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TEE_WQ9jMeKksa2QUWgA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36MCouwMkqF5ATj6HGQsQ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sSZZbVmtComtCzbG90cXg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f77hwFX.kWTDx3Bx6zwQ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24iJnSgF3l_CXHlcn58Yg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ImPlIHaE0bkvW6BRX7qTw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sw_qAE2uoLvg1eGqQ44w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GWnStuGbGwMKnxmqJrue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ykn0sC2lijhWDhqCxHlw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GXDr8nf9PS4QWDHIzmhAw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H7U.Kaj6UN8QlTyc.8xnA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RjGhrUgiGLgzS3E6FKDVA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nuVm0n.rTlSUyYgs7e1_Q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jdJ2Q4VHyMjGTcYn404Xg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uuix4mnFJWttm1TwpU7w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ENjiR4NO4777O19yt10Yg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FRFuIBRblm2n1wbWcLqEQ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VtaImrG7xn06AoqCz0o0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td8JdseVsZdYrpht9.dAg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6eCE0yhD5Hy86ZzZtyqdg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FaihaQJmw6EVv9_0HIVQ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5OvRqp9fUNv7fhiXJB6Q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_1CCJRMUfmeWjhgalsvA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d4YLAXOhrlP5KMMsZts5w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zKY8SXGtETgH9CpCFmoA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vHav08xWjazThMSa0VzKA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6fp0X2TyxMIN7BA4JkYbQ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4W4tfwiaPt2ds5zQZ_J3w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9CokXuETRV9o1Q1xda8A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5utSlWcpQ9dhoB0BMA3Q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0IsVyV54PPp_c4JYntKow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TLMY6x6sMog9dmQSfbln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xATgda__KuOH8_OwmxOA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4gkYmOWtanWS.hh.25ttw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1Pi.duVF3MRXzlEqwdbr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LdnwZh1UAPfy29XhY7Ww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o1749czqAUD3gtDRFzEg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u.tRoxIOHotA81ItNcTVw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yMBOnhx5W1jZSt6KH0oNQ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IIf0RMigu4Om079pQX69A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6cie2h3CKD_di0YPBfMnw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LCqczPqaXoXRBtb3mVXUg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2gdETrv3eoIrPgi47ARA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5k0N6lPJYWsaquYMHG_g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SJZxoS_3d0ap7fCCoabA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rItVjZzIEshxTE82iBc5Q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7F8urSSPeHYwhhwvMtHA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.iiYJDq5pboJZsa4zXAsg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0pI7JURJxDsLI9.TPDgg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V0GqduGoeUTeHZo7EfG_Q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gSC1y5wmd6q5calJ28Gcg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IaHy7P3Gmxegc3B29WRg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qZPp0F_w9fvh4ir9TB5qg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k_hCIdZwJC6KIbRBj_i0w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wtlYfehbis4i7pywh6jvA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rjv.fycg7oMauOzIXHi1A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Qs4wlKDllP6PD2LwEzU.w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jn4nxwtdiIpP2w_yDTYmQ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S4.SvfjsFuKkYnf6g3ZiQ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QaKB8oxfbJ_OVvXppqn6w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7WqjeN6G6.zJmr6BB9WJA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oQBtB29JRSGS6ZsW9ConQ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JsO4an2WTXhUDoVJUAAhA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7P1xn7Wd2820ausR9pk0A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z242S66ziHPsFYV5g19A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OMeOr3HZ29FUqjQKW6RQ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xuyixpL.b_bGKbDu.f6WA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H.XZRU2ScY4fUJH8vkfBQ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uHszBVTiQ4EvpeajzTjFA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7SZxU4bC7tRmpzFWUE6aA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wC1Y5BskB2X9XEkvPuPA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9D_jZgROGO96JIhV6e8VA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h5grzvzk9zVm40koN3dpQ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6GI4FtiTbFl3gHaPCr4sA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fD6FbkeAdnYX0bFWQsaAQ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7f7IClQ9Au3WW6OWnGwpg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1dWeKsRbi1CqVATh45AUw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n9JW0q.NiEKp.2OyTBhSw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ZEuTnJ130g3hH590ZbVA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WphhQ9X232_FHTtRx3UQ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cy9vCUlG7o_BgH7MMe6_A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6lHjWiyArGQlSJvDU2Yw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B5Vbcu4CB2IDBd8Qumb.Q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XrodGhogtrJCbLrU7gssw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hG.gvWmqirO37BA90Odsg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5CKvBCx2sfkN0GqvTdFzA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8co_IM1o4eaIaKOF821Q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UjwwcHBWUw1O74gjN17Gw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VxGizagIE5TcQZnmyg2A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oOHagjE7qrd1QF4FJ7sGA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7hxVKTNynVzp33B2i5MbQ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v3SI6WdbMRINbuPePjpvg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R9H15Z1ZTb6SUhkp5XTw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53CuZkjiR_OO4BF1QS9Ow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Y3SmX3IdNKy4VmiTTsE9g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s6o9ootq92d48s3HwBApw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nkHZuSSh0xXjKIXu3PAtg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9BHonODqf6Hy9j58QjKNQ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6xdND0Jmdvv8PSiQlSXg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lJZr2dXxfJa7ifxyvo8w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mqkZG1GA0qOL24f_bsqDA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QbjYuLbLQduSEDbcM8slA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3NHKHRlLgiKNxTh21mZSw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lWmx3mnUhT8Z43e96Hlzg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ZrBjY7bf77pXPSuTNCkFg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4dBM7XhvF29n0PY3.c4LQ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klFlmZ9oFgJAdZ0gHOX_A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v_sjSgLVKE5GaqiWE18g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RNMEebAQaq1evKJNYSMGg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coeUKVmtL8AvsQhPNdbBg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8XlwOnFEt6qm_m2xgQXw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N4IVstMkXoYC9Dwg.Opg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YS1rXBj7vV3LpG57TiRbg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OH8HZU4AzwEFZm0lHrZmw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mozp7n7_zRuFbeFY76HA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cJVLs4QSy5LERq.fnygyA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ziTWbZZGFRJ5ugsVE_p2w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ICo565ZDnUIfkoKFYU9xQ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6P4uXZB.b975TbL8vTudA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q4DX60XN82oXbQhDhrVg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Q1ygx9WqDsnZB2p1ACbA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zzpRrm2ypQQlgsPVcdFkg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8Lb728hJCOr06_S_O34Lg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iko2maDVzG16QXo9dIaw"/>
</p:tagLst>
</file>

<file path=ppt/theme/theme1.xml><?xml version="1.0" encoding="utf-8"?>
<a:theme xmlns:a="http://schemas.openxmlformats.org/drawingml/2006/main" name="Shell layouts with footer">
  <a:themeElements>
    <a:clrScheme name="Custom 1">
      <a:dk1>
        <a:srgbClr val="595959"/>
      </a:dk1>
      <a:lt1>
        <a:srgbClr val="FFFFFF"/>
      </a:lt1>
      <a:dk2>
        <a:srgbClr val="EAEAEA"/>
      </a:dk2>
      <a:lt2>
        <a:srgbClr val="CCCCCC"/>
      </a:lt2>
      <a:accent1>
        <a:srgbClr val="F7D117"/>
      </a:accent1>
      <a:accent2>
        <a:srgbClr val="D42E12"/>
      </a:accent2>
      <a:accent3>
        <a:srgbClr val="003882"/>
      </a:accent3>
      <a:accent4>
        <a:srgbClr val="611759"/>
      </a:accent4>
      <a:accent5>
        <a:srgbClr val="00824A"/>
      </a:accent5>
      <a:accent6>
        <a:srgbClr val="DE8703"/>
      </a:accent6>
      <a:hlink>
        <a:srgbClr val="000000"/>
      </a:hlink>
      <a:folHlink>
        <a:srgbClr val="000000"/>
      </a:folHlink>
    </a:clrScheme>
    <a:fontScheme name="Shell - Fonts">
      <a:majorFont>
        <a:latin typeface="Futura Medium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77800" indent="-177800">
          <a:lnSpc>
            <a:spcPct val="113000"/>
          </a:lnSpc>
          <a:spcAft>
            <a:spcPts val="60"/>
          </a:spcAft>
          <a:buFont typeface="Wingdings"/>
          <a:buChar char="n"/>
          <a:defRPr sz="1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Shell Document" ma:contentTypeID="0x0101006F0A470EEB1140E7AA14F4CE8A50B54C0001CB1477F4DD432AA86DD56CC3887AF400F644A78CBFDAD44983885002DC8B3358" ma:contentTypeVersion="5" ma:contentTypeDescription="Shell Document Content Type" ma:contentTypeScope="" ma:versionID="9972982cb723cf5df02987a4cb397dc7">
  <xsd:schema xmlns:xsd="http://www.w3.org/2001/XMLSchema" xmlns:xs="http://www.w3.org/2001/XMLSchema" xmlns:p="http://schemas.microsoft.com/office/2006/metadata/properties" xmlns:ns1="http://schemas.microsoft.com/sharepoint/v3" xmlns:ns2="5fe9d420-80f7-4ada-bee1-a7a60088c9b2" xmlns:ns3="d897dab9-547b-4d8a-9e98-e2c84c4ab18d" targetNamespace="http://schemas.microsoft.com/office/2006/metadata/properties" ma:root="true" ma:fieldsID="11b7afb5536d3e270a25d7434dfd5e62" ns1:_="" ns2:_="" ns3:_="">
    <xsd:import namespace="http://schemas.microsoft.com/sharepoint/v3"/>
    <xsd:import namespace="5fe9d420-80f7-4ada-bee1-a7a60088c9b2"/>
    <xsd:import namespace="d897dab9-547b-4d8a-9e98-e2c84c4ab18d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1:SAEFSecurityClassificationTaxHTField0" minOccurs="0"/>
                <xsd:element ref="ns2:ice2f7984e9548f9a31773f854109466" minOccurs="0"/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AEFSecurityClassificationTaxHTField0" ma:index="11" nillable="true" ma:displayName="Security Classification_0" ma:hidden="true" ma:internalName="SAEFSecurityClassificationTaxHTField0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e9d420-80f7-4ada-bee1-a7a60088c9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ice2f7984e9548f9a31773f854109466" ma:index="12" ma:taxonomy="true" ma:internalName="ice2f7984e9548f9a31773f854109466" ma:taxonomyFieldName="SAEFSecurityClassification" ma:displayName="Security Classification" ma:default="5;#Confidential|e4bc29b2-6e76-48cc-b090-8b544c0802ae" ma:fieldId="{2ce2f798-4e95-48f9-a317-73f854109466}" ma:sspId="e3aebf70-341c-4d91-bdd3-aba9df361687" ma:termSetId="daf890f0-167e-4ee2-a9fd-a81536ed816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3" nillable="true" ma:displayName="Taxonomy Catch All Column" ma:hidden="true" ma:list="{c7126bf2-9056-4401-894f-d1136f5f3720}" ma:internalName="TaxCatchAll" ma:showField="CatchAllData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4" nillable="true" ma:displayName="Taxonomy Catch All Column1" ma:hidden="true" ma:list="{c7126bf2-9056-4401-894f-d1136f5f3720}" ma:internalName="TaxCatchAllLabel" ma:readOnly="true" ma:showField="CatchAllDataLabel" ma:web="5fe9d420-80f7-4ada-bee1-a7a60088c9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7dab9-547b-4d8a-9e98-e2c84c4ab1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AEFSecurityClassificationTaxHTField0 xmlns="http://schemas.microsoft.com/sharepoint/v3">Restricted21aa7f98-4035-4019-a764-107acb7269af</SAEFSecurityClassificationTaxHTField0>
    <TaxCatchAll xmlns="5fe9d420-80f7-4ada-bee1-a7a60088c9b2">
      <Value>1</Value>
    </TaxCatchAll>
    <ice2f7984e9548f9a31773f854109466 xmlns="5fe9d420-80f7-4ada-bee1-a7a60088c9b2">
      <Terms xmlns="http://schemas.microsoft.com/office/infopath/2007/PartnerControls">
        <TermInfo xmlns="http://schemas.microsoft.com/office/infopath/2007/PartnerControls">
          <TermName xmlns="http://schemas.microsoft.com/office/infopath/2007/PartnerControls">Restricted</TermName>
          <TermId xmlns="http://schemas.microsoft.com/office/infopath/2007/PartnerControls">21aa7f98-4035-4019-a764-107acb7269af</TermId>
        </TermInfo>
      </Terms>
    </ice2f7984e9548f9a31773f854109466>
    <_dlc_DocId xmlns="5fe9d420-80f7-4ada-bee1-a7a60088c9b2">UXD4DQ5FARXZ-1534890728-25</_dlc_DocId>
    <_dlc_DocIdUrl xmlns="5fe9d420-80f7-4ada-bee1-a7a60088c9b2">
      <Url>https://eu001-sp.shell.com/sites/SPO002395/_layouts/15/DocIdRedir.aspx?ID=UXD4DQ5FARXZ-1534890728-25</Url>
      <Description>UXD4DQ5FARXZ-1534890728-25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4FE3B36A-2FDB-43C8-A4F8-BA8A83EB3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9491724-AC44-473D-A603-3E5B8625C250}"/>
</file>

<file path=customXml/itemProps3.xml><?xml version="1.0" encoding="utf-8"?>
<ds:datastoreItem xmlns:ds="http://schemas.openxmlformats.org/officeDocument/2006/customXml" ds:itemID="{6CAE002A-7645-46A2-8C4A-738EDFAA7ED3}">
  <ds:schemaRefs>
    <ds:schemaRef ds:uri="67a4d270-2e9e-45ec-b53e-707b7cbfe7c3"/>
    <ds:schemaRef ds:uri="http://purl.org/dc/terms/"/>
    <ds:schemaRef ds:uri="http://schemas.microsoft.com/sharepoint/v3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c642a6ca-8515-4142-b4ce-183d01f224d8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DECCCB42-08D4-43BC-ADC0-722531038D07}"/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3544</TotalTime>
  <Words>680</Words>
  <Application>Microsoft Office PowerPoint</Application>
  <PresentationFormat>Custom</PresentationFormat>
  <Paragraphs>202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2" baseType="lpstr">
      <vt:lpstr>Futura Medium</vt:lpstr>
      <vt:lpstr>Wingdings</vt:lpstr>
      <vt:lpstr>ShellMedium</vt:lpstr>
      <vt:lpstr>Montserrat</vt:lpstr>
      <vt:lpstr>Aptos</vt:lpstr>
      <vt:lpstr>Aptos Narrow</vt:lpstr>
      <vt:lpstr>ShellLight</vt:lpstr>
      <vt:lpstr>Arial</vt:lpstr>
      <vt:lpstr>Aptos Display</vt:lpstr>
      <vt:lpstr>Shell layouts with footer</vt:lpstr>
      <vt:lpstr>think-cell Slide</vt:lpstr>
      <vt:lpstr>PowerPoint Presentation</vt:lpstr>
    </vt:vector>
  </TitlesOfParts>
  <Company>Shell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CO2 Valuation Challenges</dc:title>
  <dc:creator>Thomas.Lopez@shell.com</dc:creator>
  <cp:keywords>GEC'17</cp:keywords>
  <cp:lastModifiedBy>Yntema, Michiel SIBV-FR/P/R</cp:lastModifiedBy>
  <cp:revision>525</cp:revision>
  <cp:lastPrinted>2017-04-25T09:06:38Z</cp:lastPrinted>
  <dcterms:created xsi:type="dcterms:W3CDTF">2009-11-25T14:32:06Z</dcterms:created>
  <dcterms:modified xsi:type="dcterms:W3CDTF">2026-09-01T11:54:08Z</dcterms:modified>
  <cp:category>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zKit Template Type">
    <vt:lpwstr>Widescreen</vt:lpwstr>
  </property>
  <property fmtid="{D5CDD505-2E9C-101B-9397-08002B2CF9AE}" pid="3" name="WizKit Template Version">
    <vt:i4>4</vt:i4>
  </property>
  <property fmtid="{D5CDD505-2E9C-101B-9397-08002B2CF9AE}" pid="4" name="ContentTypeId">
    <vt:lpwstr>0x0101006F0A470EEB1140E7AA14F4CE8A50B54C0001CB1477F4DD432AA86DD56CC3887AF400F644A78CBFDAD44983885002DC8B3358</vt:lpwstr>
  </property>
  <property fmtid="{D5CDD505-2E9C-101B-9397-08002B2CF9AE}" pid="5" name="_dlc_policyId">
    <vt:lpwstr/>
  </property>
  <property fmtid="{D5CDD505-2E9C-101B-9397-08002B2CF9AE}" pid="6" name="ItemRetentionFormula">
    <vt:lpwstr/>
  </property>
  <property fmtid="{D5CDD505-2E9C-101B-9397-08002B2CF9AE}" pid="7" name="_dlc_DocIdItemGuid">
    <vt:lpwstr>b51f8bf6-0ad1-475a-8667-03e6d8076486</vt:lpwstr>
  </property>
  <property fmtid="{D5CDD505-2E9C-101B-9397-08002B2CF9AE}" pid="8" name="Shell SharePoint SAEF KeepFileLocal">
    <vt:bool>false</vt:bool>
  </property>
  <property fmtid="{D5CDD505-2E9C-101B-9397-08002B2CF9AE}" pid="9" name="Shell SharePoint SAEF WorkgroupIDTaxHTField0">
    <vt:lpwstr>UIB Commercial, New Business ＆ LNG - 11947|52d8a608-ed1f-401e-8ffb-8cc5334b8b42</vt:lpwstr>
  </property>
  <property fmtid="{D5CDD505-2E9C-101B-9397-08002B2CF9AE}" pid="10" name="Shell SharePoint SAEF SecurityClassificationTaxHTField0">
    <vt:lpwstr>Restricted|21aa7f98-4035-4019-a764-107acb7269af</vt:lpwstr>
  </property>
  <property fmtid="{D5CDD505-2E9C-101B-9397-08002B2CF9AE}" pid="11" name="Shell SharePoint SAEF LegalEntity">
    <vt:lpwstr>3;#SIEP|ca814f84-fd49-4cca-9dd4-ac559012442b</vt:lpwstr>
  </property>
  <property fmtid="{D5CDD505-2E9C-101B-9397-08002B2CF9AE}" pid="12" name="Shell SharePoint SAEF CountryOfJurisdiction">
    <vt:lpwstr>6;#NETHERLANDS|54565ecb-470f-40ea-a584-819150a65a13</vt:lpwstr>
  </property>
  <property fmtid="{D5CDD505-2E9C-101B-9397-08002B2CF9AE}" pid="13" name="Shell SharePoint SAEF ExportControlClassification">
    <vt:lpwstr>8;#Non-US content - Non Controlled|2ac8835e-0587-4096-a6e2-1f68da1e6cb3</vt:lpwstr>
  </property>
  <property fmtid="{D5CDD505-2E9C-101B-9397-08002B2CF9AE}" pid="14" name="SME Areas">
    <vt:lpwstr/>
  </property>
  <property fmtid="{D5CDD505-2E9C-101B-9397-08002B2CF9AE}" pid="15" name="SAEFSecurityClassification">
    <vt:lpwstr>1;#Restricted|21aa7f98-4035-4019-a764-107acb7269af</vt:lpwstr>
  </property>
  <property fmtid="{D5CDD505-2E9C-101B-9397-08002B2CF9AE}" pid="16" name="Shell SharePoint SAEF DocumentStatus">
    <vt:lpwstr>11;#Draft|1c86f377-7d91-4c95-bd5b-c18c83fe0aa5</vt:lpwstr>
  </property>
  <property fmtid="{D5CDD505-2E9C-101B-9397-08002B2CF9AE}" pid="17" name="Shell SharePoint SAEF Language">
    <vt:lpwstr>5;#English|bd3ad5ee-f0c3-40aa-8cc8-36ef09940af3</vt:lpwstr>
  </property>
  <property fmtid="{D5CDD505-2E9C-101B-9397-08002B2CF9AE}" pid="18" name="Shell SharePoint SAEF Business">
    <vt:lpwstr>1;#Upstream International|dabf15d9-4f75-4ed1-b8a1-a0c3e2a85888</vt:lpwstr>
  </property>
  <property fmtid="{D5CDD505-2E9C-101B-9397-08002B2CF9AE}" pid="19" name="Shell SharePoint SAEF BusinessProcess">
    <vt:lpwstr>7;#Develop New Business|8f030812-6a49-4616-837f-b8f0f1d07b9c</vt:lpwstr>
  </property>
  <property fmtid="{D5CDD505-2E9C-101B-9397-08002B2CF9AE}" pid="20" name="Shell SharePoint SAEF DocumentType">
    <vt:lpwstr>13;#Study results|073ec550-c791-4e3f-9683-953f7d5eb953</vt:lpwstr>
  </property>
  <property fmtid="{D5CDD505-2E9C-101B-9397-08002B2CF9AE}" pid="21" name="SME Keywords">
    <vt:lpwstr/>
  </property>
  <property fmtid="{D5CDD505-2E9C-101B-9397-08002B2CF9AE}" pid="22" name="Shell SharePoint SAEF BusinessUnitRegion">
    <vt:lpwstr>1;#Upstream International|dabf15d9-4f75-4ed1-b8a1-a0c3e2a85888</vt:lpwstr>
  </property>
  <property fmtid="{D5CDD505-2E9C-101B-9397-08002B2CF9AE}" pid="23" name="Shell SharePoint SAEF GlobalFunction">
    <vt:lpwstr>2;#Sustainable Development|2fbcccf5-c9b5-4b2d-984f-9a9b70c47e11</vt:lpwstr>
  </property>
  <property fmtid="{D5CDD505-2E9C-101B-9397-08002B2CF9AE}" pid="24" name="Shell SharePoint SAEF SiteCollectionName">
    <vt:lpwstr>Global Upstream Economics Portal</vt:lpwstr>
  </property>
  <property fmtid="{D5CDD505-2E9C-101B-9397-08002B2CF9AE}" pid="25" name="Order">
    <vt:r8>284000</vt:r8>
  </property>
  <property fmtid="{D5CDD505-2E9C-101B-9397-08002B2CF9AE}" pid="26" name="xd_Signature">
    <vt:bool>false</vt:bool>
  </property>
  <property fmtid="{D5CDD505-2E9C-101B-9397-08002B2CF9AE}" pid="27" name="Shell SharePoint SAEF GlobalFunctionTaxHTField0">
    <vt:lpwstr>Sustainable Development|2fbcccf5-c9b5-4b2d-984f-9a9b70c47e11</vt:lpwstr>
  </property>
  <property fmtid="{D5CDD505-2E9C-101B-9397-08002B2CF9AE}" pid="28" name="Shell SharePoint SAEF DocumentTypeTaxHTField0">
    <vt:lpwstr>Study results|073ec550-c791-4e3f-9683-953f7d5eb953</vt:lpwstr>
  </property>
  <property fmtid="{D5CDD505-2E9C-101B-9397-08002B2CF9AE}" pid="29" name="xd_ProgID">
    <vt:lpwstr/>
  </property>
  <property fmtid="{D5CDD505-2E9C-101B-9397-08002B2CF9AE}" pid="30" name="Shell SharePoint SAEF SiteOwner">
    <vt:lpwstr>Peter Grieve</vt:lpwstr>
  </property>
  <property fmtid="{D5CDD505-2E9C-101B-9397-08002B2CF9AE}" pid="31" name="Shell SharePoint SAEF LanguageTaxHTField0">
    <vt:lpwstr>English|bd3ad5ee-f0c3-40aa-8cc8-36ef09940af3</vt:lpwstr>
  </property>
  <property fmtid="{D5CDD505-2E9C-101B-9397-08002B2CF9AE}" pid="32" name="Shell SharePoint SAEF CountryOfJurisdictionTaxHTField0">
    <vt:lpwstr>NETHERLANDS|54565ecb-470f-40ea-a584-819150a65a13</vt:lpwstr>
  </property>
  <property fmtid="{D5CDD505-2E9C-101B-9397-08002B2CF9AE}" pid="33" name="ComplianceAssetId">
    <vt:lpwstr/>
  </property>
  <property fmtid="{D5CDD505-2E9C-101B-9397-08002B2CF9AE}" pid="34" name="TemplateUrl">
    <vt:lpwstr/>
  </property>
  <property fmtid="{D5CDD505-2E9C-101B-9397-08002B2CF9AE}" pid="35" name="Shell SharePoint SAEF BusinessUnitRegionTaxHTField0">
    <vt:lpwstr>Upstream International|dabf15d9-4f75-4ed1-b8a1-a0c3e2a85888</vt:lpwstr>
  </property>
  <property fmtid="{D5CDD505-2E9C-101B-9397-08002B2CF9AE}" pid="36" name="Shell SharePoint SAEF DocumentStatusTaxHTField0">
    <vt:lpwstr>Draft|1c86f377-7d91-4c95-bd5b-c18c83fe0aa5</vt:lpwstr>
  </property>
  <property fmtid="{D5CDD505-2E9C-101B-9397-08002B2CF9AE}" pid="37" name="Shell SharePoint SAEF BusinessProcessTaxHTField0">
    <vt:lpwstr>Develop New Business|8f030812-6a49-4616-837f-b8f0f1d07b9c</vt:lpwstr>
  </property>
  <property fmtid="{D5CDD505-2E9C-101B-9397-08002B2CF9AE}" pid="38" name="Shell SharePoint SAEF BusinessTaxHTField0">
    <vt:lpwstr>Upstream International|dabf15d9-4f75-4ed1-b8a1-a0c3e2a85888</vt:lpwstr>
  </property>
  <property fmtid="{D5CDD505-2E9C-101B-9397-08002B2CF9AE}" pid="39" name="Shell SharePoint SAEF Collection">
    <vt:bool>false</vt:bool>
  </property>
  <property fmtid="{D5CDD505-2E9C-101B-9397-08002B2CF9AE}" pid="40" name="_ExtendedDescription">
    <vt:lpwstr/>
  </property>
  <property fmtid="{D5CDD505-2E9C-101B-9397-08002B2CF9AE}" pid="41" name="Shell SharePoint SAEF ExportControlClassificationTaxHTField0">
    <vt:lpwstr>Non-US content - Non Controlled|2ac8835e-0587-4096-a6e2-1f68da1e6cb3</vt:lpwstr>
  </property>
  <property fmtid="{D5CDD505-2E9C-101B-9397-08002B2CF9AE}" pid="42" name="TriggerFlowInfo">
    <vt:lpwstr/>
  </property>
  <property fmtid="{D5CDD505-2E9C-101B-9397-08002B2CF9AE}" pid="43" name="Shell SharePoint SAEF LegalEntityTaxHTField0">
    <vt:lpwstr>SIEP|ca814f84-fd49-4cca-9dd4-ac559012442b</vt:lpwstr>
  </property>
  <property fmtid="{D5CDD505-2E9C-101B-9397-08002B2CF9AE}" pid="44" name="MediaServiceImageTags">
    <vt:lpwstr/>
  </property>
</Properties>
</file>