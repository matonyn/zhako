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147473217" r:id="rId5"/>
  </p:sldIdLst>
  <p:sldSz cx="30275213" cy="42803763"/>
  <p:notesSz cx="9926638" cy="14355763"/>
  <p:embeddedFontLst>
    <p:embeddedFont>
      <p:font typeface="Futura Medium" panose="00000800000000000000"/>
      <p:regular r:id="rId8"/>
      <p:bold r:id="rId9"/>
      <p:italic r:id="rId10"/>
      <p:boldItalic r:id="rId11"/>
    </p:embeddedFont>
    <p:embeddedFont>
      <p:font typeface="ShellMedium" panose="00000600000000000000" pitchFamily="2" charset="0"/>
      <p:regular r:id="rId12"/>
    </p:embeddedFont>
  </p:embeddedFont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B6E"/>
    <a:srgbClr val="F5FBA3"/>
    <a:srgbClr val="FFEECA"/>
    <a:srgbClr val="D42E12"/>
    <a:srgbClr val="000000"/>
    <a:srgbClr val="F7D117"/>
    <a:srgbClr val="F49600"/>
    <a:srgbClr val="8FD1E3"/>
    <a:srgbClr val="FFFFFF"/>
    <a:srgbClr val="CCE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7" autoAdjust="0"/>
  </p:normalViewPr>
  <p:slideViewPr>
    <p:cSldViewPr snapToGrid="0">
      <p:cViewPr>
        <p:scale>
          <a:sx n="25" d="100"/>
          <a:sy n="25" d="100"/>
        </p:scale>
        <p:origin x="2412" y="-984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52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18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DI, AAKASH PTIN-FR/P/C" userId="f994d3ed-e4b3-4c78-b131-c6c2cc41393c" providerId="ADAL" clId="{8934DAA9-170B-424F-BC01-55C4EF4B9B9F}"/>
    <pc:docChg chg="undo redo custSel addSld delSld modSld modNotesMaster">
      <pc:chgData name="MODI, AAKASH PTIN-FR/P/C" userId="f994d3ed-e4b3-4c78-b131-c6c2cc41393c" providerId="ADAL" clId="{8934DAA9-170B-424F-BC01-55C4EF4B9B9F}" dt="2026-09-01T06:14:40.410" v="7230" actId="20577"/>
      <pc:docMkLst>
        <pc:docMk/>
      </pc:docMkLst>
      <pc:sldChg chg="addSp delSp modSp add mod modNotes">
        <pc:chgData name="MODI, AAKASH PTIN-FR/P/C" userId="f994d3ed-e4b3-4c78-b131-c6c2cc41393c" providerId="ADAL" clId="{8934DAA9-170B-424F-BC01-55C4EF4B9B9F}" dt="2026-09-01T06:14:40.410" v="7230" actId="20577"/>
        <pc:sldMkLst>
          <pc:docMk/>
          <pc:sldMk cId="781751274" sldId="2147473217"/>
        </pc:sldMkLst>
        <pc:spChg chg="mod">
          <ac:chgData name="MODI, AAKASH PTIN-FR/P/C" userId="f994d3ed-e4b3-4c78-b131-c6c2cc41393c" providerId="ADAL" clId="{8934DAA9-170B-424F-BC01-55C4EF4B9B9F}" dt="2026-08-18T10:48:16.183" v="7125" actId="20577"/>
          <ac:spMkLst>
            <pc:docMk/>
            <pc:sldMk cId="781751274" sldId="2147473217"/>
            <ac:spMk id="5" creationId="{D643250F-3428-3656-145F-153C303B6FC2}"/>
          </ac:spMkLst>
        </pc:spChg>
        <pc:spChg chg="mod">
          <ac:chgData name="MODI, AAKASH PTIN-FR/P/C" userId="f994d3ed-e4b3-4c78-b131-c6c2cc41393c" providerId="ADAL" clId="{8934DAA9-170B-424F-BC01-55C4EF4B9B9F}" dt="2026-08-18T04:13:39.082" v="5529" actId="20577"/>
          <ac:spMkLst>
            <pc:docMk/>
            <pc:sldMk cId="781751274" sldId="2147473217"/>
            <ac:spMk id="6" creationId="{7BFAFD62-9320-7267-7A2F-6C939083BC1E}"/>
          </ac:spMkLst>
        </pc:spChg>
        <pc:spChg chg="mod">
          <ac:chgData name="MODI, AAKASH PTIN-FR/P/C" userId="f994d3ed-e4b3-4c78-b131-c6c2cc41393c" providerId="ADAL" clId="{8934DAA9-170B-424F-BC01-55C4EF4B9B9F}" dt="2026-08-18T11:02:58.057" v="7149" actId="20577"/>
          <ac:spMkLst>
            <pc:docMk/>
            <pc:sldMk cId="781751274" sldId="2147473217"/>
            <ac:spMk id="9" creationId="{B91A153E-2739-1129-5988-36CAF6688A6A}"/>
          </ac:spMkLst>
        </pc:spChg>
        <pc:spChg chg="mod">
          <ac:chgData name="MODI, AAKASH PTIN-FR/P/C" userId="f994d3ed-e4b3-4c78-b131-c6c2cc41393c" providerId="ADAL" clId="{8934DAA9-170B-424F-BC01-55C4EF4B9B9F}" dt="2026-08-18T03:04:53.738" v="4716" actId="404"/>
          <ac:spMkLst>
            <pc:docMk/>
            <pc:sldMk cId="781751274" sldId="2147473217"/>
            <ac:spMk id="10" creationId="{D3CCF2A1-23E1-6073-AF7E-96BF5C0B6001}"/>
          </ac:spMkLst>
        </pc:spChg>
        <pc:spChg chg="add mod">
          <ac:chgData name="MODI, AAKASH PTIN-FR/P/C" userId="f994d3ed-e4b3-4c78-b131-c6c2cc41393c" providerId="ADAL" clId="{8934DAA9-170B-424F-BC01-55C4EF4B9B9F}" dt="2026-08-18T03:08:54.505" v="4762" actId="14100"/>
          <ac:spMkLst>
            <pc:docMk/>
            <pc:sldMk cId="781751274" sldId="2147473217"/>
            <ac:spMk id="11" creationId="{9A148E93-C646-7868-26B5-5D13D2F9EE23}"/>
          </ac:spMkLst>
        </pc:spChg>
        <pc:spChg chg="add mod">
          <ac:chgData name="MODI, AAKASH PTIN-FR/P/C" userId="f994d3ed-e4b3-4c78-b131-c6c2cc41393c" providerId="ADAL" clId="{8934DAA9-170B-424F-BC01-55C4EF4B9B9F}" dt="2026-08-18T04:07:06.040" v="5524" actId="26606"/>
          <ac:spMkLst>
            <pc:docMk/>
            <pc:sldMk cId="781751274" sldId="2147473217"/>
            <ac:spMk id="15" creationId="{76B0FF45-1AF2-B0AC-DAD0-63A2AACAE7F4}"/>
          </ac:spMkLst>
        </pc:spChg>
        <pc:spChg chg="add mod">
          <ac:chgData name="MODI, AAKASH PTIN-FR/P/C" userId="f994d3ed-e4b3-4c78-b131-c6c2cc41393c" providerId="ADAL" clId="{8934DAA9-170B-424F-BC01-55C4EF4B9B9F}" dt="2026-09-01T05:36:37.471" v="7178" actId="465"/>
          <ac:spMkLst>
            <pc:docMk/>
            <pc:sldMk cId="781751274" sldId="2147473217"/>
            <ac:spMk id="16" creationId="{5BF22248-CC78-D867-124D-BF143F99C7AE}"/>
          </ac:spMkLst>
        </pc:spChg>
        <pc:spChg chg="add mod">
          <ac:chgData name="MODI, AAKASH PTIN-FR/P/C" userId="f994d3ed-e4b3-4c78-b131-c6c2cc41393c" providerId="ADAL" clId="{8934DAA9-170B-424F-BC01-55C4EF4B9B9F}" dt="2026-08-18T05:06:32.337" v="6432" actId="1076"/>
          <ac:spMkLst>
            <pc:docMk/>
            <pc:sldMk cId="781751274" sldId="2147473217"/>
            <ac:spMk id="18" creationId="{B2F25AF8-C8F2-5250-70A8-8AC4FBBD22B7}"/>
          </ac:spMkLst>
        </pc:spChg>
        <pc:spChg chg="add mod">
          <ac:chgData name="MODI, AAKASH PTIN-FR/P/C" userId="f994d3ed-e4b3-4c78-b131-c6c2cc41393c" providerId="ADAL" clId="{8934DAA9-170B-424F-BC01-55C4EF4B9B9F}" dt="2026-08-18T04:31:24.777" v="5935" actId="404"/>
          <ac:spMkLst>
            <pc:docMk/>
            <pc:sldMk cId="781751274" sldId="2147473217"/>
            <ac:spMk id="19" creationId="{E7C6B670-124D-CB3B-5EBA-4D89DBE9E487}"/>
          </ac:spMkLst>
        </pc:spChg>
        <pc:spChg chg="add mod">
          <ac:chgData name="MODI, AAKASH PTIN-FR/P/C" userId="f994d3ed-e4b3-4c78-b131-c6c2cc41393c" providerId="ADAL" clId="{8934DAA9-170B-424F-BC01-55C4EF4B9B9F}" dt="2026-09-01T05:36:43.171" v="7180" actId="408"/>
          <ac:spMkLst>
            <pc:docMk/>
            <pc:sldMk cId="781751274" sldId="2147473217"/>
            <ac:spMk id="22" creationId="{EE999D09-EF03-5EAF-110D-80C64FCE4AB2}"/>
          </ac:spMkLst>
        </pc:spChg>
        <pc:spChg chg="mod">
          <ac:chgData name="MODI, AAKASH PTIN-FR/P/C" userId="f994d3ed-e4b3-4c78-b131-c6c2cc41393c" providerId="ADAL" clId="{8934DAA9-170B-424F-BC01-55C4EF4B9B9F}" dt="2026-08-18T03:21:01.489" v="4987" actId="207"/>
          <ac:spMkLst>
            <pc:docMk/>
            <pc:sldMk cId="781751274" sldId="2147473217"/>
            <ac:spMk id="26" creationId="{CBE5E08E-22B8-9773-7EE6-F4E55F67F215}"/>
          </ac:spMkLst>
        </pc:spChg>
        <pc:spChg chg="add mod">
          <ac:chgData name="MODI, AAKASH PTIN-FR/P/C" userId="f994d3ed-e4b3-4c78-b131-c6c2cc41393c" providerId="ADAL" clId="{8934DAA9-170B-424F-BC01-55C4EF4B9B9F}" dt="2026-09-01T05:36:43.171" v="7180" actId="408"/>
          <ac:spMkLst>
            <pc:docMk/>
            <pc:sldMk cId="781751274" sldId="2147473217"/>
            <ac:spMk id="27" creationId="{16E8189F-0C61-750E-6800-608558F0EA36}"/>
          </ac:spMkLst>
        </pc:spChg>
        <pc:spChg chg="add del mod">
          <ac:chgData name="MODI, AAKASH PTIN-FR/P/C" userId="f994d3ed-e4b3-4c78-b131-c6c2cc41393c" providerId="ADAL" clId="{8934DAA9-170B-424F-BC01-55C4EF4B9B9F}" dt="2026-09-01T05:37:06.134" v="7182" actId="207"/>
          <ac:spMkLst>
            <pc:docMk/>
            <pc:sldMk cId="781751274" sldId="2147473217"/>
            <ac:spMk id="29" creationId="{5CF84FC7-2174-C506-8D62-F0E17D5B810E}"/>
          </ac:spMkLst>
        </pc:spChg>
        <pc:spChg chg="add mod">
          <ac:chgData name="MODI, AAKASH PTIN-FR/P/C" userId="f994d3ed-e4b3-4c78-b131-c6c2cc41393c" providerId="ADAL" clId="{8934DAA9-170B-424F-BC01-55C4EF4B9B9F}" dt="2026-08-18T04:31:31.783" v="5940" actId="1035"/>
          <ac:spMkLst>
            <pc:docMk/>
            <pc:sldMk cId="781751274" sldId="2147473217"/>
            <ac:spMk id="30" creationId="{0E29FB50-3642-EC96-DDA4-08907E8A4997}"/>
          </ac:spMkLst>
        </pc:spChg>
        <pc:spChg chg="add del mod">
          <ac:chgData name="MODI, AAKASH PTIN-FR/P/C" userId="f994d3ed-e4b3-4c78-b131-c6c2cc41393c" providerId="ADAL" clId="{8934DAA9-170B-424F-BC01-55C4EF4B9B9F}" dt="2026-09-01T05:34:52.846" v="7159" actId="478"/>
          <ac:spMkLst>
            <pc:docMk/>
            <pc:sldMk cId="781751274" sldId="2147473217"/>
            <ac:spMk id="31" creationId="{AA691D4C-B42B-F77C-C949-30FF50FB6B57}"/>
          </ac:spMkLst>
        </pc:spChg>
        <pc:spChg chg="add del mod">
          <ac:chgData name="MODI, AAKASH PTIN-FR/P/C" userId="f994d3ed-e4b3-4c78-b131-c6c2cc41393c" providerId="ADAL" clId="{8934DAA9-170B-424F-BC01-55C4EF4B9B9F}" dt="2026-09-01T05:34:51.248" v="7157" actId="478"/>
          <ac:spMkLst>
            <pc:docMk/>
            <pc:sldMk cId="781751274" sldId="2147473217"/>
            <ac:spMk id="33" creationId="{A56D1179-0850-F666-B291-037D2118389F}"/>
          </ac:spMkLst>
        </pc:spChg>
        <pc:spChg chg="add mod">
          <ac:chgData name="MODI, AAKASH PTIN-FR/P/C" userId="f994d3ed-e4b3-4c78-b131-c6c2cc41393c" providerId="ADAL" clId="{8934DAA9-170B-424F-BC01-55C4EF4B9B9F}" dt="2026-08-18T05:11:37.315" v="6515" actId="688"/>
          <ac:spMkLst>
            <pc:docMk/>
            <pc:sldMk cId="781751274" sldId="2147473217"/>
            <ac:spMk id="34" creationId="{0D400FA5-B9F9-28EF-6DC2-9D993E736196}"/>
          </ac:spMkLst>
        </pc:spChg>
        <pc:spChg chg="del mod">
          <ac:chgData name="MODI, AAKASH PTIN-FR/P/C" userId="f994d3ed-e4b3-4c78-b131-c6c2cc41393c" providerId="ADAL" clId="{8934DAA9-170B-424F-BC01-55C4EF4B9B9F}" dt="2026-09-01T05:34:44.040" v="7153" actId="478"/>
          <ac:spMkLst>
            <pc:docMk/>
            <pc:sldMk cId="781751274" sldId="2147473217"/>
            <ac:spMk id="35" creationId="{1895625B-FD6D-7B3D-469D-80E11B00DE58}"/>
          </ac:spMkLst>
        </pc:spChg>
        <pc:spChg chg="mod">
          <ac:chgData name="MODI, AAKASH PTIN-FR/P/C" userId="f994d3ed-e4b3-4c78-b131-c6c2cc41393c" providerId="ADAL" clId="{8934DAA9-170B-424F-BC01-55C4EF4B9B9F}" dt="2026-08-18T03:53:46.805" v="5502" actId="1038"/>
          <ac:spMkLst>
            <pc:docMk/>
            <pc:sldMk cId="781751274" sldId="2147473217"/>
            <ac:spMk id="37" creationId="{D841A204-88EF-1CD5-4394-75315E6716F6}"/>
          </ac:spMkLst>
        </pc:spChg>
        <pc:spChg chg="mod">
          <ac:chgData name="MODI, AAKASH PTIN-FR/P/C" userId="f994d3ed-e4b3-4c78-b131-c6c2cc41393c" providerId="ADAL" clId="{8934DAA9-170B-424F-BC01-55C4EF4B9B9F}" dt="2026-08-18T10:42:04.663" v="7068" actId="20577"/>
          <ac:spMkLst>
            <pc:docMk/>
            <pc:sldMk cId="781751274" sldId="2147473217"/>
            <ac:spMk id="38" creationId="{C0B6C7F1-1C11-35C7-AB96-EE2CA7F15DDC}"/>
          </ac:spMkLst>
        </pc:spChg>
        <pc:spChg chg="add mod">
          <ac:chgData name="MODI, AAKASH PTIN-FR/P/C" userId="f994d3ed-e4b3-4c78-b131-c6c2cc41393c" providerId="ADAL" clId="{8934DAA9-170B-424F-BC01-55C4EF4B9B9F}" dt="2026-09-01T06:14:40.410" v="7230" actId="20577"/>
          <ac:spMkLst>
            <pc:docMk/>
            <pc:sldMk cId="781751274" sldId="2147473217"/>
            <ac:spMk id="39" creationId="{0144567A-D8C6-95CF-6C5D-EA93CE475637}"/>
          </ac:spMkLst>
        </pc:spChg>
        <pc:spChg chg="mod">
          <ac:chgData name="MODI, AAKASH PTIN-FR/P/C" userId="f994d3ed-e4b3-4c78-b131-c6c2cc41393c" providerId="ADAL" clId="{8934DAA9-170B-424F-BC01-55C4EF4B9B9F}" dt="2026-08-18T03:54:31.084" v="5519" actId="688"/>
          <ac:spMkLst>
            <pc:docMk/>
            <pc:sldMk cId="781751274" sldId="2147473217"/>
            <ac:spMk id="41" creationId="{F8B4B30D-A9B5-D58D-F1AA-509891F3B6B1}"/>
          </ac:spMkLst>
        </pc:spChg>
        <pc:spChg chg="mod">
          <ac:chgData name="MODI, AAKASH PTIN-FR/P/C" userId="f994d3ed-e4b3-4c78-b131-c6c2cc41393c" providerId="ADAL" clId="{8934DAA9-170B-424F-BC01-55C4EF4B9B9F}" dt="2026-08-18T10:42:10.518" v="7070" actId="20577"/>
          <ac:spMkLst>
            <pc:docMk/>
            <pc:sldMk cId="781751274" sldId="2147473217"/>
            <ac:spMk id="42" creationId="{79E5104D-0E82-6084-A740-83A91524EFD2}"/>
          </ac:spMkLst>
        </pc:spChg>
        <pc:spChg chg="mod">
          <ac:chgData name="MODI, AAKASH PTIN-FR/P/C" userId="f994d3ed-e4b3-4c78-b131-c6c2cc41393c" providerId="ADAL" clId="{8934DAA9-170B-424F-BC01-55C4EF4B9B9F}" dt="2026-08-18T10:42:13.304" v="7072" actId="20577"/>
          <ac:spMkLst>
            <pc:docMk/>
            <pc:sldMk cId="781751274" sldId="2147473217"/>
            <ac:spMk id="45" creationId="{59080BF1-793F-3DE9-1CCB-6DCEAFD865D7}"/>
          </ac:spMkLst>
        </pc:spChg>
        <pc:spChg chg="del mod">
          <ac:chgData name="MODI, AAKASH PTIN-FR/P/C" userId="f994d3ed-e4b3-4c78-b131-c6c2cc41393c" providerId="ADAL" clId="{8934DAA9-170B-424F-BC01-55C4EF4B9B9F}" dt="2026-09-01T05:34:44.040" v="7153" actId="478"/>
          <ac:spMkLst>
            <pc:docMk/>
            <pc:sldMk cId="781751274" sldId="2147473217"/>
            <ac:spMk id="46" creationId="{A56FFEAD-CD29-23B0-5E1D-3E959C77E2BC}"/>
          </ac:spMkLst>
        </pc:spChg>
        <pc:spChg chg="mod">
          <ac:chgData name="MODI, AAKASH PTIN-FR/P/C" userId="f994d3ed-e4b3-4c78-b131-c6c2cc41393c" providerId="ADAL" clId="{8934DAA9-170B-424F-BC01-55C4EF4B9B9F}" dt="2026-08-18T03:20:50.079" v="4985" actId="207"/>
          <ac:spMkLst>
            <pc:docMk/>
            <pc:sldMk cId="781751274" sldId="2147473217"/>
            <ac:spMk id="47" creationId="{7BB0E1CE-334E-7F4F-6991-025CC8539FEC}"/>
          </ac:spMkLst>
        </pc:spChg>
        <pc:spChg chg="add mod">
          <ac:chgData name="MODI, AAKASH PTIN-FR/P/C" userId="f994d3ed-e4b3-4c78-b131-c6c2cc41393c" providerId="ADAL" clId="{8934DAA9-170B-424F-BC01-55C4EF4B9B9F}" dt="2026-08-18T05:12:24.569" v="6524" actId="1037"/>
          <ac:spMkLst>
            <pc:docMk/>
            <pc:sldMk cId="781751274" sldId="2147473217"/>
            <ac:spMk id="49" creationId="{3AEE910D-ECD3-EEC4-024C-96E0A64936D3}"/>
          </ac:spMkLst>
        </pc:spChg>
        <pc:spChg chg="mod">
          <ac:chgData name="MODI, AAKASH PTIN-FR/P/C" userId="f994d3ed-e4b3-4c78-b131-c6c2cc41393c" providerId="ADAL" clId="{8934DAA9-170B-424F-BC01-55C4EF4B9B9F}" dt="2026-08-18T03:20:35.354" v="4983" actId="207"/>
          <ac:spMkLst>
            <pc:docMk/>
            <pc:sldMk cId="781751274" sldId="2147473217"/>
            <ac:spMk id="50" creationId="{AAE39C36-8C39-A9ED-77FE-748F6AB9F737}"/>
          </ac:spMkLst>
        </pc:spChg>
        <pc:spChg chg="add del mod">
          <ac:chgData name="MODI, AAKASH PTIN-FR/P/C" userId="f994d3ed-e4b3-4c78-b131-c6c2cc41393c" providerId="ADAL" clId="{8934DAA9-170B-424F-BC01-55C4EF4B9B9F}" dt="2026-09-01T05:37:06.134" v="7182" actId="207"/>
          <ac:spMkLst>
            <pc:docMk/>
            <pc:sldMk cId="781751274" sldId="2147473217"/>
            <ac:spMk id="51" creationId="{5F2B84D3-D4E8-9CE0-DA65-1FD6DF7953A9}"/>
          </ac:spMkLst>
        </pc:spChg>
        <pc:spChg chg="add del mod">
          <ac:chgData name="MODI, AAKASH PTIN-FR/P/C" userId="f994d3ed-e4b3-4c78-b131-c6c2cc41393c" providerId="ADAL" clId="{8934DAA9-170B-424F-BC01-55C4EF4B9B9F}" dt="2026-09-01T05:38:02.335" v="7185" actId="478"/>
          <ac:spMkLst>
            <pc:docMk/>
            <pc:sldMk cId="781751274" sldId="2147473217"/>
            <ac:spMk id="53" creationId="{F186BCDC-AF90-A6FC-CF22-2359BCEF1F61}"/>
          </ac:spMkLst>
        </pc:spChg>
        <pc:spChg chg="add mod">
          <ac:chgData name="MODI, AAKASH PTIN-FR/P/C" userId="f994d3ed-e4b3-4c78-b131-c6c2cc41393c" providerId="ADAL" clId="{8934DAA9-170B-424F-BC01-55C4EF4B9B9F}" dt="2026-08-18T04:31:00.281" v="5928" actId="404"/>
          <ac:spMkLst>
            <pc:docMk/>
            <pc:sldMk cId="781751274" sldId="2147473217"/>
            <ac:spMk id="55" creationId="{9BB3B418-EB12-EB76-BE9E-580A735DF791}"/>
          </ac:spMkLst>
        </pc:spChg>
        <pc:spChg chg="add mod">
          <ac:chgData name="MODI, AAKASH PTIN-FR/P/C" userId="f994d3ed-e4b3-4c78-b131-c6c2cc41393c" providerId="ADAL" clId="{8934DAA9-170B-424F-BC01-55C4EF4B9B9F}" dt="2026-08-18T04:31:07.125" v="5930" actId="404"/>
          <ac:spMkLst>
            <pc:docMk/>
            <pc:sldMk cId="781751274" sldId="2147473217"/>
            <ac:spMk id="57" creationId="{B613195D-E499-8C58-23AC-E01E6FD8FD14}"/>
          </ac:spMkLst>
        </pc:spChg>
        <pc:spChg chg="add mod">
          <ac:chgData name="MODI, AAKASH PTIN-FR/P/C" userId="f994d3ed-e4b3-4c78-b131-c6c2cc41393c" providerId="ADAL" clId="{8934DAA9-170B-424F-BC01-55C4EF4B9B9F}" dt="2026-08-18T05:11:47.682" v="6516" actId="1035"/>
          <ac:spMkLst>
            <pc:docMk/>
            <pc:sldMk cId="781751274" sldId="2147473217"/>
            <ac:spMk id="61" creationId="{475FB422-ED55-1D0A-F594-1A0346EE4107}"/>
          </ac:spMkLst>
        </pc:spChg>
        <pc:spChg chg="add mod">
          <ac:chgData name="MODI, AAKASH PTIN-FR/P/C" userId="f994d3ed-e4b3-4c78-b131-c6c2cc41393c" providerId="ADAL" clId="{8934DAA9-170B-424F-BC01-55C4EF4B9B9F}" dt="2026-08-18T05:11:53.391" v="6519" actId="1037"/>
          <ac:spMkLst>
            <pc:docMk/>
            <pc:sldMk cId="781751274" sldId="2147473217"/>
            <ac:spMk id="63" creationId="{317B31C1-A5C1-E3C5-BBE7-B8D89EEF7978}"/>
          </ac:spMkLst>
        </pc:spChg>
        <pc:spChg chg="add mod">
          <ac:chgData name="MODI, AAKASH PTIN-FR/P/C" userId="f994d3ed-e4b3-4c78-b131-c6c2cc41393c" providerId="ADAL" clId="{8934DAA9-170B-424F-BC01-55C4EF4B9B9F}" dt="2026-08-18T04:30:44.044" v="5926" actId="1036"/>
          <ac:spMkLst>
            <pc:docMk/>
            <pc:sldMk cId="781751274" sldId="2147473217"/>
            <ac:spMk id="130" creationId="{63CB4EDE-981C-3CE8-5B00-1838EA6085C7}"/>
          </ac:spMkLst>
        </pc:spChg>
        <pc:spChg chg="add mod">
          <ac:chgData name="MODI, AAKASH PTIN-FR/P/C" userId="f994d3ed-e4b3-4c78-b131-c6c2cc41393c" providerId="ADAL" clId="{8934DAA9-170B-424F-BC01-55C4EF4B9B9F}" dt="2026-08-18T10:49:13.193" v="7132" actId="20577"/>
          <ac:spMkLst>
            <pc:docMk/>
            <pc:sldMk cId="781751274" sldId="2147473217"/>
            <ac:spMk id="132" creationId="{C466C4B1-2157-AEA7-9BF9-46A3A8AB2300}"/>
          </ac:spMkLst>
        </pc:spChg>
        <pc:spChg chg="mod">
          <ac:chgData name="MODI, AAKASH PTIN-FR/P/C" userId="f994d3ed-e4b3-4c78-b131-c6c2cc41393c" providerId="ADAL" clId="{8934DAA9-170B-424F-BC01-55C4EF4B9B9F}" dt="2026-08-18T04:58:56.958" v="6391" actId="208"/>
          <ac:spMkLst>
            <pc:docMk/>
            <pc:sldMk cId="781751274" sldId="2147473217"/>
            <ac:spMk id="141" creationId="{8DAF8CE1-115D-C605-6E06-F590570DE94E}"/>
          </ac:spMkLst>
        </pc:spChg>
        <pc:spChg chg="mod">
          <ac:chgData name="MODI, AAKASH PTIN-FR/P/C" userId="f994d3ed-e4b3-4c78-b131-c6c2cc41393c" providerId="ADAL" clId="{8934DAA9-170B-424F-BC01-55C4EF4B9B9F}" dt="2026-08-18T04:59:34.112" v="6394" actId="2085"/>
          <ac:spMkLst>
            <pc:docMk/>
            <pc:sldMk cId="781751274" sldId="2147473217"/>
            <ac:spMk id="142" creationId="{50F33B7B-7887-E12F-5A8B-8E15789F9365}"/>
          </ac:spMkLst>
        </pc:spChg>
        <pc:spChg chg="mod">
          <ac:chgData name="MODI, AAKASH PTIN-FR/P/C" userId="f994d3ed-e4b3-4c78-b131-c6c2cc41393c" providerId="ADAL" clId="{8934DAA9-170B-424F-BC01-55C4EF4B9B9F}" dt="2026-08-18T04:59:47.010" v="6395" actId="208"/>
          <ac:spMkLst>
            <pc:docMk/>
            <pc:sldMk cId="781751274" sldId="2147473217"/>
            <ac:spMk id="143" creationId="{261C13C7-0CD2-CAC5-C444-A28B8FE530A3}"/>
          </ac:spMkLst>
        </pc:spChg>
        <pc:spChg chg="mod">
          <ac:chgData name="MODI, AAKASH PTIN-FR/P/C" userId="f994d3ed-e4b3-4c78-b131-c6c2cc41393c" providerId="ADAL" clId="{8934DAA9-170B-424F-BC01-55C4EF4B9B9F}" dt="2026-08-18T04:33:17.806" v="5972" actId="14100"/>
          <ac:spMkLst>
            <pc:docMk/>
            <pc:sldMk cId="781751274" sldId="2147473217"/>
            <ac:spMk id="144" creationId="{5B861210-51B9-F614-321A-67760231031B}"/>
          </ac:spMkLst>
        </pc:spChg>
        <pc:spChg chg="mod">
          <ac:chgData name="MODI, AAKASH PTIN-FR/P/C" userId="f994d3ed-e4b3-4c78-b131-c6c2cc41393c" providerId="ADAL" clId="{8934DAA9-170B-424F-BC01-55C4EF4B9B9F}" dt="2026-08-18T04:32:05.268" v="5941" actId="14100"/>
          <ac:spMkLst>
            <pc:docMk/>
            <pc:sldMk cId="781751274" sldId="2147473217"/>
            <ac:spMk id="145" creationId="{0D5109F2-DCC4-3F17-5573-5F2B28B2F965}"/>
          </ac:spMkLst>
        </pc:spChg>
        <pc:spChg chg="mod">
          <ac:chgData name="MODI, AAKASH PTIN-FR/P/C" userId="f994d3ed-e4b3-4c78-b131-c6c2cc41393c" providerId="ADAL" clId="{8934DAA9-170B-424F-BC01-55C4EF4B9B9F}" dt="2026-08-18T05:12:02.974" v="6521" actId="1038"/>
          <ac:spMkLst>
            <pc:docMk/>
            <pc:sldMk cId="781751274" sldId="2147473217"/>
            <ac:spMk id="146" creationId="{A0285267-565F-631D-355F-29A92FC18459}"/>
          </ac:spMkLst>
        </pc:spChg>
        <pc:spChg chg="mod">
          <ac:chgData name="MODI, AAKASH PTIN-FR/P/C" userId="f994d3ed-e4b3-4c78-b131-c6c2cc41393c" providerId="ADAL" clId="{8934DAA9-170B-424F-BC01-55C4EF4B9B9F}" dt="2026-08-18T04:32:11.096" v="5948" actId="1037"/>
          <ac:spMkLst>
            <pc:docMk/>
            <pc:sldMk cId="781751274" sldId="2147473217"/>
            <ac:spMk id="147" creationId="{DFE9808A-3245-8455-0BC1-C8538FC5B504}"/>
          </ac:spMkLst>
        </pc:spChg>
        <pc:spChg chg="mod">
          <ac:chgData name="MODI, AAKASH PTIN-FR/P/C" userId="f994d3ed-e4b3-4c78-b131-c6c2cc41393c" providerId="ADAL" clId="{8934DAA9-170B-424F-BC01-55C4EF4B9B9F}" dt="2026-08-18T05:12:11.752" v="6523" actId="1035"/>
          <ac:spMkLst>
            <pc:docMk/>
            <pc:sldMk cId="781751274" sldId="2147473217"/>
            <ac:spMk id="148" creationId="{5C2C1890-305B-9111-782A-076EC83E6B24}"/>
          </ac:spMkLst>
        </pc:spChg>
        <pc:spChg chg="add del mod">
          <ac:chgData name="MODI, AAKASH PTIN-FR/P/C" userId="f994d3ed-e4b3-4c78-b131-c6c2cc41393c" providerId="ADAL" clId="{8934DAA9-170B-424F-BC01-55C4EF4B9B9F}" dt="2026-08-18T04:33:22.545" v="5977" actId="1038"/>
          <ac:spMkLst>
            <pc:docMk/>
            <pc:sldMk cId="781751274" sldId="2147473217"/>
            <ac:spMk id="153" creationId="{3AAFCB18-413C-4BDA-7E3B-35588D1708C7}"/>
          </ac:spMkLst>
        </pc:spChg>
        <pc:spChg chg="mod">
          <ac:chgData name="MODI, AAKASH PTIN-FR/P/C" userId="f994d3ed-e4b3-4c78-b131-c6c2cc41393c" providerId="ADAL" clId="{8934DAA9-170B-424F-BC01-55C4EF4B9B9F}" dt="2026-08-18T04:32:38.422" v="5957" actId="1035"/>
          <ac:spMkLst>
            <pc:docMk/>
            <pc:sldMk cId="781751274" sldId="2147473217"/>
            <ac:spMk id="155" creationId="{5CAAABB0-1673-383B-A507-070FF4D01EC7}"/>
          </ac:spMkLst>
        </pc:spChg>
        <pc:spChg chg="add del mod">
          <ac:chgData name="MODI, AAKASH PTIN-FR/P/C" userId="f994d3ed-e4b3-4c78-b131-c6c2cc41393c" providerId="ADAL" clId="{8934DAA9-170B-424F-BC01-55C4EF4B9B9F}" dt="2026-08-18T10:31:24.767" v="6973" actId="120"/>
          <ac:spMkLst>
            <pc:docMk/>
            <pc:sldMk cId="781751274" sldId="2147473217"/>
            <ac:spMk id="170" creationId="{C6D5BAA8-0C5C-B1CD-2DE2-E20B73E732E5}"/>
          </ac:spMkLst>
        </pc:spChg>
        <pc:spChg chg="mod">
          <ac:chgData name="MODI, AAKASH PTIN-FR/P/C" userId="f994d3ed-e4b3-4c78-b131-c6c2cc41393c" providerId="ADAL" clId="{8934DAA9-170B-424F-BC01-55C4EF4B9B9F}" dt="2026-08-18T05:19:28.238" v="6650" actId="120"/>
          <ac:spMkLst>
            <pc:docMk/>
            <pc:sldMk cId="781751274" sldId="2147473217"/>
            <ac:spMk id="172" creationId="{F6B11402-E7E0-B7CC-13F3-E05A4BCD5BEC}"/>
          </ac:spMkLst>
        </pc:spChg>
        <pc:spChg chg="mod">
          <ac:chgData name="MODI, AAKASH PTIN-FR/P/C" userId="f994d3ed-e4b3-4c78-b131-c6c2cc41393c" providerId="ADAL" clId="{8934DAA9-170B-424F-BC01-55C4EF4B9B9F}" dt="2026-08-18T10:38:42.743" v="7056" actId="14100"/>
          <ac:spMkLst>
            <pc:docMk/>
            <pc:sldMk cId="781751274" sldId="2147473217"/>
            <ac:spMk id="174" creationId="{9CAE52F3-7E5B-D432-881D-88E932F29479}"/>
          </ac:spMkLst>
        </pc:spChg>
        <pc:spChg chg="mod">
          <ac:chgData name="MODI, AAKASH PTIN-FR/P/C" userId="f994d3ed-e4b3-4c78-b131-c6c2cc41393c" providerId="ADAL" clId="{8934DAA9-170B-424F-BC01-55C4EF4B9B9F}" dt="2026-08-18T10:40:17.494" v="7064" actId="14100"/>
          <ac:spMkLst>
            <pc:docMk/>
            <pc:sldMk cId="781751274" sldId="2147473217"/>
            <ac:spMk id="175" creationId="{2303DD2D-3FC5-9036-2D58-6201CEB5176F}"/>
          </ac:spMkLst>
        </pc:spChg>
        <pc:spChg chg="mod">
          <ac:chgData name="MODI, AAKASH PTIN-FR/P/C" userId="f994d3ed-e4b3-4c78-b131-c6c2cc41393c" providerId="ADAL" clId="{8934DAA9-170B-424F-BC01-55C4EF4B9B9F}" dt="2026-08-18T10:40:04.575" v="7062" actId="14100"/>
          <ac:spMkLst>
            <pc:docMk/>
            <pc:sldMk cId="781751274" sldId="2147473217"/>
            <ac:spMk id="176" creationId="{771B4A0C-AD85-7A3C-7A37-D75249325A84}"/>
          </ac:spMkLst>
        </pc:spChg>
        <pc:spChg chg="mod">
          <ac:chgData name="MODI, AAKASH PTIN-FR/P/C" userId="f994d3ed-e4b3-4c78-b131-c6c2cc41393c" providerId="ADAL" clId="{8934DAA9-170B-424F-BC01-55C4EF4B9B9F}" dt="2026-08-18T10:40:30.261" v="7066" actId="1076"/>
          <ac:spMkLst>
            <pc:docMk/>
            <pc:sldMk cId="781751274" sldId="2147473217"/>
            <ac:spMk id="177" creationId="{A521272D-FAED-621C-DD9C-F7DCDF53539A}"/>
          </ac:spMkLst>
        </pc:spChg>
        <pc:spChg chg="mod">
          <ac:chgData name="MODI, AAKASH PTIN-FR/P/C" userId="f994d3ed-e4b3-4c78-b131-c6c2cc41393c" providerId="ADAL" clId="{8934DAA9-170B-424F-BC01-55C4EF4B9B9F}" dt="2026-08-18T10:40:10.173" v="7063" actId="1076"/>
          <ac:spMkLst>
            <pc:docMk/>
            <pc:sldMk cId="781751274" sldId="2147473217"/>
            <ac:spMk id="180" creationId="{B178BA37-9167-4EFA-7496-703E8677DC08}"/>
          </ac:spMkLst>
        </pc:spChg>
        <pc:spChg chg="mod">
          <ac:chgData name="MODI, AAKASH PTIN-FR/P/C" userId="f994d3ed-e4b3-4c78-b131-c6c2cc41393c" providerId="ADAL" clId="{8934DAA9-170B-424F-BC01-55C4EF4B9B9F}" dt="2026-08-18T10:39:25.534" v="7059" actId="207"/>
          <ac:spMkLst>
            <pc:docMk/>
            <pc:sldMk cId="781751274" sldId="2147473217"/>
            <ac:spMk id="182" creationId="{AF5FBEEB-A3E9-1893-72D1-D557F08565A2}"/>
          </ac:spMkLst>
        </pc:spChg>
        <pc:spChg chg="mod">
          <ac:chgData name="MODI, AAKASH PTIN-FR/P/C" userId="f994d3ed-e4b3-4c78-b131-c6c2cc41393c" providerId="ADAL" clId="{8934DAA9-170B-424F-BC01-55C4EF4B9B9F}" dt="2026-08-18T05:19:25.599" v="6649" actId="120"/>
          <ac:spMkLst>
            <pc:docMk/>
            <pc:sldMk cId="781751274" sldId="2147473217"/>
            <ac:spMk id="184" creationId="{133EAE37-E2AA-269A-4B8F-8108A47C2C29}"/>
          </ac:spMkLst>
        </pc:spChg>
        <pc:spChg chg="mod">
          <ac:chgData name="MODI, AAKASH PTIN-FR/P/C" userId="f994d3ed-e4b3-4c78-b131-c6c2cc41393c" providerId="ADAL" clId="{8934DAA9-170B-424F-BC01-55C4EF4B9B9F}" dt="2026-08-18T04:32:59.716" v="5963" actId="14100"/>
          <ac:spMkLst>
            <pc:docMk/>
            <pc:sldMk cId="781751274" sldId="2147473217"/>
            <ac:spMk id="187" creationId="{ABD007E7-8154-0C1D-0DF3-17E991EB9077}"/>
          </ac:spMkLst>
        </pc:spChg>
        <pc:spChg chg="mod">
          <ac:chgData name="MODI, AAKASH PTIN-FR/P/C" userId="f994d3ed-e4b3-4c78-b131-c6c2cc41393c" providerId="ADAL" clId="{8934DAA9-170B-424F-BC01-55C4EF4B9B9F}" dt="2026-08-18T04:33:05.866" v="5971" actId="1035"/>
          <ac:spMkLst>
            <pc:docMk/>
            <pc:sldMk cId="781751274" sldId="2147473217"/>
            <ac:spMk id="208" creationId="{E83F6A98-71A1-2FEA-DEA6-7B47E4CB75C2}"/>
          </ac:spMkLst>
        </pc:spChg>
        <pc:spChg chg="mod">
          <ac:chgData name="MODI, AAKASH PTIN-FR/P/C" userId="f994d3ed-e4b3-4c78-b131-c6c2cc41393c" providerId="ADAL" clId="{8934DAA9-170B-424F-BC01-55C4EF4B9B9F}" dt="2026-08-18T05:07:47.947" v="6441" actId="14100"/>
          <ac:spMkLst>
            <pc:docMk/>
            <pc:sldMk cId="781751274" sldId="2147473217"/>
            <ac:spMk id="210" creationId="{D4DAF9F3-C4E8-82F2-26BF-8CEA3F280427}"/>
          </ac:spMkLst>
        </pc:spChg>
        <pc:spChg chg="mod">
          <ac:chgData name="MODI, AAKASH PTIN-FR/P/C" userId="f994d3ed-e4b3-4c78-b131-c6c2cc41393c" providerId="ADAL" clId="{8934DAA9-170B-424F-BC01-55C4EF4B9B9F}" dt="2026-08-18T05:34:49.531" v="6838" actId="1035"/>
          <ac:spMkLst>
            <pc:docMk/>
            <pc:sldMk cId="781751274" sldId="2147473217"/>
            <ac:spMk id="211" creationId="{D610B635-2B9E-E1C2-1047-DB3621639311}"/>
          </ac:spMkLst>
        </pc:spChg>
        <pc:spChg chg="mod">
          <ac:chgData name="MODI, AAKASH PTIN-FR/P/C" userId="f994d3ed-e4b3-4c78-b131-c6c2cc41393c" providerId="ADAL" clId="{8934DAA9-170B-424F-BC01-55C4EF4B9B9F}" dt="2026-08-18T05:07:47.947" v="6441" actId="14100"/>
          <ac:spMkLst>
            <pc:docMk/>
            <pc:sldMk cId="781751274" sldId="2147473217"/>
            <ac:spMk id="213" creationId="{69A55C7F-7558-4A70-C8FC-025D247F0B45}"/>
          </ac:spMkLst>
        </pc:spChg>
        <pc:spChg chg="mod">
          <ac:chgData name="MODI, AAKASH PTIN-FR/P/C" userId="f994d3ed-e4b3-4c78-b131-c6c2cc41393c" providerId="ADAL" clId="{8934DAA9-170B-424F-BC01-55C4EF4B9B9F}" dt="2026-08-18T05:07:47.947" v="6441" actId="14100"/>
          <ac:spMkLst>
            <pc:docMk/>
            <pc:sldMk cId="781751274" sldId="2147473217"/>
            <ac:spMk id="214" creationId="{96C0FD26-D8E1-DE56-7F0D-45FF05AB086D}"/>
          </ac:spMkLst>
        </pc:spChg>
        <pc:spChg chg="mod">
          <ac:chgData name="MODI, AAKASH PTIN-FR/P/C" userId="f994d3ed-e4b3-4c78-b131-c6c2cc41393c" providerId="ADAL" clId="{8934DAA9-170B-424F-BC01-55C4EF4B9B9F}" dt="2026-08-18T05:34:49.531" v="6838" actId="1035"/>
          <ac:spMkLst>
            <pc:docMk/>
            <pc:sldMk cId="781751274" sldId="2147473217"/>
            <ac:spMk id="215" creationId="{93C1A3F6-7199-D741-E55A-B18F2F4EBB40}"/>
          </ac:spMkLst>
        </pc:spChg>
        <pc:spChg chg="mod">
          <ac:chgData name="MODI, AAKASH PTIN-FR/P/C" userId="f994d3ed-e4b3-4c78-b131-c6c2cc41393c" providerId="ADAL" clId="{8934DAA9-170B-424F-BC01-55C4EF4B9B9F}" dt="2026-08-18T05:08:40.016" v="6444" actId="207"/>
          <ac:spMkLst>
            <pc:docMk/>
            <pc:sldMk cId="781751274" sldId="2147473217"/>
            <ac:spMk id="216" creationId="{ECE4DC42-6374-89AE-72FA-13F478361E3D}"/>
          </ac:spMkLst>
        </pc:spChg>
        <pc:spChg chg="mod">
          <ac:chgData name="MODI, AAKASH PTIN-FR/P/C" userId="f994d3ed-e4b3-4c78-b131-c6c2cc41393c" providerId="ADAL" clId="{8934DAA9-170B-424F-BC01-55C4EF4B9B9F}" dt="2026-08-18T10:26:14.044" v="6865" actId="20577"/>
          <ac:spMkLst>
            <pc:docMk/>
            <pc:sldMk cId="781751274" sldId="2147473217"/>
            <ac:spMk id="218" creationId="{BC081B20-A6AB-6540-8169-4E9B80353FA3}"/>
          </ac:spMkLst>
        </pc:spChg>
        <pc:spChg chg="mod">
          <ac:chgData name="MODI, AAKASH PTIN-FR/P/C" userId="f994d3ed-e4b3-4c78-b131-c6c2cc41393c" providerId="ADAL" clId="{8934DAA9-170B-424F-BC01-55C4EF4B9B9F}" dt="2026-08-18T05:34:49.531" v="6838" actId="1035"/>
          <ac:spMkLst>
            <pc:docMk/>
            <pc:sldMk cId="781751274" sldId="2147473217"/>
            <ac:spMk id="219" creationId="{D40E4202-B937-3492-0E8C-452E6BE9D348}"/>
          </ac:spMkLst>
        </pc:spChg>
        <pc:spChg chg="mod">
          <ac:chgData name="MODI, AAKASH PTIN-FR/P/C" userId="f994d3ed-e4b3-4c78-b131-c6c2cc41393c" providerId="ADAL" clId="{8934DAA9-170B-424F-BC01-55C4EF4B9B9F}" dt="2026-08-18T05:34:49.531" v="6838" actId="1035"/>
          <ac:spMkLst>
            <pc:docMk/>
            <pc:sldMk cId="781751274" sldId="2147473217"/>
            <ac:spMk id="220" creationId="{D7DF6F2C-B8E3-EC3A-5B43-F8761E220964}"/>
          </ac:spMkLst>
        </pc:spChg>
        <pc:spChg chg="mod">
          <ac:chgData name="MODI, AAKASH PTIN-FR/P/C" userId="f994d3ed-e4b3-4c78-b131-c6c2cc41393c" providerId="ADAL" clId="{8934DAA9-170B-424F-BC01-55C4EF4B9B9F}" dt="2026-08-18T05:34:49.531" v="6838" actId="1035"/>
          <ac:spMkLst>
            <pc:docMk/>
            <pc:sldMk cId="781751274" sldId="2147473217"/>
            <ac:spMk id="222" creationId="{58F70E98-B960-3E8B-6BBD-B5826C7E7071}"/>
          </ac:spMkLst>
        </pc:spChg>
        <pc:spChg chg="mod">
          <ac:chgData name="MODI, AAKASH PTIN-FR/P/C" userId="f994d3ed-e4b3-4c78-b131-c6c2cc41393c" providerId="ADAL" clId="{8934DAA9-170B-424F-BC01-55C4EF4B9B9F}" dt="2026-08-18T05:09:58.434" v="6486" actId="1037"/>
          <ac:spMkLst>
            <pc:docMk/>
            <pc:sldMk cId="781751274" sldId="2147473217"/>
            <ac:spMk id="223" creationId="{E8708B6E-7517-3110-F919-1E28CAE94F1B}"/>
          </ac:spMkLst>
        </pc:spChg>
        <pc:spChg chg="mod">
          <ac:chgData name="MODI, AAKASH PTIN-FR/P/C" userId="f994d3ed-e4b3-4c78-b131-c6c2cc41393c" providerId="ADAL" clId="{8934DAA9-170B-424F-BC01-55C4EF4B9B9F}" dt="2026-08-18T05:09:29.415" v="6477" actId="1035"/>
          <ac:spMkLst>
            <pc:docMk/>
            <pc:sldMk cId="781751274" sldId="2147473217"/>
            <ac:spMk id="224" creationId="{D652F969-F17B-5C0A-3087-A29C3F2BDAC8}"/>
          </ac:spMkLst>
        </pc:spChg>
        <pc:spChg chg="mod">
          <ac:chgData name="MODI, AAKASH PTIN-FR/P/C" userId="f994d3ed-e4b3-4c78-b131-c6c2cc41393c" providerId="ADAL" clId="{8934DAA9-170B-424F-BC01-55C4EF4B9B9F}" dt="2026-08-18T05:15:28.716" v="6599" actId="20577"/>
          <ac:spMkLst>
            <pc:docMk/>
            <pc:sldMk cId="781751274" sldId="2147473217"/>
            <ac:spMk id="228" creationId="{00C25FF5-E2D7-F0B6-80E8-75FEF1CD225A}"/>
          </ac:spMkLst>
        </pc:spChg>
        <pc:spChg chg="mod">
          <ac:chgData name="MODI, AAKASH PTIN-FR/P/C" userId="f994d3ed-e4b3-4c78-b131-c6c2cc41393c" providerId="ADAL" clId="{8934DAA9-170B-424F-BC01-55C4EF4B9B9F}" dt="2026-08-18T05:34:49.531" v="6838" actId="1035"/>
          <ac:spMkLst>
            <pc:docMk/>
            <pc:sldMk cId="781751274" sldId="2147473217"/>
            <ac:spMk id="229" creationId="{571DE8EA-4BB2-8397-9D74-009941BF0517}"/>
          </ac:spMkLst>
        </pc:spChg>
        <pc:spChg chg="add del mod">
          <ac:chgData name="MODI, AAKASH PTIN-FR/P/C" userId="f994d3ed-e4b3-4c78-b131-c6c2cc41393c" providerId="ADAL" clId="{8934DAA9-170B-424F-BC01-55C4EF4B9B9F}" dt="2026-08-18T05:35:11.103" v="6842" actId="1035"/>
          <ac:spMkLst>
            <pc:docMk/>
            <pc:sldMk cId="781751274" sldId="2147473217"/>
            <ac:spMk id="231" creationId="{C0B08AEE-AFAC-81F2-BFB2-9162A7474B37}"/>
          </ac:spMkLst>
        </pc:spChg>
        <pc:spChg chg="mod">
          <ac:chgData name="MODI, AAKASH PTIN-FR/P/C" userId="f994d3ed-e4b3-4c78-b131-c6c2cc41393c" providerId="ADAL" clId="{8934DAA9-170B-424F-BC01-55C4EF4B9B9F}" dt="2026-08-18T05:17:50.225" v="6640" actId="1035"/>
          <ac:spMkLst>
            <pc:docMk/>
            <pc:sldMk cId="781751274" sldId="2147473217"/>
            <ac:spMk id="233" creationId="{62B0991B-CBA3-10A0-68E1-CA750EA8E7F2}"/>
          </ac:spMkLst>
        </pc:spChg>
        <pc:spChg chg="mod">
          <ac:chgData name="MODI, AAKASH PTIN-FR/P/C" userId="f994d3ed-e4b3-4c78-b131-c6c2cc41393c" providerId="ADAL" clId="{8934DAA9-170B-424F-BC01-55C4EF4B9B9F}" dt="2026-08-18T05:17:50.225" v="6640" actId="1035"/>
          <ac:spMkLst>
            <pc:docMk/>
            <pc:sldMk cId="781751274" sldId="2147473217"/>
            <ac:spMk id="235" creationId="{AB8F6C5B-CA76-3EB2-C224-B94AAF86F50D}"/>
          </ac:spMkLst>
        </pc:spChg>
        <pc:spChg chg="mod">
          <ac:chgData name="MODI, AAKASH PTIN-FR/P/C" userId="f994d3ed-e4b3-4c78-b131-c6c2cc41393c" providerId="ADAL" clId="{8934DAA9-170B-424F-BC01-55C4EF4B9B9F}" dt="2026-08-18T05:17:50.225" v="6640" actId="1035"/>
          <ac:spMkLst>
            <pc:docMk/>
            <pc:sldMk cId="781751274" sldId="2147473217"/>
            <ac:spMk id="237" creationId="{4C03FAFA-253A-4DB8-2B83-8F843F89E906}"/>
          </ac:spMkLst>
        </pc:spChg>
        <pc:spChg chg="mod">
          <ac:chgData name="MODI, AAKASH PTIN-FR/P/C" userId="f994d3ed-e4b3-4c78-b131-c6c2cc41393c" providerId="ADAL" clId="{8934DAA9-170B-424F-BC01-55C4EF4B9B9F}" dt="2026-08-27T10:32:55.969" v="7150"/>
          <ac:spMkLst>
            <pc:docMk/>
            <pc:sldMk cId="781751274" sldId="2147473217"/>
            <ac:spMk id="239" creationId="{F4ABD919-331A-A9EA-9D8D-755E1E798122}"/>
          </ac:spMkLst>
        </pc:spChg>
        <pc:spChg chg="mod">
          <ac:chgData name="MODI, AAKASH PTIN-FR/P/C" userId="f994d3ed-e4b3-4c78-b131-c6c2cc41393c" providerId="ADAL" clId="{8934DAA9-170B-424F-BC01-55C4EF4B9B9F}" dt="2026-08-18T04:50:26.119" v="6274" actId="1037"/>
          <ac:spMkLst>
            <pc:docMk/>
            <pc:sldMk cId="781751274" sldId="2147473217"/>
            <ac:spMk id="241" creationId="{CB05B1F6-BBAC-E9C4-AD97-443E6867D1A0}"/>
          </ac:spMkLst>
        </pc:spChg>
        <pc:spChg chg="mod">
          <ac:chgData name="MODI, AAKASH PTIN-FR/P/C" userId="f994d3ed-e4b3-4c78-b131-c6c2cc41393c" providerId="ADAL" clId="{8934DAA9-170B-424F-BC01-55C4EF4B9B9F}" dt="2026-08-18T05:17:50.225" v="6640" actId="1035"/>
          <ac:spMkLst>
            <pc:docMk/>
            <pc:sldMk cId="781751274" sldId="2147473217"/>
            <ac:spMk id="243" creationId="{F5D1873F-223A-852F-B84A-2E7D5DF9BF93}"/>
          </ac:spMkLst>
        </pc:spChg>
        <pc:spChg chg="mod">
          <ac:chgData name="MODI, AAKASH PTIN-FR/P/C" userId="f994d3ed-e4b3-4c78-b131-c6c2cc41393c" providerId="ADAL" clId="{8934DAA9-170B-424F-BC01-55C4EF4B9B9F}" dt="2026-08-18T03:52:21.974" v="5486" actId="403"/>
          <ac:spMkLst>
            <pc:docMk/>
            <pc:sldMk cId="781751274" sldId="2147473217"/>
            <ac:spMk id="245" creationId="{47CCB6B7-EF95-FA49-733F-9A7BF7584D41}"/>
          </ac:spMkLst>
        </pc:spChg>
        <pc:spChg chg="mod">
          <ac:chgData name="MODI, AAKASH PTIN-FR/P/C" userId="f994d3ed-e4b3-4c78-b131-c6c2cc41393c" providerId="ADAL" clId="{8934DAA9-170B-424F-BC01-55C4EF4B9B9F}" dt="2026-09-01T05:40:28.946" v="7191" actId="20577"/>
          <ac:spMkLst>
            <pc:docMk/>
            <pc:sldMk cId="781751274" sldId="2147473217"/>
            <ac:spMk id="247" creationId="{3AB95135-8D83-418E-C50C-B38C9BD4F69F}"/>
          </ac:spMkLst>
        </pc:spChg>
        <pc:spChg chg="mod">
          <ac:chgData name="MODI, AAKASH PTIN-FR/P/C" userId="f994d3ed-e4b3-4c78-b131-c6c2cc41393c" providerId="ADAL" clId="{8934DAA9-170B-424F-BC01-55C4EF4B9B9F}" dt="2026-08-18T05:17:50.225" v="6640" actId="1035"/>
          <ac:spMkLst>
            <pc:docMk/>
            <pc:sldMk cId="781751274" sldId="2147473217"/>
            <ac:spMk id="249" creationId="{5AF56646-43A9-3F34-A37B-8C041B21BF1D}"/>
          </ac:spMkLst>
        </pc:spChg>
        <pc:spChg chg="mod">
          <ac:chgData name="MODI, AAKASH PTIN-FR/P/C" userId="f994d3ed-e4b3-4c78-b131-c6c2cc41393c" providerId="ADAL" clId="{8934DAA9-170B-424F-BC01-55C4EF4B9B9F}" dt="2026-08-18T05:17:50.225" v="6640" actId="1035"/>
          <ac:spMkLst>
            <pc:docMk/>
            <pc:sldMk cId="781751274" sldId="2147473217"/>
            <ac:spMk id="251" creationId="{F3FF5AC0-9FE5-1F2A-9283-120F80F68158}"/>
          </ac:spMkLst>
        </pc:spChg>
        <pc:spChg chg="mod">
          <ac:chgData name="MODI, AAKASH PTIN-FR/P/C" userId="f994d3ed-e4b3-4c78-b131-c6c2cc41393c" providerId="ADAL" clId="{8934DAA9-170B-424F-BC01-55C4EF4B9B9F}" dt="2026-08-18T05:17:50.225" v="6640" actId="1035"/>
          <ac:spMkLst>
            <pc:docMk/>
            <pc:sldMk cId="781751274" sldId="2147473217"/>
            <ac:spMk id="253" creationId="{5A443026-94D6-8585-603A-EA5B5038CED5}"/>
          </ac:spMkLst>
        </pc:spChg>
        <pc:spChg chg="mod">
          <ac:chgData name="MODI, AAKASH PTIN-FR/P/C" userId="f994d3ed-e4b3-4c78-b131-c6c2cc41393c" providerId="ADAL" clId="{8934DAA9-170B-424F-BC01-55C4EF4B9B9F}" dt="2026-09-01T05:41:08.005" v="7214" actId="20577"/>
          <ac:spMkLst>
            <pc:docMk/>
            <pc:sldMk cId="781751274" sldId="2147473217"/>
            <ac:spMk id="255" creationId="{DDBEA3DF-3A38-35E4-BD92-294BB1C9692E}"/>
          </ac:spMkLst>
        </pc:spChg>
        <pc:spChg chg="mod">
          <ac:chgData name="MODI, AAKASH PTIN-FR/P/C" userId="f994d3ed-e4b3-4c78-b131-c6c2cc41393c" providerId="ADAL" clId="{8934DAA9-170B-424F-BC01-55C4EF4B9B9F}" dt="2026-08-18T05:34:49.531" v="6838" actId="1035"/>
          <ac:spMkLst>
            <pc:docMk/>
            <pc:sldMk cId="781751274" sldId="2147473217"/>
            <ac:spMk id="271" creationId="{A725B627-A948-1D26-C8C4-272BCC1D2987}"/>
          </ac:spMkLst>
        </pc:spChg>
        <pc:spChg chg="mod">
          <ac:chgData name="MODI, AAKASH PTIN-FR/P/C" userId="f994d3ed-e4b3-4c78-b131-c6c2cc41393c" providerId="ADAL" clId="{8934DAA9-170B-424F-BC01-55C4EF4B9B9F}" dt="2026-08-18T10:26:20.924" v="6869" actId="20577"/>
          <ac:spMkLst>
            <pc:docMk/>
            <pc:sldMk cId="781751274" sldId="2147473217"/>
            <ac:spMk id="277" creationId="{739E45AA-21B6-5377-182C-19E978F2CA3C}"/>
          </ac:spMkLst>
        </pc:spChg>
        <pc:spChg chg="mod">
          <ac:chgData name="MODI, AAKASH PTIN-FR/P/C" userId="f994d3ed-e4b3-4c78-b131-c6c2cc41393c" providerId="ADAL" clId="{8934DAA9-170B-424F-BC01-55C4EF4B9B9F}" dt="2026-08-18T05:34:49.531" v="6838" actId="1035"/>
          <ac:spMkLst>
            <pc:docMk/>
            <pc:sldMk cId="781751274" sldId="2147473217"/>
            <ac:spMk id="279" creationId="{42C327E0-0FC5-36EB-737F-C80DA4229142}"/>
          </ac:spMkLst>
        </pc:spChg>
        <pc:spChg chg="add del mod">
          <ac:chgData name="MODI, AAKASH PTIN-FR/P/C" userId="f994d3ed-e4b3-4c78-b131-c6c2cc41393c" providerId="ADAL" clId="{8934DAA9-170B-424F-BC01-55C4EF4B9B9F}" dt="2026-09-01T05:37:02.517" v="7181" actId="207"/>
          <ac:spMkLst>
            <pc:docMk/>
            <pc:sldMk cId="781751274" sldId="2147473217"/>
            <ac:spMk id="280" creationId="{3EF9C8D8-5621-E817-6764-90392DDE88B1}"/>
          </ac:spMkLst>
        </pc:spChg>
        <pc:spChg chg="mod">
          <ac:chgData name="MODI, AAKASH PTIN-FR/P/C" userId="f994d3ed-e4b3-4c78-b131-c6c2cc41393c" providerId="ADAL" clId="{8934DAA9-170B-424F-BC01-55C4EF4B9B9F}" dt="2026-08-18T04:29:42.655" v="5906" actId="1038"/>
          <ac:spMkLst>
            <pc:docMk/>
            <pc:sldMk cId="781751274" sldId="2147473217"/>
            <ac:spMk id="290" creationId="{98E56C3F-5CD7-8837-CAD5-0A721D30A200}"/>
          </ac:spMkLst>
        </pc:spChg>
        <pc:spChg chg="del mod">
          <ac:chgData name="MODI, AAKASH PTIN-FR/P/C" userId="f994d3ed-e4b3-4c78-b131-c6c2cc41393c" providerId="ADAL" clId="{8934DAA9-170B-424F-BC01-55C4EF4B9B9F}" dt="2026-09-01T05:34:44.040" v="7153" actId="478"/>
          <ac:spMkLst>
            <pc:docMk/>
            <pc:sldMk cId="781751274" sldId="2147473217"/>
            <ac:spMk id="296" creationId="{333EB79C-D444-0ACE-8B57-A85ADDEC7449}"/>
          </ac:spMkLst>
        </pc:spChg>
        <pc:spChg chg="del mod">
          <ac:chgData name="MODI, AAKASH PTIN-FR/P/C" userId="f994d3ed-e4b3-4c78-b131-c6c2cc41393c" providerId="ADAL" clId="{8934DAA9-170B-424F-BC01-55C4EF4B9B9F}" dt="2026-09-01T05:34:49.249" v="7155" actId="478"/>
          <ac:spMkLst>
            <pc:docMk/>
            <pc:sldMk cId="781751274" sldId="2147473217"/>
            <ac:spMk id="298" creationId="{F60A1940-3E40-4B83-B751-A2A1E10B7D27}"/>
          </ac:spMkLst>
        </pc:spChg>
        <pc:spChg chg="del mod">
          <ac:chgData name="MODI, AAKASH PTIN-FR/P/C" userId="f994d3ed-e4b3-4c78-b131-c6c2cc41393c" providerId="ADAL" clId="{8934DAA9-170B-424F-BC01-55C4EF4B9B9F}" dt="2026-09-01T05:34:44.040" v="7153" actId="478"/>
          <ac:spMkLst>
            <pc:docMk/>
            <pc:sldMk cId="781751274" sldId="2147473217"/>
            <ac:spMk id="300" creationId="{67B748B7-DEED-5221-15E7-A1C93F302722}"/>
          </ac:spMkLst>
        </pc:spChg>
        <pc:spChg chg="del mod">
          <ac:chgData name="MODI, AAKASH PTIN-FR/P/C" userId="f994d3ed-e4b3-4c78-b131-c6c2cc41393c" providerId="ADAL" clId="{8934DAA9-170B-424F-BC01-55C4EF4B9B9F}" dt="2026-09-01T05:34:44.040" v="7153" actId="478"/>
          <ac:spMkLst>
            <pc:docMk/>
            <pc:sldMk cId="781751274" sldId="2147473217"/>
            <ac:spMk id="302" creationId="{56C6547D-4D4B-84FF-A76D-150850C2FC12}"/>
          </ac:spMkLst>
        </pc:spChg>
        <pc:spChg chg="del mod">
          <ac:chgData name="MODI, AAKASH PTIN-FR/P/C" userId="f994d3ed-e4b3-4c78-b131-c6c2cc41393c" providerId="ADAL" clId="{8934DAA9-170B-424F-BC01-55C4EF4B9B9F}" dt="2026-09-01T05:34:55.381" v="7160" actId="478"/>
          <ac:spMkLst>
            <pc:docMk/>
            <pc:sldMk cId="781751274" sldId="2147473217"/>
            <ac:spMk id="306" creationId="{6F6CF82D-3CCD-122E-DE5C-57EECED82D5F}"/>
          </ac:spMkLst>
        </pc:spChg>
        <pc:spChg chg="del mod">
          <ac:chgData name="MODI, AAKASH PTIN-FR/P/C" userId="f994d3ed-e4b3-4c78-b131-c6c2cc41393c" providerId="ADAL" clId="{8934DAA9-170B-424F-BC01-55C4EF4B9B9F}" dt="2026-09-01T05:34:50.172" v="7156" actId="478"/>
          <ac:spMkLst>
            <pc:docMk/>
            <pc:sldMk cId="781751274" sldId="2147473217"/>
            <ac:spMk id="308" creationId="{083228F0-D190-C0FB-8780-1A769A4AC3A1}"/>
          </ac:spMkLst>
        </pc:spChg>
        <pc:spChg chg="del mod">
          <ac:chgData name="MODI, AAKASH PTIN-FR/P/C" userId="f994d3ed-e4b3-4c78-b131-c6c2cc41393c" providerId="ADAL" clId="{8934DAA9-170B-424F-BC01-55C4EF4B9B9F}" dt="2026-09-01T05:34:44.040" v="7153" actId="478"/>
          <ac:spMkLst>
            <pc:docMk/>
            <pc:sldMk cId="781751274" sldId="2147473217"/>
            <ac:spMk id="310" creationId="{731DFD9F-C248-F33A-5215-9A0C99E3F6C0}"/>
          </ac:spMkLst>
        </pc:spChg>
        <pc:spChg chg="del mod">
          <ac:chgData name="MODI, AAKASH PTIN-FR/P/C" userId="f994d3ed-e4b3-4c78-b131-c6c2cc41393c" providerId="ADAL" clId="{8934DAA9-170B-424F-BC01-55C4EF4B9B9F}" dt="2026-09-01T05:34:44.040" v="7153" actId="478"/>
          <ac:spMkLst>
            <pc:docMk/>
            <pc:sldMk cId="781751274" sldId="2147473217"/>
            <ac:spMk id="312" creationId="{AC05CFBE-99F1-94D1-027D-2CA375506CB0}"/>
          </ac:spMkLst>
        </pc:spChg>
        <pc:spChg chg="add del mod">
          <ac:chgData name="MODI, AAKASH PTIN-FR/P/C" userId="f994d3ed-e4b3-4c78-b131-c6c2cc41393c" providerId="ADAL" clId="{8934DAA9-170B-424F-BC01-55C4EF4B9B9F}" dt="2026-08-18T05:33:55.856" v="6832" actId="14100"/>
          <ac:spMkLst>
            <pc:docMk/>
            <pc:sldMk cId="781751274" sldId="2147473217"/>
            <ac:spMk id="319" creationId="{00000000-0000-0000-0000-000000000000}"/>
          </ac:spMkLst>
        </pc:spChg>
        <pc:spChg chg="add mod">
          <ac:chgData name="MODI, AAKASH PTIN-FR/P/C" userId="f994d3ed-e4b3-4c78-b131-c6c2cc41393c" providerId="ADAL" clId="{8934DAA9-170B-424F-BC01-55C4EF4B9B9F}" dt="2026-08-18T05:34:57.992" v="6839" actId="14100"/>
          <ac:spMkLst>
            <pc:docMk/>
            <pc:sldMk cId="781751274" sldId="2147473217"/>
            <ac:spMk id="320" creationId="{00000000-0000-0000-0000-000000000000}"/>
          </ac:spMkLst>
        </pc:spChg>
        <pc:spChg chg="mod">
          <ac:chgData name="MODI, AAKASH PTIN-FR/P/C" userId="f994d3ed-e4b3-4c78-b131-c6c2cc41393c" providerId="ADAL" clId="{8934DAA9-170B-424F-BC01-55C4EF4B9B9F}" dt="2026-08-18T05:35:02.430" v="6840" actId="14100"/>
          <ac:spMkLst>
            <pc:docMk/>
            <pc:sldMk cId="781751274" sldId="2147473217"/>
            <ac:spMk id="321" creationId="{00000000-0000-0000-0000-000000000000}"/>
          </ac:spMkLst>
        </pc:spChg>
        <pc:grpChg chg="mod">
          <ac:chgData name="MODI, AAKASH PTIN-FR/P/C" userId="f994d3ed-e4b3-4c78-b131-c6c2cc41393c" providerId="ADAL" clId="{8934DAA9-170B-424F-BC01-55C4EF4B9B9F}" dt="2026-08-18T10:32:36.900" v="6986" actId="14100"/>
          <ac:grpSpMkLst>
            <pc:docMk/>
            <pc:sldMk cId="781751274" sldId="2147473217"/>
            <ac:grpSpMk id="173" creationId="{D376FADC-2591-59A5-7253-4A16AC3397F1}"/>
          </ac:grpSpMkLst>
        </pc:grpChg>
        <pc:grpChg chg="mod">
          <ac:chgData name="MODI, AAKASH PTIN-FR/P/C" userId="f994d3ed-e4b3-4c78-b131-c6c2cc41393c" providerId="ADAL" clId="{8934DAA9-170B-424F-BC01-55C4EF4B9B9F}" dt="2026-08-18T04:26:32.407" v="5803" actId="14100"/>
          <ac:grpSpMkLst>
            <pc:docMk/>
            <pc:sldMk cId="781751274" sldId="2147473217"/>
            <ac:grpSpMk id="291" creationId="{719F1689-2522-995D-4722-C39D2BC56643}"/>
          </ac:grpSpMkLst>
        </pc:grpChg>
        <pc:graphicFrameChg chg="mod">
          <ac:chgData name="MODI, AAKASH PTIN-FR/P/C" userId="f994d3ed-e4b3-4c78-b131-c6c2cc41393c" providerId="ADAL" clId="{8934DAA9-170B-424F-BC01-55C4EF4B9B9F}" dt="2026-08-18T03:42:26.910" v="5371"/>
          <ac:graphicFrameMkLst>
            <pc:docMk/>
            <pc:sldMk cId="781751274" sldId="2147473217"/>
            <ac:graphicFrameMk id="28" creationId="{C10280DF-361F-6710-B4FD-C8BC85C9C640}"/>
          </ac:graphicFrameMkLst>
        </pc:graphicFrameChg>
        <pc:picChg chg="add mod">
          <ac:chgData name="MODI, AAKASH PTIN-FR/P/C" userId="f994d3ed-e4b3-4c78-b131-c6c2cc41393c" providerId="ADAL" clId="{8934DAA9-170B-424F-BC01-55C4EF4B9B9F}" dt="2026-08-18T04:30:51.156" v="5927" actId="1038"/>
          <ac:picMkLst>
            <pc:docMk/>
            <pc:sldMk cId="781751274" sldId="2147473217"/>
            <ac:picMk id="59" creationId="{B54DCE89-5FDD-8A36-0927-1B0714E89588}"/>
          </ac:picMkLst>
        </pc:picChg>
        <pc:picChg chg="mod">
          <ac:chgData name="MODI, AAKASH PTIN-FR/P/C" userId="f994d3ed-e4b3-4c78-b131-c6c2cc41393c" providerId="ADAL" clId="{8934DAA9-170B-424F-BC01-55C4EF4B9B9F}" dt="2026-08-18T05:10:10.194" v="6497" actId="1036"/>
          <ac:picMkLst>
            <pc:docMk/>
            <pc:sldMk cId="781751274" sldId="2147473217"/>
            <ac:picMk id="217" creationId="{61417246-2997-234C-25A4-188D701BFB4D}"/>
          </ac:picMkLst>
        </pc:picChg>
        <pc:picChg chg="mod">
          <ac:chgData name="MODI, AAKASH PTIN-FR/P/C" userId="f994d3ed-e4b3-4c78-b131-c6c2cc41393c" providerId="ADAL" clId="{8934DAA9-170B-424F-BC01-55C4EF4B9B9F}" dt="2026-08-18T04:27:49.728" v="5852" actId="1038"/>
          <ac:picMkLst>
            <pc:docMk/>
            <pc:sldMk cId="781751274" sldId="2147473217"/>
            <ac:picMk id="284" creationId="{B063AA28-9072-C37F-04C9-3B98A4E18B3F}"/>
          </ac:picMkLst>
        </pc:picChg>
        <pc:picChg chg="mod">
          <ac:chgData name="MODI, AAKASH PTIN-FR/P/C" userId="f994d3ed-e4b3-4c78-b131-c6c2cc41393c" providerId="ADAL" clId="{8934DAA9-170B-424F-BC01-55C4EF4B9B9F}" dt="2026-08-18T05:12:27.978" v="6525" actId="1037"/>
          <ac:picMkLst>
            <pc:docMk/>
            <pc:sldMk cId="781751274" sldId="2147473217"/>
            <ac:picMk id="286" creationId="{1FA138A8-6C62-74F4-6611-E627EF8F660A}"/>
          </ac:picMkLst>
        </pc:picChg>
        <pc:cxnChg chg="mod">
          <ac:chgData name="MODI, AAKASH PTIN-FR/P/C" userId="f994d3ed-e4b3-4c78-b131-c6c2cc41393c" providerId="ADAL" clId="{8934DAA9-170B-424F-BC01-55C4EF4B9B9F}" dt="2026-09-01T05:38:25.426" v="7187" actId="1076"/>
          <ac:cxnSpMkLst>
            <pc:docMk/>
            <pc:sldMk cId="781751274" sldId="2147473217"/>
            <ac:cxnSpMk id="313" creationId="{00000000-0000-0000-0000-000000000000}"/>
          </ac:cxnSpMkLst>
        </pc:cxnChg>
        <pc:cxnChg chg="mod">
          <ac:chgData name="MODI, AAKASH PTIN-FR/P/C" userId="f994d3ed-e4b3-4c78-b131-c6c2cc41393c" providerId="ADAL" clId="{8934DAA9-170B-424F-BC01-55C4EF4B9B9F}" dt="2026-08-18T03:11:35.252" v="4838" actId="14100"/>
          <ac:cxnSpMkLst>
            <pc:docMk/>
            <pc:sldMk cId="781751274" sldId="2147473217"/>
            <ac:cxnSpMk id="314" creationId="{00000000-0000-0000-0000-000000000000}"/>
          </ac:cxnSpMkLst>
        </pc:cxnChg>
        <pc:cxnChg chg="mod">
          <ac:chgData name="MODI, AAKASH PTIN-FR/P/C" userId="f994d3ed-e4b3-4c78-b131-c6c2cc41393c" providerId="ADAL" clId="{8934DAA9-170B-424F-BC01-55C4EF4B9B9F}" dt="2026-08-18T05:07:10.021" v="6440" actId="1035"/>
          <ac:cxnSpMkLst>
            <pc:docMk/>
            <pc:sldMk cId="781751274" sldId="2147473217"/>
            <ac:cxnSpMk id="315" creationId="{00000000-0000-0000-0000-000000000000}"/>
          </ac:cxnSpMkLst>
        </pc:cxnChg>
        <pc:cxnChg chg="mod">
          <ac:chgData name="MODI, AAKASH PTIN-FR/P/C" userId="f994d3ed-e4b3-4c78-b131-c6c2cc41393c" providerId="ADAL" clId="{8934DAA9-170B-424F-BC01-55C4EF4B9B9F}" dt="2026-08-18T05:07:06.265" v="6439" actId="1035"/>
          <ac:cxnSpMkLst>
            <pc:docMk/>
            <pc:sldMk cId="781751274" sldId="2147473217"/>
            <ac:cxnSpMk id="316" creationId="{00000000-0000-0000-0000-000000000000}"/>
          </ac:cxnSpMkLst>
        </pc:cxnChg>
        <pc:cxnChg chg="mod">
          <ac:chgData name="MODI, AAKASH PTIN-FR/P/C" userId="f994d3ed-e4b3-4c78-b131-c6c2cc41393c" providerId="ADAL" clId="{8934DAA9-170B-424F-BC01-55C4EF4B9B9F}" dt="2026-08-18T05:14:35.271" v="6581" actId="1038"/>
          <ac:cxnSpMkLst>
            <pc:docMk/>
            <pc:sldMk cId="781751274" sldId="2147473217"/>
            <ac:cxnSpMk id="317" creationId="{00000000-0000-0000-0000-000000000000}"/>
          </ac:cxnSpMkLst>
        </pc:cxnChg>
        <pc:cxnChg chg="mod">
          <ac:chgData name="MODI, AAKASH PTIN-FR/P/C" userId="f994d3ed-e4b3-4c78-b131-c6c2cc41393c" providerId="ADAL" clId="{8934DAA9-170B-424F-BC01-55C4EF4B9B9F}" dt="2026-08-18T05:35:11.103" v="6842" actId="1035"/>
          <ac:cxnSpMkLst>
            <pc:docMk/>
            <pc:sldMk cId="781751274" sldId="2147473217"/>
            <ac:cxnSpMk id="318" creationId="{00000000-0000-0000-0000-000000000000}"/>
          </ac:cxnSpMkLst>
        </pc:cxnChg>
      </pc:sldChg>
    </pc:docChg>
  </pc:docChgLst>
  <pc:docChgLst>
    <pc:chgData name="Jacob, Varun J PTIN-FR/P" userId="965f4712-d5be-46ec-bb0d-febb240ed7a4" providerId="ADAL" clId="{DCDEE652-5569-4B60-ACDF-2A1B846E7290}"/>
    <pc:docChg chg="undo redo custSel addSld delSld modSld sldOrd">
      <pc:chgData name="Jacob, Varun J PTIN-FR/P" userId="965f4712-d5be-46ec-bb0d-febb240ed7a4" providerId="ADAL" clId="{DCDEE652-5569-4B60-ACDF-2A1B846E7290}" dt="2026-08-12T00:40:14.961" v="6655" actId="113"/>
      <pc:docMkLst>
        <pc:docMk/>
      </pc:docMkLst>
      <pc:sldMasterChg chg="delSldLayout">
        <pc:chgData name="Jacob, Varun J PTIN-FR/P" userId="965f4712-d5be-46ec-bb0d-febb240ed7a4" providerId="ADAL" clId="{DCDEE652-5569-4B60-ACDF-2A1B846E7290}" dt="2026-08-11T20:39:33.587" v="6623" actId="47"/>
        <pc:sldMasterMkLst>
          <pc:docMk/>
          <pc:sldMasterMk cId="0" sldId="214748364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01/09/2026</a:t>
            </a:fld>
            <a:endParaRPr lang="en-GB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533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C8A44-9A9B-D95D-3CFE-3FCA83AD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FB9BD-7EFD-4F47-378C-D680F58F9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C0132-A606-7A73-9EA2-1FE618D8F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06843-CBA7-AD9E-3DD1-64ACA5EB8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91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7.svg"/><Relationship Id="rId3" Type="http://schemas.openxmlformats.org/officeDocument/2006/relationships/tags" Target="../tags/tag4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6.tiff"/><Relationship Id="rId2" Type="http://schemas.openxmlformats.org/officeDocument/2006/relationships/tags" Target="../tags/tag3.xml"/><Relationship Id="rId16" Type="http://schemas.openxmlformats.org/officeDocument/2006/relationships/image" Target="../media/image10.svg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5.svg"/><Relationship Id="rId5" Type="http://schemas.openxmlformats.org/officeDocument/2006/relationships/tags" Target="../tags/tag6.xml"/><Relationship Id="rId15" Type="http://schemas.openxmlformats.org/officeDocument/2006/relationships/image" Target="../media/image9.svg"/><Relationship Id="rId10" Type="http://schemas.openxmlformats.org/officeDocument/2006/relationships/image" Target="../media/image4.png"/><Relationship Id="rId4" Type="http://schemas.openxmlformats.org/officeDocument/2006/relationships/tags" Target="../tags/tag5.xml"/><Relationship Id="rId9" Type="http://schemas.openxmlformats.org/officeDocument/2006/relationships/image" Target="../media/image3.emf"/><Relationship Id="rId1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90C2E-B7AA-E265-F8C4-627F71BFE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C10280DF-361F-6710-B4FD-C8BC85C9C64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26522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7" imgH="348" progId="TCLayout.ActiveDocument.1">
                  <p:embed/>
                </p:oleObj>
              </mc:Choice>
              <mc:Fallback>
                <p:oleObj name="think-cell Slide" r:id="rId8" imgW="347" imgH="348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0280DF-361F-6710-B4FD-C8BC85C9C6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 0" descr="/mnt/data/48c52803bb.png">
            <a:extLst>
              <a:ext uri="{FF2B5EF4-FFF2-40B4-BE49-F238E27FC236}">
                <a16:creationId xmlns:a16="http://schemas.microsoft.com/office/drawing/2014/main" id="{3437FFA5-6161-D240-10B9-E9E959CF075B}"/>
              </a:ext>
            </a:extLst>
          </p:cNvPr>
          <p:cNvPicPr>
            <a:picLocks/>
          </p:cNvPicPr>
          <p:nvPr/>
        </p:nvPicPr>
        <p:blipFill>
          <a:blip r:embed="rId10"/>
          <a:srcRect t="22800" b="22800"/>
          <a:stretch/>
        </p:blipFill>
        <p:spPr>
          <a:xfrm>
            <a:off x="11906" y="0"/>
            <a:ext cx="30275213" cy="10348999"/>
          </a:xfrm>
          <a:prstGeom prst="rect">
            <a:avLst/>
          </a:prstGeom>
        </p:spPr>
      </p:pic>
      <p:sp>
        <p:nvSpPr>
          <p:cNvPr id="319" name="Rectangle 318"/>
          <p:cNvSpPr/>
          <p:nvPr/>
        </p:nvSpPr>
        <p:spPr>
          <a:xfrm>
            <a:off x="26193" y="10391886"/>
            <a:ext cx="30275213" cy="15666752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Rectangle 319"/>
          <p:cNvSpPr/>
          <p:nvPr/>
        </p:nvSpPr>
        <p:spPr>
          <a:xfrm>
            <a:off x="0" y="26064705"/>
            <a:ext cx="30275213" cy="9855391"/>
          </a:xfrm>
          <a:prstGeom prst="rect">
            <a:avLst/>
          </a:prstGeom>
          <a:solidFill>
            <a:srgbClr val="FF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Rectangle 320"/>
          <p:cNvSpPr/>
          <p:nvPr/>
        </p:nvSpPr>
        <p:spPr>
          <a:xfrm>
            <a:off x="0" y="36025013"/>
            <a:ext cx="30275213" cy="5269291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8469D9D7-B5E2-586D-C3E7-AC5E4E27D782}"/>
              </a:ext>
            </a:extLst>
          </p:cNvPr>
          <p:cNvSpPr/>
          <p:nvPr/>
        </p:nvSpPr>
        <p:spPr>
          <a:xfrm>
            <a:off x="2022921" y="1065338"/>
            <a:ext cx="6561486" cy="1141434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8901309-C8A9-E761-C0A2-B59D25C24353}"/>
              </a:ext>
            </a:extLst>
          </p:cNvPr>
          <p:cNvSpPr/>
          <p:nvPr/>
        </p:nvSpPr>
        <p:spPr>
          <a:xfrm>
            <a:off x="2403398" y="1255577"/>
            <a:ext cx="13381907" cy="79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5617" b="1">
                <a:solidFill>
                  <a:srgbClr val="FFFFFF"/>
                </a:solidFill>
                <a:latin typeface="Aptos Display" pitchFamily="34" charset="0"/>
              </a:rPr>
              <a:t>DATA, DIGITAL &amp; AI</a:t>
            </a:r>
            <a:endParaRPr lang="en-US" sz="5617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643250F-3428-3656-145F-153C303B6FC2}"/>
              </a:ext>
            </a:extLst>
          </p:cNvPr>
          <p:cNvSpPr/>
          <p:nvPr/>
        </p:nvSpPr>
        <p:spPr>
          <a:xfrm>
            <a:off x="2022921" y="3157966"/>
            <a:ext cx="19404372" cy="1788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r>
              <a:rPr lang="en-US" sz="14147" b="1" dirty="0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SIC DIGITAL TRANSFORMATION</a:t>
            </a:r>
            <a:endParaRPr lang="en-US" sz="14147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BFAFD62-9320-7267-7A2F-6C939083BC1E}"/>
              </a:ext>
            </a:extLst>
          </p:cNvPr>
          <p:cNvSpPr/>
          <p:nvPr/>
        </p:nvSpPr>
        <p:spPr>
          <a:xfrm>
            <a:off x="2022921" y="5098404"/>
            <a:ext cx="19214133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fontAlgn="t"/>
            <a:r>
              <a:rPr lang="en-IN" sz="5617" dirty="0">
                <a:solidFill>
                  <a:srgbClr val="2F3033"/>
                </a:solidFill>
                <a:latin typeface="Aptos" pitchFamily="34" charset="0"/>
              </a:rPr>
              <a:t>Trusted Insights  •  Faster Decisions  •  Scalable Impact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8931D5C-D9B4-42DB-7088-FAEA18283365}"/>
              </a:ext>
            </a:extLst>
          </p:cNvPr>
          <p:cNvSpPr/>
          <p:nvPr/>
        </p:nvSpPr>
        <p:spPr>
          <a:xfrm>
            <a:off x="2022920" y="6772506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7951452D-AAF1-2DF9-784F-CD82F697176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2920" y="7533462"/>
            <a:ext cx="1255577" cy="83705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B91A153E-2739-1129-5988-36CAF6688A6A}"/>
              </a:ext>
            </a:extLst>
          </p:cNvPr>
          <p:cNvSpPr/>
          <p:nvPr/>
        </p:nvSpPr>
        <p:spPr>
          <a:xfrm>
            <a:off x="3392641" y="7571510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617" b="1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Aakash Modi, Zhannat Dairova &amp; </a:t>
            </a:r>
            <a:r>
              <a:rPr lang="en-US" sz="5617" b="1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Varun Joe Jacob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3CCF2A1-23E1-6073-AF7E-96BF5C0B6001}"/>
              </a:ext>
            </a:extLst>
          </p:cNvPr>
          <p:cNvSpPr/>
          <p:nvPr/>
        </p:nvSpPr>
        <p:spPr>
          <a:xfrm>
            <a:off x="2022921" y="8941230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800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48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1B57E38D-BF44-FF29-88CE-0E24127D4DAB}"/>
              </a:ext>
            </a:extLst>
          </p:cNvPr>
          <p:cNvSpPr/>
          <p:nvPr/>
        </p:nvSpPr>
        <p:spPr>
          <a:xfrm>
            <a:off x="23786255" y="5402786"/>
            <a:ext cx="4565735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9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9818FAB-B32C-B192-0566-18742E832BA9}"/>
              </a:ext>
            </a:extLst>
          </p:cNvPr>
          <p:cNvSpPr/>
          <p:nvPr/>
        </p:nvSpPr>
        <p:spPr>
          <a:xfrm>
            <a:off x="2403398" y="37708282"/>
            <a:ext cx="25111541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4577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9E2D1705-3CDD-CE57-698D-28F6AA02E419}"/>
              </a:ext>
            </a:extLst>
          </p:cNvPr>
          <p:cNvSpPr/>
          <p:nvPr/>
        </p:nvSpPr>
        <p:spPr>
          <a:xfrm>
            <a:off x="1642442" y="41776472"/>
            <a:ext cx="7609558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537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Shape. Connect. Accelerate.</a:t>
            </a:r>
            <a:endParaRPr lang="en-US" sz="3537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BCC0E01-2442-5F96-F1F3-23CE21F2C7A0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6255" y="1385284"/>
            <a:ext cx="4306322" cy="4306322"/>
          </a:xfrm>
          <a:prstGeom prst="rect">
            <a:avLst/>
          </a:prstGeom>
          <a:ln>
            <a:noFill/>
          </a:ln>
        </p:spPr>
      </p:pic>
      <p:sp>
        <p:nvSpPr>
          <p:cNvPr id="23" name="Text 14">
            <a:extLst>
              <a:ext uri="{FF2B5EF4-FFF2-40B4-BE49-F238E27FC236}">
                <a16:creationId xmlns:a16="http://schemas.microsoft.com/office/drawing/2014/main" id="{1F63B1CA-34B0-87FF-3B69-FD1D21DF8A78}"/>
              </a:ext>
            </a:extLst>
          </p:cNvPr>
          <p:cNvSpPr/>
          <p:nvPr/>
        </p:nvSpPr>
        <p:spPr>
          <a:xfrm>
            <a:off x="2403397" y="14067885"/>
            <a:ext cx="25111541" cy="7333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GB" sz="4577" i="1">
              <a:solidFill>
                <a:srgbClr val="A0A0A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cxnSp>
        <p:nvCxnSpPr>
          <p:cNvPr id="129" name="Straight Connector 20">
            <a:extLst>
              <a:ext uri="{FF2B5EF4-FFF2-40B4-BE49-F238E27FC236}">
                <a16:creationId xmlns:a16="http://schemas.microsoft.com/office/drawing/2014/main" id="{CBC45EAF-B6FF-EED2-FD91-FF36AF0BA202}"/>
              </a:ext>
            </a:extLst>
          </p:cNvPr>
          <p:cNvCxnSpPr>
            <a:cxnSpLocks/>
          </p:cNvCxnSpPr>
          <p:nvPr/>
        </p:nvCxnSpPr>
        <p:spPr>
          <a:xfrm>
            <a:off x="4838958" y="14371963"/>
            <a:ext cx="4258862" cy="0"/>
          </a:xfrm>
          <a:prstGeom prst="line">
            <a:avLst/>
          </a:prstGeom>
          <a:noFill/>
          <a:ln w="9525" cap="rnd" cmpd="sng" algn="ctr">
            <a:solidFill>
              <a:schemeClr val="tx2">
                <a:lumMod val="20000"/>
                <a:lumOff val="80000"/>
              </a:schemeClr>
            </a:solidFill>
            <a:prstDash val="solid"/>
            <a:round/>
            <a:headEnd type="oval" w="med" len="med"/>
            <a:tailEnd type="none" w="sm" len="sm"/>
          </a:ln>
          <a:effectLst/>
        </p:spPr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647E1E7-46BC-5AD7-9B52-B2B9075D4B19}"/>
              </a:ext>
            </a:extLst>
          </p:cNvPr>
          <p:cNvGrpSpPr/>
          <p:nvPr/>
        </p:nvGrpSpPr>
        <p:grpSpPr>
          <a:xfrm>
            <a:off x="2011768" y="12738665"/>
            <a:ext cx="14985139" cy="4500001"/>
            <a:chOff x="10229579" y="24895889"/>
            <a:chExt cx="6790289" cy="1982398"/>
          </a:xfrm>
        </p:grpSpPr>
        <p:sp>
          <p:nvSpPr>
            <p:cNvPr id="13" name="Trapezoid 12">
              <a:extLst>
                <a:ext uri="{FF2B5EF4-FFF2-40B4-BE49-F238E27FC236}">
                  <a16:creationId xmlns:a16="http://schemas.microsoft.com/office/drawing/2014/main" id="{ACAFBB46-9878-E571-8A18-0898DFEC808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auto">
            <a:xfrm rot="5400000">
              <a:off x="12705536" y="22669555"/>
              <a:ext cx="1960619" cy="6421317"/>
            </a:xfrm>
            <a:prstGeom prst="trapezoid">
              <a:avLst>
                <a:gd name="adj" fmla="val 33486"/>
              </a:avLst>
            </a:prstGeom>
            <a:noFill/>
            <a:ln w="9525">
              <a:solidFill>
                <a:schemeClr val="bg2">
                  <a:lumMod val="25000"/>
                </a:schemeClr>
              </a:solidFill>
              <a:round/>
              <a:headEnd/>
              <a:tailEnd/>
            </a:ln>
          </p:spPr>
          <p:txBody>
            <a:bodyPr wrap="none" rtlCol="0" anchor="ctr"/>
            <a:lstStyle/>
            <a:p>
              <a:pPr marL="0" marR="0" lvl="0" indent="0" algn="ctr" defTabSz="9143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55E70"/>
                </a:solidFill>
                <a:effectLst/>
                <a:uLnTx/>
                <a:uFillTx/>
                <a:latin typeface="ShellMedium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BE5E08E-22B8-9773-7EE6-F4E55F67F215}"/>
                </a:ext>
              </a:extLst>
            </p:cNvPr>
            <p:cNvSpPr/>
            <p:nvPr/>
          </p:nvSpPr>
          <p:spPr>
            <a:xfrm>
              <a:off x="14588962" y="25351302"/>
              <a:ext cx="322143" cy="1078424"/>
            </a:xfrm>
            <a:prstGeom prst="ellipse">
              <a:avLst/>
            </a:prstGeom>
            <a:pattFill prst="pct70">
              <a:fgClr>
                <a:srgbClr val="F5FBA3"/>
              </a:fgClr>
              <a:bgClr>
                <a:schemeClr val="bg1"/>
              </a:bgClr>
            </a:patt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hellMedium"/>
                <a:ea typeface="+mn-ea"/>
                <a:cs typeface="+mn-cs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41048A5-29FB-7179-BC46-9C1747D959E4}"/>
                </a:ext>
              </a:extLst>
            </p:cNvPr>
            <p:cNvGrpSpPr/>
            <p:nvPr/>
          </p:nvGrpSpPr>
          <p:grpSpPr>
            <a:xfrm>
              <a:off x="10783442" y="25579596"/>
              <a:ext cx="1514641" cy="989251"/>
              <a:chOff x="1791842" y="3089427"/>
              <a:chExt cx="1514641" cy="989251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841A204-88EF-1CD5-4394-75315E6716F6}"/>
                  </a:ext>
                </a:extLst>
              </p:cNvPr>
              <p:cNvSpPr txBox="1">
                <a:spLocks/>
              </p:cNvSpPr>
              <p:nvPr>
                <p:custDataLst>
                  <p:tags r:id="rId5"/>
                </p:custDataLst>
              </p:nvPr>
            </p:nvSpPr>
            <p:spPr>
              <a:xfrm>
                <a:off x="1791842" y="3089427"/>
                <a:ext cx="1514641" cy="184666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square" lIns="0" tIns="0" rIns="0" bIns="0" rtlCol="0" anchor="b" anchorCtr="0">
                <a:noAutofit/>
              </a:bodyPr>
              <a:lstStyle>
                <a:lvl1pPr marL="0" lvl="0" indent="0" defTabSz="895350" eaLnBrk="1" latinLnBrk="0" hangingPunct="1">
                  <a:buClr>
                    <a:schemeClr val="tx2"/>
                  </a:buClr>
                  <a:buSzPct val="100000"/>
                  <a:defRPr sz="1400" baseline="0">
                    <a:latin typeface="+mn-lt"/>
                  </a:defRPr>
                </a:lvl1pPr>
                <a:lvl2pPr marL="193675" lvl="1" indent="-192088" defTabSz="895350" eaLnBrk="1" latinLnBrk="0" hangingPunct="1">
                  <a:buClr>
                    <a:schemeClr val="tx2"/>
                  </a:buClr>
                  <a:buSzPct val="125000"/>
                  <a:buFont typeface="Arial" charset="0"/>
                  <a:buChar char="▪"/>
                  <a:defRPr sz="1400" baseline="0">
                    <a:latin typeface="+mn-lt"/>
                  </a:defRPr>
                </a:lvl2pPr>
                <a:lvl3pPr marL="457200" lvl="2" indent="-261938" defTabSz="895350" eaLnBrk="1" latinLnBrk="0" hangingPunct="1">
                  <a:buClr>
                    <a:schemeClr val="tx2"/>
                  </a:buClr>
                  <a:buSzPct val="120000"/>
                  <a:buFont typeface="Arial" charset="0"/>
                  <a:buChar char="–"/>
                  <a:defRPr sz="1400" baseline="0">
                    <a:latin typeface="+mn-lt"/>
                  </a:defRPr>
                </a:lvl3pPr>
                <a:lvl4pPr marL="614363" lvl="3" indent="-155575" defTabSz="895350" eaLnBrk="1" latinLnBrk="0" hangingPunct="1">
                  <a:buClr>
                    <a:schemeClr val="tx2"/>
                  </a:buClr>
                  <a:buSzPct val="120000"/>
                  <a:buFont typeface="Arial" charset="0"/>
                  <a:buChar char="▫"/>
                  <a:defRPr sz="1400" baseline="0">
                    <a:latin typeface="+mn-lt"/>
                  </a:defRPr>
                </a:lvl4pPr>
                <a:lvl5pPr marL="749808" lvl="4" indent="-130175" defTabSz="895350" eaLnBrk="1" latinLnBrk="0" hangingPunct="1">
                  <a:buClr>
                    <a:schemeClr val="tx2"/>
                  </a:buClr>
                  <a:buSzPct val="89000"/>
                  <a:buFont typeface="Arial" charset="0"/>
                  <a:buChar char="-"/>
                  <a:defRPr sz="1400" baseline="0">
                    <a:latin typeface="+mn-lt"/>
                  </a:defRPr>
                </a:lvl5pPr>
                <a:lvl6pPr marL="749808" indent="-130175" defTabSz="89535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baseline="0">
                    <a:latin typeface="+mn-lt"/>
                  </a:defRPr>
                </a:lvl6pPr>
                <a:lvl7pPr marL="749808" indent="-130175" defTabSz="89535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baseline="0">
                    <a:latin typeface="+mn-lt"/>
                  </a:defRPr>
                </a:lvl7pPr>
                <a:lvl8pPr marL="749808" indent="-130175" defTabSz="89535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baseline="0">
                    <a:latin typeface="+mn-lt"/>
                  </a:defRPr>
                </a:lvl8pPr>
                <a:lvl9pPr marL="749808" indent="-130175" defTabSz="89535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baseline="0">
                    <a:latin typeface="+mn-lt"/>
                  </a:defRPr>
                </a:lvl9pPr>
              </a:lstStyle>
              <a:p>
                <a:pPr marL="1587" marR="0" lvl="1" indent="0" algn="ctr" defTabSz="895341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FFFFFF"/>
                  </a:buClr>
                  <a:buSzPct val="100000"/>
                  <a:buFont typeface="Arial" charset="0"/>
                  <a:buNone/>
                  <a:tabLst/>
                  <a:defRPr/>
                </a:pPr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3C88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SCOPING</a:t>
                </a:r>
              </a:p>
            </p:txBody>
          </p:sp>
          <p:sp>
            <p:nvSpPr>
              <p:cNvPr id="38" name="Text 83">
                <a:extLst>
                  <a:ext uri="{FF2B5EF4-FFF2-40B4-BE49-F238E27FC236}">
                    <a16:creationId xmlns:a16="http://schemas.microsoft.com/office/drawing/2014/main" id="{C0B6C7F1-1C11-35C7-AB96-EE2CA7F15DDC}"/>
                  </a:ext>
                </a:extLst>
              </p:cNvPr>
              <p:cNvSpPr/>
              <p:nvPr/>
            </p:nvSpPr>
            <p:spPr>
              <a:xfrm>
                <a:off x="1844201" y="3346515"/>
                <a:ext cx="1461697" cy="7321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defTabSz="914400">
                  <a:defRPr/>
                </a:pPr>
                <a:r>
                  <a:rPr lang="en-US" sz="3600" dirty="0">
                    <a:solidFill>
                      <a:schemeClr val="bg2">
                        <a:lumMod val="50000"/>
                      </a:schemeClr>
                    </a:solidFill>
                  </a:rPr>
                  <a:t>new SIC set-up with open switches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F7C0E80-C88D-FA70-EC3B-B2F0D6AD3F75}"/>
                </a:ext>
              </a:extLst>
            </p:cNvPr>
            <p:cNvGrpSpPr/>
            <p:nvPr/>
          </p:nvGrpSpPr>
          <p:grpSpPr>
            <a:xfrm>
              <a:off x="12956040" y="25591674"/>
              <a:ext cx="1514641" cy="721461"/>
              <a:chOff x="3964440" y="3101505"/>
              <a:chExt cx="1514641" cy="721461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B4B30D-A9B5-D58D-F1AA-509891F3B6B1}"/>
                  </a:ext>
                </a:extLst>
              </p:cNvPr>
              <p:cNvSpPr txBox="1">
                <a:spLocks/>
              </p:cNvSpPr>
              <p:nvPr>
                <p:custDataLst>
                  <p:tags r:id="rId4"/>
                </p:custDataLst>
              </p:nvPr>
            </p:nvSpPr>
            <p:spPr>
              <a:xfrm>
                <a:off x="3964440" y="3101505"/>
                <a:ext cx="1514641" cy="184666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square" lIns="0" tIns="0" rIns="0" bIns="0" rtlCol="0" anchor="b" anchorCtr="0">
                <a:noAutofit/>
              </a:bodyPr>
              <a:lstStyle>
                <a:lvl1pPr marL="0" lvl="0" indent="0" defTabSz="895350" eaLnBrk="1" latinLnBrk="0" hangingPunct="1">
                  <a:buClr>
                    <a:schemeClr val="tx2"/>
                  </a:buClr>
                  <a:buSzPct val="100000"/>
                  <a:defRPr sz="1400" baseline="0">
                    <a:latin typeface="+mn-lt"/>
                  </a:defRPr>
                </a:lvl1pPr>
                <a:lvl2pPr marL="193675" lvl="1" indent="-192088" defTabSz="895350" eaLnBrk="1" latinLnBrk="0" hangingPunct="1">
                  <a:buClr>
                    <a:schemeClr val="tx2"/>
                  </a:buClr>
                  <a:buSzPct val="125000"/>
                  <a:buFont typeface="Arial" charset="0"/>
                  <a:buChar char="▪"/>
                  <a:defRPr sz="1400" baseline="0">
                    <a:latin typeface="+mn-lt"/>
                  </a:defRPr>
                </a:lvl2pPr>
                <a:lvl3pPr marL="457200" lvl="2" indent="-261938" defTabSz="895350" eaLnBrk="1" latinLnBrk="0" hangingPunct="1">
                  <a:buClr>
                    <a:schemeClr val="tx2"/>
                  </a:buClr>
                  <a:buSzPct val="120000"/>
                  <a:buFont typeface="Arial" charset="0"/>
                  <a:buChar char="–"/>
                  <a:defRPr sz="1400" baseline="0">
                    <a:latin typeface="+mn-lt"/>
                  </a:defRPr>
                </a:lvl3pPr>
                <a:lvl4pPr marL="614363" lvl="3" indent="-155575" defTabSz="895350" eaLnBrk="1" latinLnBrk="0" hangingPunct="1">
                  <a:buClr>
                    <a:schemeClr val="tx2"/>
                  </a:buClr>
                  <a:buSzPct val="120000"/>
                  <a:buFont typeface="Arial" charset="0"/>
                  <a:buChar char="▫"/>
                  <a:defRPr sz="1400" baseline="0">
                    <a:latin typeface="+mn-lt"/>
                  </a:defRPr>
                </a:lvl4pPr>
                <a:lvl5pPr marL="749808" lvl="4" indent="-130175" defTabSz="895350" eaLnBrk="1" latinLnBrk="0" hangingPunct="1">
                  <a:buClr>
                    <a:schemeClr val="tx2"/>
                  </a:buClr>
                  <a:buSzPct val="89000"/>
                  <a:buFont typeface="Arial" charset="0"/>
                  <a:buChar char="-"/>
                  <a:defRPr sz="1400" baseline="0">
                    <a:latin typeface="+mn-lt"/>
                  </a:defRPr>
                </a:lvl5pPr>
                <a:lvl6pPr marL="749808" indent="-130175" defTabSz="89535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baseline="0">
                    <a:latin typeface="+mn-lt"/>
                  </a:defRPr>
                </a:lvl6pPr>
                <a:lvl7pPr marL="749808" indent="-130175" defTabSz="89535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baseline="0">
                    <a:latin typeface="+mn-lt"/>
                  </a:defRPr>
                </a:lvl7pPr>
                <a:lvl8pPr marL="749808" indent="-130175" defTabSz="89535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baseline="0">
                    <a:latin typeface="+mn-lt"/>
                  </a:defRPr>
                </a:lvl8pPr>
                <a:lvl9pPr marL="749808" indent="-130175" defTabSz="89535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baseline="0">
                    <a:latin typeface="+mn-lt"/>
                  </a:defRPr>
                </a:lvl9pPr>
              </a:lstStyle>
              <a:p>
                <a:pPr marL="1587" lvl="1" indent="0" algn="ctr" defTabSz="895341">
                  <a:spcBef>
                    <a:spcPts val="600"/>
                  </a:spcBef>
                  <a:buClr>
                    <a:srgbClr val="FFFFFF"/>
                  </a:buClr>
                  <a:buSzPct val="100000"/>
                  <a:buNone/>
                  <a:defRPr/>
                </a:pPr>
                <a:r>
                  <a:rPr lang="en-US" sz="3600" b="1" dirty="0">
                    <a:solidFill>
                      <a:srgbClr val="003C88"/>
                    </a:solidFill>
                    <a:latin typeface="+mj-lt"/>
                  </a:rPr>
                  <a:t>CONSENSUS</a:t>
                </a:r>
              </a:p>
            </p:txBody>
          </p:sp>
          <p:sp>
            <p:nvSpPr>
              <p:cNvPr id="42" name="Text 86">
                <a:extLst>
                  <a:ext uri="{FF2B5EF4-FFF2-40B4-BE49-F238E27FC236}">
                    <a16:creationId xmlns:a16="http://schemas.microsoft.com/office/drawing/2014/main" id="{79E5104D-0E82-6084-A740-83A91524EFD2}"/>
                  </a:ext>
                </a:extLst>
              </p:cNvPr>
              <p:cNvSpPr/>
              <p:nvPr/>
            </p:nvSpPr>
            <p:spPr>
              <a:xfrm>
                <a:off x="3973625" y="3334857"/>
                <a:ext cx="1478357" cy="4881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chemeClr val="bg2">
                        <a:lumMod val="50000"/>
                      </a:schemeClr>
                    </a:solidFill>
                  </a:rPr>
                  <a:t>multiple Stakeholders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BE27B22-431A-E3F2-A382-DA9CD905AEBD}"/>
                </a:ext>
              </a:extLst>
            </p:cNvPr>
            <p:cNvGrpSpPr/>
            <p:nvPr/>
          </p:nvGrpSpPr>
          <p:grpSpPr>
            <a:xfrm>
              <a:off x="14997980" y="25598881"/>
              <a:ext cx="1612150" cy="670145"/>
              <a:chOff x="6006380" y="3108712"/>
              <a:chExt cx="1612150" cy="670145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8334E5-5221-70AF-0748-A68FBA2A4201}"/>
                  </a:ext>
                </a:extLst>
              </p:cNvPr>
              <p:cNvSpPr txBox="1">
                <a:spLocks/>
              </p:cNvSpPr>
              <p:nvPr>
                <p:custDataLst>
                  <p:tags r:id="rId3"/>
                </p:custDataLst>
              </p:nvPr>
            </p:nvSpPr>
            <p:spPr>
              <a:xfrm>
                <a:off x="6036237" y="3108712"/>
                <a:ext cx="1514641" cy="184666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square" lIns="0" tIns="0" rIns="0" bIns="0" rtlCol="0" anchor="b" anchorCtr="0">
                <a:noAutofit/>
              </a:bodyPr>
              <a:lstStyle>
                <a:lvl1pPr marL="0" lvl="0" indent="0" defTabSz="895350" eaLnBrk="1" latinLnBrk="0" hangingPunct="1">
                  <a:buClr>
                    <a:schemeClr val="tx2"/>
                  </a:buClr>
                  <a:buSzPct val="100000"/>
                  <a:defRPr sz="1400" baseline="0">
                    <a:latin typeface="+mn-lt"/>
                  </a:defRPr>
                </a:lvl1pPr>
                <a:lvl2pPr marL="193675" lvl="1" indent="-192088" defTabSz="895350" eaLnBrk="1" latinLnBrk="0" hangingPunct="1">
                  <a:buClr>
                    <a:schemeClr val="tx2"/>
                  </a:buClr>
                  <a:buSzPct val="125000"/>
                  <a:buFont typeface="Arial" charset="0"/>
                  <a:buChar char="▪"/>
                  <a:defRPr sz="1400" baseline="0">
                    <a:latin typeface="+mn-lt"/>
                  </a:defRPr>
                </a:lvl2pPr>
                <a:lvl3pPr marL="457200" lvl="2" indent="-261938" defTabSz="895350" eaLnBrk="1" latinLnBrk="0" hangingPunct="1">
                  <a:buClr>
                    <a:schemeClr val="tx2"/>
                  </a:buClr>
                  <a:buSzPct val="120000"/>
                  <a:buFont typeface="Arial" charset="0"/>
                  <a:buChar char="–"/>
                  <a:defRPr sz="1400" baseline="0">
                    <a:latin typeface="+mn-lt"/>
                  </a:defRPr>
                </a:lvl3pPr>
                <a:lvl4pPr marL="614363" lvl="3" indent="-155575" defTabSz="895350" eaLnBrk="1" latinLnBrk="0" hangingPunct="1">
                  <a:buClr>
                    <a:schemeClr val="tx2"/>
                  </a:buClr>
                  <a:buSzPct val="120000"/>
                  <a:buFont typeface="Arial" charset="0"/>
                  <a:buChar char="▫"/>
                  <a:defRPr sz="1400" baseline="0">
                    <a:latin typeface="+mn-lt"/>
                  </a:defRPr>
                </a:lvl4pPr>
                <a:lvl5pPr marL="749808" lvl="4" indent="-130175" defTabSz="895350" eaLnBrk="1" latinLnBrk="0" hangingPunct="1">
                  <a:buClr>
                    <a:schemeClr val="tx2"/>
                  </a:buClr>
                  <a:buSzPct val="89000"/>
                  <a:buFont typeface="Arial" charset="0"/>
                  <a:buChar char="-"/>
                  <a:defRPr sz="1400" baseline="0">
                    <a:latin typeface="+mn-lt"/>
                  </a:defRPr>
                </a:lvl5pPr>
                <a:lvl6pPr marL="749808" indent="-130175" defTabSz="89535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baseline="0">
                    <a:latin typeface="+mn-lt"/>
                  </a:defRPr>
                </a:lvl6pPr>
                <a:lvl7pPr marL="749808" indent="-130175" defTabSz="89535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baseline="0">
                    <a:latin typeface="+mn-lt"/>
                  </a:defRPr>
                </a:lvl7pPr>
                <a:lvl8pPr marL="749808" indent="-130175" defTabSz="89535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baseline="0">
                    <a:latin typeface="+mn-lt"/>
                  </a:defRPr>
                </a:lvl8pPr>
                <a:lvl9pPr marL="749808" indent="-130175" defTabSz="89535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baseline="0">
                    <a:latin typeface="+mn-lt"/>
                  </a:defRPr>
                </a:lvl9pPr>
              </a:lstStyle>
              <a:p>
                <a:pPr marL="1587" marR="0" lvl="1" indent="0" algn="ctr" defTabSz="895341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FFFFFF"/>
                  </a:buClr>
                  <a:buSzPct val="100000"/>
                  <a:buFont typeface="Arial" charset="0"/>
                  <a:buNone/>
                  <a:tabLst/>
                  <a:defRPr/>
                </a:pPr>
                <a:r>
                  <a:rPr lang="en-US" sz="3600" b="1">
                    <a:solidFill>
                      <a:srgbClr val="003C88"/>
                    </a:solidFill>
                    <a:latin typeface="+mj-lt"/>
                  </a:rPr>
                  <a:t>RESOURCES</a:t>
                </a:r>
              </a:p>
            </p:txBody>
          </p:sp>
          <p:sp>
            <p:nvSpPr>
              <p:cNvPr id="45" name="Text 89">
                <a:extLst>
                  <a:ext uri="{FF2B5EF4-FFF2-40B4-BE49-F238E27FC236}">
                    <a16:creationId xmlns:a16="http://schemas.microsoft.com/office/drawing/2014/main" id="{59080BF1-793F-3DE9-1CCB-6DCEAFD865D7}"/>
                  </a:ext>
                </a:extLst>
              </p:cNvPr>
              <p:cNvSpPr/>
              <p:nvPr/>
            </p:nvSpPr>
            <p:spPr>
              <a:xfrm>
                <a:off x="6006380" y="3290748"/>
                <a:ext cx="1612150" cy="4881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defTabSz="914400">
                  <a:defRPr/>
                </a:pPr>
                <a:r>
                  <a:rPr lang="en-US" sz="3600" dirty="0">
                    <a:solidFill>
                      <a:schemeClr val="bg2">
                        <a:lumMod val="50000"/>
                      </a:schemeClr>
                    </a:solidFill>
                  </a:rPr>
                  <a:t>short timelines, budget &amp; people</a:t>
                </a:r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BB0E1CE-334E-7F4F-6991-025CC8539FEC}"/>
                </a:ext>
              </a:extLst>
            </p:cNvPr>
            <p:cNvSpPr/>
            <p:nvPr/>
          </p:nvSpPr>
          <p:spPr>
            <a:xfrm>
              <a:off x="10229579" y="24895889"/>
              <a:ext cx="516849" cy="1982398"/>
            </a:xfrm>
            <a:prstGeom prst="ellipse">
              <a:avLst/>
            </a:prstGeom>
            <a:pattFill prst="pct70">
              <a:fgClr>
                <a:schemeClr val="accent2">
                  <a:lumMod val="60000"/>
                  <a:lumOff val="40000"/>
                </a:schemeClr>
              </a:fgClr>
              <a:bgClr>
                <a:schemeClr val="bg1"/>
              </a:bgClr>
            </a:patt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hellMedium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B0188C2-DDD4-EF8A-7B32-6D404690E1EA}"/>
                </a:ext>
              </a:extLst>
            </p:cNvPr>
            <p:cNvSpPr/>
            <p:nvPr/>
          </p:nvSpPr>
          <p:spPr>
            <a:xfrm>
              <a:off x="16770883" y="25544281"/>
              <a:ext cx="248985" cy="681945"/>
            </a:xfrm>
            <a:prstGeom prst="ellipse">
              <a:avLst/>
            </a:prstGeom>
            <a:solidFill>
              <a:schemeClr val="accent5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hellMedium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AE39C36-8C39-A9ED-77FE-748F6AB9F737}"/>
                </a:ext>
              </a:extLst>
            </p:cNvPr>
            <p:cNvSpPr/>
            <p:nvPr/>
          </p:nvSpPr>
          <p:spPr>
            <a:xfrm>
              <a:off x="12402396" y="25108505"/>
              <a:ext cx="443688" cy="1544912"/>
            </a:xfrm>
            <a:prstGeom prst="ellipse">
              <a:avLst/>
            </a:prstGeom>
            <a:pattFill prst="pct70">
              <a:fgClr>
                <a:schemeClr val="accent1"/>
              </a:fgClr>
              <a:bgClr>
                <a:schemeClr val="bg1"/>
              </a:bgClr>
            </a:patt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hellMedium"/>
                <a:ea typeface="+mn-ea"/>
                <a:cs typeface="+mn-cs"/>
              </a:endParaRPr>
            </a:p>
          </p:txBody>
        </p:sp>
      </p:grpSp>
      <p:sp>
        <p:nvSpPr>
          <p:cNvPr id="170" name="Text 10">
            <a:extLst>
              <a:ext uri="{FF2B5EF4-FFF2-40B4-BE49-F238E27FC236}">
                <a16:creationId xmlns:a16="http://schemas.microsoft.com/office/drawing/2014/main" id="{C6D5BAA8-0C5C-B1CD-2DE2-E20B73E732E5}"/>
              </a:ext>
            </a:extLst>
          </p:cNvPr>
          <p:cNvSpPr/>
          <p:nvPr/>
        </p:nvSpPr>
        <p:spPr>
          <a:xfrm>
            <a:off x="1937345" y="11256265"/>
            <a:ext cx="14917873" cy="838800"/>
          </a:xfrm>
          <a:prstGeom prst="rect">
            <a:avLst/>
          </a:prstGeom>
          <a:solidFill>
            <a:srgbClr val="23384D"/>
          </a:solidFill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algn="ctr">
              <a:lnSpc>
                <a:spcPct val="113000"/>
              </a:lnSpc>
              <a:spcAft>
                <a:spcPts val="60"/>
              </a:spcAft>
            </a:pPr>
            <a:r>
              <a:rPr lang="en-US" sz="5400" b="1" u="none" dirty="0">
                <a:solidFill>
                  <a:srgbClr val="FFFFFF"/>
                </a:solidFill>
                <a:latin typeface="Aptos Display"/>
              </a:rPr>
              <a:t>1. CHALLENGE | OPPORTUNITY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6B11402-E7E0-B7CC-13F3-E05A4BCD5BEC}"/>
              </a:ext>
            </a:extLst>
          </p:cNvPr>
          <p:cNvSpPr txBox="1"/>
          <p:nvPr/>
        </p:nvSpPr>
        <p:spPr>
          <a:xfrm>
            <a:off x="1937346" y="18843749"/>
            <a:ext cx="5837664" cy="838087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13000"/>
              </a:lnSpc>
              <a:spcAft>
                <a:spcPts val="60"/>
              </a:spcAft>
            </a:pPr>
            <a:r>
              <a:rPr lang="en-GB" sz="5400" b="1" u="none" dirty="0">
                <a:solidFill>
                  <a:srgbClr val="23384D"/>
                </a:solidFill>
                <a:latin typeface="Aptos Display"/>
              </a:rPr>
              <a:t>4. ENABLERS</a:t>
            </a: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376FADC-2591-59A5-7253-4A16AC3397F1}"/>
              </a:ext>
            </a:extLst>
          </p:cNvPr>
          <p:cNvGrpSpPr/>
          <p:nvPr/>
        </p:nvGrpSpPr>
        <p:grpSpPr>
          <a:xfrm>
            <a:off x="1777764" y="20501609"/>
            <a:ext cx="6035318" cy="5165871"/>
            <a:chOff x="915479" y="24936172"/>
            <a:chExt cx="9449269" cy="7270204"/>
          </a:xfrm>
        </p:grpSpPr>
        <p:sp>
          <p:nvSpPr>
            <p:cNvPr id="174" name="Freeform 33">
              <a:extLst>
                <a:ext uri="{FF2B5EF4-FFF2-40B4-BE49-F238E27FC236}">
                  <a16:creationId xmlns:a16="http://schemas.microsoft.com/office/drawing/2014/main" id="{9CAE52F3-7E5B-D432-881D-88E932F29479}"/>
                </a:ext>
              </a:extLst>
            </p:cNvPr>
            <p:cNvSpPr>
              <a:spLocks/>
            </p:cNvSpPr>
            <p:nvPr/>
          </p:nvSpPr>
          <p:spPr>
            <a:xfrm>
              <a:off x="1541129" y="24936172"/>
              <a:ext cx="8823619" cy="7270204"/>
            </a:xfrm>
            <a:custGeom>
              <a:avLst/>
              <a:gdLst>
                <a:gd name="connsiteX0" fmla="*/ 1296567 w 5148033"/>
                <a:gd name="connsiteY0" fmla="*/ 0 h 4958438"/>
                <a:gd name="connsiteX1" fmla="*/ 5148033 w 5148033"/>
                <a:gd name="connsiteY1" fmla="*/ 3851466 h 4958438"/>
                <a:gd name="connsiteX2" fmla="*/ 5069785 w 5148033"/>
                <a:gd name="connsiteY2" fmla="*/ 4627671 h 4958438"/>
                <a:gd name="connsiteX3" fmla="*/ 4984736 w 5148033"/>
                <a:gd name="connsiteY3" fmla="*/ 4958438 h 4958438"/>
                <a:gd name="connsiteX4" fmla="*/ 0 w 5148033"/>
                <a:gd name="connsiteY4" fmla="*/ 4958438 h 4958438"/>
                <a:gd name="connsiteX5" fmla="*/ 0 w 5148033"/>
                <a:gd name="connsiteY5" fmla="*/ 228516 h 4958438"/>
                <a:gd name="connsiteX6" fmla="*/ 151259 w 5148033"/>
                <a:gd name="connsiteY6" fmla="*/ 173154 h 4958438"/>
                <a:gd name="connsiteX7" fmla="*/ 1296567 w 5148033"/>
                <a:gd name="connsiteY7" fmla="*/ 0 h 495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48033" h="4958438">
                  <a:moveTo>
                    <a:pt x="1296567" y="0"/>
                  </a:moveTo>
                  <a:cubicBezTo>
                    <a:pt x="3423673" y="0"/>
                    <a:pt x="5148033" y="1724360"/>
                    <a:pt x="5148033" y="3851466"/>
                  </a:cubicBezTo>
                  <a:cubicBezTo>
                    <a:pt x="5148033" y="4117355"/>
                    <a:pt x="5121090" y="4376950"/>
                    <a:pt x="5069785" y="4627671"/>
                  </a:cubicBezTo>
                  <a:lnTo>
                    <a:pt x="4984736" y="4958438"/>
                  </a:lnTo>
                  <a:lnTo>
                    <a:pt x="0" y="4958438"/>
                  </a:lnTo>
                  <a:lnTo>
                    <a:pt x="0" y="228516"/>
                  </a:lnTo>
                  <a:lnTo>
                    <a:pt x="151259" y="173154"/>
                  </a:lnTo>
                  <a:cubicBezTo>
                    <a:pt x="513061" y="60622"/>
                    <a:pt x="897735" y="0"/>
                    <a:pt x="1296567" y="0"/>
                  </a:cubicBezTo>
                  <a:close/>
                </a:path>
              </a:pathLst>
            </a:custGeom>
            <a:solidFill>
              <a:schemeClr val="bg2"/>
            </a:solidFill>
            <a:ln w="635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7064" tIns="113532" rIns="227064" bIns="11353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22863"/>
            </a:p>
          </p:txBody>
        </p:sp>
        <p:sp>
          <p:nvSpPr>
            <p:cNvPr id="175" name="Freeform 31">
              <a:extLst>
                <a:ext uri="{FF2B5EF4-FFF2-40B4-BE49-F238E27FC236}">
                  <a16:creationId xmlns:a16="http://schemas.microsoft.com/office/drawing/2014/main" id="{2303DD2D-3FC5-9036-2D58-6201CEB5176F}"/>
                </a:ext>
              </a:extLst>
            </p:cNvPr>
            <p:cNvSpPr>
              <a:spLocks/>
            </p:cNvSpPr>
            <p:nvPr/>
          </p:nvSpPr>
          <p:spPr>
            <a:xfrm>
              <a:off x="1541132" y="26752824"/>
              <a:ext cx="6496737" cy="5451959"/>
            </a:xfrm>
            <a:custGeom>
              <a:avLst/>
              <a:gdLst>
                <a:gd name="connsiteX0" fmla="*/ 1304660 w 4239682"/>
                <a:gd name="connsiteY0" fmla="*/ 0 h 3969166"/>
                <a:gd name="connsiteX1" fmla="*/ 4239682 w 4239682"/>
                <a:gd name="connsiteY1" fmla="*/ 2935022 h 3969166"/>
                <a:gd name="connsiteX2" fmla="*/ 4107730 w 4239682"/>
                <a:gd name="connsiteY2" fmla="*/ 3807808 h 3969166"/>
                <a:gd name="connsiteX3" fmla="*/ 4048672 w 4239682"/>
                <a:gd name="connsiteY3" fmla="*/ 3969166 h 3969166"/>
                <a:gd name="connsiteX4" fmla="*/ 0 w 4239682"/>
                <a:gd name="connsiteY4" fmla="*/ 3969166 h 3969166"/>
                <a:gd name="connsiteX5" fmla="*/ 0 w 4239682"/>
                <a:gd name="connsiteY5" fmla="*/ 308793 h 3969166"/>
                <a:gd name="connsiteX6" fmla="*/ 162217 w 4239682"/>
                <a:gd name="connsiteY6" fmla="*/ 230649 h 3969166"/>
                <a:gd name="connsiteX7" fmla="*/ 1304660 w 4239682"/>
                <a:gd name="connsiteY7" fmla="*/ 0 h 396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39682" h="3969166">
                  <a:moveTo>
                    <a:pt x="1304660" y="0"/>
                  </a:moveTo>
                  <a:cubicBezTo>
                    <a:pt x="2925628" y="0"/>
                    <a:pt x="4239682" y="1314054"/>
                    <a:pt x="4239682" y="2935022"/>
                  </a:cubicBezTo>
                  <a:cubicBezTo>
                    <a:pt x="4239682" y="3238954"/>
                    <a:pt x="4193485" y="3532095"/>
                    <a:pt x="4107730" y="3807808"/>
                  </a:cubicBezTo>
                  <a:lnTo>
                    <a:pt x="4048672" y="3969166"/>
                  </a:lnTo>
                  <a:lnTo>
                    <a:pt x="0" y="3969166"/>
                  </a:lnTo>
                  <a:lnTo>
                    <a:pt x="0" y="308793"/>
                  </a:lnTo>
                  <a:lnTo>
                    <a:pt x="162217" y="230649"/>
                  </a:lnTo>
                  <a:cubicBezTo>
                    <a:pt x="513358" y="82129"/>
                    <a:pt x="899418" y="0"/>
                    <a:pt x="1304660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635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7064" tIns="113532" rIns="227064" bIns="11353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000" dirty="0">
                <a:solidFill>
                  <a:schemeClr val="bg1"/>
                </a:solidFill>
              </a:endParaRPr>
            </a:p>
          </p:txBody>
        </p:sp>
        <p:sp>
          <p:nvSpPr>
            <p:cNvPr id="176" name="Freeform 29">
              <a:extLst>
                <a:ext uri="{FF2B5EF4-FFF2-40B4-BE49-F238E27FC236}">
                  <a16:creationId xmlns:a16="http://schemas.microsoft.com/office/drawing/2014/main" id="{771B4A0C-AD85-7A3C-7A37-D75249325A84}"/>
                </a:ext>
              </a:extLst>
            </p:cNvPr>
            <p:cNvSpPr>
              <a:spLocks/>
            </p:cNvSpPr>
            <p:nvPr/>
          </p:nvSpPr>
          <p:spPr>
            <a:xfrm>
              <a:off x="1541135" y="29018436"/>
              <a:ext cx="4167141" cy="3167971"/>
            </a:xfrm>
            <a:custGeom>
              <a:avLst/>
              <a:gdLst>
                <a:gd name="connsiteX0" fmla="*/ 1223740 w 3123978"/>
                <a:gd name="connsiteY0" fmla="*/ 0 h 2910106"/>
                <a:gd name="connsiteX1" fmla="*/ 3123978 w 3123978"/>
                <a:gd name="connsiteY1" fmla="*/ 1900238 h 2910106"/>
                <a:gd name="connsiteX2" fmla="*/ 2894630 w 3123978"/>
                <a:gd name="connsiteY2" fmla="*/ 2806004 h 2910106"/>
                <a:gd name="connsiteX3" fmla="*/ 2831386 w 3123978"/>
                <a:gd name="connsiteY3" fmla="*/ 2910106 h 2910106"/>
                <a:gd name="connsiteX4" fmla="*/ 0 w 3123978"/>
                <a:gd name="connsiteY4" fmla="*/ 2910106 h 2910106"/>
                <a:gd name="connsiteX5" fmla="*/ 0 w 3123978"/>
                <a:gd name="connsiteY5" fmla="*/ 447567 h 2910106"/>
                <a:gd name="connsiteX6" fmla="*/ 15012 w 3123978"/>
                <a:gd name="connsiteY6" fmla="*/ 433923 h 2910106"/>
                <a:gd name="connsiteX7" fmla="*/ 1223740 w 3123978"/>
                <a:gd name="connsiteY7" fmla="*/ 0 h 2910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3978" h="2910106">
                  <a:moveTo>
                    <a:pt x="1223740" y="0"/>
                  </a:moveTo>
                  <a:cubicBezTo>
                    <a:pt x="2273212" y="0"/>
                    <a:pt x="3123978" y="850766"/>
                    <a:pt x="3123978" y="1900238"/>
                  </a:cubicBezTo>
                  <a:cubicBezTo>
                    <a:pt x="3123978" y="2228198"/>
                    <a:pt x="3040896" y="2536753"/>
                    <a:pt x="2894630" y="2806004"/>
                  </a:cubicBezTo>
                  <a:lnTo>
                    <a:pt x="2831386" y="2910106"/>
                  </a:lnTo>
                  <a:lnTo>
                    <a:pt x="0" y="2910106"/>
                  </a:lnTo>
                  <a:lnTo>
                    <a:pt x="0" y="447567"/>
                  </a:lnTo>
                  <a:lnTo>
                    <a:pt x="15012" y="433923"/>
                  </a:lnTo>
                  <a:cubicBezTo>
                    <a:pt x="343486" y="162842"/>
                    <a:pt x="764596" y="0"/>
                    <a:pt x="122374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rnd">
              <a:noFill/>
              <a:prstDash val="sysDot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99126" tIns="99562" rIns="199126" bIns="9956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2270638">
                <a:lnSpc>
                  <a:spcPct val="90000"/>
                </a:lnSpc>
                <a:spcAft>
                  <a:spcPts val="2178"/>
                </a:spcAft>
                <a:defRPr/>
              </a:pPr>
              <a:endParaRPr lang="en-US" sz="3000">
                <a:solidFill>
                  <a:prstClr val="black"/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A521272D-FAED-621C-DD9C-F7DCDF53539A}"/>
                </a:ext>
              </a:extLst>
            </p:cNvPr>
            <p:cNvSpPr txBox="1"/>
            <p:nvPr/>
          </p:nvSpPr>
          <p:spPr>
            <a:xfrm rot="2845495">
              <a:off x="4605157" y="27543128"/>
              <a:ext cx="4169213" cy="9667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prstTxWarp prst="textArchUp">
                <a:avLst/>
              </a:prstTxWarp>
              <a:no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>
                <a:lnSpc>
                  <a:spcPct val="113000"/>
                </a:lnSpc>
                <a:spcAft>
                  <a:spcPts val="60"/>
                </a:spcAft>
              </a:pPr>
              <a:r>
                <a:rPr lang="en-GB" sz="3200" b="1" dirty="0">
                  <a:solidFill>
                    <a:schemeClr val="bg2">
                      <a:lumMod val="25000"/>
                    </a:schemeClr>
                  </a:solidFill>
                </a:rPr>
                <a:t>Thorough</a:t>
              </a:r>
            </a:p>
            <a:p>
              <a:pPr algn="ctr">
                <a:lnSpc>
                  <a:spcPct val="113000"/>
                </a:lnSpc>
                <a:spcAft>
                  <a:spcPts val="60"/>
                </a:spcAft>
              </a:pPr>
              <a:r>
                <a:rPr lang="en-GB" sz="3200" b="1" dirty="0">
                  <a:solidFill>
                    <a:schemeClr val="bg2">
                      <a:lumMod val="25000"/>
                    </a:schemeClr>
                  </a:solidFill>
                </a:rPr>
                <a:t>PLANNING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178BA37-9167-4EFA-7496-703E8677DC08}"/>
                </a:ext>
              </a:extLst>
            </p:cNvPr>
            <p:cNvSpPr txBox="1"/>
            <p:nvPr/>
          </p:nvSpPr>
          <p:spPr>
            <a:xfrm rot="2517926">
              <a:off x="3496738" y="28997922"/>
              <a:ext cx="2929636" cy="9505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prstTxWarp prst="textArchUp">
                <a:avLst/>
              </a:prstTxWarp>
              <a:noAutofit/>
            </a:bodyPr>
            <a:lstStyle/>
            <a:p>
              <a:pPr algn="ctr">
                <a:lnSpc>
                  <a:spcPct val="113000"/>
                </a:lnSpc>
                <a:spcAft>
                  <a:spcPts val="60"/>
                </a:spcAft>
              </a:pPr>
              <a:r>
                <a:rPr lang="en-GB" sz="3200" b="1" dirty="0">
                  <a:solidFill>
                    <a:schemeClr val="bg2">
                      <a:lumMod val="25000"/>
                    </a:schemeClr>
                  </a:solidFill>
                </a:rPr>
                <a:t>In-House</a:t>
              </a:r>
            </a:p>
            <a:p>
              <a:pPr algn="ctr">
                <a:lnSpc>
                  <a:spcPct val="113000"/>
                </a:lnSpc>
                <a:spcAft>
                  <a:spcPts val="60"/>
                </a:spcAft>
              </a:pPr>
              <a:r>
                <a:rPr lang="en-GB" sz="3200" b="1" dirty="0">
                  <a:solidFill>
                    <a:schemeClr val="bg2">
                      <a:lumMod val="25000"/>
                    </a:schemeClr>
                  </a:solidFill>
                </a:rPr>
                <a:t>CAPABILITIES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AF5FBEEB-A3E9-1893-72D1-D557F08565A2}"/>
                </a:ext>
              </a:extLst>
            </p:cNvPr>
            <p:cNvSpPr txBox="1"/>
            <p:nvPr/>
          </p:nvSpPr>
          <p:spPr>
            <a:xfrm rot="2385483">
              <a:off x="915479" y="30585027"/>
              <a:ext cx="4699279" cy="961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prstTxWarp prst="textArchUp">
                <a:avLst/>
              </a:prstTxWarp>
              <a:noAutofit/>
            </a:bodyPr>
            <a:lstStyle/>
            <a:p>
              <a:pPr algn="ctr">
                <a:lnSpc>
                  <a:spcPct val="113000"/>
                </a:lnSpc>
                <a:spcAft>
                  <a:spcPts val="60"/>
                </a:spcAft>
              </a:pPr>
              <a:r>
                <a:rPr lang="en-GB" sz="3200" b="1" dirty="0">
                  <a:solidFill>
                    <a:schemeClr val="bg2">
                      <a:lumMod val="25000"/>
                    </a:schemeClr>
                  </a:solidFill>
                </a:rPr>
                <a:t>Strong</a:t>
              </a:r>
            </a:p>
            <a:p>
              <a:pPr algn="ctr">
                <a:lnSpc>
                  <a:spcPct val="113000"/>
                </a:lnSpc>
                <a:spcAft>
                  <a:spcPts val="60"/>
                </a:spcAft>
              </a:pPr>
              <a:r>
                <a:rPr lang="en-GB" sz="3200" b="1" dirty="0">
                  <a:solidFill>
                    <a:schemeClr val="bg2">
                      <a:lumMod val="25000"/>
                    </a:schemeClr>
                  </a:solidFill>
                </a:rPr>
                <a:t>SPONSORSHIP</a:t>
              </a:r>
            </a:p>
          </p:txBody>
        </p:sp>
      </p:grpSp>
      <p:sp>
        <p:nvSpPr>
          <p:cNvPr id="184" name="Text 10">
            <a:extLst>
              <a:ext uri="{FF2B5EF4-FFF2-40B4-BE49-F238E27FC236}">
                <a16:creationId xmlns:a16="http://schemas.microsoft.com/office/drawing/2014/main" id="{133EAE37-E2AA-269A-4B8F-8108A47C2C29}"/>
              </a:ext>
            </a:extLst>
          </p:cNvPr>
          <p:cNvSpPr/>
          <p:nvPr/>
        </p:nvSpPr>
        <p:spPr>
          <a:xfrm>
            <a:off x="20269728" y="11288872"/>
            <a:ext cx="8127401" cy="838800"/>
          </a:xfrm>
          <a:prstGeom prst="rect">
            <a:avLst/>
          </a:prstGeom>
          <a:solidFill>
            <a:srgbClr val="2F7776"/>
          </a:solidFill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algn="ctr">
              <a:lnSpc>
                <a:spcPct val="113000"/>
              </a:lnSpc>
              <a:spcAft>
                <a:spcPts val="60"/>
              </a:spcAft>
            </a:pPr>
            <a:r>
              <a:rPr lang="en-US" sz="5400" b="1" u="none" dirty="0">
                <a:solidFill>
                  <a:srgbClr val="FFFFFF"/>
                </a:solidFill>
                <a:latin typeface="Aptos Display"/>
              </a:rPr>
              <a:t>2. SOLUTION</a:t>
            </a: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66070A4D-C64C-BF8F-1C74-218DD133CCE5}"/>
              </a:ext>
            </a:extLst>
          </p:cNvPr>
          <p:cNvGrpSpPr/>
          <p:nvPr/>
        </p:nvGrpSpPr>
        <p:grpSpPr>
          <a:xfrm>
            <a:off x="1937345" y="29168136"/>
            <a:ext cx="26459785" cy="5835927"/>
            <a:chOff x="1700518" y="28945929"/>
            <a:chExt cx="25594442" cy="5835927"/>
          </a:xfrm>
        </p:grpSpPr>
        <p:sp>
          <p:nvSpPr>
            <p:cNvPr id="210" name="Text 95">
              <a:extLst>
                <a:ext uri="{FF2B5EF4-FFF2-40B4-BE49-F238E27FC236}">
                  <a16:creationId xmlns:a16="http://schemas.microsoft.com/office/drawing/2014/main" id="{D4DAF9F3-C4E8-82F2-26BF-8CEA3F280427}"/>
                </a:ext>
              </a:extLst>
            </p:cNvPr>
            <p:cNvSpPr/>
            <p:nvPr/>
          </p:nvSpPr>
          <p:spPr>
            <a:xfrm>
              <a:off x="21154130" y="31540616"/>
              <a:ext cx="3337560" cy="55828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600" b="1">
                  <a:solidFill>
                    <a:srgbClr val="FFF9E8"/>
                  </a:solidFill>
                  <a:latin typeface="Arial" panose="020B0004020202020204" pitchFamily="34" charset="0"/>
                  <a:ea typeface="Arial" pitchFamily="34" charset="-122"/>
                  <a:cs typeface="Arial" pitchFamily="34" charset="-120"/>
                </a:rPr>
                <a:t>Oct</a:t>
              </a:r>
            </a:p>
            <a:p>
              <a:pPr marL="0" indent="0" algn="ctr">
                <a:buNone/>
              </a:pPr>
              <a:r>
                <a:rPr lang="en-US" sz="3600" b="1">
                  <a:solidFill>
                    <a:srgbClr val="FFF9E8"/>
                  </a:solidFill>
                  <a:latin typeface="Arial" panose="020B0004020202020204" pitchFamily="34" charset="0"/>
                  <a:cs typeface="Arial" pitchFamily="34" charset="-120"/>
                </a:rPr>
                <a:t>GO-Live</a:t>
              </a:r>
              <a:endParaRPr lang="en-US" sz="3600">
                <a:latin typeface="Aptos" panose="020B0004020202020204" pitchFamily="34" charset="0"/>
              </a:endParaRPr>
            </a:p>
          </p:txBody>
        </p:sp>
        <p:sp>
          <p:nvSpPr>
            <p:cNvPr id="211" name="Freihandform: Form 29">
              <a:extLst>
                <a:ext uri="{FF2B5EF4-FFF2-40B4-BE49-F238E27FC236}">
                  <a16:creationId xmlns:a16="http://schemas.microsoft.com/office/drawing/2014/main" id="{D610B635-2B9E-E1C2-1047-DB3621639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518" y="30209944"/>
              <a:ext cx="25594442" cy="4387529"/>
            </a:xfrm>
            <a:custGeom>
              <a:avLst/>
              <a:gdLst>
                <a:gd name="connsiteX0" fmla="*/ 0 w 11804048"/>
                <a:gd name="connsiteY0" fmla="*/ 0 h 4989102"/>
                <a:gd name="connsiteX1" fmla="*/ 2470484 w 11804048"/>
                <a:gd name="connsiteY1" fmla="*/ 0 h 4989102"/>
                <a:gd name="connsiteX2" fmla="*/ 2931171 w 11804048"/>
                <a:gd name="connsiteY2" fmla="*/ 4048 h 4989102"/>
                <a:gd name="connsiteX3" fmla="*/ 6192260 w 11804048"/>
                <a:gd name="connsiteY3" fmla="*/ 249741 h 4989102"/>
                <a:gd name="connsiteX4" fmla="*/ 7564593 w 11804048"/>
                <a:gd name="connsiteY4" fmla="*/ 558199 h 4989102"/>
                <a:gd name="connsiteX5" fmla="*/ 8111411 w 11804048"/>
                <a:gd name="connsiteY5" fmla="*/ 994008 h 4989102"/>
                <a:gd name="connsiteX6" fmla="*/ 7998011 w 11804048"/>
                <a:gd name="connsiteY6" fmla="*/ 1181248 h 4989102"/>
                <a:gd name="connsiteX7" fmla="*/ 7704421 w 11804048"/>
                <a:gd name="connsiteY7" fmla="*/ 1321947 h 4989102"/>
                <a:gd name="connsiteX8" fmla="*/ 6816921 w 11804048"/>
                <a:gd name="connsiteY8" fmla="*/ 1530472 h 4989102"/>
                <a:gd name="connsiteX9" fmla="*/ 5448433 w 11804048"/>
                <a:gd name="connsiteY9" fmla="*/ 2106982 h 4989102"/>
                <a:gd name="connsiteX10" fmla="*/ 5977954 w 11804048"/>
                <a:gd name="connsiteY10" fmla="*/ 2336792 h 4989102"/>
                <a:gd name="connsiteX11" fmla="*/ 7286859 w 11804048"/>
                <a:gd name="connsiteY11" fmla="*/ 2591856 h 4989102"/>
                <a:gd name="connsiteX12" fmla="*/ 9458757 w 11804048"/>
                <a:gd name="connsiteY12" fmla="*/ 3031273 h 4989102"/>
                <a:gd name="connsiteX13" fmla="*/ 11069902 w 11804048"/>
                <a:gd name="connsiteY13" fmla="*/ 3671639 h 4989102"/>
                <a:gd name="connsiteX14" fmla="*/ 11575878 w 11804048"/>
                <a:gd name="connsiteY14" fmla="*/ 4217483 h 4989102"/>
                <a:gd name="connsiteX15" fmla="*/ 11776250 w 11804048"/>
                <a:gd name="connsiteY15" fmla="*/ 4677103 h 4989102"/>
                <a:gd name="connsiteX16" fmla="*/ 11803954 w 11804048"/>
                <a:gd name="connsiteY16" fmla="*/ 4928562 h 4989102"/>
                <a:gd name="connsiteX17" fmla="*/ 11800968 w 11804048"/>
                <a:gd name="connsiteY17" fmla="*/ 4989102 h 4989102"/>
                <a:gd name="connsiteX18" fmla="*/ 9480312 w 11804048"/>
                <a:gd name="connsiteY18" fmla="*/ 4989102 h 4989102"/>
                <a:gd name="connsiteX19" fmla="*/ 9473653 w 11804048"/>
                <a:gd name="connsiteY19" fmla="*/ 4566347 h 4989102"/>
                <a:gd name="connsiteX20" fmla="*/ 9259827 w 11804048"/>
                <a:gd name="connsiteY20" fmla="*/ 4105284 h 4989102"/>
                <a:gd name="connsiteX21" fmla="*/ 8687061 w 11804048"/>
                <a:gd name="connsiteY21" fmla="*/ 3706994 h 4989102"/>
                <a:gd name="connsiteX22" fmla="*/ 6827493 w 11804048"/>
                <a:gd name="connsiteY22" fmla="*/ 3277679 h 4989102"/>
                <a:gd name="connsiteX23" fmla="*/ 4576790 w 11804048"/>
                <a:gd name="connsiteY23" fmla="*/ 2777652 h 4989102"/>
                <a:gd name="connsiteX24" fmla="*/ 3783470 w 11804048"/>
                <a:gd name="connsiteY24" fmla="*/ 2456567 h 4989102"/>
                <a:gd name="connsiteX25" fmla="*/ 3471621 w 11804048"/>
                <a:gd name="connsiteY25" fmla="*/ 2060443 h 4989102"/>
                <a:gd name="connsiteX26" fmla="*/ 4040063 w 11804048"/>
                <a:gd name="connsiteY26" fmla="*/ 1501972 h 4989102"/>
                <a:gd name="connsiteX27" fmla="*/ 5174543 w 11804048"/>
                <a:gd name="connsiteY27" fmla="*/ 1228508 h 4989102"/>
                <a:gd name="connsiteX28" fmla="*/ 6135560 w 11804048"/>
                <a:gd name="connsiteY28" fmla="*/ 891189 h 4989102"/>
                <a:gd name="connsiteX29" fmla="*/ 5983239 w 11804048"/>
                <a:gd name="connsiteY29" fmla="*/ 758787 h 4989102"/>
                <a:gd name="connsiteX30" fmla="*/ 5566157 w 11804048"/>
                <a:gd name="connsiteY30" fmla="*/ 642619 h 4989102"/>
                <a:gd name="connsiteX31" fmla="*/ 4293290 w 11804048"/>
                <a:gd name="connsiteY31" fmla="*/ 475583 h 4989102"/>
                <a:gd name="connsiteX32" fmla="*/ 2483701 w 11804048"/>
                <a:gd name="connsiteY32" fmla="*/ 360056 h 4989102"/>
                <a:gd name="connsiteX33" fmla="*/ 2470484 w 11804048"/>
                <a:gd name="connsiteY33" fmla="*/ 359542 h 4989102"/>
                <a:gd name="connsiteX34" fmla="*/ 2470484 w 11804048"/>
                <a:gd name="connsiteY34" fmla="*/ 360362 h 4989102"/>
                <a:gd name="connsiteX35" fmla="*/ 0 w 11804048"/>
                <a:gd name="connsiteY35" fmla="*/ 360362 h 4989102"/>
                <a:gd name="connsiteX0" fmla="*/ 0 w 11804048"/>
                <a:gd name="connsiteY0" fmla="*/ 0 h 4989102"/>
                <a:gd name="connsiteX1" fmla="*/ 2470484 w 11804048"/>
                <a:gd name="connsiteY1" fmla="*/ 0 h 4989102"/>
                <a:gd name="connsiteX2" fmla="*/ 2931171 w 11804048"/>
                <a:gd name="connsiteY2" fmla="*/ 4048 h 4989102"/>
                <a:gd name="connsiteX3" fmla="*/ 6192260 w 11804048"/>
                <a:gd name="connsiteY3" fmla="*/ 249741 h 4989102"/>
                <a:gd name="connsiteX4" fmla="*/ 7564593 w 11804048"/>
                <a:gd name="connsiteY4" fmla="*/ 558199 h 4989102"/>
                <a:gd name="connsiteX5" fmla="*/ 8111411 w 11804048"/>
                <a:gd name="connsiteY5" fmla="*/ 994008 h 4989102"/>
                <a:gd name="connsiteX6" fmla="*/ 7998011 w 11804048"/>
                <a:gd name="connsiteY6" fmla="*/ 1181248 h 4989102"/>
                <a:gd name="connsiteX7" fmla="*/ 7704421 w 11804048"/>
                <a:gd name="connsiteY7" fmla="*/ 1321947 h 4989102"/>
                <a:gd name="connsiteX8" fmla="*/ 6816921 w 11804048"/>
                <a:gd name="connsiteY8" fmla="*/ 1530472 h 4989102"/>
                <a:gd name="connsiteX9" fmla="*/ 5448433 w 11804048"/>
                <a:gd name="connsiteY9" fmla="*/ 2106982 h 4989102"/>
                <a:gd name="connsiteX10" fmla="*/ 5977954 w 11804048"/>
                <a:gd name="connsiteY10" fmla="*/ 2336792 h 4989102"/>
                <a:gd name="connsiteX11" fmla="*/ 7286859 w 11804048"/>
                <a:gd name="connsiteY11" fmla="*/ 2591856 h 4989102"/>
                <a:gd name="connsiteX12" fmla="*/ 9458757 w 11804048"/>
                <a:gd name="connsiteY12" fmla="*/ 3031273 h 4989102"/>
                <a:gd name="connsiteX13" fmla="*/ 11069902 w 11804048"/>
                <a:gd name="connsiteY13" fmla="*/ 3671639 h 4989102"/>
                <a:gd name="connsiteX14" fmla="*/ 11575878 w 11804048"/>
                <a:gd name="connsiteY14" fmla="*/ 4217483 h 4989102"/>
                <a:gd name="connsiteX15" fmla="*/ 11776250 w 11804048"/>
                <a:gd name="connsiteY15" fmla="*/ 4677103 h 4989102"/>
                <a:gd name="connsiteX16" fmla="*/ 11803954 w 11804048"/>
                <a:gd name="connsiteY16" fmla="*/ 4928562 h 4989102"/>
                <a:gd name="connsiteX17" fmla="*/ 11800968 w 11804048"/>
                <a:gd name="connsiteY17" fmla="*/ 4989102 h 4989102"/>
                <a:gd name="connsiteX18" fmla="*/ 9480312 w 11804048"/>
                <a:gd name="connsiteY18" fmla="*/ 4989102 h 4989102"/>
                <a:gd name="connsiteX19" fmla="*/ 9473653 w 11804048"/>
                <a:gd name="connsiteY19" fmla="*/ 4566347 h 4989102"/>
                <a:gd name="connsiteX20" fmla="*/ 9259827 w 11804048"/>
                <a:gd name="connsiteY20" fmla="*/ 4105284 h 4989102"/>
                <a:gd name="connsiteX21" fmla="*/ 8687061 w 11804048"/>
                <a:gd name="connsiteY21" fmla="*/ 3706994 h 4989102"/>
                <a:gd name="connsiteX22" fmla="*/ 6827493 w 11804048"/>
                <a:gd name="connsiteY22" fmla="*/ 3277679 h 4989102"/>
                <a:gd name="connsiteX23" fmla="*/ 4576790 w 11804048"/>
                <a:gd name="connsiteY23" fmla="*/ 2777652 h 4989102"/>
                <a:gd name="connsiteX24" fmla="*/ 3783470 w 11804048"/>
                <a:gd name="connsiteY24" fmla="*/ 2456567 h 4989102"/>
                <a:gd name="connsiteX25" fmla="*/ 3471621 w 11804048"/>
                <a:gd name="connsiteY25" fmla="*/ 2060443 h 4989102"/>
                <a:gd name="connsiteX26" fmla="*/ 4040063 w 11804048"/>
                <a:gd name="connsiteY26" fmla="*/ 1501972 h 4989102"/>
                <a:gd name="connsiteX27" fmla="*/ 5174543 w 11804048"/>
                <a:gd name="connsiteY27" fmla="*/ 1228508 h 4989102"/>
                <a:gd name="connsiteX28" fmla="*/ 6135560 w 11804048"/>
                <a:gd name="connsiteY28" fmla="*/ 891189 h 4989102"/>
                <a:gd name="connsiteX29" fmla="*/ 5983239 w 11804048"/>
                <a:gd name="connsiteY29" fmla="*/ 758787 h 4989102"/>
                <a:gd name="connsiteX30" fmla="*/ 5566157 w 11804048"/>
                <a:gd name="connsiteY30" fmla="*/ 642619 h 4989102"/>
                <a:gd name="connsiteX31" fmla="*/ 4293290 w 11804048"/>
                <a:gd name="connsiteY31" fmla="*/ 475583 h 4989102"/>
                <a:gd name="connsiteX32" fmla="*/ 2483701 w 11804048"/>
                <a:gd name="connsiteY32" fmla="*/ 360056 h 4989102"/>
                <a:gd name="connsiteX33" fmla="*/ 2470484 w 11804048"/>
                <a:gd name="connsiteY33" fmla="*/ 359542 h 4989102"/>
                <a:gd name="connsiteX34" fmla="*/ 0 w 11804048"/>
                <a:gd name="connsiteY34" fmla="*/ 360362 h 4989102"/>
                <a:gd name="connsiteX35" fmla="*/ 0 w 11804048"/>
                <a:gd name="connsiteY35" fmla="*/ 0 h 4989102"/>
                <a:gd name="connsiteX0" fmla="*/ 0 w 11804048"/>
                <a:gd name="connsiteY0" fmla="*/ 0 h 4989102"/>
                <a:gd name="connsiteX1" fmla="*/ 2470484 w 11804048"/>
                <a:gd name="connsiteY1" fmla="*/ 0 h 4989102"/>
                <a:gd name="connsiteX2" fmla="*/ 2931171 w 11804048"/>
                <a:gd name="connsiteY2" fmla="*/ 4048 h 4989102"/>
                <a:gd name="connsiteX3" fmla="*/ 6192260 w 11804048"/>
                <a:gd name="connsiteY3" fmla="*/ 249741 h 4989102"/>
                <a:gd name="connsiteX4" fmla="*/ 7564593 w 11804048"/>
                <a:gd name="connsiteY4" fmla="*/ 558199 h 4989102"/>
                <a:gd name="connsiteX5" fmla="*/ 8111411 w 11804048"/>
                <a:gd name="connsiteY5" fmla="*/ 994008 h 4989102"/>
                <a:gd name="connsiteX6" fmla="*/ 7998011 w 11804048"/>
                <a:gd name="connsiteY6" fmla="*/ 1181248 h 4989102"/>
                <a:gd name="connsiteX7" fmla="*/ 7704421 w 11804048"/>
                <a:gd name="connsiteY7" fmla="*/ 1321947 h 4989102"/>
                <a:gd name="connsiteX8" fmla="*/ 6816921 w 11804048"/>
                <a:gd name="connsiteY8" fmla="*/ 1530472 h 4989102"/>
                <a:gd name="connsiteX9" fmla="*/ 5448433 w 11804048"/>
                <a:gd name="connsiteY9" fmla="*/ 2106982 h 4989102"/>
                <a:gd name="connsiteX10" fmla="*/ 5977954 w 11804048"/>
                <a:gd name="connsiteY10" fmla="*/ 2336792 h 4989102"/>
                <a:gd name="connsiteX11" fmla="*/ 7286859 w 11804048"/>
                <a:gd name="connsiteY11" fmla="*/ 2591856 h 4989102"/>
                <a:gd name="connsiteX12" fmla="*/ 9458757 w 11804048"/>
                <a:gd name="connsiteY12" fmla="*/ 3031273 h 4989102"/>
                <a:gd name="connsiteX13" fmla="*/ 11069902 w 11804048"/>
                <a:gd name="connsiteY13" fmla="*/ 3671639 h 4989102"/>
                <a:gd name="connsiteX14" fmla="*/ 11575878 w 11804048"/>
                <a:gd name="connsiteY14" fmla="*/ 4217483 h 4989102"/>
                <a:gd name="connsiteX15" fmla="*/ 11776250 w 11804048"/>
                <a:gd name="connsiteY15" fmla="*/ 4677103 h 4989102"/>
                <a:gd name="connsiteX16" fmla="*/ 11803954 w 11804048"/>
                <a:gd name="connsiteY16" fmla="*/ 4928562 h 4989102"/>
                <a:gd name="connsiteX17" fmla="*/ 11800968 w 11804048"/>
                <a:gd name="connsiteY17" fmla="*/ 4989102 h 4989102"/>
                <a:gd name="connsiteX18" fmla="*/ 9480312 w 11804048"/>
                <a:gd name="connsiteY18" fmla="*/ 4989102 h 4989102"/>
                <a:gd name="connsiteX19" fmla="*/ 9473653 w 11804048"/>
                <a:gd name="connsiteY19" fmla="*/ 4566347 h 4989102"/>
                <a:gd name="connsiteX20" fmla="*/ 9259827 w 11804048"/>
                <a:gd name="connsiteY20" fmla="*/ 4105284 h 4989102"/>
                <a:gd name="connsiteX21" fmla="*/ 8687061 w 11804048"/>
                <a:gd name="connsiteY21" fmla="*/ 3706994 h 4989102"/>
                <a:gd name="connsiteX22" fmla="*/ 6827493 w 11804048"/>
                <a:gd name="connsiteY22" fmla="*/ 3277679 h 4989102"/>
                <a:gd name="connsiteX23" fmla="*/ 4576790 w 11804048"/>
                <a:gd name="connsiteY23" fmla="*/ 2777652 h 4989102"/>
                <a:gd name="connsiteX24" fmla="*/ 3783470 w 11804048"/>
                <a:gd name="connsiteY24" fmla="*/ 2456567 h 4989102"/>
                <a:gd name="connsiteX25" fmla="*/ 3471621 w 11804048"/>
                <a:gd name="connsiteY25" fmla="*/ 2060443 h 4989102"/>
                <a:gd name="connsiteX26" fmla="*/ 4040063 w 11804048"/>
                <a:gd name="connsiteY26" fmla="*/ 1501972 h 4989102"/>
                <a:gd name="connsiteX27" fmla="*/ 5174543 w 11804048"/>
                <a:gd name="connsiteY27" fmla="*/ 1228508 h 4989102"/>
                <a:gd name="connsiteX28" fmla="*/ 6135560 w 11804048"/>
                <a:gd name="connsiteY28" fmla="*/ 891189 h 4989102"/>
                <a:gd name="connsiteX29" fmla="*/ 5983239 w 11804048"/>
                <a:gd name="connsiteY29" fmla="*/ 758787 h 4989102"/>
                <a:gd name="connsiteX30" fmla="*/ 5566157 w 11804048"/>
                <a:gd name="connsiteY30" fmla="*/ 642619 h 4989102"/>
                <a:gd name="connsiteX31" fmla="*/ 4293290 w 11804048"/>
                <a:gd name="connsiteY31" fmla="*/ 475583 h 4989102"/>
                <a:gd name="connsiteX32" fmla="*/ 2483701 w 11804048"/>
                <a:gd name="connsiteY32" fmla="*/ 360056 h 4989102"/>
                <a:gd name="connsiteX33" fmla="*/ 0 w 11804048"/>
                <a:gd name="connsiteY33" fmla="*/ 360362 h 4989102"/>
                <a:gd name="connsiteX34" fmla="*/ 0 w 11804048"/>
                <a:gd name="connsiteY34" fmla="*/ 0 h 498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1804048" h="4989102">
                  <a:moveTo>
                    <a:pt x="0" y="0"/>
                  </a:moveTo>
                  <a:lnTo>
                    <a:pt x="2470484" y="0"/>
                  </a:lnTo>
                  <a:lnTo>
                    <a:pt x="2931171" y="4048"/>
                  </a:lnTo>
                  <a:cubicBezTo>
                    <a:pt x="4085463" y="24074"/>
                    <a:pt x="5274428" y="112739"/>
                    <a:pt x="6192260" y="249741"/>
                  </a:cubicBezTo>
                  <a:cubicBezTo>
                    <a:pt x="6778962" y="337047"/>
                    <a:pt x="7240249" y="440949"/>
                    <a:pt x="7564593" y="558199"/>
                  </a:cubicBezTo>
                  <a:cubicBezTo>
                    <a:pt x="7927857" y="689519"/>
                    <a:pt x="8111411" y="835991"/>
                    <a:pt x="8111411" y="994008"/>
                  </a:cubicBezTo>
                  <a:cubicBezTo>
                    <a:pt x="8111411" y="1061833"/>
                    <a:pt x="8073451" y="1124968"/>
                    <a:pt x="7998011" y="1181248"/>
                  </a:cubicBezTo>
                  <a:cubicBezTo>
                    <a:pt x="7931221" y="1231395"/>
                    <a:pt x="7835119" y="1277573"/>
                    <a:pt x="7704421" y="1321947"/>
                  </a:cubicBezTo>
                  <a:cubicBezTo>
                    <a:pt x="7463686" y="1403482"/>
                    <a:pt x="7135499" y="1468059"/>
                    <a:pt x="6816921" y="1530472"/>
                  </a:cubicBezTo>
                  <a:cubicBezTo>
                    <a:pt x="6144209" y="1662875"/>
                    <a:pt x="5448433" y="1798885"/>
                    <a:pt x="5448433" y="2106982"/>
                  </a:cubicBezTo>
                  <a:cubicBezTo>
                    <a:pt x="5448433" y="2175889"/>
                    <a:pt x="5621416" y="2250929"/>
                    <a:pt x="5977954" y="2336792"/>
                  </a:cubicBezTo>
                  <a:cubicBezTo>
                    <a:pt x="6310946" y="2416522"/>
                    <a:pt x="6763105" y="2498056"/>
                    <a:pt x="7286859" y="2591856"/>
                  </a:cubicBezTo>
                  <a:cubicBezTo>
                    <a:pt x="7980232" y="2715960"/>
                    <a:pt x="8765863" y="2857382"/>
                    <a:pt x="9458757" y="3031273"/>
                  </a:cubicBezTo>
                  <a:cubicBezTo>
                    <a:pt x="10260726" y="3233304"/>
                    <a:pt x="10787844" y="3442550"/>
                    <a:pt x="11069902" y="3671639"/>
                  </a:cubicBezTo>
                  <a:cubicBezTo>
                    <a:pt x="11283729" y="3845169"/>
                    <a:pt x="11453829" y="4028800"/>
                    <a:pt x="11575878" y="4217483"/>
                  </a:cubicBezTo>
                  <a:cubicBezTo>
                    <a:pt x="11673902" y="4368284"/>
                    <a:pt x="11741173" y="4523055"/>
                    <a:pt x="11776250" y="4677103"/>
                  </a:cubicBezTo>
                  <a:cubicBezTo>
                    <a:pt x="11798594" y="4775458"/>
                    <a:pt x="11804923" y="4860419"/>
                    <a:pt x="11803954" y="4928562"/>
                  </a:cubicBezTo>
                  <a:lnTo>
                    <a:pt x="11800968" y="4989102"/>
                  </a:lnTo>
                  <a:lnTo>
                    <a:pt x="9480312" y="4989102"/>
                  </a:lnTo>
                  <a:lnTo>
                    <a:pt x="9473653" y="4566347"/>
                  </a:lnTo>
                  <a:cubicBezTo>
                    <a:pt x="9439537" y="4394260"/>
                    <a:pt x="9367941" y="4238769"/>
                    <a:pt x="9259827" y="4105284"/>
                  </a:cubicBezTo>
                  <a:cubicBezTo>
                    <a:pt x="9124323" y="3938248"/>
                    <a:pt x="8931639" y="3804402"/>
                    <a:pt x="8687061" y="3706994"/>
                  </a:cubicBezTo>
                  <a:cubicBezTo>
                    <a:pt x="8322835" y="3562326"/>
                    <a:pt x="7595826" y="3424151"/>
                    <a:pt x="6827493" y="3277679"/>
                  </a:cubicBezTo>
                  <a:cubicBezTo>
                    <a:pt x="6075016" y="3134092"/>
                    <a:pt x="5222113" y="2971746"/>
                    <a:pt x="4576790" y="2777652"/>
                  </a:cubicBezTo>
                  <a:cubicBezTo>
                    <a:pt x="4225538" y="2671946"/>
                    <a:pt x="3966064" y="2566963"/>
                    <a:pt x="3783470" y="2456567"/>
                  </a:cubicBezTo>
                  <a:cubicBezTo>
                    <a:pt x="3576371" y="2331381"/>
                    <a:pt x="3471621" y="2197896"/>
                    <a:pt x="3471621" y="2060443"/>
                  </a:cubicBezTo>
                  <a:cubicBezTo>
                    <a:pt x="3471621" y="1829550"/>
                    <a:pt x="3657577" y="1647001"/>
                    <a:pt x="4040063" y="1501972"/>
                  </a:cubicBezTo>
                  <a:cubicBezTo>
                    <a:pt x="4369210" y="1377145"/>
                    <a:pt x="4796863" y="1298137"/>
                    <a:pt x="5174543" y="1228508"/>
                  </a:cubicBezTo>
                  <a:cubicBezTo>
                    <a:pt x="5690129" y="1133265"/>
                    <a:pt x="6135560" y="1051010"/>
                    <a:pt x="6135560" y="891189"/>
                  </a:cubicBezTo>
                  <a:cubicBezTo>
                    <a:pt x="6135560" y="846093"/>
                    <a:pt x="6084146" y="801718"/>
                    <a:pt x="5983239" y="758787"/>
                  </a:cubicBezTo>
                  <a:cubicBezTo>
                    <a:pt x="5888099" y="718741"/>
                    <a:pt x="5747790" y="679417"/>
                    <a:pt x="5566157" y="642619"/>
                  </a:cubicBezTo>
                  <a:cubicBezTo>
                    <a:pt x="5259112" y="580927"/>
                    <a:pt x="4830979" y="524287"/>
                    <a:pt x="4293290" y="475583"/>
                  </a:cubicBezTo>
                  <a:cubicBezTo>
                    <a:pt x="3491081" y="402662"/>
                    <a:pt x="2680043" y="367859"/>
                    <a:pt x="2483701" y="360056"/>
                  </a:cubicBezTo>
                  <a:lnTo>
                    <a:pt x="0" y="360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DDE1"/>
            </a:solidFill>
            <a:ln w="8890">
              <a:solidFill>
                <a:srgbClr val="BEC8D0"/>
              </a:solidFill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8110"/>
            </a:p>
          </p:txBody>
        </p:sp>
        <p:sp>
          <p:nvSpPr>
            <p:cNvPr id="213" name="Rectangle 3">
              <a:extLst>
                <a:ext uri="{FF2B5EF4-FFF2-40B4-BE49-F238E27FC236}">
                  <a16:creationId xmlns:a16="http://schemas.microsoft.com/office/drawing/2014/main" id="{69A55C7F-7558-4A70-C8FC-025D247F0B45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4401831" y="31525741"/>
              <a:ext cx="4523845" cy="164288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algn="r">
                <a:buClr>
                  <a:srgbClr val="000000"/>
                </a:buClr>
                <a:defRPr/>
              </a:pPr>
              <a:r>
                <a:rPr lang="en-US" sz="3600" dirty="0">
                  <a:solidFill>
                    <a:srgbClr val="23384D"/>
                  </a:solidFill>
                  <a:latin typeface="Arial"/>
                </a:rPr>
                <a:t>FINAL TESTING &amp; COMPLIANCE</a:t>
              </a:r>
            </a:p>
            <a:p>
              <a:pPr algn="r">
                <a:defRPr/>
              </a:pPr>
              <a:r>
                <a:rPr lang="en-US" sz="3476" dirty="0">
                  <a:solidFill>
                    <a:srgbClr val="66717B"/>
                  </a:solidFill>
                  <a:latin typeface="Arial"/>
                </a:rPr>
                <a:t>Aug-Sept</a:t>
              </a:r>
            </a:p>
          </p:txBody>
        </p:sp>
        <p:sp>
          <p:nvSpPr>
            <p:cNvPr id="214" name="Rectangle 3">
              <a:extLst>
                <a:ext uri="{FF2B5EF4-FFF2-40B4-BE49-F238E27FC236}">
                  <a16:creationId xmlns:a16="http://schemas.microsoft.com/office/drawing/2014/main" id="{96C0FD26-D8E1-DE56-7F0D-45FF05AB086D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11649546" y="33307229"/>
              <a:ext cx="4757702" cy="10888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algn="r">
                <a:buClr>
                  <a:srgbClr val="000000"/>
                </a:buClr>
                <a:defRPr/>
              </a:pPr>
              <a:r>
                <a:rPr lang="en-US" sz="3600" dirty="0">
                  <a:solidFill>
                    <a:srgbClr val="23384D"/>
                  </a:solidFill>
                  <a:latin typeface="Arial"/>
                </a:rPr>
                <a:t>ENGAGEMENTS</a:t>
              </a:r>
            </a:p>
            <a:p>
              <a:pPr algn="r">
                <a:defRPr/>
              </a:pPr>
              <a:r>
                <a:rPr lang="en-US" sz="3476" dirty="0">
                  <a:solidFill>
                    <a:srgbClr val="66717B"/>
                  </a:solidFill>
                  <a:latin typeface="Arial"/>
                </a:rPr>
                <a:t>June-July</a:t>
              </a:r>
            </a:p>
          </p:txBody>
        </p:sp>
        <p:sp>
          <p:nvSpPr>
            <p:cNvPr id="215" name="Rectangle 3">
              <a:extLst>
                <a:ext uri="{FF2B5EF4-FFF2-40B4-BE49-F238E27FC236}">
                  <a16:creationId xmlns:a16="http://schemas.microsoft.com/office/drawing/2014/main" id="{93C1A3F6-7199-D741-E55A-B18F2F4EBB40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17337472" y="33692968"/>
              <a:ext cx="4523845" cy="10888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algn="r">
                <a:buClr>
                  <a:srgbClr val="000000"/>
                </a:buClr>
                <a:defRPr/>
              </a:pPr>
              <a:r>
                <a:rPr lang="en-US" sz="3600" dirty="0">
                  <a:solidFill>
                    <a:srgbClr val="23384D"/>
                  </a:solidFill>
                  <a:latin typeface="Arial"/>
                </a:rPr>
                <a:t>IDEA + PROTOTYPE</a:t>
              </a:r>
            </a:p>
            <a:p>
              <a:pPr algn="r">
                <a:defRPr/>
              </a:pPr>
              <a:r>
                <a:rPr lang="en-US" sz="3476" dirty="0">
                  <a:solidFill>
                    <a:srgbClr val="66717B"/>
                  </a:solidFill>
                  <a:latin typeface="Arial"/>
                </a:rPr>
                <a:t>May</a:t>
              </a:r>
            </a:p>
          </p:txBody>
        </p:sp>
        <p:sp>
          <p:nvSpPr>
            <p:cNvPr id="216" name="Freeform 32">
              <a:extLst>
                <a:ext uri="{FF2B5EF4-FFF2-40B4-BE49-F238E27FC236}">
                  <a16:creationId xmlns:a16="http://schemas.microsoft.com/office/drawing/2014/main" id="{ECE4DC42-6374-89AE-72FA-13F478361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4785" y="30668993"/>
              <a:ext cx="943262" cy="1620000"/>
            </a:xfrm>
            <a:custGeom>
              <a:avLst/>
              <a:gdLst>
                <a:gd name="T0" fmla="*/ 590 w 1181"/>
                <a:gd name="T1" fmla="*/ 934 h 1923"/>
                <a:gd name="T2" fmla="*/ 590 w 1181"/>
                <a:gd name="T3" fmla="*/ 934 h 1923"/>
                <a:gd name="T4" fmla="*/ 289 w 1181"/>
                <a:gd name="T5" fmla="*/ 633 h 1923"/>
                <a:gd name="T6" fmla="*/ 289 w 1181"/>
                <a:gd name="T7" fmla="*/ 633 h 1923"/>
                <a:gd name="T8" fmla="*/ 590 w 1181"/>
                <a:gd name="T9" fmla="*/ 332 h 1923"/>
                <a:gd name="T10" fmla="*/ 590 w 1181"/>
                <a:gd name="T11" fmla="*/ 332 h 1923"/>
                <a:gd name="T12" fmla="*/ 891 w 1181"/>
                <a:gd name="T13" fmla="*/ 633 h 1923"/>
                <a:gd name="T14" fmla="*/ 891 w 1181"/>
                <a:gd name="T15" fmla="*/ 633 h 1923"/>
                <a:gd name="T16" fmla="*/ 590 w 1181"/>
                <a:gd name="T17" fmla="*/ 934 h 1923"/>
                <a:gd name="T18" fmla="*/ 590 w 1181"/>
                <a:gd name="T19" fmla="*/ 0 h 1923"/>
                <a:gd name="T20" fmla="*/ 590 w 1181"/>
                <a:gd name="T21" fmla="*/ 0 h 1923"/>
                <a:gd name="T22" fmla="*/ 0 w 1181"/>
                <a:gd name="T23" fmla="*/ 590 h 1923"/>
                <a:gd name="T24" fmla="*/ 0 w 1181"/>
                <a:gd name="T25" fmla="*/ 590 h 1923"/>
                <a:gd name="T26" fmla="*/ 590 w 1181"/>
                <a:gd name="T27" fmla="*/ 1922 h 1923"/>
                <a:gd name="T28" fmla="*/ 590 w 1181"/>
                <a:gd name="T29" fmla="*/ 1922 h 1923"/>
                <a:gd name="T30" fmla="*/ 1180 w 1181"/>
                <a:gd name="T31" fmla="*/ 590 h 1923"/>
                <a:gd name="T32" fmla="*/ 1180 w 1181"/>
                <a:gd name="T33" fmla="*/ 590 h 1923"/>
                <a:gd name="T34" fmla="*/ 590 w 1181"/>
                <a:gd name="T35" fmla="*/ 0 h 1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1" h="1923">
                  <a:moveTo>
                    <a:pt x="590" y="934"/>
                  </a:moveTo>
                  <a:lnTo>
                    <a:pt x="590" y="934"/>
                  </a:lnTo>
                  <a:cubicBezTo>
                    <a:pt x="424" y="934"/>
                    <a:pt x="289" y="799"/>
                    <a:pt x="289" y="633"/>
                  </a:cubicBezTo>
                  <a:lnTo>
                    <a:pt x="289" y="633"/>
                  </a:lnTo>
                  <a:cubicBezTo>
                    <a:pt x="289" y="467"/>
                    <a:pt x="424" y="332"/>
                    <a:pt x="590" y="332"/>
                  </a:cubicBezTo>
                  <a:lnTo>
                    <a:pt x="590" y="332"/>
                  </a:lnTo>
                  <a:cubicBezTo>
                    <a:pt x="756" y="332"/>
                    <a:pt x="891" y="467"/>
                    <a:pt x="891" y="633"/>
                  </a:cubicBezTo>
                  <a:lnTo>
                    <a:pt x="891" y="633"/>
                  </a:lnTo>
                  <a:cubicBezTo>
                    <a:pt x="891" y="799"/>
                    <a:pt x="756" y="934"/>
                    <a:pt x="590" y="934"/>
                  </a:cubicBezTo>
                  <a:close/>
                  <a:moveTo>
                    <a:pt x="590" y="0"/>
                  </a:moveTo>
                  <a:lnTo>
                    <a:pt x="590" y="0"/>
                  </a:lnTo>
                  <a:cubicBezTo>
                    <a:pt x="265" y="0"/>
                    <a:pt x="0" y="265"/>
                    <a:pt x="0" y="590"/>
                  </a:cubicBezTo>
                  <a:lnTo>
                    <a:pt x="0" y="590"/>
                  </a:lnTo>
                  <a:cubicBezTo>
                    <a:pt x="0" y="915"/>
                    <a:pt x="590" y="1922"/>
                    <a:pt x="590" y="1922"/>
                  </a:cubicBezTo>
                  <a:lnTo>
                    <a:pt x="590" y="1922"/>
                  </a:lnTo>
                  <a:cubicBezTo>
                    <a:pt x="590" y="1922"/>
                    <a:pt x="1180" y="915"/>
                    <a:pt x="1180" y="590"/>
                  </a:cubicBezTo>
                  <a:lnTo>
                    <a:pt x="1180" y="590"/>
                  </a:lnTo>
                  <a:cubicBezTo>
                    <a:pt x="1180" y="265"/>
                    <a:pt x="915" y="0"/>
                    <a:pt x="590" y="0"/>
                  </a:cubicBezTo>
                  <a:close/>
                </a:path>
              </a:pathLst>
            </a:custGeom>
            <a:solidFill>
              <a:schemeClr val="accent4"/>
            </a:solidFill>
            <a:ln w="2540">
              <a:solidFill>
                <a:srgbClr val="C34A43"/>
              </a:solidFill>
            </a:ln>
            <a:effectLst/>
          </p:spPr>
          <p:txBody>
            <a:bodyPr wrap="none" anchor="ctr"/>
            <a:lstStyle/>
            <a:p>
              <a:endParaRPr lang="en-US" sz="8110"/>
            </a:p>
          </p:txBody>
        </p:sp>
        <p:pic>
          <p:nvPicPr>
            <p:cNvPr id="217" name="Graphic 216" descr="Flag with solid fill">
              <a:extLst>
                <a:ext uri="{FF2B5EF4-FFF2-40B4-BE49-F238E27FC236}">
                  <a16:creationId xmlns:a16="http://schemas.microsoft.com/office/drawing/2014/main" id="{61417246-2997-234C-25A4-188D701BFB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312406" y="30153968"/>
              <a:ext cx="1260000" cy="1260000"/>
            </a:xfrm>
            <a:prstGeom prst="rect">
              <a:avLst/>
            </a:prstGeom>
          </p:spPr>
        </p:pic>
        <p:sp>
          <p:nvSpPr>
            <p:cNvPr id="218" name="Rectangle 3">
              <a:extLst>
                <a:ext uri="{FF2B5EF4-FFF2-40B4-BE49-F238E27FC236}">
                  <a16:creationId xmlns:a16="http://schemas.microsoft.com/office/drawing/2014/main" id="{BC081B20-A6AB-6540-8169-4E9B80353FA3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19604478" y="30226271"/>
              <a:ext cx="2214928" cy="115044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>
                <a:buClr>
                  <a:srgbClr val="000000"/>
                </a:buClr>
                <a:defRPr/>
              </a:pPr>
              <a:r>
                <a:rPr lang="en-US" sz="4000" b="1" dirty="0">
                  <a:solidFill>
                    <a:srgbClr val="23384D"/>
                  </a:solidFill>
                  <a:latin typeface="Arial"/>
                </a:rPr>
                <a:t>GO-LIVE</a:t>
              </a:r>
            </a:p>
            <a:p>
              <a:pPr>
                <a:defRPr/>
              </a:pPr>
              <a:r>
                <a:rPr lang="en-US" sz="3476" b="1" dirty="0">
                  <a:solidFill>
                    <a:srgbClr val="66717B"/>
                  </a:solidFill>
                  <a:latin typeface="Arial"/>
                </a:rPr>
                <a:t>Oct’25</a:t>
              </a:r>
            </a:p>
          </p:txBody>
        </p:sp>
        <p:sp>
          <p:nvSpPr>
            <p:cNvPr id="219" name="Freeform 3">
              <a:extLst>
                <a:ext uri="{FF2B5EF4-FFF2-40B4-BE49-F238E27FC236}">
                  <a16:creationId xmlns:a16="http://schemas.microsoft.com/office/drawing/2014/main" id="{D40E4202-B937-3492-0E8C-452E6BE9D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9447" y="30370204"/>
              <a:ext cx="18981637" cy="4192063"/>
            </a:xfrm>
            <a:custGeom>
              <a:avLst/>
              <a:gdLst>
                <a:gd name="T0" fmla="*/ 0 w 17184"/>
                <a:gd name="T1" fmla="*/ 0 h 13694"/>
                <a:gd name="T2" fmla="*/ 0 w 17184"/>
                <a:gd name="T3" fmla="*/ 0 h 13694"/>
                <a:gd name="T4" fmla="*/ 9269 w 17184"/>
                <a:gd name="T5" fmla="*/ 1455 h 13694"/>
                <a:gd name="T6" fmla="*/ 9269 w 17184"/>
                <a:gd name="T7" fmla="*/ 1455 h 13694"/>
                <a:gd name="T8" fmla="*/ 4878 w 17184"/>
                <a:gd name="T9" fmla="*/ 4361 h 13694"/>
                <a:gd name="T10" fmla="*/ 4878 w 17184"/>
                <a:gd name="T11" fmla="*/ 4361 h 13694"/>
                <a:gd name="T12" fmla="*/ 10208 w 17184"/>
                <a:gd name="T13" fmla="*/ 7887 h 13694"/>
                <a:gd name="T14" fmla="*/ 10208 w 17184"/>
                <a:gd name="T15" fmla="*/ 7887 h 13694"/>
                <a:gd name="T16" fmla="*/ 17183 w 17184"/>
                <a:gd name="T17" fmla="*/ 13693 h 13694"/>
                <a:gd name="connsiteX0" fmla="*/ 0 w 17163"/>
                <a:gd name="connsiteY0" fmla="*/ 0 h 13323"/>
                <a:gd name="connsiteX1" fmla="*/ 0 w 17163"/>
                <a:gd name="connsiteY1" fmla="*/ 0 h 13323"/>
                <a:gd name="connsiteX2" fmla="*/ 9269 w 17163"/>
                <a:gd name="connsiteY2" fmla="*/ 1455 h 13323"/>
                <a:gd name="connsiteX3" fmla="*/ 9269 w 17163"/>
                <a:gd name="connsiteY3" fmla="*/ 1455 h 13323"/>
                <a:gd name="connsiteX4" fmla="*/ 4878 w 17163"/>
                <a:gd name="connsiteY4" fmla="*/ 4361 h 13323"/>
                <a:gd name="connsiteX5" fmla="*/ 4878 w 17163"/>
                <a:gd name="connsiteY5" fmla="*/ 4361 h 13323"/>
                <a:gd name="connsiteX6" fmla="*/ 10208 w 17163"/>
                <a:gd name="connsiteY6" fmla="*/ 7887 h 13323"/>
                <a:gd name="connsiteX7" fmla="*/ 10208 w 17163"/>
                <a:gd name="connsiteY7" fmla="*/ 7887 h 13323"/>
                <a:gd name="connsiteX8" fmla="*/ 17163 w 17163"/>
                <a:gd name="connsiteY8" fmla="*/ 13323 h 13323"/>
                <a:gd name="connsiteX0" fmla="*/ 0 w 17183"/>
                <a:gd name="connsiteY0" fmla="*/ 0 h 13184"/>
                <a:gd name="connsiteX1" fmla="*/ 0 w 17183"/>
                <a:gd name="connsiteY1" fmla="*/ 0 h 13184"/>
                <a:gd name="connsiteX2" fmla="*/ 9269 w 17183"/>
                <a:gd name="connsiteY2" fmla="*/ 1455 h 13184"/>
                <a:gd name="connsiteX3" fmla="*/ 9269 w 17183"/>
                <a:gd name="connsiteY3" fmla="*/ 1455 h 13184"/>
                <a:gd name="connsiteX4" fmla="*/ 4878 w 17183"/>
                <a:gd name="connsiteY4" fmla="*/ 4361 h 13184"/>
                <a:gd name="connsiteX5" fmla="*/ 4878 w 17183"/>
                <a:gd name="connsiteY5" fmla="*/ 4361 h 13184"/>
                <a:gd name="connsiteX6" fmla="*/ 10208 w 17183"/>
                <a:gd name="connsiteY6" fmla="*/ 7887 h 13184"/>
                <a:gd name="connsiteX7" fmla="*/ 10208 w 17183"/>
                <a:gd name="connsiteY7" fmla="*/ 7887 h 13184"/>
                <a:gd name="connsiteX8" fmla="*/ 17183 w 17183"/>
                <a:gd name="connsiteY8" fmla="*/ 13184 h 13184"/>
                <a:gd name="connsiteX0" fmla="*/ 0 w 17183"/>
                <a:gd name="connsiteY0" fmla="*/ 0 h 13184"/>
                <a:gd name="connsiteX1" fmla="*/ 0 w 17183"/>
                <a:gd name="connsiteY1" fmla="*/ 0 h 13184"/>
                <a:gd name="connsiteX2" fmla="*/ 9269 w 17183"/>
                <a:gd name="connsiteY2" fmla="*/ 1455 h 13184"/>
                <a:gd name="connsiteX3" fmla="*/ 9269 w 17183"/>
                <a:gd name="connsiteY3" fmla="*/ 1455 h 13184"/>
                <a:gd name="connsiteX4" fmla="*/ 4878 w 17183"/>
                <a:gd name="connsiteY4" fmla="*/ 4361 h 13184"/>
                <a:gd name="connsiteX5" fmla="*/ 4878 w 17183"/>
                <a:gd name="connsiteY5" fmla="*/ 4361 h 13184"/>
                <a:gd name="connsiteX6" fmla="*/ 10208 w 17183"/>
                <a:gd name="connsiteY6" fmla="*/ 7887 h 13184"/>
                <a:gd name="connsiteX7" fmla="*/ 10208 w 17183"/>
                <a:gd name="connsiteY7" fmla="*/ 7887 h 13184"/>
                <a:gd name="connsiteX8" fmla="*/ 17183 w 17183"/>
                <a:gd name="connsiteY8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4878 w 17044"/>
                <a:gd name="connsiteY5" fmla="*/ 4361 h 13184"/>
                <a:gd name="connsiteX6" fmla="*/ 10208 w 17044"/>
                <a:gd name="connsiteY6" fmla="*/ 7887 h 13184"/>
                <a:gd name="connsiteX7" fmla="*/ 10208 w 17044"/>
                <a:gd name="connsiteY7" fmla="*/ 7887 h 13184"/>
                <a:gd name="connsiteX8" fmla="*/ 17044 w 17044"/>
                <a:gd name="connsiteY8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4878 w 17044"/>
                <a:gd name="connsiteY5" fmla="*/ 4361 h 13184"/>
                <a:gd name="connsiteX6" fmla="*/ 10208 w 17044"/>
                <a:gd name="connsiteY6" fmla="*/ 7887 h 13184"/>
                <a:gd name="connsiteX7" fmla="*/ 10218 w 17044"/>
                <a:gd name="connsiteY7" fmla="*/ 7748 h 13184"/>
                <a:gd name="connsiteX8" fmla="*/ 17044 w 17044"/>
                <a:gd name="connsiteY8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4878 w 17044"/>
                <a:gd name="connsiteY5" fmla="*/ 4361 h 13184"/>
                <a:gd name="connsiteX6" fmla="*/ 10208 w 17044"/>
                <a:gd name="connsiteY6" fmla="*/ 7887 h 13184"/>
                <a:gd name="connsiteX7" fmla="*/ 10218 w 17044"/>
                <a:gd name="connsiteY7" fmla="*/ 7748 h 13184"/>
                <a:gd name="connsiteX8" fmla="*/ 17044 w 17044"/>
                <a:gd name="connsiteY8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4878 w 17044"/>
                <a:gd name="connsiteY5" fmla="*/ 4361 h 13184"/>
                <a:gd name="connsiteX6" fmla="*/ 10218 w 17044"/>
                <a:gd name="connsiteY6" fmla="*/ 7748 h 13184"/>
                <a:gd name="connsiteX7" fmla="*/ 17044 w 17044"/>
                <a:gd name="connsiteY7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4878 w 17044"/>
                <a:gd name="connsiteY5" fmla="*/ 4361 h 13184"/>
                <a:gd name="connsiteX6" fmla="*/ 10218 w 17044"/>
                <a:gd name="connsiteY6" fmla="*/ 7748 h 13184"/>
                <a:gd name="connsiteX7" fmla="*/ 17044 w 17044"/>
                <a:gd name="connsiteY7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5165 w 17044"/>
                <a:gd name="connsiteY5" fmla="*/ 5962 h 13184"/>
                <a:gd name="connsiteX6" fmla="*/ 10218 w 17044"/>
                <a:gd name="connsiteY6" fmla="*/ 7748 h 13184"/>
                <a:gd name="connsiteX7" fmla="*/ 17044 w 17044"/>
                <a:gd name="connsiteY7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10218 w 17044"/>
                <a:gd name="connsiteY5" fmla="*/ 7748 h 13184"/>
                <a:gd name="connsiteX6" fmla="*/ 17044 w 17044"/>
                <a:gd name="connsiteY6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10218 w 17044"/>
                <a:gd name="connsiteY5" fmla="*/ 7748 h 13184"/>
                <a:gd name="connsiteX6" fmla="*/ 17044 w 17044"/>
                <a:gd name="connsiteY6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10218 w 17044"/>
                <a:gd name="connsiteY5" fmla="*/ 7748 h 13184"/>
                <a:gd name="connsiteX6" fmla="*/ 17044 w 17044"/>
                <a:gd name="connsiteY6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10218 w 17044"/>
                <a:gd name="connsiteY5" fmla="*/ 7748 h 13184"/>
                <a:gd name="connsiteX6" fmla="*/ 17044 w 17044"/>
                <a:gd name="connsiteY6" fmla="*/ 13184 h 13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044" h="1318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7668" y="142"/>
                    <a:pt x="9269" y="1455"/>
                  </a:cubicBezTo>
                  <a:lnTo>
                    <a:pt x="9269" y="1455"/>
                  </a:lnTo>
                  <a:cubicBezTo>
                    <a:pt x="10869" y="2767"/>
                    <a:pt x="6836" y="3122"/>
                    <a:pt x="4878" y="4361"/>
                  </a:cubicBezTo>
                  <a:cubicBezTo>
                    <a:pt x="2350" y="6085"/>
                    <a:pt x="8022" y="7085"/>
                    <a:pt x="10218" y="7748"/>
                  </a:cubicBezTo>
                  <a:cubicBezTo>
                    <a:pt x="16212" y="9335"/>
                    <a:pt x="17004" y="10667"/>
                    <a:pt x="17044" y="13184"/>
                  </a:cubicBezTo>
                </a:path>
              </a:pathLst>
            </a:custGeom>
            <a:noFill/>
            <a:ln w="38100" cap="flat">
              <a:solidFill>
                <a:schemeClr val="bg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8110"/>
            </a:p>
          </p:txBody>
        </p:sp>
        <p:sp>
          <p:nvSpPr>
            <p:cNvPr id="220" name="Freeform 30">
              <a:extLst>
                <a:ext uri="{FF2B5EF4-FFF2-40B4-BE49-F238E27FC236}">
                  <a16:creationId xmlns:a16="http://schemas.microsoft.com/office/drawing/2014/main" id="{D7DF6F2C-B8E3-EC3A-5B43-F8761E220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7830" y="31145628"/>
              <a:ext cx="1080000" cy="1800000"/>
            </a:xfrm>
            <a:custGeom>
              <a:avLst/>
              <a:gdLst>
                <a:gd name="T0" fmla="*/ 590 w 1181"/>
                <a:gd name="T1" fmla="*/ 933 h 1922"/>
                <a:gd name="T2" fmla="*/ 590 w 1181"/>
                <a:gd name="T3" fmla="*/ 933 h 1922"/>
                <a:gd name="T4" fmla="*/ 289 w 1181"/>
                <a:gd name="T5" fmla="*/ 632 h 1922"/>
                <a:gd name="T6" fmla="*/ 289 w 1181"/>
                <a:gd name="T7" fmla="*/ 632 h 1922"/>
                <a:gd name="T8" fmla="*/ 590 w 1181"/>
                <a:gd name="T9" fmla="*/ 331 h 1922"/>
                <a:gd name="T10" fmla="*/ 590 w 1181"/>
                <a:gd name="T11" fmla="*/ 331 h 1922"/>
                <a:gd name="T12" fmla="*/ 891 w 1181"/>
                <a:gd name="T13" fmla="*/ 632 h 1922"/>
                <a:gd name="T14" fmla="*/ 891 w 1181"/>
                <a:gd name="T15" fmla="*/ 632 h 1922"/>
                <a:gd name="T16" fmla="*/ 590 w 1181"/>
                <a:gd name="T17" fmla="*/ 933 h 1922"/>
                <a:gd name="T18" fmla="*/ 590 w 1181"/>
                <a:gd name="T19" fmla="*/ 0 h 1922"/>
                <a:gd name="T20" fmla="*/ 590 w 1181"/>
                <a:gd name="T21" fmla="*/ 0 h 1922"/>
                <a:gd name="T22" fmla="*/ 0 w 1181"/>
                <a:gd name="T23" fmla="*/ 589 h 1922"/>
                <a:gd name="T24" fmla="*/ 0 w 1181"/>
                <a:gd name="T25" fmla="*/ 589 h 1922"/>
                <a:gd name="T26" fmla="*/ 590 w 1181"/>
                <a:gd name="T27" fmla="*/ 1921 h 1922"/>
                <a:gd name="T28" fmla="*/ 590 w 1181"/>
                <a:gd name="T29" fmla="*/ 1921 h 1922"/>
                <a:gd name="T30" fmla="*/ 1180 w 1181"/>
                <a:gd name="T31" fmla="*/ 589 h 1922"/>
                <a:gd name="T32" fmla="*/ 1180 w 1181"/>
                <a:gd name="T33" fmla="*/ 589 h 1922"/>
                <a:gd name="T34" fmla="*/ 590 w 1181"/>
                <a:gd name="T35" fmla="*/ 0 h 1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1" h="1922">
                  <a:moveTo>
                    <a:pt x="590" y="933"/>
                  </a:moveTo>
                  <a:lnTo>
                    <a:pt x="590" y="933"/>
                  </a:lnTo>
                  <a:cubicBezTo>
                    <a:pt x="424" y="933"/>
                    <a:pt x="289" y="798"/>
                    <a:pt x="289" y="632"/>
                  </a:cubicBezTo>
                  <a:lnTo>
                    <a:pt x="289" y="632"/>
                  </a:lnTo>
                  <a:cubicBezTo>
                    <a:pt x="289" y="466"/>
                    <a:pt x="424" y="331"/>
                    <a:pt x="590" y="331"/>
                  </a:cubicBezTo>
                  <a:lnTo>
                    <a:pt x="590" y="331"/>
                  </a:lnTo>
                  <a:cubicBezTo>
                    <a:pt x="756" y="331"/>
                    <a:pt x="891" y="466"/>
                    <a:pt x="891" y="632"/>
                  </a:cubicBezTo>
                  <a:lnTo>
                    <a:pt x="891" y="632"/>
                  </a:lnTo>
                  <a:cubicBezTo>
                    <a:pt x="891" y="798"/>
                    <a:pt x="756" y="933"/>
                    <a:pt x="590" y="933"/>
                  </a:cubicBezTo>
                  <a:close/>
                  <a:moveTo>
                    <a:pt x="590" y="0"/>
                  </a:moveTo>
                  <a:lnTo>
                    <a:pt x="590" y="0"/>
                  </a:lnTo>
                  <a:cubicBezTo>
                    <a:pt x="265" y="0"/>
                    <a:pt x="0" y="263"/>
                    <a:pt x="0" y="589"/>
                  </a:cubicBezTo>
                  <a:lnTo>
                    <a:pt x="0" y="589"/>
                  </a:lnTo>
                  <a:cubicBezTo>
                    <a:pt x="0" y="915"/>
                    <a:pt x="590" y="1921"/>
                    <a:pt x="590" y="1921"/>
                  </a:cubicBezTo>
                  <a:lnTo>
                    <a:pt x="590" y="1921"/>
                  </a:lnTo>
                  <a:cubicBezTo>
                    <a:pt x="590" y="1921"/>
                    <a:pt x="1180" y="915"/>
                    <a:pt x="1180" y="589"/>
                  </a:cubicBezTo>
                  <a:lnTo>
                    <a:pt x="1180" y="589"/>
                  </a:lnTo>
                  <a:cubicBezTo>
                    <a:pt x="1180" y="263"/>
                    <a:pt x="915" y="0"/>
                    <a:pt x="590" y="0"/>
                  </a:cubicBezTo>
                  <a:close/>
                </a:path>
              </a:pathLst>
            </a:custGeom>
            <a:solidFill>
              <a:schemeClr val="accent3"/>
            </a:solidFill>
            <a:ln w="2540">
              <a:solidFill>
                <a:srgbClr val="2F7776"/>
              </a:solidFill>
            </a:ln>
            <a:effectLst/>
          </p:spPr>
          <p:txBody>
            <a:bodyPr wrap="none" anchor="ctr"/>
            <a:lstStyle/>
            <a:p>
              <a:endParaRPr lang="en-US" sz="8110" dirty="0"/>
            </a:p>
          </p:txBody>
        </p:sp>
        <p:sp>
          <p:nvSpPr>
            <p:cNvPr id="222" name="Freeform 32">
              <a:extLst>
                <a:ext uri="{FF2B5EF4-FFF2-40B4-BE49-F238E27FC236}">
                  <a16:creationId xmlns:a16="http://schemas.microsoft.com/office/drawing/2014/main" id="{58F70E98-B960-3E8B-6BBD-B5826C7E7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4776" y="32276585"/>
              <a:ext cx="1080000" cy="1800000"/>
            </a:xfrm>
            <a:custGeom>
              <a:avLst/>
              <a:gdLst>
                <a:gd name="T0" fmla="*/ 590 w 1181"/>
                <a:gd name="T1" fmla="*/ 934 h 1923"/>
                <a:gd name="T2" fmla="*/ 590 w 1181"/>
                <a:gd name="T3" fmla="*/ 934 h 1923"/>
                <a:gd name="T4" fmla="*/ 289 w 1181"/>
                <a:gd name="T5" fmla="*/ 633 h 1923"/>
                <a:gd name="T6" fmla="*/ 289 w 1181"/>
                <a:gd name="T7" fmla="*/ 633 h 1923"/>
                <a:gd name="T8" fmla="*/ 590 w 1181"/>
                <a:gd name="T9" fmla="*/ 332 h 1923"/>
                <a:gd name="T10" fmla="*/ 590 w 1181"/>
                <a:gd name="T11" fmla="*/ 332 h 1923"/>
                <a:gd name="T12" fmla="*/ 891 w 1181"/>
                <a:gd name="T13" fmla="*/ 633 h 1923"/>
                <a:gd name="T14" fmla="*/ 891 w 1181"/>
                <a:gd name="T15" fmla="*/ 633 h 1923"/>
                <a:gd name="T16" fmla="*/ 590 w 1181"/>
                <a:gd name="T17" fmla="*/ 934 h 1923"/>
                <a:gd name="T18" fmla="*/ 590 w 1181"/>
                <a:gd name="T19" fmla="*/ 0 h 1923"/>
                <a:gd name="T20" fmla="*/ 590 w 1181"/>
                <a:gd name="T21" fmla="*/ 0 h 1923"/>
                <a:gd name="T22" fmla="*/ 0 w 1181"/>
                <a:gd name="T23" fmla="*/ 590 h 1923"/>
                <a:gd name="T24" fmla="*/ 0 w 1181"/>
                <a:gd name="T25" fmla="*/ 590 h 1923"/>
                <a:gd name="T26" fmla="*/ 590 w 1181"/>
                <a:gd name="T27" fmla="*/ 1922 h 1923"/>
                <a:gd name="T28" fmla="*/ 590 w 1181"/>
                <a:gd name="T29" fmla="*/ 1922 h 1923"/>
                <a:gd name="T30" fmla="*/ 1180 w 1181"/>
                <a:gd name="T31" fmla="*/ 590 h 1923"/>
                <a:gd name="T32" fmla="*/ 1180 w 1181"/>
                <a:gd name="T33" fmla="*/ 590 h 1923"/>
                <a:gd name="T34" fmla="*/ 590 w 1181"/>
                <a:gd name="T35" fmla="*/ 0 h 1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1" h="1923">
                  <a:moveTo>
                    <a:pt x="590" y="934"/>
                  </a:moveTo>
                  <a:lnTo>
                    <a:pt x="590" y="934"/>
                  </a:lnTo>
                  <a:cubicBezTo>
                    <a:pt x="424" y="934"/>
                    <a:pt x="289" y="799"/>
                    <a:pt x="289" y="633"/>
                  </a:cubicBezTo>
                  <a:lnTo>
                    <a:pt x="289" y="633"/>
                  </a:lnTo>
                  <a:cubicBezTo>
                    <a:pt x="289" y="467"/>
                    <a:pt x="424" y="332"/>
                    <a:pt x="590" y="332"/>
                  </a:cubicBezTo>
                  <a:lnTo>
                    <a:pt x="590" y="332"/>
                  </a:lnTo>
                  <a:cubicBezTo>
                    <a:pt x="756" y="332"/>
                    <a:pt x="891" y="467"/>
                    <a:pt x="891" y="633"/>
                  </a:cubicBezTo>
                  <a:lnTo>
                    <a:pt x="891" y="633"/>
                  </a:lnTo>
                  <a:cubicBezTo>
                    <a:pt x="891" y="799"/>
                    <a:pt x="756" y="934"/>
                    <a:pt x="590" y="934"/>
                  </a:cubicBezTo>
                  <a:close/>
                  <a:moveTo>
                    <a:pt x="590" y="0"/>
                  </a:moveTo>
                  <a:lnTo>
                    <a:pt x="590" y="0"/>
                  </a:lnTo>
                  <a:cubicBezTo>
                    <a:pt x="265" y="0"/>
                    <a:pt x="0" y="265"/>
                    <a:pt x="0" y="590"/>
                  </a:cubicBezTo>
                  <a:lnTo>
                    <a:pt x="0" y="590"/>
                  </a:lnTo>
                  <a:cubicBezTo>
                    <a:pt x="0" y="915"/>
                    <a:pt x="590" y="1922"/>
                    <a:pt x="590" y="1922"/>
                  </a:cubicBezTo>
                  <a:lnTo>
                    <a:pt x="590" y="1922"/>
                  </a:lnTo>
                  <a:cubicBezTo>
                    <a:pt x="590" y="1922"/>
                    <a:pt x="1180" y="915"/>
                    <a:pt x="1180" y="590"/>
                  </a:cubicBezTo>
                  <a:lnTo>
                    <a:pt x="1180" y="590"/>
                  </a:lnTo>
                  <a:cubicBezTo>
                    <a:pt x="1180" y="265"/>
                    <a:pt x="915" y="0"/>
                    <a:pt x="590" y="0"/>
                  </a:cubicBezTo>
                  <a:close/>
                </a:path>
              </a:pathLst>
            </a:custGeom>
            <a:solidFill>
              <a:schemeClr val="accent1"/>
            </a:solidFill>
            <a:ln w="2540">
              <a:solidFill>
                <a:srgbClr val="23384D"/>
              </a:solidFill>
            </a:ln>
            <a:effectLst/>
          </p:spPr>
          <p:txBody>
            <a:bodyPr wrap="none" anchor="ctr"/>
            <a:lstStyle/>
            <a:p>
              <a:endParaRPr lang="en-US" sz="8110" dirty="0"/>
            </a:p>
          </p:txBody>
        </p:sp>
        <p:sp>
          <p:nvSpPr>
            <p:cNvPr id="223" name="Freeform 32">
              <a:extLst>
                <a:ext uri="{FF2B5EF4-FFF2-40B4-BE49-F238E27FC236}">
                  <a16:creationId xmlns:a16="http://schemas.microsoft.com/office/drawing/2014/main" id="{E8708B6E-7517-3110-F919-1E28CAE94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0274" y="29127408"/>
              <a:ext cx="835744" cy="1440000"/>
            </a:xfrm>
            <a:custGeom>
              <a:avLst/>
              <a:gdLst>
                <a:gd name="T0" fmla="*/ 590 w 1181"/>
                <a:gd name="T1" fmla="*/ 934 h 1923"/>
                <a:gd name="T2" fmla="*/ 590 w 1181"/>
                <a:gd name="T3" fmla="*/ 934 h 1923"/>
                <a:gd name="T4" fmla="*/ 289 w 1181"/>
                <a:gd name="T5" fmla="*/ 633 h 1923"/>
                <a:gd name="T6" fmla="*/ 289 w 1181"/>
                <a:gd name="T7" fmla="*/ 633 h 1923"/>
                <a:gd name="T8" fmla="*/ 590 w 1181"/>
                <a:gd name="T9" fmla="*/ 332 h 1923"/>
                <a:gd name="T10" fmla="*/ 590 w 1181"/>
                <a:gd name="T11" fmla="*/ 332 h 1923"/>
                <a:gd name="T12" fmla="*/ 891 w 1181"/>
                <a:gd name="T13" fmla="*/ 633 h 1923"/>
                <a:gd name="T14" fmla="*/ 891 w 1181"/>
                <a:gd name="T15" fmla="*/ 633 h 1923"/>
                <a:gd name="T16" fmla="*/ 590 w 1181"/>
                <a:gd name="T17" fmla="*/ 934 h 1923"/>
                <a:gd name="T18" fmla="*/ 590 w 1181"/>
                <a:gd name="T19" fmla="*/ 0 h 1923"/>
                <a:gd name="T20" fmla="*/ 590 w 1181"/>
                <a:gd name="T21" fmla="*/ 0 h 1923"/>
                <a:gd name="T22" fmla="*/ 0 w 1181"/>
                <a:gd name="T23" fmla="*/ 590 h 1923"/>
                <a:gd name="T24" fmla="*/ 0 w 1181"/>
                <a:gd name="T25" fmla="*/ 590 h 1923"/>
                <a:gd name="T26" fmla="*/ 590 w 1181"/>
                <a:gd name="T27" fmla="*/ 1922 h 1923"/>
                <a:gd name="T28" fmla="*/ 590 w 1181"/>
                <a:gd name="T29" fmla="*/ 1922 h 1923"/>
                <a:gd name="T30" fmla="*/ 1180 w 1181"/>
                <a:gd name="T31" fmla="*/ 590 h 1923"/>
                <a:gd name="T32" fmla="*/ 1180 w 1181"/>
                <a:gd name="T33" fmla="*/ 590 h 1923"/>
                <a:gd name="T34" fmla="*/ 590 w 1181"/>
                <a:gd name="T35" fmla="*/ 0 h 1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1" h="1923">
                  <a:moveTo>
                    <a:pt x="590" y="934"/>
                  </a:moveTo>
                  <a:lnTo>
                    <a:pt x="590" y="934"/>
                  </a:lnTo>
                  <a:cubicBezTo>
                    <a:pt x="424" y="934"/>
                    <a:pt x="289" y="799"/>
                    <a:pt x="289" y="633"/>
                  </a:cubicBezTo>
                  <a:lnTo>
                    <a:pt x="289" y="633"/>
                  </a:lnTo>
                  <a:cubicBezTo>
                    <a:pt x="289" y="467"/>
                    <a:pt x="424" y="332"/>
                    <a:pt x="590" y="332"/>
                  </a:cubicBezTo>
                  <a:lnTo>
                    <a:pt x="590" y="332"/>
                  </a:lnTo>
                  <a:cubicBezTo>
                    <a:pt x="756" y="332"/>
                    <a:pt x="891" y="467"/>
                    <a:pt x="891" y="633"/>
                  </a:cubicBezTo>
                  <a:lnTo>
                    <a:pt x="891" y="633"/>
                  </a:lnTo>
                  <a:cubicBezTo>
                    <a:pt x="891" y="799"/>
                    <a:pt x="756" y="934"/>
                    <a:pt x="590" y="934"/>
                  </a:cubicBezTo>
                  <a:close/>
                  <a:moveTo>
                    <a:pt x="590" y="0"/>
                  </a:moveTo>
                  <a:lnTo>
                    <a:pt x="590" y="0"/>
                  </a:lnTo>
                  <a:cubicBezTo>
                    <a:pt x="265" y="0"/>
                    <a:pt x="0" y="265"/>
                    <a:pt x="0" y="590"/>
                  </a:cubicBezTo>
                  <a:lnTo>
                    <a:pt x="0" y="590"/>
                  </a:lnTo>
                  <a:cubicBezTo>
                    <a:pt x="0" y="915"/>
                    <a:pt x="590" y="1922"/>
                    <a:pt x="590" y="1922"/>
                  </a:cubicBezTo>
                  <a:lnTo>
                    <a:pt x="590" y="1922"/>
                  </a:lnTo>
                  <a:cubicBezTo>
                    <a:pt x="590" y="1922"/>
                    <a:pt x="1180" y="915"/>
                    <a:pt x="1180" y="590"/>
                  </a:cubicBezTo>
                  <a:lnTo>
                    <a:pt x="1180" y="590"/>
                  </a:lnTo>
                  <a:cubicBezTo>
                    <a:pt x="1180" y="265"/>
                    <a:pt x="915" y="0"/>
                    <a:pt x="590" y="0"/>
                  </a:cubicBezTo>
                  <a:close/>
                </a:path>
              </a:pathLst>
            </a:custGeom>
            <a:solidFill>
              <a:schemeClr val="accent1"/>
            </a:solidFill>
            <a:ln w="2540">
              <a:solidFill>
                <a:srgbClr val="55758B"/>
              </a:solidFill>
            </a:ln>
            <a:effectLst/>
          </p:spPr>
          <p:txBody>
            <a:bodyPr wrap="none" anchor="ctr"/>
            <a:lstStyle/>
            <a:p>
              <a:endParaRPr lang="en-US" sz="8110" dirty="0"/>
            </a:p>
          </p:txBody>
        </p:sp>
        <p:sp>
          <p:nvSpPr>
            <p:cNvPr id="224" name="Rectangle 3">
              <a:extLst>
                <a:ext uri="{FF2B5EF4-FFF2-40B4-BE49-F238E27FC236}">
                  <a16:creationId xmlns:a16="http://schemas.microsoft.com/office/drawing/2014/main" id="{D652F969-F17B-5C0A-3087-A29C3F2BDAC8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16185443" y="28945929"/>
              <a:ext cx="3866164" cy="10888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>
                <a:buClr>
                  <a:srgbClr val="000000"/>
                </a:buClr>
                <a:defRPr/>
              </a:pPr>
              <a:r>
                <a:rPr lang="en-US" sz="3600" dirty="0">
                  <a:solidFill>
                    <a:srgbClr val="23384D"/>
                  </a:solidFill>
                  <a:latin typeface="Arial"/>
                </a:rPr>
                <a:t>SCOPE UPDATE </a:t>
              </a:r>
            </a:p>
            <a:p>
              <a:pPr>
                <a:defRPr/>
              </a:pPr>
              <a:r>
                <a:rPr lang="en-US" sz="3476" dirty="0">
                  <a:solidFill>
                    <a:srgbClr val="66717B"/>
                  </a:solidFill>
                  <a:latin typeface="Arial"/>
                </a:rPr>
                <a:t>Jan</a:t>
              </a:r>
            </a:p>
          </p:txBody>
        </p:sp>
      </p:grpSp>
      <p:sp>
        <p:nvSpPr>
          <p:cNvPr id="228" name="Text 10">
            <a:extLst>
              <a:ext uri="{FF2B5EF4-FFF2-40B4-BE49-F238E27FC236}">
                <a16:creationId xmlns:a16="http://schemas.microsoft.com/office/drawing/2014/main" id="{00C25FF5-E2D7-F0B6-80E8-75FEF1CD225A}"/>
              </a:ext>
            </a:extLst>
          </p:cNvPr>
          <p:cNvSpPr/>
          <p:nvPr/>
        </p:nvSpPr>
        <p:spPr>
          <a:xfrm>
            <a:off x="7694513" y="26732246"/>
            <a:ext cx="14918400" cy="838800"/>
          </a:xfrm>
          <a:prstGeom prst="rect">
            <a:avLst/>
          </a:prstGeom>
          <a:solidFill>
            <a:srgbClr val="23384D"/>
          </a:solidFill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algn="ctr">
              <a:lnSpc>
                <a:spcPct val="113000"/>
              </a:lnSpc>
              <a:spcAft>
                <a:spcPts val="60"/>
              </a:spcAft>
            </a:pPr>
            <a:r>
              <a:rPr lang="en-US" sz="5400" b="1" u="none" dirty="0">
                <a:solidFill>
                  <a:srgbClr val="FFFFFF"/>
                </a:solidFill>
                <a:latin typeface="Aptos Display"/>
              </a:rPr>
              <a:t>5.  TRANSFORMATION  JOURNEY</a:t>
            </a:r>
          </a:p>
        </p:txBody>
      </p:sp>
      <p:sp>
        <p:nvSpPr>
          <p:cNvPr id="229" name="Shape 12">
            <a:extLst>
              <a:ext uri="{FF2B5EF4-FFF2-40B4-BE49-F238E27FC236}">
                <a16:creationId xmlns:a16="http://schemas.microsoft.com/office/drawing/2014/main" id="{571DE8EA-4BB2-8397-9D74-009941BF0517}"/>
              </a:ext>
            </a:extLst>
          </p:cNvPr>
          <p:cNvSpPr/>
          <p:nvPr/>
        </p:nvSpPr>
        <p:spPr>
          <a:xfrm>
            <a:off x="800100" y="26625540"/>
            <a:ext cx="28803600" cy="1407387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231" name="Text 10">
            <a:extLst>
              <a:ext uri="{FF2B5EF4-FFF2-40B4-BE49-F238E27FC236}">
                <a16:creationId xmlns:a16="http://schemas.microsoft.com/office/drawing/2014/main" id="{C0B08AEE-AFAC-81F2-BFB2-9162A7474B37}"/>
              </a:ext>
            </a:extLst>
          </p:cNvPr>
          <p:cNvSpPr/>
          <p:nvPr/>
        </p:nvSpPr>
        <p:spPr>
          <a:xfrm>
            <a:off x="7742700" y="36587209"/>
            <a:ext cx="14918400" cy="838800"/>
          </a:xfrm>
          <a:prstGeom prst="rect">
            <a:avLst/>
          </a:prstGeom>
          <a:solidFill>
            <a:srgbClr val="2F7776"/>
          </a:solidFill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algn="ctr">
              <a:lnSpc>
                <a:spcPct val="113000"/>
              </a:lnSpc>
              <a:spcAft>
                <a:spcPts val="60"/>
              </a:spcAft>
            </a:pPr>
            <a:r>
              <a:rPr lang="en-US" sz="5400" b="1" u="none" dirty="0">
                <a:solidFill>
                  <a:srgbClr val="FFFFFF"/>
                </a:solidFill>
                <a:latin typeface="Aptos Display"/>
              </a:rPr>
              <a:t>6. KEY LEARNINGS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62B0991B-CBA3-10A0-68E1-CA750EA8E7F2}"/>
              </a:ext>
            </a:extLst>
          </p:cNvPr>
          <p:cNvSpPr/>
          <p:nvPr/>
        </p:nvSpPr>
        <p:spPr>
          <a:xfrm>
            <a:off x="2022920" y="37978080"/>
            <a:ext cx="8712000" cy="2414016"/>
          </a:xfrm>
          <a:prstGeom prst="rect">
            <a:avLst/>
          </a:prstGeom>
          <a:solidFill>
            <a:srgbClr val="FFF4D6"/>
          </a:solidFill>
          <a:ln w="15240">
            <a:solidFill>
              <a:srgbClr val="CF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AB8F6C5B-CA76-3EB2-C224-B94AAF86F50D}"/>
              </a:ext>
            </a:extLst>
          </p:cNvPr>
          <p:cNvSpPr/>
          <p:nvPr/>
        </p:nvSpPr>
        <p:spPr>
          <a:xfrm>
            <a:off x="2061972" y="37978080"/>
            <a:ext cx="8748000" cy="73152"/>
          </a:xfrm>
          <a:prstGeom prst="rect">
            <a:avLst/>
          </a:prstGeom>
          <a:solidFill>
            <a:srgbClr val="D71920"/>
          </a:solidFill>
          <a:ln w="25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4C03FAFA-253A-4DB8-2B83-8F843F89E906}"/>
              </a:ext>
            </a:extLst>
          </p:cNvPr>
          <p:cNvSpPr txBox="1"/>
          <p:nvPr/>
        </p:nvSpPr>
        <p:spPr>
          <a:xfrm>
            <a:off x="1970532" y="38247828"/>
            <a:ext cx="871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4400" b="1" dirty="0">
                <a:solidFill>
                  <a:srgbClr val="D71920"/>
                </a:solidFill>
                <a:latin typeface="Aptos"/>
              </a:rPr>
              <a:t>01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F4ABD919-331A-A9EA-9D8D-755E1E798122}"/>
              </a:ext>
            </a:extLst>
          </p:cNvPr>
          <p:cNvSpPr txBox="1"/>
          <p:nvPr/>
        </p:nvSpPr>
        <p:spPr>
          <a:xfrm>
            <a:off x="1993392" y="38673024"/>
            <a:ext cx="8712000" cy="1298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b="1" dirty="0">
                <a:solidFill>
                  <a:srgbClr val="23384D"/>
                </a:solidFill>
                <a:latin typeface="Aptos Display"/>
              </a:rPr>
              <a:t>early Alignment on Nirvana state vision</a:t>
            </a:r>
            <a:endParaRPr lang="en-US" sz="5400" b="1" dirty="0">
              <a:solidFill>
                <a:srgbClr val="23384D"/>
              </a:solidFill>
              <a:latin typeface="Arial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B05B1F6-BBAC-E9C4-AD97-443E6867D1A0}"/>
              </a:ext>
            </a:extLst>
          </p:cNvPr>
          <p:cNvSpPr/>
          <p:nvPr/>
        </p:nvSpPr>
        <p:spPr>
          <a:xfrm>
            <a:off x="10764774" y="37978080"/>
            <a:ext cx="8712000" cy="2414016"/>
          </a:xfrm>
          <a:prstGeom prst="rect">
            <a:avLst/>
          </a:prstGeom>
          <a:solidFill>
            <a:srgbClr val="E8F3F1"/>
          </a:solidFill>
          <a:ln w="15240">
            <a:solidFill>
              <a:srgbClr val="CF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F5D1873F-223A-852F-B84A-2E7D5DF9BF93}"/>
              </a:ext>
            </a:extLst>
          </p:cNvPr>
          <p:cNvSpPr/>
          <p:nvPr/>
        </p:nvSpPr>
        <p:spPr>
          <a:xfrm>
            <a:off x="10821924" y="37978080"/>
            <a:ext cx="8712000" cy="73152"/>
          </a:xfrm>
          <a:prstGeom prst="rect">
            <a:avLst/>
          </a:prstGeom>
          <a:solidFill>
            <a:srgbClr val="2F7776"/>
          </a:solidFill>
          <a:ln w="25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47CCB6B7-EF95-FA49-733F-9A7BF7584D41}"/>
              </a:ext>
            </a:extLst>
          </p:cNvPr>
          <p:cNvSpPr txBox="1"/>
          <p:nvPr/>
        </p:nvSpPr>
        <p:spPr>
          <a:xfrm>
            <a:off x="10677144" y="38247828"/>
            <a:ext cx="90495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4400" b="1" dirty="0">
                <a:solidFill>
                  <a:srgbClr val="2F7776"/>
                </a:solidFill>
                <a:latin typeface="Aptos"/>
              </a:rPr>
              <a:t>02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3AB95135-8D83-418E-C50C-B38C9BD4F69F}"/>
              </a:ext>
            </a:extLst>
          </p:cNvPr>
          <p:cNvSpPr txBox="1"/>
          <p:nvPr/>
        </p:nvSpPr>
        <p:spPr>
          <a:xfrm>
            <a:off x="10757154" y="38673024"/>
            <a:ext cx="8712000" cy="1298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4400" b="1" dirty="0">
                <a:solidFill>
                  <a:srgbClr val="23384D"/>
                </a:solidFill>
                <a:latin typeface="Aptos Display"/>
              </a:rPr>
              <a:t>open Collaboration across boundaries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AF56646-43A9-3F34-A37B-8C041B21BF1D}"/>
              </a:ext>
            </a:extLst>
          </p:cNvPr>
          <p:cNvSpPr/>
          <p:nvPr/>
        </p:nvSpPr>
        <p:spPr>
          <a:xfrm>
            <a:off x="19532345" y="37978080"/>
            <a:ext cx="8712000" cy="2414016"/>
          </a:xfrm>
          <a:prstGeom prst="rect">
            <a:avLst/>
          </a:prstGeom>
          <a:solidFill>
            <a:srgbClr val="EAF0F5"/>
          </a:solidFill>
          <a:ln w="15240">
            <a:solidFill>
              <a:srgbClr val="CF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F3FF5AC0-9FE5-1F2A-9283-120F80F68158}"/>
              </a:ext>
            </a:extLst>
          </p:cNvPr>
          <p:cNvSpPr/>
          <p:nvPr/>
        </p:nvSpPr>
        <p:spPr>
          <a:xfrm>
            <a:off x="19532346" y="37978080"/>
            <a:ext cx="8712000" cy="73152"/>
          </a:xfrm>
          <a:prstGeom prst="rect">
            <a:avLst/>
          </a:prstGeom>
          <a:solidFill>
            <a:srgbClr val="23384D"/>
          </a:solidFill>
          <a:ln w="25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5A443026-94D6-8585-603A-EA5B5038CED5}"/>
              </a:ext>
            </a:extLst>
          </p:cNvPr>
          <p:cNvSpPr txBox="1"/>
          <p:nvPr/>
        </p:nvSpPr>
        <p:spPr>
          <a:xfrm>
            <a:off x="19726655" y="38247828"/>
            <a:ext cx="871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4400" b="1" dirty="0">
                <a:solidFill>
                  <a:srgbClr val="23384D"/>
                </a:solidFill>
                <a:latin typeface="Aptos"/>
              </a:rPr>
              <a:t>03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DDBEA3DF-3A38-35E4-BD92-294BB1C9692E}"/>
              </a:ext>
            </a:extLst>
          </p:cNvPr>
          <p:cNvSpPr txBox="1"/>
          <p:nvPr/>
        </p:nvSpPr>
        <p:spPr>
          <a:xfrm>
            <a:off x="19635216" y="38673024"/>
            <a:ext cx="8712000" cy="1298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4400" b="1" dirty="0">
                <a:solidFill>
                  <a:srgbClr val="23384D"/>
                </a:solidFill>
                <a:latin typeface="Aptos Display"/>
              </a:rPr>
              <a:t>continuous Review &amp; Improve process</a:t>
            </a:r>
          </a:p>
        </p:txBody>
      </p:sp>
      <p:sp>
        <p:nvSpPr>
          <p:cNvPr id="271" name="Freeform 32">
            <a:extLst>
              <a:ext uri="{FF2B5EF4-FFF2-40B4-BE49-F238E27FC236}">
                <a16:creationId xmlns:a16="http://schemas.microsoft.com/office/drawing/2014/main" id="{A725B627-A948-1D26-C8C4-272BCC1D2987}"/>
              </a:ext>
            </a:extLst>
          </p:cNvPr>
          <p:cNvSpPr>
            <a:spLocks/>
          </p:cNvSpPr>
          <p:nvPr/>
        </p:nvSpPr>
        <p:spPr bwMode="auto">
          <a:xfrm>
            <a:off x="13671257" y="29233776"/>
            <a:ext cx="864000" cy="1440000"/>
          </a:xfrm>
          <a:custGeom>
            <a:avLst/>
            <a:gdLst>
              <a:gd name="T0" fmla="*/ 590 w 1181"/>
              <a:gd name="T1" fmla="*/ 934 h 1923"/>
              <a:gd name="T2" fmla="*/ 590 w 1181"/>
              <a:gd name="T3" fmla="*/ 934 h 1923"/>
              <a:gd name="T4" fmla="*/ 289 w 1181"/>
              <a:gd name="T5" fmla="*/ 633 h 1923"/>
              <a:gd name="T6" fmla="*/ 289 w 1181"/>
              <a:gd name="T7" fmla="*/ 633 h 1923"/>
              <a:gd name="T8" fmla="*/ 590 w 1181"/>
              <a:gd name="T9" fmla="*/ 332 h 1923"/>
              <a:gd name="T10" fmla="*/ 590 w 1181"/>
              <a:gd name="T11" fmla="*/ 332 h 1923"/>
              <a:gd name="T12" fmla="*/ 891 w 1181"/>
              <a:gd name="T13" fmla="*/ 633 h 1923"/>
              <a:gd name="T14" fmla="*/ 891 w 1181"/>
              <a:gd name="T15" fmla="*/ 633 h 1923"/>
              <a:gd name="T16" fmla="*/ 590 w 1181"/>
              <a:gd name="T17" fmla="*/ 934 h 1923"/>
              <a:gd name="T18" fmla="*/ 590 w 1181"/>
              <a:gd name="T19" fmla="*/ 0 h 1923"/>
              <a:gd name="T20" fmla="*/ 590 w 1181"/>
              <a:gd name="T21" fmla="*/ 0 h 1923"/>
              <a:gd name="T22" fmla="*/ 0 w 1181"/>
              <a:gd name="T23" fmla="*/ 590 h 1923"/>
              <a:gd name="T24" fmla="*/ 0 w 1181"/>
              <a:gd name="T25" fmla="*/ 590 h 1923"/>
              <a:gd name="T26" fmla="*/ 590 w 1181"/>
              <a:gd name="T27" fmla="*/ 1922 h 1923"/>
              <a:gd name="T28" fmla="*/ 590 w 1181"/>
              <a:gd name="T29" fmla="*/ 1922 h 1923"/>
              <a:gd name="T30" fmla="*/ 1180 w 1181"/>
              <a:gd name="T31" fmla="*/ 590 h 1923"/>
              <a:gd name="T32" fmla="*/ 1180 w 1181"/>
              <a:gd name="T33" fmla="*/ 590 h 1923"/>
              <a:gd name="T34" fmla="*/ 590 w 1181"/>
              <a:gd name="T35" fmla="*/ 0 h 1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81" h="1923">
                <a:moveTo>
                  <a:pt x="590" y="934"/>
                </a:moveTo>
                <a:lnTo>
                  <a:pt x="590" y="934"/>
                </a:lnTo>
                <a:cubicBezTo>
                  <a:pt x="424" y="934"/>
                  <a:pt x="289" y="799"/>
                  <a:pt x="289" y="633"/>
                </a:cubicBezTo>
                <a:lnTo>
                  <a:pt x="289" y="633"/>
                </a:lnTo>
                <a:cubicBezTo>
                  <a:pt x="289" y="467"/>
                  <a:pt x="424" y="332"/>
                  <a:pt x="590" y="332"/>
                </a:cubicBezTo>
                <a:lnTo>
                  <a:pt x="590" y="332"/>
                </a:lnTo>
                <a:cubicBezTo>
                  <a:pt x="756" y="332"/>
                  <a:pt x="891" y="467"/>
                  <a:pt x="891" y="633"/>
                </a:cubicBezTo>
                <a:lnTo>
                  <a:pt x="891" y="633"/>
                </a:lnTo>
                <a:cubicBezTo>
                  <a:pt x="891" y="799"/>
                  <a:pt x="756" y="934"/>
                  <a:pt x="590" y="934"/>
                </a:cubicBezTo>
                <a:close/>
                <a:moveTo>
                  <a:pt x="590" y="0"/>
                </a:moveTo>
                <a:lnTo>
                  <a:pt x="590" y="0"/>
                </a:lnTo>
                <a:cubicBezTo>
                  <a:pt x="265" y="0"/>
                  <a:pt x="0" y="265"/>
                  <a:pt x="0" y="590"/>
                </a:cubicBezTo>
                <a:lnTo>
                  <a:pt x="0" y="590"/>
                </a:lnTo>
                <a:cubicBezTo>
                  <a:pt x="0" y="915"/>
                  <a:pt x="590" y="1922"/>
                  <a:pt x="590" y="1922"/>
                </a:cubicBezTo>
                <a:lnTo>
                  <a:pt x="590" y="1922"/>
                </a:lnTo>
                <a:cubicBezTo>
                  <a:pt x="590" y="1922"/>
                  <a:pt x="1180" y="915"/>
                  <a:pt x="1180" y="590"/>
                </a:cubicBezTo>
                <a:lnTo>
                  <a:pt x="1180" y="590"/>
                </a:lnTo>
                <a:cubicBezTo>
                  <a:pt x="1180" y="265"/>
                  <a:pt x="915" y="0"/>
                  <a:pt x="590" y="0"/>
                </a:cubicBezTo>
                <a:close/>
              </a:path>
            </a:pathLst>
          </a:custGeom>
          <a:solidFill>
            <a:schemeClr val="accent4"/>
          </a:solidFill>
          <a:ln w="254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sz="8110"/>
          </a:p>
        </p:txBody>
      </p:sp>
      <p:sp>
        <p:nvSpPr>
          <p:cNvPr id="273" name="Rectangle 3">
            <a:extLst>
              <a:ext uri="{FF2B5EF4-FFF2-40B4-BE49-F238E27FC236}">
                <a16:creationId xmlns:a16="http://schemas.microsoft.com/office/drawing/2014/main" id="{59F8561A-952C-181D-A73F-A829D828DAB2}"/>
              </a:ext>
            </a:extLst>
          </p:cNvPr>
          <p:cNvSpPr>
            <a:spLocks/>
          </p:cNvSpPr>
          <p:nvPr/>
        </p:nvSpPr>
        <p:spPr bwMode="gray">
          <a:xfrm flipH="1">
            <a:off x="9186984" y="29197907"/>
            <a:ext cx="4203212" cy="1088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buClr>
                <a:srgbClr val="000000"/>
              </a:buClr>
              <a:defRPr/>
            </a:pPr>
            <a:r>
              <a:rPr lang="en-US" sz="3600" dirty="0">
                <a:solidFill>
                  <a:srgbClr val="23384D"/>
                </a:solidFill>
                <a:latin typeface="Arial"/>
              </a:rPr>
              <a:t>DEVELOPMENT</a:t>
            </a:r>
          </a:p>
          <a:p>
            <a:pPr algn="r">
              <a:defRPr/>
            </a:pPr>
            <a:r>
              <a:rPr lang="en-US" sz="3476" dirty="0">
                <a:solidFill>
                  <a:srgbClr val="66717B"/>
                </a:solidFill>
                <a:latin typeface="Arial"/>
              </a:rPr>
              <a:t>Feb-Mar</a:t>
            </a:r>
          </a:p>
        </p:txBody>
      </p:sp>
      <p:pic>
        <p:nvPicPr>
          <p:cNvPr id="275" name="Graphic 274" descr="Flag with solid fill">
            <a:extLst>
              <a:ext uri="{FF2B5EF4-FFF2-40B4-BE49-F238E27FC236}">
                <a16:creationId xmlns:a16="http://schemas.microsoft.com/office/drawing/2014/main" id="{C9A19A5F-01F3-8C53-3747-C944C0760F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53613" y="29286936"/>
            <a:ext cx="1298387" cy="1298387"/>
          </a:xfrm>
          <a:prstGeom prst="rect">
            <a:avLst/>
          </a:prstGeom>
        </p:spPr>
      </p:pic>
      <p:sp>
        <p:nvSpPr>
          <p:cNvPr id="277" name="Rectangle 3">
            <a:extLst>
              <a:ext uri="{FF2B5EF4-FFF2-40B4-BE49-F238E27FC236}">
                <a16:creationId xmlns:a16="http://schemas.microsoft.com/office/drawing/2014/main" id="{739E45AA-21B6-5377-182C-19E978F2CA3C}"/>
              </a:ext>
            </a:extLst>
          </p:cNvPr>
          <p:cNvSpPr>
            <a:spLocks/>
          </p:cNvSpPr>
          <p:nvPr/>
        </p:nvSpPr>
        <p:spPr bwMode="gray">
          <a:xfrm flipH="1">
            <a:off x="3609871" y="29194219"/>
            <a:ext cx="4203212" cy="1088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buClr>
                <a:srgbClr val="000000"/>
              </a:buClr>
              <a:defRPr/>
            </a:pPr>
            <a:r>
              <a:rPr lang="en-US" sz="3600" dirty="0">
                <a:solidFill>
                  <a:srgbClr val="23384D"/>
                </a:solidFill>
                <a:latin typeface="Arial"/>
              </a:rPr>
              <a:t>DEPLOYMENT</a:t>
            </a:r>
          </a:p>
          <a:p>
            <a:pPr algn="r">
              <a:defRPr/>
            </a:pPr>
            <a:r>
              <a:rPr lang="en-US" sz="3476" dirty="0">
                <a:solidFill>
                  <a:srgbClr val="66717B"/>
                </a:solidFill>
                <a:latin typeface="Arial"/>
              </a:rPr>
              <a:t>Apr’26</a:t>
            </a:r>
          </a:p>
        </p:txBody>
      </p:sp>
      <p:sp>
        <p:nvSpPr>
          <p:cNvPr id="279" name="Arrow: Left 278">
            <a:extLst>
              <a:ext uri="{FF2B5EF4-FFF2-40B4-BE49-F238E27FC236}">
                <a16:creationId xmlns:a16="http://schemas.microsoft.com/office/drawing/2014/main" id="{42C327E0-0FC5-36EB-737F-C80DA4229142}"/>
              </a:ext>
            </a:extLst>
          </p:cNvPr>
          <p:cNvSpPr/>
          <p:nvPr/>
        </p:nvSpPr>
        <p:spPr>
          <a:xfrm>
            <a:off x="2391491" y="30257298"/>
            <a:ext cx="4045789" cy="667478"/>
          </a:xfrm>
          <a:prstGeom prst="leftArrow">
            <a:avLst/>
          </a:prstGeom>
          <a:solidFill>
            <a:srgbClr val="D6A52A"/>
          </a:solidFill>
          <a:ln w="2540">
            <a:solidFill>
              <a:srgbClr val="D6A5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rgbClr val="23384D"/>
                </a:solidFill>
                <a:latin typeface="Arial"/>
              </a:rPr>
              <a:t>ENHANCEMENTS</a:t>
            </a:r>
          </a:p>
        </p:txBody>
      </p:sp>
      <p:sp>
        <p:nvSpPr>
          <p:cNvPr id="280" name="Arrow: Right 279">
            <a:extLst>
              <a:ext uri="{FF2B5EF4-FFF2-40B4-BE49-F238E27FC236}">
                <a16:creationId xmlns:a16="http://schemas.microsoft.com/office/drawing/2014/main" id="{3EF9C8D8-5621-E817-6764-90392DDE88B1}"/>
              </a:ext>
            </a:extLst>
          </p:cNvPr>
          <p:cNvSpPr/>
          <p:nvPr/>
        </p:nvSpPr>
        <p:spPr>
          <a:xfrm>
            <a:off x="18345150" y="14800432"/>
            <a:ext cx="1620000" cy="540000"/>
          </a:xfrm>
          <a:prstGeom prst="rightArrow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719F1689-2522-995D-4722-C39D2BC56643}"/>
              </a:ext>
            </a:extLst>
          </p:cNvPr>
          <p:cNvGrpSpPr/>
          <p:nvPr/>
        </p:nvGrpSpPr>
        <p:grpSpPr>
          <a:xfrm>
            <a:off x="19995597" y="12857798"/>
            <a:ext cx="8199448" cy="12111417"/>
            <a:chOff x="19261687" y="12568127"/>
            <a:chExt cx="9651774" cy="12516566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E0D80B9A-73F9-C464-10BA-049F2782A2B7}"/>
                </a:ext>
              </a:extLst>
            </p:cNvPr>
            <p:cNvGrpSpPr/>
            <p:nvPr/>
          </p:nvGrpSpPr>
          <p:grpSpPr>
            <a:xfrm>
              <a:off x="19261687" y="12568127"/>
              <a:ext cx="9651774" cy="12516566"/>
              <a:chOff x="19474159" y="7653599"/>
              <a:chExt cx="10649641" cy="14554458"/>
            </a:xfrm>
          </p:grpSpPr>
          <p:sp>
            <p:nvSpPr>
              <p:cNvPr id="141" name="Ellipse 7">
                <a:extLst>
                  <a:ext uri="{FF2B5EF4-FFF2-40B4-BE49-F238E27FC236}">
                    <a16:creationId xmlns:a16="http://schemas.microsoft.com/office/drawing/2014/main" id="{8DAF8CE1-115D-C605-6E06-F590570DE94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474159" y="12935103"/>
                <a:ext cx="5082558" cy="47025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863" dirty="0"/>
              </a:p>
            </p:txBody>
          </p:sp>
          <p:sp>
            <p:nvSpPr>
              <p:cNvPr id="142" name="Ellipse 8">
                <a:extLst>
                  <a:ext uri="{FF2B5EF4-FFF2-40B4-BE49-F238E27FC236}">
                    <a16:creationId xmlns:a16="http://schemas.microsoft.com/office/drawing/2014/main" id="{50F33B7B-7887-E12F-5A8B-8E15789F936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862750" y="7653599"/>
                <a:ext cx="5082558" cy="47025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863"/>
              </a:p>
            </p:txBody>
          </p:sp>
          <p:sp>
            <p:nvSpPr>
              <p:cNvPr id="143" name="Ellipse 9">
                <a:extLst>
                  <a:ext uri="{FF2B5EF4-FFF2-40B4-BE49-F238E27FC236}">
                    <a16:creationId xmlns:a16="http://schemas.microsoft.com/office/drawing/2014/main" id="{261C13C7-0CD2-CAC5-C444-A28B8FE530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186288" y="17507738"/>
                <a:ext cx="5082558" cy="470031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863" dirty="0"/>
              </a:p>
            </p:txBody>
          </p:sp>
          <p:sp>
            <p:nvSpPr>
              <p:cNvPr id="144" name="Bogen 11">
                <a:extLst>
                  <a:ext uri="{FF2B5EF4-FFF2-40B4-BE49-F238E27FC236}">
                    <a16:creationId xmlns:a16="http://schemas.microsoft.com/office/drawing/2014/main" id="{5B861210-51B9-F614-321A-67760231031B}"/>
                  </a:ext>
                </a:extLst>
              </p:cNvPr>
              <p:cNvSpPr>
                <a:spLocks/>
              </p:cNvSpPr>
              <p:nvPr/>
            </p:nvSpPr>
            <p:spPr>
              <a:xfrm rot="10800000" flipV="1">
                <a:off x="21587867" y="10818400"/>
                <a:ext cx="3654327" cy="3161260"/>
              </a:xfrm>
              <a:prstGeom prst="arc">
                <a:avLst>
                  <a:gd name="adj1" fmla="val 17575465"/>
                  <a:gd name="adj2" fmla="val 20596566"/>
                </a:avLst>
              </a:prstGeom>
              <a:noFill/>
              <a:ln w="38100">
                <a:solidFill>
                  <a:schemeClr val="accent1"/>
                </a:solidFill>
                <a:headEnd type="none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863" dirty="0"/>
              </a:p>
            </p:txBody>
          </p:sp>
          <p:sp>
            <p:nvSpPr>
              <p:cNvPr id="145" name="Bogen 13">
                <a:extLst>
                  <a:ext uri="{FF2B5EF4-FFF2-40B4-BE49-F238E27FC236}">
                    <a16:creationId xmlns:a16="http://schemas.microsoft.com/office/drawing/2014/main" id="{0D5109F2-DCC4-3F17-5573-5F2B28B2F965}"/>
                  </a:ext>
                </a:extLst>
              </p:cNvPr>
              <p:cNvSpPr>
                <a:spLocks/>
              </p:cNvSpPr>
              <p:nvPr/>
            </p:nvSpPr>
            <p:spPr>
              <a:xfrm rot="793469">
                <a:off x="22180140" y="10491183"/>
                <a:ext cx="7943660" cy="9222172"/>
              </a:xfrm>
              <a:prstGeom prst="arc">
                <a:avLst>
                  <a:gd name="adj1" fmla="val 16616213"/>
                  <a:gd name="adj2" fmla="val 2272903"/>
                </a:avLst>
              </a:prstGeom>
              <a:noFill/>
              <a:ln w="38100">
                <a:solidFill>
                  <a:schemeClr val="accent1"/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863"/>
              </a:p>
            </p:txBody>
          </p:sp>
          <p:sp>
            <p:nvSpPr>
              <p:cNvPr id="146" name="Inhaltsplatzhalter 2">
                <a:extLst>
                  <a:ext uri="{FF2B5EF4-FFF2-40B4-BE49-F238E27FC236}">
                    <a16:creationId xmlns:a16="http://schemas.microsoft.com/office/drawing/2014/main" id="{A0285267-565F-631D-355F-29A92FC184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586512" y="8392981"/>
                <a:ext cx="3880887" cy="73971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1490"/>
                  </a:spcBef>
                  <a:buNone/>
                </a:pPr>
                <a:r>
                  <a:rPr lang="en-GB" sz="4000" b="1" dirty="0">
                    <a:solidFill>
                      <a:schemeClr val="bg2">
                        <a:lumMod val="50000"/>
                      </a:schemeClr>
                    </a:solidFill>
                  </a:rPr>
                  <a:t>Collaboration</a:t>
                </a:r>
                <a:endParaRPr lang="en-US" sz="4000" b="1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7" name="Inhaltsplatzhalter 2">
                <a:extLst>
                  <a:ext uri="{FF2B5EF4-FFF2-40B4-BE49-F238E27FC236}">
                    <a16:creationId xmlns:a16="http://schemas.microsoft.com/office/drawing/2014/main" id="{DFE9808A-3245-8455-0BC1-C8538FC5B504}"/>
                  </a:ext>
                </a:extLst>
              </p:cNvPr>
              <p:cNvSpPr txBox="1">
                <a:spLocks/>
              </p:cNvSpPr>
              <p:nvPr/>
            </p:nvSpPr>
            <p:spPr>
              <a:xfrm rot="5400000">
                <a:off x="26724680" y="14625821"/>
                <a:ext cx="5289907" cy="676648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1490"/>
                  </a:spcBef>
                  <a:buNone/>
                </a:pPr>
                <a:r>
                  <a:rPr lang="en-IN" sz="3600" b="1" dirty="0"/>
                  <a:t>Data-Engineering </a:t>
                </a:r>
                <a:endParaRPr lang="en-US" sz="40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8" name="Inhaltsplatzhalter 2">
                <a:extLst>
                  <a:ext uri="{FF2B5EF4-FFF2-40B4-BE49-F238E27FC236}">
                    <a16:creationId xmlns:a16="http://schemas.microsoft.com/office/drawing/2014/main" id="{5C2C1890-305B-9111-782A-076EC83E6B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017044" y="13560336"/>
                <a:ext cx="4066283" cy="66574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1490"/>
                  </a:spcBef>
                  <a:buNone/>
                </a:pPr>
                <a:r>
                  <a:rPr lang="en-US" sz="3600" b="1" dirty="0">
                    <a:solidFill>
                      <a:schemeClr val="bg2">
                        <a:lumMod val="50000"/>
                      </a:schemeClr>
                    </a:solidFill>
                  </a:rPr>
                  <a:t>Modelling</a:t>
                </a:r>
              </a:p>
            </p:txBody>
          </p:sp>
          <p:sp>
            <p:nvSpPr>
              <p:cNvPr id="153" name="Ellipse 27">
                <a:extLst>
                  <a:ext uri="{FF2B5EF4-FFF2-40B4-BE49-F238E27FC236}">
                    <a16:creationId xmlns:a16="http://schemas.microsoft.com/office/drawing/2014/main" id="{3AAFCB18-413C-4BDA-7E3B-35588D1708C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029445" y="11773138"/>
                <a:ext cx="995243" cy="995243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22863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55" name="Ellipse 30">
                <a:extLst>
                  <a:ext uri="{FF2B5EF4-FFF2-40B4-BE49-F238E27FC236}">
                    <a16:creationId xmlns:a16="http://schemas.microsoft.com/office/drawing/2014/main" id="{5CAAABB0-1673-383B-A507-070FF4D01EC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140084" y="18023870"/>
                <a:ext cx="995243" cy="99524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22863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7" name="Bogen 11">
              <a:extLst>
                <a:ext uri="{FF2B5EF4-FFF2-40B4-BE49-F238E27FC236}">
                  <a16:creationId xmlns:a16="http://schemas.microsoft.com/office/drawing/2014/main" id="{ABD007E7-8154-0C1D-0DF3-17E991EB9077}"/>
                </a:ext>
              </a:extLst>
            </p:cNvPr>
            <p:cNvSpPr>
              <a:spLocks/>
            </p:cNvSpPr>
            <p:nvPr/>
          </p:nvSpPr>
          <p:spPr>
            <a:xfrm rot="10800000" flipV="1">
              <a:off x="21086123" y="19751517"/>
              <a:ext cx="4086591" cy="2232686"/>
            </a:xfrm>
            <a:prstGeom prst="arc">
              <a:avLst>
                <a:gd name="adj1" fmla="val 570821"/>
                <a:gd name="adj2" fmla="val 3434592"/>
              </a:avLst>
            </a:prstGeom>
            <a:noFill/>
            <a:ln w="38100">
              <a:solidFill>
                <a:schemeClr val="accent1"/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863" dirty="0"/>
            </a:p>
          </p:txBody>
        </p:sp>
        <p:sp>
          <p:nvSpPr>
            <p:cNvPr id="208" name="Ellipse 29">
              <a:extLst>
                <a:ext uri="{FF2B5EF4-FFF2-40B4-BE49-F238E27FC236}">
                  <a16:creationId xmlns:a16="http://schemas.microsoft.com/office/drawing/2014/main" id="{E83F6A98-71A1-2FEA-DEA6-7B47E4CB75C2}"/>
                </a:ext>
              </a:extLst>
            </p:cNvPr>
            <p:cNvSpPr>
              <a:spLocks/>
            </p:cNvSpPr>
            <p:nvPr/>
          </p:nvSpPr>
          <p:spPr>
            <a:xfrm>
              <a:off x="21755205" y="21493535"/>
              <a:ext cx="901990" cy="85588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2863" b="1" dirty="0">
                <a:solidFill>
                  <a:schemeClr val="bg1"/>
                </a:solidFill>
              </a:endParaRPr>
            </a:p>
          </p:txBody>
        </p:sp>
        <p:pic>
          <p:nvPicPr>
            <p:cNvPr id="286" name="Graphic 285" descr="Calculator with solid fill">
              <a:extLst>
                <a:ext uri="{FF2B5EF4-FFF2-40B4-BE49-F238E27FC236}">
                  <a16:creationId xmlns:a16="http://schemas.microsoft.com/office/drawing/2014/main" id="{1FA138A8-6C62-74F4-6611-E627EF8F66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319773" y="18291292"/>
              <a:ext cx="2311200" cy="2311200"/>
            </a:xfrm>
            <a:prstGeom prst="rect">
              <a:avLst/>
            </a:prstGeom>
          </p:spPr>
        </p:pic>
        <p:pic>
          <p:nvPicPr>
            <p:cNvPr id="284" name="Graphic 283" descr="Group success with solid fill">
              <a:extLst>
                <a:ext uri="{FF2B5EF4-FFF2-40B4-BE49-F238E27FC236}">
                  <a16:creationId xmlns:a16="http://schemas.microsoft.com/office/drawing/2014/main" id="{B063AA28-9072-C37F-04C9-3B98A4E18B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3465022" y="13539801"/>
              <a:ext cx="2312195" cy="2312194"/>
            </a:xfrm>
            <a:prstGeom prst="rect">
              <a:avLst/>
            </a:prstGeom>
          </p:spPr>
        </p:pic>
        <p:sp>
          <p:nvSpPr>
            <p:cNvPr id="290" name="Inhaltsplatzhalter 2">
              <a:extLst>
                <a:ext uri="{FF2B5EF4-FFF2-40B4-BE49-F238E27FC236}">
                  <a16:creationId xmlns:a16="http://schemas.microsoft.com/office/drawing/2014/main" id="{98E56C3F-5CD7-8837-CAD5-0A721D30A200}"/>
                </a:ext>
              </a:extLst>
            </p:cNvPr>
            <p:cNvSpPr txBox="1">
              <a:spLocks/>
            </p:cNvSpPr>
            <p:nvPr/>
          </p:nvSpPr>
          <p:spPr>
            <a:xfrm>
              <a:off x="23037162" y="21716007"/>
              <a:ext cx="3941014" cy="78129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sz="4000" b="1" dirty="0">
                  <a:solidFill>
                    <a:schemeClr val="bg2">
                      <a:lumMod val="50000"/>
                    </a:schemeClr>
                  </a:solidFill>
                </a:rPr>
                <a:t>Digital Solution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2F25AF8-C8F2-5250-70A8-8AC4FBBD22B7}"/>
              </a:ext>
            </a:extLst>
          </p:cNvPr>
          <p:cNvSpPr txBox="1"/>
          <p:nvPr/>
        </p:nvSpPr>
        <p:spPr>
          <a:xfrm>
            <a:off x="10179921" y="18845404"/>
            <a:ext cx="6675120" cy="838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>
            <a:defPPr>
              <a:defRPr lang="en-US"/>
            </a:defPPr>
            <a:lvl1pPr algn="ctr">
              <a:lnSpc>
                <a:spcPct val="113000"/>
              </a:lnSpc>
              <a:spcAft>
                <a:spcPts val="60"/>
              </a:spcAft>
              <a:defRPr sz="5400" b="1" u="none">
                <a:solidFill>
                  <a:srgbClr val="FFFFFF"/>
                </a:solidFill>
                <a:latin typeface="Aptos Display"/>
              </a:defRPr>
            </a:lvl1pPr>
          </a:lstStyle>
          <a:p>
            <a:pPr algn="ctr"/>
            <a:r>
              <a:rPr lang="en-IN" b="1" dirty="0">
                <a:solidFill>
                  <a:srgbClr val="FFFFFF"/>
                </a:solidFill>
                <a:latin typeface="Aptos Display"/>
              </a:rPr>
              <a:t>3. EXECUTIVE VALUE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CF84FC7-2174-C506-8D62-F0E17D5B810E}"/>
              </a:ext>
            </a:extLst>
          </p:cNvPr>
          <p:cNvSpPr/>
          <p:nvPr/>
        </p:nvSpPr>
        <p:spPr>
          <a:xfrm flipH="1">
            <a:off x="18307050" y="23123587"/>
            <a:ext cx="1620000" cy="540000"/>
          </a:xfrm>
          <a:prstGeom prst="rightArrow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5F2B84D3-D4E8-9CE0-DA65-1FD6DF7953A9}"/>
              </a:ext>
            </a:extLst>
          </p:cNvPr>
          <p:cNvSpPr/>
          <p:nvPr/>
        </p:nvSpPr>
        <p:spPr>
          <a:xfrm flipH="1">
            <a:off x="8043859" y="23152065"/>
            <a:ext cx="1620000" cy="540000"/>
          </a:xfrm>
          <a:prstGeom prst="rightArrow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3" name="Connector 312"/>
          <p:cNvCxnSpPr>
            <a:cxnSpLocks/>
          </p:cNvCxnSpPr>
          <p:nvPr/>
        </p:nvCxnSpPr>
        <p:spPr>
          <a:xfrm>
            <a:off x="1938528" y="11176574"/>
            <a:ext cx="14916690" cy="0"/>
          </a:xfrm>
          <a:prstGeom prst="line">
            <a:avLst/>
          </a:prstGeom>
          <a:ln w="31750">
            <a:solidFill>
              <a:srgbClr val="233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938528" y="18745200"/>
            <a:ext cx="5839200" cy="0"/>
          </a:xfrm>
          <a:prstGeom prst="line">
            <a:avLst/>
          </a:prstGeom>
          <a:ln w="31750">
            <a:solidFill>
              <a:srgbClr val="D6A5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10173063" y="18768502"/>
            <a:ext cx="6674400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20272248" y="11213150"/>
            <a:ext cx="8129016" cy="0"/>
          </a:xfrm>
          <a:prstGeom prst="line">
            <a:avLst/>
          </a:prstGeom>
          <a:ln w="31750">
            <a:solidFill>
              <a:srgbClr val="2F7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7669309" y="26627328"/>
            <a:ext cx="14940000" cy="0"/>
          </a:xfrm>
          <a:prstGeom prst="line">
            <a:avLst/>
          </a:prstGeom>
          <a:ln w="31750">
            <a:solidFill>
              <a:srgbClr val="233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7702197" y="36452556"/>
            <a:ext cx="14922000" cy="0"/>
          </a:xfrm>
          <a:prstGeom prst="line">
            <a:avLst/>
          </a:prstGeom>
          <a:ln w="31750">
            <a:solidFill>
              <a:srgbClr val="2F7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48E93-C646-7868-26B5-5D13D2F9EE23}"/>
              </a:ext>
            </a:extLst>
          </p:cNvPr>
          <p:cNvSpPr/>
          <p:nvPr/>
        </p:nvSpPr>
        <p:spPr>
          <a:xfrm>
            <a:off x="2391491" y="13042365"/>
            <a:ext cx="368784" cy="38073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START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B0FF45-1AF2-B0AC-DAD0-63A2AACAE7F4}"/>
              </a:ext>
            </a:extLst>
          </p:cNvPr>
          <p:cNvSpPr/>
          <p:nvPr/>
        </p:nvSpPr>
        <p:spPr>
          <a:xfrm>
            <a:off x="16603218" y="14403138"/>
            <a:ext cx="252000" cy="11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/>
              <a:t>END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E7C6B670-124D-CB3B-5EBA-4D89DBE9E487}"/>
              </a:ext>
            </a:extLst>
          </p:cNvPr>
          <p:cNvSpPr txBox="1">
            <a:spLocks/>
          </p:cNvSpPr>
          <p:nvPr/>
        </p:nvSpPr>
        <p:spPr>
          <a:xfrm>
            <a:off x="23978418" y="15876975"/>
            <a:ext cx="11811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490"/>
              </a:spcBef>
              <a:buNone/>
            </a:pPr>
            <a:r>
              <a:rPr lang="en-GB" sz="3200" b="1" dirty="0">
                <a:solidFill>
                  <a:schemeClr val="bg2">
                    <a:lumMod val="50000"/>
                  </a:schemeClr>
                </a:solidFill>
              </a:rPr>
              <a:t>Data</a:t>
            </a:r>
            <a:endParaRPr lang="en-US"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0E29FB50-3642-EC96-DDA4-08907E8A4997}"/>
              </a:ext>
            </a:extLst>
          </p:cNvPr>
          <p:cNvSpPr txBox="1">
            <a:spLocks/>
          </p:cNvSpPr>
          <p:nvPr/>
        </p:nvSpPr>
        <p:spPr>
          <a:xfrm rot="5400000">
            <a:off x="25028873" y="14812923"/>
            <a:ext cx="149999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490"/>
              </a:spcBef>
              <a:buNone/>
            </a:pPr>
            <a:r>
              <a:rPr lang="en-GB" sz="3200" b="1" dirty="0">
                <a:solidFill>
                  <a:schemeClr val="bg2">
                    <a:lumMod val="50000"/>
                  </a:schemeClr>
                </a:solidFill>
              </a:rPr>
              <a:t>Process</a:t>
            </a:r>
            <a:endParaRPr lang="en-US"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0D400FA5-B9F9-28EF-6DC2-9D993E736196}"/>
              </a:ext>
            </a:extLst>
          </p:cNvPr>
          <p:cNvSpPr txBox="1">
            <a:spLocks/>
          </p:cNvSpPr>
          <p:nvPr/>
        </p:nvSpPr>
        <p:spPr>
          <a:xfrm rot="16007642">
            <a:off x="22549149" y="14859412"/>
            <a:ext cx="1584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490"/>
              </a:spcBef>
              <a:buNone/>
            </a:pPr>
            <a:r>
              <a:rPr lang="en-GB" sz="3200" b="1" dirty="0">
                <a:solidFill>
                  <a:schemeClr val="bg2">
                    <a:lumMod val="50000"/>
                  </a:schemeClr>
                </a:solidFill>
              </a:rPr>
              <a:t>Purpose</a:t>
            </a:r>
            <a:endParaRPr lang="en-US"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3AEE910D-ECD3-EEC4-024C-96E0A64936D3}"/>
              </a:ext>
            </a:extLst>
          </p:cNvPr>
          <p:cNvSpPr txBox="1">
            <a:spLocks/>
          </p:cNvSpPr>
          <p:nvPr/>
        </p:nvSpPr>
        <p:spPr>
          <a:xfrm rot="16200000">
            <a:off x="20167864" y="19239534"/>
            <a:ext cx="149999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490"/>
              </a:spcBef>
              <a:buNone/>
            </a:pPr>
            <a:r>
              <a:rPr lang="en-GB" sz="3200" b="1" dirty="0">
                <a:solidFill>
                  <a:schemeClr val="bg2">
                    <a:lumMod val="50000"/>
                  </a:schemeClr>
                </a:solidFill>
              </a:rPr>
              <a:t>Auto</a:t>
            </a:r>
            <a:endParaRPr lang="en-US"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5" name="Inhaltsplatzhalter 2">
            <a:extLst>
              <a:ext uri="{FF2B5EF4-FFF2-40B4-BE49-F238E27FC236}">
                <a16:creationId xmlns:a16="http://schemas.microsoft.com/office/drawing/2014/main" id="{9BB3B418-EB12-EB76-BE9E-580A735DF791}"/>
              </a:ext>
            </a:extLst>
          </p:cNvPr>
          <p:cNvSpPr txBox="1">
            <a:spLocks/>
          </p:cNvSpPr>
          <p:nvPr/>
        </p:nvSpPr>
        <p:spPr>
          <a:xfrm rot="5400000">
            <a:off x="22120238" y="19223352"/>
            <a:ext cx="149999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490"/>
              </a:spcBef>
              <a:buNone/>
            </a:pPr>
            <a:r>
              <a:rPr lang="en-GB" sz="3200" b="1" dirty="0">
                <a:solidFill>
                  <a:schemeClr val="bg2">
                    <a:lumMod val="50000"/>
                  </a:schemeClr>
                </a:solidFill>
              </a:rPr>
              <a:t>Flex</a:t>
            </a:r>
            <a:endParaRPr lang="en-US"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B613195D-E499-8C58-23AC-E01E6FD8FD14}"/>
              </a:ext>
            </a:extLst>
          </p:cNvPr>
          <p:cNvSpPr txBox="1">
            <a:spLocks/>
          </p:cNvSpPr>
          <p:nvPr/>
        </p:nvSpPr>
        <p:spPr>
          <a:xfrm>
            <a:off x="21190455" y="20493595"/>
            <a:ext cx="1502397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490"/>
              </a:spcBef>
              <a:buNone/>
            </a:pPr>
            <a:r>
              <a:rPr lang="en-GB" sz="3200" b="1" dirty="0">
                <a:solidFill>
                  <a:schemeClr val="bg2">
                    <a:lumMod val="50000"/>
                  </a:schemeClr>
                </a:solidFill>
              </a:rPr>
              <a:t>Scale</a:t>
            </a:r>
            <a:endParaRPr lang="en-US"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9" name="Graphic 58" descr="Soccer Goal with solid fill">
            <a:extLst>
              <a:ext uri="{FF2B5EF4-FFF2-40B4-BE49-F238E27FC236}">
                <a16:creationId xmlns:a16="http://schemas.microsoft.com/office/drawing/2014/main" id="{B54DCE89-5FDD-8A36-0927-1B0714E895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713938" y="22530153"/>
            <a:ext cx="2235600" cy="2235600"/>
          </a:xfrm>
          <a:prstGeom prst="rect">
            <a:avLst/>
          </a:prstGeom>
        </p:spPr>
      </p:pic>
      <p:sp>
        <p:nvSpPr>
          <p:cNvPr id="61" name="Inhaltsplatzhalter 2">
            <a:extLst>
              <a:ext uri="{FF2B5EF4-FFF2-40B4-BE49-F238E27FC236}">
                <a16:creationId xmlns:a16="http://schemas.microsoft.com/office/drawing/2014/main" id="{475FB422-ED55-1D0A-F594-1A0346EE4107}"/>
              </a:ext>
            </a:extLst>
          </p:cNvPr>
          <p:cNvSpPr txBox="1">
            <a:spLocks/>
          </p:cNvSpPr>
          <p:nvPr/>
        </p:nvSpPr>
        <p:spPr>
          <a:xfrm rot="16038978">
            <a:off x="22782518" y="23335244"/>
            <a:ext cx="1512000" cy="50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490"/>
              </a:spcBef>
              <a:buNone/>
            </a:pPr>
            <a:r>
              <a:rPr lang="en-GB" sz="3200" b="1" dirty="0">
                <a:solidFill>
                  <a:schemeClr val="bg2">
                    <a:lumMod val="50000"/>
                  </a:schemeClr>
                </a:solidFill>
              </a:rPr>
              <a:t>Insights</a:t>
            </a:r>
            <a:endParaRPr lang="en-US"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317B31C1-A5C1-E3C5-BBE7-B8D89EEF7978}"/>
              </a:ext>
            </a:extLst>
          </p:cNvPr>
          <p:cNvSpPr txBox="1">
            <a:spLocks/>
          </p:cNvSpPr>
          <p:nvPr/>
        </p:nvSpPr>
        <p:spPr>
          <a:xfrm rot="5400000">
            <a:off x="25430086" y="23324918"/>
            <a:ext cx="1296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490"/>
              </a:spcBef>
              <a:buNone/>
            </a:pPr>
            <a:r>
              <a:rPr lang="en-GB" sz="3200" b="1" dirty="0">
                <a:solidFill>
                  <a:schemeClr val="bg2">
                    <a:lumMod val="50000"/>
                  </a:schemeClr>
                </a:solidFill>
              </a:rPr>
              <a:t>Track</a:t>
            </a:r>
            <a:endParaRPr lang="en-US"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0" name="Inhaltsplatzhalter 2">
            <a:extLst>
              <a:ext uri="{FF2B5EF4-FFF2-40B4-BE49-F238E27FC236}">
                <a16:creationId xmlns:a16="http://schemas.microsoft.com/office/drawing/2014/main" id="{63CB4EDE-981C-3CE8-5B00-1838EA6085C7}"/>
              </a:ext>
            </a:extLst>
          </p:cNvPr>
          <p:cNvSpPr txBox="1">
            <a:spLocks/>
          </p:cNvSpPr>
          <p:nvPr/>
        </p:nvSpPr>
        <p:spPr>
          <a:xfrm>
            <a:off x="23603316" y="22451252"/>
            <a:ext cx="2412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490"/>
              </a:spcBef>
              <a:buNone/>
            </a:pPr>
            <a:r>
              <a:rPr lang="en-GB" sz="3200" b="1" dirty="0">
                <a:solidFill>
                  <a:schemeClr val="bg2">
                    <a:lumMod val="50000"/>
                  </a:schemeClr>
                </a:solidFill>
              </a:rPr>
              <a:t>Governance</a:t>
            </a:r>
            <a:endParaRPr lang="en-US"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2" name="Inhaltsplatzhalter 2">
            <a:extLst>
              <a:ext uri="{FF2B5EF4-FFF2-40B4-BE49-F238E27FC236}">
                <a16:creationId xmlns:a16="http://schemas.microsoft.com/office/drawing/2014/main" id="{C466C4B1-2157-AEA7-9BF9-46A3A8AB2300}"/>
              </a:ext>
            </a:extLst>
          </p:cNvPr>
          <p:cNvSpPr txBox="1">
            <a:spLocks/>
          </p:cNvSpPr>
          <p:nvPr/>
        </p:nvSpPr>
        <p:spPr>
          <a:xfrm>
            <a:off x="23894841" y="24368546"/>
            <a:ext cx="18360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490"/>
              </a:spcBef>
              <a:buNone/>
            </a:pPr>
            <a:r>
              <a:rPr lang="en-GB" sz="3200" b="1" dirty="0">
                <a:solidFill>
                  <a:schemeClr val="bg2">
                    <a:lumMod val="50000"/>
                  </a:schemeClr>
                </a:solidFill>
              </a:rPr>
              <a:t>Decide</a:t>
            </a:r>
            <a:endParaRPr lang="en-US" sz="3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F22248-CC78-D867-124D-BF143F99C7AE}"/>
              </a:ext>
            </a:extLst>
          </p:cNvPr>
          <p:cNvSpPr txBox="1"/>
          <p:nvPr/>
        </p:nvSpPr>
        <p:spPr>
          <a:xfrm>
            <a:off x="10209125" y="21691685"/>
            <a:ext cx="6508406" cy="7165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sz="3200" b="1" dirty="0">
                <a:solidFill>
                  <a:srgbClr val="23384D"/>
                </a:solidFill>
                <a:latin typeface="Aptos Display"/>
              </a:rPr>
              <a:t>ON DEMAND AVAILBILITY</a:t>
            </a:r>
            <a:endParaRPr sz="4000" b="1" dirty="0">
              <a:solidFill>
                <a:srgbClr val="23384D"/>
              </a:solidFill>
              <a:latin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999D09-EF03-5EAF-110D-80C64FCE4AB2}"/>
              </a:ext>
            </a:extLst>
          </p:cNvPr>
          <p:cNvSpPr txBox="1"/>
          <p:nvPr/>
        </p:nvSpPr>
        <p:spPr>
          <a:xfrm>
            <a:off x="10179921" y="20746376"/>
            <a:ext cx="7440668" cy="6031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sz="3200" b="1" dirty="0">
                <a:solidFill>
                  <a:srgbClr val="23384D"/>
                </a:solidFill>
                <a:latin typeface="Aptos Display"/>
              </a:rPr>
              <a:t>TRUSTED DATA-BACKED INSIGHTS</a:t>
            </a:r>
            <a:endParaRPr sz="4000" b="1" dirty="0">
              <a:solidFill>
                <a:srgbClr val="23384D"/>
              </a:solidFill>
              <a:latin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E8189F-0C61-750E-6800-608558F0EA36}"/>
              </a:ext>
            </a:extLst>
          </p:cNvPr>
          <p:cNvSpPr txBox="1"/>
          <p:nvPr/>
        </p:nvSpPr>
        <p:spPr>
          <a:xfrm>
            <a:off x="10209125" y="23809095"/>
            <a:ext cx="6741067" cy="55945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sz="3200" b="1" dirty="0">
                <a:solidFill>
                  <a:srgbClr val="23384D"/>
                </a:solidFill>
                <a:latin typeface="Aptos Display"/>
              </a:rPr>
              <a:t>ENTERPRISE REUSE &amp; SCALABLE</a:t>
            </a:r>
            <a:endParaRPr sz="4000" b="1" dirty="0">
              <a:solidFill>
                <a:srgbClr val="23384D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44567A-D8C6-95CF-6C5D-EA93CE475637}"/>
              </a:ext>
            </a:extLst>
          </p:cNvPr>
          <p:cNvSpPr txBox="1"/>
          <p:nvPr/>
        </p:nvSpPr>
        <p:spPr>
          <a:xfrm>
            <a:off x="10209125" y="22750390"/>
            <a:ext cx="8293268" cy="7165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sz="3200" b="1" dirty="0">
                <a:solidFill>
                  <a:srgbClr val="23384D"/>
                </a:solidFill>
                <a:latin typeface="Aptos Display"/>
              </a:rPr>
              <a:t>REVIEW DECISION QUALITY</a:t>
            </a:r>
            <a:endParaRPr sz="4000" b="1" dirty="0">
              <a:solidFill>
                <a:srgbClr val="23384D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17512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iVh_vZmLke2altTLS.iG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2"/>
  <p:tag name="2LEVEL" val="6"/>
  <p:tag name="3LEVEL" val="3"/>
  <p:tag name="4LEVEL" val="1.5"/>
  <p:tag name="5LEVEL" val="0.7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2"/>
  <p:tag name="2LEVEL" val="6"/>
  <p:tag name="3LEVEL" val="3"/>
  <p:tag name="4LEVEL" val="1.5"/>
  <p:tag name="5LEVEL" val="0.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2"/>
  <p:tag name="2LEVEL" val="6"/>
  <p:tag name="3LEVEL" val="3"/>
  <p:tag name="4LEVEL" val="1.5"/>
  <p:tag name="5LEVEL" val="0.75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1</Value>
    </TaxCatchAll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Restricted</TermName>
          <TermId xmlns="http://schemas.microsoft.com/office/infopath/2007/PartnerControls">21aa7f98-4035-4019-a764-107acb7269af</TermId>
        </TermInfo>
      </Terms>
    </ice2f7984e9548f9a31773f854109466>
    <_dlc_DocId xmlns="5fe9d420-80f7-4ada-bee1-a7a60088c9b2">UXD4DQ5FARXZ-1534890728-22</_dlc_DocId>
    <_dlc_DocIdUrl xmlns="5fe9d420-80f7-4ada-bee1-a7a60088c9b2">
      <Url>https://eu001-sp.shell.com/sites/SPO002395/_layouts/15/DocIdRedir.aspx?ID=UXD4DQ5FARXZ-1534890728-22</Url>
      <Description>UXD4DQ5FARXZ-1534890728-22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CE851B61-114E-4DF3-9535-A9BFF4E4C192}"/>
</file>

<file path=customXml/itemProps2.xml><?xml version="1.0" encoding="utf-8"?>
<ds:datastoreItem xmlns:ds="http://schemas.openxmlformats.org/officeDocument/2006/customXml" ds:itemID="{6CAE002A-7645-46A2-8C4A-738EDFAA7ED3}">
  <ds:schemaRefs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67a4d270-2e9e-45ec-b53e-707b7cbfe7c3"/>
    <ds:schemaRef ds:uri="http://schemas.openxmlformats.org/package/2006/metadata/core-properties"/>
    <ds:schemaRef ds:uri="http://purl.org/dc/elements/1.1/"/>
    <ds:schemaRef ds:uri="c642a6ca-8515-4142-b4ce-183d01f224d8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C59ADA8-66A6-4FE8-8C43-FAAF5E779D61}"/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1198</TotalTime>
  <Words>160</Words>
  <Application>Microsoft Office PowerPoint</Application>
  <PresentationFormat>Custom</PresentationFormat>
  <Paragraphs>71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ShellMedium</vt:lpstr>
      <vt:lpstr>Futura Medium</vt:lpstr>
      <vt:lpstr>Wingdings</vt:lpstr>
      <vt:lpstr>Arial</vt:lpstr>
      <vt:lpstr>Aptos Display</vt:lpstr>
      <vt:lpstr>Shell layouts with footer</vt:lpstr>
      <vt:lpstr>think-cell Slide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lastModifiedBy>MODI, AAKASH PTIN-FR/P/C</cp:lastModifiedBy>
  <cp:revision>2</cp:revision>
  <cp:lastPrinted>2017-04-25T09:06:38Z</cp:lastPrinted>
  <dcterms:created xsi:type="dcterms:W3CDTF">2009-11-25T14:32:06Z</dcterms:created>
  <dcterms:modified xsi:type="dcterms:W3CDTF">2026-09-01T06:14:47Z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ContentTypeId">
    <vt:lpwstr>0x0101006F0A470EEB1140E7AA14F4CE8A50B54C0001CB1477F4DD432AA86DD56CC3887AF400F644A78CBFDAD44983885002DC8B3358</vt:lpwstr>
  </property>
  <property fmtid="{D5CDD505-2E9C-101B-9397-08002B2CF9AE}" pid="5" name="_dlc_policyId">
    <vt:lpwstr/>
  </property>
  <property fmtid="{D5CDD505-2E9C-101B-9397-08002B2CF9AE}" pid="6" name="ItemRetentionFormula">
    <vt:lpwstr/>
  </property>
  <property fmtid="{D5CDD505-2E9C-101B-9397-08002B2CF9AE}" pid="7" name="_dlc_DocIdItemGuid">
    <vt:lpwstr>e6d6f283-fe18-4537-8867-f83f39790313</vt:lpwstr>
  </property>
  <property fmtid="{D5CDD505-2E9C-101B-9397-08002B2CF9AE}" pid="8" name="Shell SharePoint SAEF KeepFileLocal">
    <vt:bool>false</vt:bool>
  </property>
  <property fmtid="{D5CDD505-2E9C-101B-9397-08002B2CF9AE}" pid="9" name="Shell SharePoint SAEF WorkgroupIDTaxHTField0">
    <vt:lpwstr>UIB Commercial, New Business ＆ LNG - 11947|52d8a608-ed1f-401e-8ffb-8cc5334b8b42</vt:lpwstr>
  </property>
  <property fmtid="{D5CDD505-2E9C-101B-9397-08002B2CF9AE}" pid="10" name="Shell SharePoint SAEF SecurityClassificationTaxHTField0">
    <vt:lpwstr>Restricted|21aa7f98-4035-4019-a764-107acb7269af</vt:lpwstr>
  </property>
  <property fmtid="{D5CDD505-2E9C-101B-9397-08002B2CF9AE}" pid="11" name="Shell SharePoint SAEF LegalEntity">
    <vt:lpwstr>3;#SIEP|ca814f84-fd49-4cca-9dd4-ac559012442b</vt:lpwstr>
  </property>
  <property fmtid="{D5CDD505-2E9C-101B-9397-08002B2CF9AE}" pid="12" name="Shell SharePoint SAEF CountryOfJurisdiction">
    <vt:lpwstr>6;#NETHERLANDS|54565ecb-470f-40ea-a584-819150a65a13</vt:lpwstr>
  </property>
  <property fmtid="{D5CDD505-2E9C-101B-9397-08002B2CF9AE}" pid="13" name="Shell SharePoint SAEF ExportControlClassification">
    <vt:lpwstr>8;#Non-US content - Non Controlled|2ac8835e-0587-4096-a6e2-1f68da1e6cb3</vt:lpwstr>
  </property>
  <property fmtid="{D5CDD505-2E9C-101B-9397-08002B2CF9AE}" pid="14" name="SME Areas">
    <vt:lpwstr/>
  </property>
  <property fmtid="{D5CDD505-2E9C-101B-9397-08002B2CF9AE}" pid="15" name="SAEFSecurityClassification">
    <vt:lpwstr>1;#Restricted|21aa7f98-4035-4019-a764-107acb7269af</vt:lpwstr>
  </property>
  <property fmtid="{D5CDD505-2E9C-101B-9397-08002B2CF9AE}" pid="16" name="Shell SharePoint SAEF DocumentStatus">
    <vt:lpwstr>11;#Draft|1c86f377-7d91-4c95-bd5b-c18c83fe0aa5</vt:lpwstr>
  </property>
  <property fmtid="{D5CDD505-2E9C-101B-9397-08002B2CF9AE}" pid="17" name="Shell SharePoint SAEF Language">
    <vt:lpwstr>5;#English|bd3ad5ee-f0c3-40aa-8cc8-36ef09940af3</vt:lpwstr>
  </property>
  <property fmtid="{D5CDD505-2E9C-101B-9397-08002B2CF9AE}" pid="18" name="Shell SharePoint SAEF Business">
    <vt:lpwstr>1;#Upstream International|dabf15d9-4f75-4ed1-b8a1-a0c3e2a85888</vt:lpwstr>
  </property>
  <property fmtid="{D5CDD505-2E9C-101B-9397-08002B2CF9AE}" pid="19" name="Shell SharePoint SAEF BusinessProcess">
    <vt:lpwstr>7;#Develop New Business|8f030812-6a49-4616-837f-b8f0f1d07b9c</vt:lpwstr>
  </property>
  <property fmtid="{D5CDD505-2E9C-101B-9397-08002B2CF9AE}" pid="20" name="Shell SharePoint SAEF DocumentType">
    <vt:lpwstr>13;#Study results|073ec550-c791-4e3f-9683-953f7d5eb953</vt:lpwstr>
  </property>
  <property fmtid="{D5CDD505-2E9C-101B-9397-08002B2CF9AE}" pid="21" name="SME Keywords">
    <vt:lpwstr/>
  </property>
  <property fmtid="{D5CDD505-2E9C-101B-9397-08002B2CF9AE}" pid="22" name="Shell SharePoint SAEF BusinessUnitRegion">
    <vt:lpwstr>1;#Upstream International|dabf15d9-4f75-4ed1-b8a1-a0c3e2a85888</vt:lpwstr>
  </property>
  <property fmtid="{D5CDD505-2E9C-101B-9397-08002B2CF9AE}" pid="23" name="Shell SharePoint SAEF GlobalFunction">
    <vt:lpwstr>2;#Sustainable Development|2fbcccf5-c9b5-4b2d-984f-9a9b70c47e11</vt:lpwstr>
  </property>
  <property fmtid="{D5CDD505-2E9C-101B-9397-08002B2CF9AE}" pid="24" name="Shell SharePoint SAEF SiteCollectionName">
    <vt:lpwstr>Global Upstream Economics Portal</vt:lpwstr>
  </property>
  <property fmtid="{D5CDD505-2E9C-101B-9397-08002B2CF9AE}" pid="25" name="Order">
    <vt:r8>284000</vt:r8>
  </property>
  <property fmtid="{D5CDD505-2E9C-101B-9397-08002B2CF9AE}" pid="26" name="xd_Signature">
    <vt:bool>false</vt:bool>
  </property>
  <property fmtid="{D5CDD505-2E9C-101B-9397-08002B2CF9AE}" pid="27" name="Shell SharePoint SAEF GlobalFunctionTaxHTField0">
    <vt:lpwstr>Sustainable Development|2fbcccf5-c9b5-4b2d-984f-9a9b70c47e11</vt:lpwstr>
  </property>
  <property fmtid="{D5CDD505-2E9C-101B-9397-08002B2CF9AE}" pid="28" name="Shell SharePoint SAEF DocumentTypeTaxHTField0">
    <vt:lpwstr>Study results|073ec550-c791-4e3f-9683-953f7d5eb953</vt:lpwstr>
  </property>
  <property fmtid="{D5CDD505-2E9C-101B-9397-08002B2CF9AE}" pid="29" name="xd_ProgID">
    <vt:lpwstr/>
  </property>
  <property fmtid="{D5CDD505-2E9C-101B-9397-08002B2CF9AE}" pid="30" name="Shell SharePoint SAEF SiteOwner">
    <vt:lpwstr>Peter Grieve</vt:lpwstr>
  </property>
  <property fmtid="{D5CDD505-2E9C-101B-9397-08002B2CF9AE}" pid="31" name="Shell SharePoint SAEF LanguageTaxHTField0">
    <vt:lpwstr>English|bd3ad5ee-f0c3-40aa-8cc8-36ef09940af3</vt:lpwstr>
  </property>
  <property fmtid="{D5CDD505-2E9C-101B-9397-08002B2CF9AE}" pid="32" name="Shell SharePoint SAEF CountryOfJurisdictionTaxHTField0">
    <vt:lpwstr>NETHERLANDS|54565ecb-470f-40ea-a584-819150a65a13</vt:lpwstr>
  </property>
  <property fmtid="{D5CDD505-2E9C-101B-9397-08002B2CF9AE}" pid="33" name="ComplianceAssetId">
    <vt:lpwstr/>
  </property>
  <property fmtid="{D5CDD505-2E9C-101B-9397-08002B2CF9AE}" pid="34" name="TemplateUrl">
    <vt:lpwstr/>
  </property>
  <property fmtid="{D5CDD505-2E9C-101B-9397-08002B2CF9AE}" pid="35" name="Shell SharePoint SAEF BusinessUnitRegionTaxHTField0">
    <vt:lpwstr>Upstream International|dabf15d9-4f75-4ed1-b8a1-a0c3e2a85888</vt:lpwstr>
  </property>
  <property fmtid="{D5CDD505-2E9C-101B-9397-08002B2CF9AE}" pid="36" name="Shell SharePoint SAEF DocumentStatusTaxHTField0">
    <vt:lpwstr>Draft|1c86f377-7d91-4c95-bd5b-c18c83fe0aa5</vt:lpwstr>
  </property>
  <property fmtid="{D5CDD505-2E9C-101B-9397-08002B2CF9AE}" pid="37" name="Shell SharePoint SAEF BusinessProcessTaxHTField0">
    <vt:lpwstr>Develop New Business|8f030812-6a49-4616-837f-b8f0f1d07b9c</vt:lpwstr>
  </property>
  <property fmtid="{D5CDD505-2E9C-101B-9397-08002B2CF9AE}" pid="38" name="Shell SharePoint SAEF BusinessTaxHTField0">
    <vt:lpwstr>Upstream International|dabf15d9-4f75-4ed1-b8a1-a0c3e2a85888</vt:lpwstr>
  </property>
  <property fmtid="{D5CDD505-2E9C-101B-9397-08002B2CF9AE}" pid="39" name="Shell SharePoint SAEF Collection">
    <vt:bool>false</vt:bool>
  </property>
  <property fmtid="{D5CDD505-2E9C-101B-9397-08002B2CF9AE}" pid="40" name="_ExtendedDescription">
    <vt:lpwstr/>
  </property>
  <property fmtid="{D5CDD505-2E9C-101B-9397-08002B2CF9AE}" pid="41" name="Shell SharePoint SAEF ExportControlClassificationTaxHTField0">
    <vt:lpwstr>Non-US content - Non Controlled|2ac8835e-0587-4096-a6e2-1f68da1e6cb3</vt:lpwstr>
  </property>
  <property fmtid="{D5CDD505-2E9C-101B-9397-08002B2CF9AE}" pid="42" name="TriggerFlowInfo">
    <vt:lpwstr/>
  </property>
  <property fmtid="{D5CDD505-2E9C-101B-9397-08002B2CF9AE}" pid="43" name="Shell SharePoint SAEF LegalEntityTaxHTField0">
    <vt:lpwstr>SIEP|ca814f84-fd49-4cca-9dd4-ac559012442b</vt:lpwstr>
  </property>
  <property fmtid="{D5CDD505-2E9C-101B-9397-08002B2CF9AE}" pid="44" name="MediaServiceImageTags">
    <vt:lpwstr/>
  </property>
</Properties>
</file>