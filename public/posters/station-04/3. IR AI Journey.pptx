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handoutMasters/handoutMaster1.xml" ContentType="application/vnd.openxmlformats-officedocument.presentationml.handoutMaster+xml"/>
  <Override PartName="/ppt/slideMasters/slideMaster1.xml" ContentType="application/vnd.openxmlformats-officedocument.presentationml.slide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notesMasters/notesMaster1.xml" ContentType="application/vnd.openxmlformats-officedocument.presentationml.notesMaster+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viewProps.xml" ContentType="application/vnd.openxmlformats-officedocument.presentationml.viewProp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48" r:id="rId5"/>
  </p:sldIdLst>
  <p:sldSz cx="30275213" cy="42803763"/>
  <p:notesSz cx="9926638" cy="14355763"/>
  <p:embeddedFontLst>
    <p:embeddedFont>
      <p:font typeface="Futura Medium" panose="00000800000000000000"/>
      <p:regular r:id="rId8"/>
      <p:bold r:id="rId9"/>
      <p:italic r:id="rId10"/>
      <p:boldItalic r:id="rId11"/>
    </p:embeddedFont>
    <p:embeddedFont>
      <p:font typeface="ShellBook" panose="00000500000000000000" pitchFamily="2" charset="0"/>
      <p:regular r:id="rId12"/>
    </p:embeddedFont>
    <p:embeddedFont>
      <p:font typeface="ShellHeavy" panose="00000700000000000000" pitchFamily="2" charset="0"/>
      <p:bold r:id="rId13"/>
    </p:embeddedFont>
    <p:embeddedFont>
      <p:font typeface="ShellMedium" panose="00000600000000000000" pitchFamily="2" charset="0"/>
      <p:regular r:id="rId14"/>
    </p:embeddedFont>
  </p:embeddedFontLst>
  <p:defaultTextStyle>
    <a:defPPr>
      <a:defRPr lang="en-US"/>
    </a:defPPr>
    <a:lvl1pPr marL="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1pPr>
    <a:lvl2pPr marL="2338487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2pPr>
    <a:lvl3pPr marL="467697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3pPr>
    <a:lvl4pPr marL="701546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4pPr>
    <a:lvl5pPr marL="935394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5pPr>
    <a:lvl6pPr marL="1169243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98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5143" userDrawn="1">
          <p15:clr>
            <a:srgbClr val="A4A3A4"/>
          </p15:clr>
        </p15:guide>
        <p15:guide id="4" orient="horz" pos="2938" userDrawn="1">
          <p15:clr>
            <a:srgbClr val="A4A3A4"/>
          </p15:clr>
        </p15:guide>
        <p15:guide id="5" orient="horz" pos="25141" userDrawn="1">
          <p15:clr>
            <a:srgbClr val="A4A3A4"/>
          </p15:clr>
        </p15:guide>
        <p15:guide id="6" orient="horz" pos="13074" userDrawn="1">
          <p15:clr>
            <a:srgbClr val="A4A3A4"/>
          </p15:clr>
        </p15:guide>
        <p15:guide id="7" pos="18098" userDrawn="1">
          <p15:clr>
            <a:srgbClr val="A4A3A4"/>
          </p15:clr>
        </p15:guide>
        <p15:guide id="8" pos="9244" userDrawn="1">
          <p15:clr>
            <a:srgbClr val="A4A3A4"/>
          </p15:clr>
        </p15:guide>
        <p15:guide id="9" pos="977" userDrawn="1">
          <p15:clr>
            <a:srgbClr val="A4A3A4"/>
          </p15:clr>
        </p15:guide>
        <p15:guide id="10" pos="98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22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2E12"/>
    <a:srgbClr val="009EB4"/>
    <a:srgbClr val="F5F5F5"/>
    <a:srgbClr val="F7D117"/>
    <a:srgbClr val="8FD1E3"/>
    <a:srgbClr val="FFEECA"/>
    <a:srgbClr val="F49600"/>
    <a:srgbClr val="FFFFFF"/>
    <a:srgbClr val="CCE9DB"/>
    <a:srgbClr val="99C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8A553F-1C27-4BEA-8F8D-54F83BCA3EE8}" v="252" dt="2026-08-27T13:45:48.0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26" autoAdjust="0"/>
    <p:restoredTop sz="85919" autoAdjust="0"/>
  </p:normalViewPr>
  <p:slideViewPr>
    <p:cSldViewPr snapToGrid="0">
      <p:cViewPr>
        <p:scale>
          <a:sx n="40" d="100"/>
          <a:sy n="40" d="100"/>
        </p:scale>
        <p:origin x="-1176" y="-7508"/>
      </p:cViewPr>
      <p:guideLst>
        <p:guide orient="horz" pos="25998"/>
        <p:guide orient="horz" pos="890"/>
        <p:guide orient="horz" pos="5143"/>
        <p:guide orient="horz" pos="2938"/>
        <p:guide orient="horz" pos="25141"/>
        <p:guide orient="horz" pos="13074"/>
        <p:guide pos="18098"/>
        <p:guide pos="9244"/>
        <p:guide pos="977"/>
        <p:guide pos="98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4522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customXml" Target="../customXml/item4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sen, Leonora Y SIBV-FR" userId="dfe9fa91-6ff3-494e-8b70-06c9b6cd1292" providerId="ADAL" clId="{C7869C07-819B-4365-990F-B1854B5E3B66}"/>
    <pc:docChg chg="undo custSel modSld">
      <pc:chgData name="Jansen, Leonora Y SIBV-FR" userId="dfe9fa91-6ff3-494e-8b70-06c9b6cd1292" providerId="ADAL" clId="{C7869C07-819B-4365-990F-B1854B5E3B66}" dt="2026-08-28T06:22:21.027" v="658" actId="20577"/>
      <pc:docMkLst>
        <pc:docMk/>
      </pc:docMkLst>
      <pc:sldChg chg="addSp delSp modSp mod">
        <pc:chgData name="Jansen, Leonora Y SIBV-FR" userId="dfe9fa91-6ff3-494e-8b70-06c9b6cd1292" providerId="ADAL" clId="{C7869C07-819B-4365-990F-B1854B5E3B66}" dt="2026-08-28T06:22:21.027" v="658" actId="20577"/>
        <pc:sldMkLst>
          <pc:docMk/>
          <pc:sldMk cId="3769451024" sldId="348"/>
        </pc:sldMkLst>
        <pc:spChg chg="add mod">
          <ac:chgData name="Jansen, Leonora Y SIBV-FR" userId="dfe9fa91-6ff3-494e-8b70-06c9b6cd1292" providerId="ADAL" clId="{C7869C07-819B-4365-990F-B1854B5E3B66}" dt="2026-08-27T06:11:43.324" v="629" actId="1036"/>
          <ac:spMkLst>
            <pc:docMk/>
            <pc:sldMk cId="3769451024" sldId="348"/>
            <ac:spMk id="19" creationId="{DDB17CD9-48BD-2716-1E27-42A1DBD93D16}"/>
          </ac:spMkLst>
        </pc:spChg>
        <pc:spChg chg="mod">
          <ac:chgData name="Jansen, Leonora Y SIBV-FR" userId="dfe9fa91-6ff3-494e-8b70-06c9b6cd1292" providerId="ADAL" clId="{C7869C07-819B-4365-990F-B1854B5E3B66}" dt="2026-08-27T06:11:16.871" v="603" actId="14100"/>
          <ac:spMkLst>
            <pc:docMk/>
            <pc:sldMk cId="3769451024" sldId="348"/>
            <ac:spMk id="26" creationId="{BD806A4E-5B51-B2FB-D66D-39FA7503EC0B}"/>
          </ac:spMkLst>
        </pc:spChg>
        <pc:spChg chg="mod">
          <ac:chgData name="Jansen, Leonora Y SIBV-FR" userId="dfe9fa91-6ff3-494e-8b70-06c9b6cd1292" providerId="ADAL" clId="{C7869C07-819B-4365-990F-B1854B5E3B66}" dt="2026-08-27T06:08:00.814" v="456"/>
          <ac:spMkLst>
            <pc:docMk/>
            <pc:sldMk cId="3769451024" sldId="348"/>
            <ac:spMk id="42" creationId="{B008840F-EC68-35A9-F476-B1F31BA16DD5}"/>
          </ac:spMkLst>
        </pc:spChg>
        <pc:spChg chg="mod">
          <ac:chgData name="Jansen, Leonora Y SIBV-FR" userId="dfe9fa91-6ff3-494e-8b70-06c9b6cd1292" providerId="ADAL" clId="{C7869C07-819B-4365-990F-B1854B5E3B66}" dt="2026-08-27T06:11:43.324" v="629" actId="1036"/>
          <ac:spMkLst>
            <pc:docMk/>
            <pc:sldMk cId="3769451024" sldId="348"/>
            <ac:spMk id="46" creationId="{52B7A45D-4344-D462-919D-242152A0A440}"/>
          </ac:spMkLst>
        </pc:spChg>
        <pc:spChg chg="mod">
          <ac:chgData name="Jansen, Leonora Y SIBV-FR" userId="dfe9fa91-6ff3-494e-8b70-06c9b6cd1292" providerId="ADAL" clId="{C7869C07-819B-4365-990F-B1854B5E3B66}" dt="2026-08-27T07:36:11.165" v="637" actId="20577"/>
          <ac:spMkLst>
            <pc:docMk/>
            <pc:sldMk cId="3769451024" sldId="348"/>
            <ac:spMk id="92" creationId="{7D3FF68D-92D9-8C43-C7BA-261C8B5FB4D6}"/>
          </ac:spMkLst>
        </pc:spChg>
        <pc:spChg chg="mod">
          <ac:chgData name="Jansen, Leonora Y SIBV-FR" userId="dfe9fa91-6ff3-494e-8b70-06c9b6cd1292" providerId="ADAL" clId="{C7869C07-819B-4365-990F-B1854B5E3B66}" dt="2026-08-27T07:36:03.131" v="636" actId="20577"/>
          <ac:spMkLst>
            <pc:docMk/>
            <pc:sldMk cId="3769451024" sldId="348"/>
            <ac:spMk id="95" creationId="{4C85005B-5C9D-8D4C-A462-5911BE200662}"/>
          </ac:spMkLst>
        </pc:spChg>
        <pc:spChg chg="mod">
          <ac:chgData name="Jansen, Leonora Y SIBV-FR" userId="dfe9fa91-6ff3-494e-8b70-06c9b6cd1292" providerId="ADAL" clId="{C7869C07-819B-4365-990F-B1854B5E3B66}" dt="2026-08-27T06:08:00.814" v="456"/>
          <ac:spMkLst>
            <pc:docMk/>
            <pc:sldMk cId="3769451024" sldId="348"/>
            <ac:spMk id="107" creationId="{0BA1CB18-AAA0-BE7C-8E84-170C4B800C8A}"/>
          </ac:spMkLst>
        </pc:spChg>
        <pc:spChg chg="mod">
          <ac:chgData name="Jansen, Leonora Y SIBV-FR" userId="dfe9fa91-6ff3-494e-8b70-06c9b6cd1292" providerId="ADAL" clId="{C7869C07-819B-4365-990F-B1854B5E3B66}" dt="2026-08-27T06:08:00.814" v="456"/>
          <ac:spMkLst>
            <pc:docMk/>
            <pc:sldMk cId="3769451024" sldId="348"/>
            <ac:spMk id="110" creationId="{02C939C5-E9A0-567E-2CF0-43863E21225C}"/>
          </ac:spMkLst>
        </pc:spChg>
        <pc:spChg chg="mod">
          <ac:chgData name="Jansen, Leonora Y SIBV-FR" userId="dfe9fa91-6ff3-494e-8b70-06c9b6cd1292" providerId="ADAL" clId="{C7869C07-819B-4365-990F-B1854B5E3B66}" dt="2026-08-27T06:08:00.814" v="456"/>
          <ac:spMkLst>
            <pc:docMk/>
            <pc:sldMk cId="3769451024" sldId="348"/>
            <ac:spMk id="113" creationId="{FADB964A-222A-C155-B22B-F4A319955437}"/>
          </ac:spMkLst>
        </pc:spChg>
        <pc:spChg chg="mod">
          <ac:chgData name="Jansen, Leonora Y SIBV-FR" userId="dfe9fa91-6ff3-494e-8b70-06c9b6cd1292" providerId="ADAL" clId="{C7869C07-819B-4365-990F-B1854B5E3B66}" dt="2026-08-27T06:08:00.814" v="456"/>
          <ac:spMkLst>
            <pc:docMk/>
            <pc:sldMk cId="3769451024" sldId="348"/>
            <ac:spMk id="115" creationId="{FC32FBCB-C85D-B7C5-B421-5ABEC5FB7F46}"/>
          </ac:spMkLst>
        </pc:spChg>
        <pc:spChg chg="mod">
          <ac:chgData name="Jansen, Leonora Y SIBV-FR" userId="dfe9fa91-6ff3-494e-8b70-06c9b6cd1292" providerId="ADAL" clId="{C7869C07-819B-4365-990F-B1854B5E3B66}" dt="2026-08-27T06:08:00.814" v="456"/>
          <ac:spMkLst>
            <pc:docMk/>
            <pc:sldMk cId="3769451024" sldId="348"/>
            <ac:spMk id="117" creationId="{A6E4320F-4CB3-DBC2-D05D-B4B26ED39664}"/>
          </ac:spMkLst>
        </pc:spChg>
        <pc:spChg chg="mod">
          <ac:chgData name="Jansen, Leonora Y SIBV-FR" userId="dfe9fa91-6ff3-494e-8b70-06c9b6cd1292" providerId="ADAL" clId="{C7869C07-819B-4365-990F-B1854B5E3B66}" dt="2026-08-27T06:08:00.814" v="456"/>
          <ac:spMkLst>
            <pc:docMk/>
            <pc:sldMk cId="3769451024" sldId="348"/>
            <ac:spMk id="120" creationId="{F9D591F2-798F-FFD0-4869-2D03C9D5E2E2}"/>
          </ac:spMkLst>
        </pc:spChg>
        <pc:spChg chg="mod">
          <ac:chgData name="Jansen, Leonora Y SIBV-FR" userId="dfe9fa91-6ff3-494e-8b70-06c9b6cd1292" providerId="ADAL" clId="{C7869C07-819B-4365-990F-B1854B5E3B66}" dt="2026-08-27T06:08:00.814" v="456"/>
          <ac:spMkLst>
            <pc:docMk/>
            <pc:sldMk cId="3769451024" sldId="348"/>
            <ac:spMk id="123" creationId="{CC189303-F917-317A-D87F-98C492D4C127}"/>
          </ac:spMkLst>
        </pc:spChg>
        <pc:spChg chg="mod">
          <ac:chgData name="Jansen, Leonora Y SIBV-FR" userId="dfe9fa91-6ff3-494e-8b70-06c9b6cd1292" providerId="ADAL" clId="{C7869C07-819B-4365-990F-B1854B5E3B66}" dt="2026-08-27T06:11:43.324" v="629" actId="1036"/>
          <ac:spMkLst>
            <pc:docMk/>
            <pc:sldMk cId="3769451024" sldId="348"/>
            <ac:spMk id="133" creationId="{36A17062-A318-B137-DD45-1FFF3AB29967}"/>
          </ac:spMkLst>
        </pc:spChg>
        <pc:spChg chg="del">
          <ac:chgData name="Jansen, Leonora Y SIBV-FR" userId="dfe9fa91-6ff3-494e-8b70-06c9b6cd1292" providerId="ADAL" clId="{C7869C07-819B-4365-990F-B1854B5E3B66}" dt="2026-08-27T06:08:00.254" v="455" actId="478"/>
          <ac:spMkLst>
            <pc:docMk/>
            <pc:sldMk cId="3769451024" sldId="348"/>
            <ac:spMk id="135" creationId="{DE27DFF9-A251-5E7B-3119-0449C1409D71}"/>
          </ac:spMkLst>
        </pc:spChg>
        <pc:spChg chg="mod">
          <ac:chgData name="Jansen, Leonora Y SIBV-FR" userId="dfe9fa91-6ff3-494e-8b70-06c9b6cd1292" providerId="ADAL" clId="{C7869C07-819B-4365-990F-B1854B5E3B66}" dt="2026-08-27T06:23:53.158" v="632" actId="255"/>
          <ac:spMkLst>
            <pc:docMk/>
            <pc:sldMk cId="3769451024" sldId="348"/>
            <ac:spMk id="137" creationId="{4210B0A8-01C5-A0D2-FEE6-ABEBB21A3735}"/>
          </ac:spMkLst>
        </pc:spChg>
        <pc:spChg chg="mod">
          <ac:chgData name="Jansen, Leonora Y SIBV-FR" userId="dfe9fa91-6ff3-494e-8b70-06c9b6cd1292" providerId="ADAL" clId="{C7869C07-819B-4365-990F-B1854B5E3B66}" dt="2026-08-27T06:20:40.305" v="631" actId="1038"/>
          <ac:spMkLst>
            <pc:docMk/>
            <pc:sldMk cId="3769451024" sldId="348"/>
            <ac:spMk id="139" creationId="{1A2666B4-D844-1D93-2E26-7EC57466C027}"/>
          </ac:spMkLst>
        </pc:spChg>
        <pc:spChg chg="mod">
          <ac:chgData name="Jansen, Leonora Y SIBV-FR" userId="dfe9fa91-6ff3-494e-8b70-06c9b6cd1292" providerId="ADAL" clId="{C7869C07-819B-4365-990F-B1854B5E3B66}" dt="2026-08-27T06:08:00.814" v="456"/>
          <ac:spMkLst>
            <pc:docMk/>
            <pc:sldMk cId="3769451024" sldId="348"/>
            <ac:spMk id="140" creationId="{F486C6D6-B22D-DB20-20C9-754BBD8BA7E4}"/>
          </ac:spMkLst>
        </pc:spChg>
        <pc:spChg chg="mod">
          <ac:chgData name="Jansen, Leonora Y SIBV-FR" userId="dfe9fa91-6ff3-494e-8b70-06c9b6cd1292" providerId="ADAL" clId="{C7869C07-819B-4365-990F-B1854B5E3B66}" dt="2026-08-27T06:08:00.814" v="456"/>
          <ac:spMkLst>
            <pc:docMk/>
            <pc:sldMk cId="3769451024" sldId="348"/>
            <ac:spMk id="142" creationId="{5DA5F4F3-CC4E-D3E1-4BE0-3A007ABCFFAA}"/>
          </ac:spMkLst>
        </pc:spChg>
        <pc:spChg chg="add mod">
          <ac:chgData name="Jansen, Leonora Y SIBV-FR" userId="dfe9fa91-6ff3-494e-8b70-06c9b6cd1292" providerId="ADAL" clId="{C7869C07-819B-4365-990F-B1854B5E3B66}" dt="2026-08-27T06:11:43.324" v="629" actId="1036"/>
          <ac:spMkLst>
            <pc:docMk/>
            <pc:sldMk cId="3769451024" sldId="348"/>
            <ac:spMk id="150" creationId="{D5539245-77EF-8FFF-8098-51107A287757}"/>
          </ac:spMkLst>
        </pc:spChg>
        <pc:spChg chg="mod">
          <ac:chgData name="Jansen, Leonora Y SIBV-FR" userId="dfe9fa91-6ff3-494e-8b70-06c9b6cd1292" providerId="ADAL" clId="{C7869C07-819B-4365-990F-B1854B5E3B66}" dt="2026-08-27T07:38:12.808" v="656" actId="20577"/>
          <ac:spMkLst>
            <pc:docMk/>
            <pc:sldMk cId="3769451024" sldId="348"/>
            <ac:spMk id="158" creationId="{28C4EE81-9914-19AB-D95E-752FE6C38728}"/>
          </ac:spMkLst>
        </pc:spChg>
        <pc:spChg chg="mod">
          <ac:chgData name="Jansen, Leonora Y SIBV-FR" userId="dfe9fa91-6ff3-494e-8b70-06c9b6cd1292" providerId="ADAL" clId="{C7869C07-819B-4365-990F-B1854B5E3B66}" dt="2026-08-27T05:44:48.147" v="33" actId="20577"/>
          <ac:spMkLst>
            <pc:docMk/>
            <pc:sldMk cId="3769451024" sldId="348"/>
            <ac:spMk id="171" creationId="{073B92FB-7427-683F-83E5-9688957C7E9F}"/>
          </ac:spMkLst>
        </pc:spChg>
        <pc:spChg chg="mod">
          <ac:chgData name="Jansen, Leonora Y SIBV-FR" userId="dfe9fa91-6ff3-494e-8b70-06c9b6cd1292" providerId="ADAL" clId="{C7869C07-819B-4365-990F-B1854B5E3B66}" dt="2026-08-27T05:44:20.709" v="10" actId="20577"/>
          <ac:spMkLst>
            <pc:docMk/>
            <pc:sldMk cId="3769451024" sldId="348"/>
            <ac:spMk id="173" creationId="{BC956D25-AD2D-C67D-0201-90AC9BFCFC1F}"/>
          </ac:spMkLst>
        </pc:spChg>
        <pc:spChg chg="mod">
          <ac:chgData name="Jansen, Leonora Y SIBV-FR" userId="dfe9fa91-6ff3-494e-8b70-06c9b6cd1292" providerId="ADAL" clId="{C7869C07-819B-4365-990F-B1854B5E3B66}" dt="2026-08-28T06:22:21.027" v="658" actId="20577"/>
          <ac:spMkLst>
            <pc:docMk/>
            <pc:sldMk cId="3769451024" sldId="348"/>
            <ac:spMk id="175" creationId="{12E5A5AF-17E3-8E8D-42AD-035F0919DEFA}"/>
          </ac:spMkLst>
        </pc:spChg>
        <pc:grpChg chg="mod">
          <ac:chgData name="Jansen, Leonora Y SIBV-FR" userId="dfe9fa91-6ff3-494e-8b70-06c9b6cd1292" providerId="ADAL" clId="{C7869C07-819B-4365-990F-B1854B5E3B66}" dt="2026-08-27T06:11:43.324" v="629" actId="1036"/>
          <ac:grpSpMkLst>
            <pc:docMk/>
            <pc:sldMk cId="3769451024" sldId="348"/>
            <ac:grpSpMk id="20" creationId="{90162601-FFF7-E012-EE41-72736BD58AF8}"/>
          </ac:grpSpMkLst>
        </pc:grpChg>
        <pc:grpChg chg="del">
          <ac:chgData name="Jansen, Leonora Y SIBV-FR" userId="dfe9fa91-6ff3-494e-8b70-06c9b6cd1292" providerId="ADAL" clId="{C7869C07-819B-4365-990F-B1854B5E3B66}" dt="2026-08-27T06:07:58.019" v="454" actId="478"/>
          <ac:grpSpMkLst>
            <pc:docMk/>
            <pc:sldMk cId="3769451024" sldId="348"/>
            <ac:grpSpMk id="131" creationId="{95CAE97B-1D81-70C7-1949-64E8C35E03F2}"/>
          </ac:grpSpMkLst>
        </pc:grpChg>
        <pc:cxnChg chg="mod">
          <ac:chgData name="Jansen, Leonora Y SIBV-FR" userId="dfe9fa91-6ff3-494e-8b70-06c9b6cd1292" providerId="ADAL" clId="{C7869C07-819B-4365-990F-B1854B5E3B66}" dt="2026-08-27T06:11:19.405" v="605" actId="1035"/>
          <ac:cxnSpMkLst>
            <pc:docMk/>
            <pc:sldMk cId="3769451024" sldId="348"/>
            <ac:cxnSpMk id="27" creationId="{E5551EB4-34A2-54B2-CE85-1FD16768EBDB}"/>
          </ac:cxnSpMkLst>
        </pc:cxnChg>
        <pc:cxnChg chg="mod">
          <ac:chgData name="Jansen, Leonora Y SIBV-FR" userId="dfe9fa91-6ff3-494e-8b70-06c9b6cd1292" providerId="ADAL" clId="{C7869C07-819B-4365-990F-B1854B5E3B66}" dt="2026-08-27T06:07:58.019" v="454" actId="478"/>
          <ac:cxnSpMkLst>
            <pc:docMk/>
            <pc:sldMk cId="3769451024" sldId="348"/>
            <ac:cxnSpMk id="109" creationId="{1E0670A1-6DD9-5957-EC72-63DABA9CCD72}"/>
          </ac:cxnSpMkLst>
        </pc:cxnChg>
        <pc:cxnChg chg="mod">
          <ac:chgData name="Jansen, Leonora Y SIBV-FR" userId="dfe9fa91-6ff3-494e-8b70-06c9b6cd1292" providerId="ADAL" clId="{C7869C07-819B-4365-990F-B1854B5E3B66}" dt="2026-08-27T06:07:58.019" v="454" actId="478"/>
          <ac:cxnSpMkLst>
            <pc:docMk/>
            <pc:sldMk cId="3769451024" sldId="348"/>
            <ac:cxnSpMk id="112" creationId="{C7CA7C27-473A-C1D1-3E4C-3DE33C492EB1}"/>
          </ac:cxnSpMkLst>
        </pc:cxnChg>
        <pc:cxnChg chg="mod">
          <ac:chgData name="Jansen, Leonora Y SIBV-FR" userId="dfe9fa91-6ff3-494e-8b70-06c9b6cd1292" providerId="ADAL" clId="{C7869C07-819B-4365-990F-B1854B5E3B66}" dt="2026-08-27T06:07:58.019" v="454" actId="478"/>
          <ac:cxnSpMkLst>
            <pc:docMk/>
            <pc:sldMk cId="3769451024" sldId="348"/>
            <ac:cxnSpMk id="119" creationId="{07F37827-11D1-1EDE-0792-C45093C7B3DA}"/>
          </ac:cxnSpMkLst>
        </pc:cxnChg>
        <pc:cxnChg chg="mod">
          <ac:chgData name="Jansen, Leonora Y SIBV-FR" userId="dfe9fa91-6ff3-494e-8b70-06c9b6cd1292" providerId="ADAL" clId="{C7869C07-819B-4365-990F-B1854B5E3B66}" dt="2026-08-27T06:07:58.019" v="454" actId="478"/>
          <ac:cxnSpMkLst>
            <pc:docMk/>
            <pc:sldMk cId="3769451024" sldId="348"/>
            <ac:cxnSpMk id="122" creationId="{6C42C99D-B20C-7C5F-7DE3-598E8104F9E7}"/>
          </ac:cxnSpMkLst>
        </pc:cxnChg>
        <pc:cxnChg chg="mod">
          <ac:chgData name="Jansen, Leonora Y SIBV-FR" userId="dfe9fa91-6ff3-494e-8b70-06c9b6cd1292" providerId="ADAL" clId="{C7869C07-819B-4365-990F-B1854B5E3B66}" dt="2026-08-27T06:07:58.019" v="454" actId="478"/>
          <ac:cxnSpMkLst>
            <pc:docMk/>
            <pc:sldMk cId="3769451024" sldId="348"/>
            <ac:cxnSpMk id="124" creationId="{E066CD87-5E85-EF52-ADFA-DCD5A10D7E71}"/>
          </ac:cxnSpMkLst>
        </pc:cxnChg>
        <pc:cxnChg chg="mod">
          <ac:chgData name="Jansen, Leonora Y SIBV-FR" userId="dfe9fa91-6ff3-494e-8b70-06c9b6cd1292" providerId="ADAL" clId="{C7869C07-819B-4365-990F-B1854B5E3B66}" dt="2026-08-27T06:07:58.019" v="454" actId="478"/>
          <ac:cxnSpMkLst>
            <pc:docMk/>
            <pc:sldMk cId="3769451024" sldId="348"/>
            <ac:cxnSpMk id="127" creationId="{92765C90-95A1-1053-C097-E3F6730AC157}"/>
          </ac:cxnSpMkLst>
        </pc:cxnChg>
        <pc:cxnChg chg="mod">
          <ac:chgData name="Jansen, Leonora Y SIBV-FR" userId="dfe9fa91-6ff3-494e-8b70-06c9b6cd1292" providerId="ADAL" clId="{C7869C07-819B-4365-990F-B1854B5E3B66}" dt="2026-08-27T06:20:40.305" v="631" actId="1038"/>
          <ac:cxnSpMkLst>
            <pc:docMk/>
            <pc:sldMk cId="3769451024" sldId="348"/>
            <ac:cxnSpMk id="138" creationId="{B569FD5D-FC9A-CA84-57A5-6B2EA2F4806B}"/>
          </ac:cxnSpMkLst>
        </pc:cxnChg>
        <pc:cxnChg chg="add mod">
          <ac:chgData name="Jansen, Leonora Y SIBV-FR" userId="dfe9fa91-6ff3-494e-8b70-06c9b6cd1292" providerId="ADAL" clId="{C7869C07-819B-4365-990F-B1854B5E3B66}" dt="2026-08-27T06:11:43.324" v="629" actId="1036"/>
          <ac:cxnSpMkLst>
            <pc:docMk/>
            <pc:sldMk cId="3769451024" sldId="348"/>
            <ac:cxnSpMk id="147" creationId="{4FC855E8-E816-86D6-6DDA-968D7D63406D}"/>
          </ac:cxnSpMkLst>
        </pc:cxnChg>
      </pc:sldChg>
    </pc:docChg>
  </pc:docChgLst>
  <pc:docChgLst>
    <pc:chgData name="Gupta, Palak SI-FR" userId="236fa817-4ec4-4280-b087-0624098f2044" providerId="ADAL" clId="{7792069F-B257-47E1-BFAC-F108EDA88EC6}"/>
    <pc:docChg chg="undo custSel modSld">
      <pc:chgData name="Gupta, Palak SI-FR" userId="236fa817-4ec4-4280-b087-0624098f2044" providerId="ADAL" clId="{7792069F-B257-47E1-BFAC-F108EDA88EC6}" dt="2026-08-27T13:54:52.162" v="457" actId="20577"/>
      <pc:docMkLst>
        <pc:docMk/>
      </pc:docMkLst>
      <pc:sldChg chg="addSp delSp modSp mod">
        <pc:chgData name="Gupta, Palak SI-FR" userId="236fa817-4ec4-4280-b087-0624098f2044" providerId="ADAL" clId="{7792069F-B257-47E1-BFAC-F108EDA88EC6}" dt="2026-08-27T13:54:52.162" v="457" actId="20577"/>
        <pc:sldMkLst>
          <pc:docMk/>
          <pc:sldMk cId="3769451024" sldId="348"/>
        </pc:sldMkLst>
        <pc:spChg chg="add del mod">
          <ac:chgData name="Gupta, Palak SI-FR" userId="236fa817-4ec4-4280-b087-0624098f2044" providerId="ADAL" clId="{7792069F-B257-47E1-BFAC-F108EDA88EC6}" dt="2026-08-27T13:18:36.203" v="39" actId="478"/>
          <ac:spMkLst>
            <pc:docMk/>
            <pc:sldMk cId="3769451024" sldId="348"/>
            <ac:spMk id="11" creationId="{74112F5A-3BA7-CB7B-A897-77EB246C273C}"/>
          </ac:spMkLst>
        </pc:spChg>
        <pc:spChg chg="mod">
          <ac:chgData name="Gupta, Palak SI-FR" userId="236fa817-4ec4-4280-b087-0624098f2044" providerId="ADAL" clId="{7792069F-B257-47E1-BFAC-F108EDA88EC6}" dt="2026-08-26T13:35:06.132" v="32" actId="1076"/>
          <ac:spMkLst>
            <pc:docMk/>
            <pc:sldMk cId="3769451024" sldId="348"/>
            <ac:spMk id="13" creationId="{FD68F4A7-4954-4FDB-A8F3-572AF0589BAF}"/>
          </ac:spMkLst>
        </pc:spChg>
        <pc:spChg chg="mod">
          <ac:chgData name="Gupta, Palak SI-FR" userId="236fa817-4ec4-4280-b087-0624098f2044" providerId="ADAL" clId="{7792069F-B257-47E1-BFAC-F108EDA88EC6}" dt="2026-08-27T13:39:51.288" v="322" actId="1035"/>
          <ac:spMkLst>
            <pc:docMk/>
            <pc:sldMk cId="3769451024" sldId="348"/>
            <ac:spMk id="177" creationId="{00000000-0000-0000-0000-000000000000}"/>
          </ac:spMkLst>
        </pc:spChg>
        <pc:spChg chg="mod">
          <ac:chgData name="Gupta, Palak SI-FR" userId="236fa817-4ec4-4280-b087-0624098f2044" providerId="ADAL" clId="{7792069F-B257-47E1-BFAC-F108EDA88EC6}" dt="2026-08-27T13:39:51.288" v="322" actId="1035"/>
          <ac:spMkLst>
            <pc:docMk/>
            <pc:sldMk cId="3769451024" sldId="348"/>
            <ac:spMk id="178" creationId="{00000000-0000-0000-0000-000000000000}"/>
          </ac:spMkLst>
        </pc:spChg>
        <pc:spChg chg="mod">
          <ac:chgData name="Gupta, Palak SI-FR" userId="236fa817-4ec4-4280-b087-0624098f2044" providerId="ADAL" clId="{7792069F-B257-47E1-BFAC-F108EDA88EC6}" dt="2026-08-27T13:39:51.288" v="322" actId="1035"/>
          <ac:spMkLst>
            <pc:docMk/>
            <pc:sldMk cId="3769451024" sldId="348"/>
            <ac:spMk id="179" creationId="{00000000-0000-0000-0000-000000000000}"/>
          </ac:spMkLst>
        </pc:spChg>
        <pc:spChg chg="mod">
          <ac:chgData name="Gupta, Palak SI-FR" userId="236fa817-4ec4-4280-b087-0624098f2044" providerId="ADAL" clId="{7792069F-B257-47E1-BFAC-F108EDA88EC6}" dt="2026-08-27T13:39:51.288" v="322" actId="1035"/>
          <ac:spMkLst>
            <pc:docMk/>
            <pc:sldMk cId="3769451024" sldId="348"/>
            <ac:spMk id="180" creationId="{00000000-0000-0000-0000-000000000000}"/>
          </ac:spMkLst>
        </pc:spChg>
        <pc:spChg chg="mod">
          <ac:chgData name="Gupta, Palak SI-FR" userId="236fa817-4ec4-4280-b087-0624098f2044" providerId="ADAL" clId="{7792069F-B257-47E1-BFAC-F108EDA88EC6}" dt="2026-08-27T13:39:51.288" v="322" actId="1035"/>
          <ac:spMkLst>
            <pc:docMk/>
            <pc:sldMk cId="3769451024" sldId="348"/>
            <ac:spMk id="181" creationId="{00000000-0000-0000-0000-000000000000}"/>
          </ac:spMkLst>
        </pc:spChg>
        <pc:spChg chg="mod">
          <ac:chgData name="Gupta, Palak SI-FR" userId="236fa817-4ec4-4280-b087-0624098f2044" providerId="ADAL" clId="{7792069F-B257-47E1-BFAC-F108EDA88EC6}" dt="2026-08-27T13:39:51.288" v="322" actId="1035"/>
          <ac:spMkLst>
            <pc:docMk/>
            <pc:sldMk cId="3769451024" sldId="348"/>
            <ac:spMk id="182" creationId="{00000000-0000-0000-0000-000000000000}"/>
          </ac:spMkLst>
        </pc:spChg>
        <pc:spChg chg="mod">
          <ac:chgData name="Gupta, Palak SI-FR" userId="236fa817-4ec4-4280-b087-0624098f2044" providerId="ADAL" clId="{7792069F-B257-47E1-BFAC-F108EDA88EC6}" dt="2026-08-27T13:39:51.288" v="322" actId="1035"/>
          <ac:spMkLst>
            <pc:docMk/>
            <pc:sldMk cId="3769451024" sldId="348"/>
            <ac:spMk id="183" creationId="{00000000-0000-0000-0000-000000000000}"/>
          </ac:spMkLst>
        </pc:spChg>
        <pc:spChg chg="mod">
          <ac:chgData name="Gupta, Palak SI-FR" userId="236fa817-4ec4-4280-b087-0624098f2044" providerId="ADAL" clId="{7792069F-B257-47E1-BFAC-F108EDA88EC6}" dt="2026-08-26T13:37:48.199" v="36" actId="20577"/>
          <ac:spMkLst>
            <pc:docMk/>
            <pc:sldMk cId="3769451024" sldId="348"/>
            <ac:spMk id="184" creationId="{00000000-0000-0000-0000-000000000000}"/>
          </ac:spMkLst>
        </pc:spChg>
        <pc:spChg chg="mod">
          <ac:chgData name="Gupta, Palak SI-FR" userId="236fa817-4ec4-4280-b087-0624098f2044" providerId="ADAL" clId="{7792069F-B257-47E1-BFAC-F108EDA88EC6}" dt="2026-08-27T13:44:56.863" v="420" actId="1076"/>
          <ac:spMkLst>
            <pc:docMk/>
            <pc:sldMk cId="3769451024" sldId="348"/>
            <ac:spMk id="185" creationId="{00000000-0000-0000-0000-000000000000}"/>
          </ac:spMkLst>
        </pc:spChg>
        <pc:spChg chg="mod">
          <ac:chgData name="Gupta, Palak SI-FR" userId="236fa817-4ec4-4280-b087-0624098f2044" providerId="ADAL" clId="{7792069F-B257-47E1-BFAC-F108EDA88EC6}" dt="2026-08-27T13:39:41.752" v="313" actId="20577"/>
          <ac:spMkLst>
            <pc:docMk/>
            <pc:sldMk cId="3769451024" sldId="348"/>
            <ac:spMk id="188" creationId="{00000000-0000-0000-0000-000000000000}"/>
          </ac:spMkLst>
        </pc:spChg>
        <pc:spChg chg="mod">
          <ac:chgData name="Gupta, Palak SI-FR" userId="236fa817-4ec4-4280-b087-0624098f2044" providerId="ADAL" clId="{7792069F-B257-47E1-BFAC-F108EDA88EC6}" dt="2026-08-27T13:42:58.588" v="371" actId="20577"/>
          <ac:spMkLst>
            <pc:docMk/>
            <pc:sldMk cId="3769451024" sldId="348"/>
            <ac:spMk id="189" creationId="{00000000-0000-0000-0000-000000000000}"/>
          </ac:spMkLst>
        </pc:spChg>
        <pc:spChg chg="mod">
          <ac:chgData name="Gupta, Palak SI-FR" userId="236fa817-4ec4-4280-b087-0624098f2044" providerId="ADAL" clId="{7792069F-B257-47E1-BFAC-F108EDA88EC6}" dt="2026-08-26T13:35:22.001" v="34" actId="20577"/>
          <ac:spMkLst>
            <pc:docMk/>
            <pc:sldMk cId="3769451024" sldId="348"/>
            <ac:spMk id="190" creationId="{00000000-0000-0000-0000-000000000000}"/>
          </ac:spMkLst>
        </pc:spChg>
        <pc:spChg chg="mod">
          <ac:chgData name="Gupta, Palak SI-FR" userId="236fa817-4ec4-4280-b087-0624098f2044" providerId="ADAL" clId="{7792069F-B257-47E1-BFAC-F108EDA88EC6}" dt="2026-08-26T13:34:23.802" v="0" actId="20577"/>
          <ac:spMkLst>
            <pc:docMk/>
            <pc:sldMk cId="3769451024" sldId="348"/>
            <ac:spMk id="191" creationId="{00000000-0000-0000-0000-000000000000}"/>
          </ac:spMkLst>
        </pc:spChg>
        <pc:spChg chg="mod">
          <ac:chgData name="Gupta, Palak SI-FR" userId="236fa817-4ec4-4280-b087-0624098f2044" providerId="ADAL" clId="{7792069F-B257-47E1-BFAC-F108EDA88EC6}" dt="2026-08-27T13:43:21.380" v="407" actId="20577"/>
          <ac:spMkLst>
            <pc:docMk/>
            <pc:sldMk cId="3769451024" sldId="348"/>
            <ac:spMk id="194" creationId="{00000000-0000-0000-0000-000000000000}"/>
          </ac:spMkLst>
        </pc:spChg>
        <pc:spChg chg="mod">
          <ac:chgData name="Gupta, Palak SI-FR" userId="236fa817-4ec4-4280-b087-0624098f2044" providerId="ADAL" clId="{7792069F-B257-47E1-BFAC-F108EDA88EC6}" dt="2026-08-27T13:54:17.692" v="456" actId="20577"/>
          <ac:spMkLst>
            <pc:docMk/>
            <pc:sldMk cId="3769451024" sldId="348"/>
            <ac:spMk id="195" creationId="{00000000-0000-0000-0000-000000000000}"/>
          </ac:spMkLst>
        </pc:spChg>
        <pc:spChg chg="mod">
          <ac:chgData name="Gupta, Palak SI-FR" userId="236fa817-4ec4-4280-b087-0624098f2044" providerId="ADAL" clId="{7792069F-B257-47E1-BFAC-F108EDA88EC6}" dt="2026-08-27T13:38:05.671" v="301" actId="20577"/>
          <ac:spMkLst>
            <pc:docMk/>
            <pc:sldMk cId="3769451024" sldId="348"/>
            <ac:spMk id="196" creationId="{00000000-0000-0000-0000-000000000000}"/>
          </ac:spMkLst>
        </pc:spChg>
        <pc:spChg chg="mod">
          <ac:chgData name="Gupta, Palak SI-FR" userId="236fa817-4ec4-4280-b087-0624098f2044" providerId="ADAL" clId="{7792069F-B257-47E1-BFAC-F108EDA88EC6}" dt="2026-08-27T13:40:22.928" v="324" actId="20577"/>
          <ac:spMkLst>
            <pc:docMk/>
            <pc:sldMk cId="3769451024" sldId="348"/>
            <ac:spMk id="197" creationId="{00000000-0000-0000-0000-000000000000}"/>
          </ac:spMkLst>
        </pc:spChg>
        <pc:spChg chg="mod">
          <ac:chgData name="Gupta, Palak SI-FR" userId="236fa817-4ec4-4280-b087-0624098f2044" providerId="ADAL" clId="{7792069F-B257-47E1-BFAC-F108EDA88EC6}" dt="2026-08-27T13:45:48.022" v="444" actId="20577"/>
          <ac:spMkLst>
            <pc:docMk/>
            <pc:sldMk cId="3769451024" sldId="348"/>
            <ac:spMk id="198" creationId="{00000000-0000-0000-0000-000000000000}"/>
          </ac:spMkLst>
        </pc:spChg>
        <pc:spChg chg="mod">
          <ac:chgData name="Gupta, Palak SI-FR" userId="236fa817-4ec4-4280-b087-0624098f2044" providerId="ADAL" clId="{7792069F-B257-47E1-BFAC-F108EDA88EC6}" dt="2026-08-27T13:54:52.162" v="457" actId="20577"/>
          <ac:spMkLst>
            <pc:docMk/>
            <pc:sldMk cId="3769451024" sldId="348"/>
            <ac:spMk id="199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/>
            </a:lvl1pPr>
          </a:lstStyle>
          <a:p>
            <a:endParaRPr lang="en-GB">
              <a:latin typeface="Futura Medium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/>
            </a:lvl1pPr>
          </a:lstStyle>
          <a:p>
            <a:fld id="{78688C09-A274-4C07-9395-CBE67C0DE912}" type="datetimeFigureOut">
              <a:rPr lang="en-GB" smtClean="0">
                <a:latin typeface="Futura Medium" pitchFamily="2" charset="0"/>
              </a:rPr>
              <a:pPr/>
              <a:t>28/08/2026</a:t>
            </a:fld>
            <a:endParaRPr lang="en-GB">
              <a:latin typeface="Futura Medium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/>
            </a:lvl1pPr>
          </a:lstStyle>
          <a:p>
            <a:endParaRPr lang="en-GB">
              <a:latin typeface="Futura Medium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/>
            </a:lvl1pPr>
          </a:lstStyle>
          <a:p>
            <a:fld id="{18B005D9-1AAC-4E6D-B9B3-BB8CB4FD9D30}" type="slidenum">
              <a:rPr lang="en-GB" smtClean="0">
                <a:latin typeface="Futura Medium" pitchFamily="2" charset="0"/>
              </a:rPr>
              <a:pPr/>
              <a:t>‹#›</a:t>
            </a:fld>
            <a:endParaRPr lang="en-GB">
              <a:latin typeface="Futu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73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>
                <a:latin typeface="Futura Medium" pitchFamily="2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>
                <a:latin typeface="Futura Medium" pitchFamily="2" charset="0"/>
              </a:defRPr>
            </a:lvl1pPr>
          </a:lstStyle>
          <a:p>
            <a:fld id="{E8910CE4-810D-4C84-B7AD-48C304FEA169}" type="datetimeFigureOut">
              <a:rPr lang="en-GB" smtClean="0"/>
              <a:pPr/>
              <a:t>28/08/2026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59113" y="1074738"/>
            <a:ext cx="3808412" cy="5386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4275" tIns="67137" rIns="134275" bIns="67137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6818990"/>
            <a:ext cx="7941310" cy="6460093"/>
          </a:xfrm>
          <a:prstGeom prst="rect">
            <a:avLst/>
          </a:prstGeom>
        </p:spPr>
        <p:txBody>
          <a:bodyPr vert="horz" lIns="134275" tIns="67137" rIns="134275" bIns="67137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>
                <a:latin typeface="Futura Medium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>
                <a:latin typeface="Futura Medium" pitchFamily="2" charset="0"/>
              </a:defRPr>
            </a:lvl1pPr>
          </a:lstStyle>
          <a:p>
            <a:fld id="{DE799493-6412-4470-9830-D005B358D6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89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676973" rtl="0" eaLnBrk="1" latinLnBrk="0" hangingPunct="1">
      <a:defRPr sz="6138" kern="1200">
        <a:solidFill>
          <a:schemeClr val="tx1"/>
        </a:solidFill>
        <a:latin typeface="Futura Medium" pitchFamily="2" charset="0"/>
        <a:ea typeface="+mn-ea"/>
        <a:cs typeface="+mn-cs"/>
      </a:defRPr>
    </a:lvl1pPr>
    <a:lvl2pPr marL="2338487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2pPr>
    <a:lvl3pPr marL="4676973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3pPr>
    <a:lvl4pPr marL="7015460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4pPr>
    <a:lvl5pPr marL="9353946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5pPr>
    <a:lvl6pPr marL="11692433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5D4E-23C2-6C28-E105-7571CF733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B57272-2AC1-3CF9-A24F-5CC766EDF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BEFD68-7652-FB60-4853-AD4268CB6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E98A5-B4C9-DEB7-9D53-BA3D9BF957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21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5505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>
              <a:defRPr/>
            </a:pPr>
            <a:r>
              <a:rPr lang="en-GB" sz="2800">
                <a:solidFill>
                  <a:schemeClr val="tx1"/>
                </a:solidFill>
                <a:latin typeface="+mn-lt"/>
                <a:cs typeface="Arial" pitchFamily="34" charset="0"/>
              </a:rPr>
              <a:t>Shape. Connect. Accelerate </a:t>
            </a:r>
          </a:p>
        </p:txBody>
      </p:sp>
      <p:sp>
        <p:nvSpPr>
          <p:cNvPr id="20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97623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 algn="r"/>
            <a:r>
              <a:rPr lang="en-GB" sz="2800"/>
              <a:t>September 7-8,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D0CE2F-1DFA-1F89-3C04-6693D0E978E9}"/>
              </a:ext>
            </a:extLst>
          </p:cNvPr>
          <p:cNvSpPr/>
          <p:nvPr userDrawn="1"/>
        </p:nvSpPr>
        <p:spPr>
          <a:xfrm>
            <a:off x="-1" y="1"/>
            <a:ext cx="30275213" cy="6827520"/>
          </a:xfrm>
          <a:prstGeom prst="rect">
            <a:avLst/>
          </a:prstGeom>
          <a:solidFill>
            <a:srgbClr val="F7D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032B41E-CA7B-293B-0827-739C4AA7C3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120" r="-991"/>
          <a:stretch/>
        </p:blipFill>
        <p:spPr>
          <a:xfrm>
            <a:off x="24260896" y="1321092"/>
            <a:ext cx="3359440" cy="3255921"/>
          </a:xfrm>
          <a:prstGeom prst="rect">
            <a:avLst/>
          </a:prstGeom>
        </p:spPr>
      </p:pic>
    </p:spTree>
  </p:cSld>
  <p:clrMapOvr>
    <a:masterClrMapping/>
  </p:clrMapOvr>
  <p:transition/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86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1CD8318-F598-F22A-F46C-E91BE846BE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0009390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CD8318-F598-F22A-F46C-E91BE846BE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ransition>
    <p:fade/>
  </p:transition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Char char="n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025" indent="-18415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31825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11213" indent="-173038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9013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tiff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D7C7D-5441-94FA-B608-DB3E3BED1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8">
            <a:extLst>
              <a:ext uri="{FF2B5EF4-FFF2-40B4-BE49-F238E27FC236}">
                <a16:creationId xmlns:a16="http://schemas.microsoft.com/office/drawing/2014/main" id="{FD68F4A7-4954-4FDB-A8F3-572AF0589BAF}"/>
              </a:ext>
            </a:extLst>
          </p:cNvPr>
          <p:cNvSpPr/>
          <p:nvPr/>
        </p:nvSpPr>
        <p:spPr>
          <a:xfrm>
            <a:off x="800100" y="10805572"/>
            <a:ext cx="28803600" cy="22105765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 sz="3831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2B7A45D-4344-D462-919D-242152A0A440}"/>
              </a:ext>
            </a:extLst>
          </p:cNvPr>
          <p:cNvSpPr/>
          <p:nvPr/>
        </p:nvSpPr>
        <p:spPr>
          <a:xfrm>
            <a:off x="1250162" y="17429267"/>
            <a:ext cx="13513150" cy="9120223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127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4A4A4A"/>
              </a:solidFill>
              <a:effectLst/>
              <a:uLnTx/>
              <a:uFillTx/>
              <a:latin typeface="ShellMedium"/>
              <a:ea typeface="+mn-ea"/>
              <a:cs typeface="+mn-cs"/>
            </a:endParaRPr>
          </a:p>
        </p:txBody>
      </p:sp>
      <p:pic>
        <p:nvPicPr>
          <p:cNvPr id="2" name="Image 0" descr="/mnt/data/48c52803bb.png">
            <a:extLst>
              <a:ext uri="{FF2B5EF4-FFF2-40B4-BE49-F238E27FC236}">
                <a16:creationId xmlns:a16="http://schemas.microsoft.com/office/drawing/2014/main" id="{4CE107C3-C0F9-334C-B5C1-65B8CEB5FA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800" b="22800"/>
          <a:stretch/>
        </p:blipFill>
        <p:spPr>
          <a:xfrm>
            <a:off x="0" y="0"/>
            <a:ext cx="30275213" cy="10348999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ABE84713-946F-8302-78A1-11799F1A9DD1}"/>
              </a:ext>
            </a:extLst>
          </p:cNvPr>
          <p:cNvSpPr/>
          <p:nvPr/>
        </p:nvSpPr>
        <p:spPr>
          <a:xfrm>
            <a:off x="2087215" y="1065338"/>
            <a:ext cx="6561486" cy="1141434"/>
          </a:xfrm>
          <a:prstGeom prst="roundRect">
            <a:avLst>
              <a:gd name="adj" fmla="val 3333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126DDD2-FB4C-44B8-7A61-FAD3A2E244DA}"/>
              </a:ext>
            </a:extLst>
          </p:cNvPr>
          <p:cNvSpPr/>
          <p:nvPr/>
        </p:nvSpPr>
        <p:spPr>
          <a:xfrm>
            <a:off x="2467692" y="1255577"/>
            <a:ext cx="13381907" cy="79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5617" b="1" dirty="0">
                <a:solidFill>
                  <a:srgbClr val="FFFFFF"/>
                </a:solidFill>
                <a:latin typeface="Aptos Display" pitchFamily="34" charset="0"/>
              </a:rPr>
              <a:t>DATA, DIGITAL &amp; AI</a:t>
            </a:r>
            <a:endParaRPr lang="en-US" sz="5617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EA9E74C-F688-F8F0-5A42-BE3D567CCC60}"/>
              </a:ext>
            </a:extLst>
          </p:cNvPr>
          <p:cNvSpPr/>
          <p:nvPr/>
        </p:nvSpPr>
        <p:spPr>
          <a:xfrm>
            <a:off x="2087215" y="3157966"/>
            <a:ext cx="19404372" cy="1788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0" b="1">
                <a:solidFill>
                  <a:srgbClr val="2F3033"/>
                </a:solidFill>
                <a:latin typeface="Aptos Display"/>
              </a:rPr>
              <a:t>IR AI Journey</a:t>
            </a:r>
            <a:endParaRPr lang="en-US" sz="14147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67B0D21-C9F0-F13E-8D54-D804022114E0}"/>
              </a:ext>
            </a:extLst>
          </p:cNvPr>
          <p:cNvSpPr/>
          <p:nvPr/>
        </p:nvSpPr>
        <p:spPr>
          <a:xfrm>
            <a:off x="2087215" y="5098404"/>
            <a:ext cx="19214133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0" dirty="0">
                <a:solidFill>
                  <a:srgbClr val="2F3033"/>
                </a:solidFill>
                <a:latin typeface="Aptos"/>
              </a:rPr>
              <a:t>Practical automation • AI-ready disclosure • responsible scaling</a:t>
            </a:r>
            <a:endParaRPr lang="en-US" sz="5617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249C29B-2EAF-051D-9A34-BC5DE21E0841}"/>
              </a:ext>
            </a:extLst>
          </p:cNvPr>
          <p:cNvSpPr/>
          <p:nvPr/>
        </p:nvSpPr>
        <p:spPr>
          <a:xfrm>
            <a:off x="2087214" y="6772506"/>
            <a:ext cx="19138038" cy="0"/>
          </a:xfrm>
          <a:prstGeom prst="line">
            <a:avLst/>
          </a:prstGeom>
          <a:noFill/>
          <a:ln w="12700">
            <a:solidFill>
              <a:srgbClr val="E9571F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4139B816-DB77-D130-4F4C-21162C0684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7214" y="7533462"/>
            <a:ext cx="1255577" cy="83705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06A6C8B4-3EA9-8315-0981-04EFCA23CAE9}"/>
              </a:ext>
            </a:extLst>
          </p:cNvPr>
          <p:cNvSpPr/>
          <p:nvPr/>
        </p:nvSpPr>
        <p:spPr>
          <a:xfrm>
            <a:off x="3456935" y="7571510"/>
            <a:ext cx="18262939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2F3033"/>
                </a:solidFill>
                <a:latin typeface="Aptos"/>
              </a:rPr>
              <a:t>Leonora Jansen &amp; Palak Gupta  |  Investor Relations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34DFBDDD-7BA3-429A-B136-2B66B5999BDF}"/>
              </a:ext>
            </a:extLst>
          </p:cNvPr>
          <p:cNvSpPr/>
          <p:nvPr/>
        </p:nvSpPr>
        <p:spPr>
          <a:xfrm>
            <a:off x="2087215" y="8941230"/>
            <a:ext cx="19214133" cy="951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2F3033"/>
                </a:solidFill>
                <a:latin typeface="Aptos"/>
              </a:rPr>
              <a:t>SCA Global Team F2F 2026   |   7–8 September</a:t>
            </a:r>
            <a:endParaRPr lang="en-US" sz="5326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CCC3AE6-77D5-2460-16D6-7E6236FE61A7}"/>
              </a:ext>
            </a:extLst>
          </p:cNvPr>
          <p:cNvSpPr/>
          <p:nvPr/>
        </p:nvSpPr>
        <p:spPr>
          <a:xfrm>
            <a:off x="23850549" y="5402786"/>
            <a:ext cx="4565735" cy="2435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SHAPE</a:t>
            </a:r>
            <a:endParaRPr lang="en-US" sz="5409"/>
          </a:p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</a:t>
            </a:r>
            <a:endParaRPr lang="en-US" sz="5409"/>
          </a:p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ACCELERATE</a:t>
            </a:r>
            <a:endParaRPr lang="en-US" sz="5409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51A2F61A-13AF-044C-47B3-033612A84549}"/>
              </a:ext>
            </a:extLst>
          </p:cNvPr>
          <p:cNvSpPr/>
          <p:nvPr/>
        </p:nvSpPr>
        <p:spPr>
          <a:xfrm>
            <a:off x="820905" y="10767935"/>
            <a:ext cx="28803600" cy="178824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 sz="3831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B37DE248-5FD7-9177-4A1B-25581C770520}"/>
              </a:ext>
            </a:extLst>
          </p:cNvPr>
          <p:cNvSpPr/>
          <p:nvPr/>
        </p:nvSpPr>
        <p:spPr>
          <a:xfrm>
            <a:off x="1250163" y="11109954"/>
            <a:ext cx="27774886" cy="114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endParaRPr lang="en-US" sz="9154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8778C2B3-0364-05A7-05A3-35D85AD0B870}"/>
              </a:ext>
            </a:extLst>
          </p:cNvPr>
          <p:cNvSpPr/>
          <p:nvPr/>
        </p:nvSpPr>
        <p:spPr>
          <a:xfrm>
            <a:off x="800100" y="34591969"/>
            <a:ext cx="28803600" cy="6315933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5D13B5ED-ABF0-3061-E75F-48844D64B3F7}"/>
              </a:ext>
            </a:extLst>
          </p:cNvPr>
          <p:cNvSpPr/>
          <p:nvPr/>
        </p:nvSpPr>
        <p:spPr>
          <a:xfrm>
            <a:off x="800100" y="32911337"/>
            <a:ext cx="28803600" cy="178824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ABF15CBF-EDA3-BF8E-EC9A-9A5CFF0F1CF4}"/>
              </a:ext>
            </a:extLst>
          </p:cNvPr>
          <p:cNvSpPr/>
          <p:nvPr/>
        </p:nvSpPr>
        <p:spPr>
          <a:xfrm>
            <a:off x="1250163" y="33215719"/>
            <a:ext cx="27774886" cy="114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en-US" sz="8738" b="1" dirty="0">
                <a:solidFill>
                  <a:srgbClr val="2F3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LEARNINGS</a:t>
            </a:r>
            <a:endParaRPr lang="en-US" sz="8738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EC0A9F92-07D1-4D76-8707-BEFE2FA627D5}"/>
              </a:ext>
            </a:extLst>
          </p:cNvPr>
          <p:cNvSpPr/>
          <p:nvPr/>
        </p:nvSpPr>
        <p:spPr>
          <a:xfrm>
            <a:off x="1706736" y="41776472"/>
            <a:ext cx="7609558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537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Shape. Connect. Accelerate.</a:t>
            </a:r>
            <a:endParaRPr lang="en-US" sz="3537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8F6B65CA-AB41-C483-1A7B-158910A52B4F}"/>
              </a:ext>
            </a:extLst>
          </p:cNvPr>
          <p:cNvSpPr/>
          <p:nvPr/>
        </p:nvSpPr>
        <p:spPr>
          <a:xfrm>
            <a:off x="22747164" y="41776472"/>
            <a:ext cx="5897407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3537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September 7–8, 2026</a:t>
            </a:r>
            <a:endParaRPr lang="en-US" sz="3537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8C5FB3-E960-B228-0C24-FF2FBC0D1E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0549" y="1385284"/>
            <a:ext cx="4306322" cy="4306322"/>
          </a:xfrm>
          <a:prstGeom prst="rect">
            <a:avLst/>
          </a:prstGeom>
          <a:ln>
            <a:noFill/>
          </a:ln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BD806A4E-5B51-B2FB-D66D-39FA7503EC0B}"/>
              </a:ext>
            </a:extLst>
          </p:cNvPr>
          <p:cNvSpPr/>
          <p:nvPr/>
        </p:nvSpPr>
        <p:spPr>
          <a:xfrm>
            <a:off x="1189566" y="13111852"/>
            <a:ext cx="13573746" cy="366671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srgbClr val="4A4A4A"/>
              </a:solidFill>
              <a:effectLst/>
              <a:uLnTx/>
              <a:uFillTx/>
              <a:latin typeface="ShellMedium"/>
              <a:ea typeface="+mn-ea"/>
              <a:cs typeface="+mn-cs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5551EB4-34A2-54B2-CE85-1FD16768EBDB}"/>
              </a:ext>
            </a:extLst>
          </p:cNvPr>
          <p:cNvCxnSpPr>
            <a:cxnSpLocks/>
          </p:cNvCxnSpPr>
          <p:nvPr/>
        </p:nvCxnSpPr>
        <p:spPr>
          <a:xfrm>
            <a:off x="1210709" y="16774525"/>
            <a:ext cx="13552603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1DE60A3-E779-0538-F672-C37189567FB4}"/>
              </a:ext>
            </a:extLst>
          </p:cNvPr>
          <p:cNvSpPr txBox="1"/>
          <p:nvPr/>
        </p:nvSpPr>
        <p:spPr>
          <a:xfrm>
            <a:off x="7086714" y="11154227"/>
            <a:ext cx="15242323" cy="10156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5600" b="0">
                <a:solidFill>
                  <a:srgbClr val="4A4A4A"/>
                </a:solidFill>
                <a:latin typeface="ShellHeavy"/>
              </a:rPr>
              <a:t>DRIVING PRACTICAL AI INITIATIVES ACROSS IR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9C997E8-7B33-F6FD-ADED-2DE5C6C91706}"/>
              </a:ext>
            </a:extLst>
          </p:cNvPr>
          <p:cNvSpPr/>
          <p:nvPr/>
        </p:nvSpPr>
        <p:spPr>
          <a:xfrm>
            <a:off x="15451303" y="13148150"/>
            <a:ext cx="13573746" cy="43514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4A4A4A"/>
              </a:solidFill>
              <a:effectLst/>
              <a:uLnTx/>
              <a:uFillTx/>
              <a:latin typeface="ShellMedium"/>
              <a:ea typeface="+mn-ea"/>
              <a:cs typeface="+mn-cs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B66310D-620B-4AF2-1978-C18B0D4E3B97}"/>
              </a:ext>
            </a:extLst>
          </p:cNvPr>
          <p:cNvCxnSpPr>
            <a:cxnSpLocks/>
          </p:cNvCxnSpPr>
          <p:nvPr/>
        </p:nvCxnSpPr>
        <p:spPr>
          <a:xfrm>
            <a:off x="15472446" y="17458547"/>
            <a:ext cx="13552603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Text Placeholder 15">
            <a:extLst>
              <a:ext uri="{FF2B5EF4-FFF2-40B4-BE49-F238E27FC236}">
                <a16:creationId xmlns:a16="http://schemas.microsoft.com/office/drawing/2014/main" id="{36A17062-A318-B137-DD45-1FFF3AB29967}"/>
              </a:ext>
            </a:extLst>
          </p:cNvPr>
          <p:cNvSpPr txBox="1">
            <a:spLocks/>
          </p:cNvSpPr>
          <p:nvPr/>
        </p:nvSpPr>
        <p:spPr bwMode="auto">
          <a:xfrm>
            <a:off x="4192099" y="17690521"/>
            <a:ext cx="7629276" cy="89373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357708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000" kern="1200" baseline="0">
                <a:solidFill>
                  <a:srgbClr val="DD1D21"/>
                </a:solidFill>
                <a:latin typeface="ShellHeavy" panose="00000700000000000000" pitchFamily="50" charset="0"/>
                <a:ea typeface="+mn-ea"/>
                <a:cs typeface="+mn-cs"/>
              </a:defRPr>
            </a:lvl1pPr>
            <a:lvl2pPr marL="216000" indent="-216000" algn="l" defTabSz="357708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"/>
              <a:defRPr sz="1800" b="0" kern="1200">
                <a:solidFill>
                  <a:schemeClr val="tx1"/>
                </a:solidFill>
                <a:latin typeface="ShellMedium" panose="00000600000000000000" pitchFamily="50" charset="0"/>
                <a:ea typeface="+mn-ea"/>
                <a:cs typeface="+mn-cs"/>
              </a:defRPr>
            </a:lvl2pPr>
            <a:lvl3pPr marL="648000" indent="-198000" algn="l" defTabSz="357708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ShellBook" panose="00000500000000000000" pitchFamily="2" charset="0"/>
              <a:buChar char="•"/>
              <a:defRPr sz="1800" b="0" kern="1200">
                <a:solidFill>
                  <a:schemeClr val="tx1"/>
                </a:solidFill>
                <a:latin typeface="ShellMedium" panose="00000600000000000000" pitchFamily="50" charset="0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hellBook" panose="00000500000000000000" pitchFamily="2" charset="0"/>
              <a:buChar char="•"/>
              <a:defRPr sz="1600" b="0" kern="1200" baseline="0">
                <a:solidFill>
                  <a:schemeClr val="tx1"/>
                </a:solidFill>
                <a:latin typeface="ShellMedium" panose="00000600000000000000" pitchFamily="50" charset="0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hellBook" panose="00000500000000000000" pitchFamily="2" charset="0"/>
              <a:buChar char="•"/>
              <a:defRPr sz="1400" kern="1200">
                <a:solidFill>
                  <a:schemeClr val="tx1"/>
                </a:solidFill>
                <a:latin typeface="ShellMedium" panose="00000600000000000000" pitchFamily="50" charset="0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hellBook" panose="00000500000000000000" pitchFamily="2" charset="0"/>
              <a:buChar char="•"/>
              <a:defRPr sz="1200" kern="1200" baseline="0">
                <a:solidFill>
                  <a:schemeClr val="tx1"/>
                </a:solidFill>
                <a:latin typeface="ShellMedium" panose="00000600000000000000" pitchFamily="50" charset="0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438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ShellHeavy"/>
                <a:ea typeface="+mn-ea"/>
                <a:cs typeface="+mn-cs"/>
              </a:rPr>
              <a:t>The intended solution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4210B0A8-01C5-A0D2-FEE6-ABEBB21A3735}"/>
              </a:ext>
            </a:extLst>
          </p:cNvPr>
          <p:cNvSpPr>
            <a:spLocks noChangeAspect="1"/>
          </p:cNvSpPr>
          <p:nvPr/>
        </p:nvSpPr>
        <p:spPr>
          <a:xfrm>
            <a:off x="1173058" y="27297936"/>
            <a:ext cx="13590254" cy="3680925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>
            <a:outerShdw blurRad="127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216000" tIns="180000" rIns="144000" bIns="120000" anchor="t" anchorCtr="0">
            <a:noAutofit/>
          </a:bodyPr>
          <a:lstStyle/>
          <a:p>
            <a:pPr lvl="0" defTabSz="914400">
              <a:spcAft>
                <a:spcPts val="700"/>
              </a:spcAft>
              <a:defRPr/>
            </a:pPr>
            <a:r>
              <a:rPr sz="4400" b="0" dirty="0">
                <a:solidFill>
                  <a:srgbClr val="D42E12"/>
                </a:solidFill>
                <a:latin typeface="ShellHeavy"/>
              </a:rPr>
              <a:t>Challenges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hellHeavy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2800" b="0" dirty="0">
                <a:solidFill>
                  <a:srgbClr val="D42E12"/>
                </a:solidFill>
                <a:latin typeface="ShellHeavy"/>
              </a:rPr>
              <a:t>▪ </a:t>
            </a:r>
            <a:r>
              <a:rPr sz="2800" b="0" dirty="0">
                <a:solidFill>
                  <a:srgbClr val="4A4A4A"/>
                </a:solidFill>
                <a:latin typeface="ShellMedium"/>
              </a:rPr>
              <a:t>Platform capability constraints and limited access to alternative LLMs</a:t>
            </a:r>
            <a:endParaRPr lang="en-GB" sz="2800" dirty="0">
              <a:solidFill>
                <a:srgbClr val="4A4A4A"/>
              </a:solidFill>
              <a:latin typeface="ShellMedium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GB" sz="2800" dirty="0">
                <a:solidFill>
                  <a:srgbClr val="D42E12"/>
                </a:solidFill>
                <a:latin typeface="ShellHeavy"/>
              </a:rPr>
              <a:t>▪ </a:t>
            </a:r>
            <a:r>
              <a:rPr lang="en-GB" sz="2800" dirty="0">
                <a:solidFill>
                  <a:srgbClr val="4A4A4A"/>
                </a:solidFill>
                <a:latin typeface="ShellMedium"/>
              </a:rPr>
              <a:t>Absence of a thorough technological feasibility assessment prior to starting </a:t>
            </a:r>
            <a:endParaRPr sz="2800" b="0" dirty="0">
              <a:solidFill>
                <a:srgbClr val="4A4A4A"/>
              </a:solidFill>
              <a:latin typeface="ShellMedium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2800" b="0" dirty="0">
                <a:solidFill>
                  <a:srgbClr val="D42E12"/>
                </a:solidFill>
                <a:latin typeface="ShellHeavy"/>
              </a:rPr>
              <a:t>▪ </a:t>
            </a:r>
            <a:r>
              <a:rPr sz="2800" b="0" dirty="0">
                <a:solidFill>
                  <a:srgbClr val="4A4A4A"/>
                </a:solidFill>
                <a:latin typeface="ShellMedium"/>
              </a:rPr>
              <a:t>Lengthy governance and approval timelines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2800" b="0" dirty="0">
                <a:solidFill>
                  <a:srgbClr val="D42E12"/>
                </a:solidFill>
                <a:latin typeface="ShellHeavy"/>
              </a:rPr>
              <a:t>▪ </a:t>
            </a:r>
            <a:r>
              <a:rPr lang="en-GB" sz="2800" dirty="0">
                <a:solidFill>
                  <a:srgbClr val="4A4A4A"/>
                </a:solidFill>
                <a:latin typeface="ShellMedium"/>
              </a:rPr>
              <a:t>Lack of alignment and understanding of the project team on the business brief</a:t>
            </a:r>
            <a:endParaRPr sz="2800" b="0" dirty="0">
              <a:solidFill>
                <a:srgbClr val="4A4A4A"/>
              </a:solidFill>
              <a:latin typeface="ShellMedium"/>
            </a:endParaRP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2800" b="0" dirty="0">
                <a:solidFill>
                  <a:srgbClr val="D42E12"/>
                </a:solidFill>
                <a:latin typeface="ShellHeavy"/>
              </a:rPr>
              <a:t>▪ </a:t>
            </a:r>
            <a:r>
              <a:rPr sz="2800" b="0" dirty="0">
                <a:solidFill>
                  <a:srgbClr val="4A4A4A"/>
                </a:solidFill>
                <a:latin typeface="ShellMedium"/>
              </a:rPr>
              <a:t>PoC scope progressively narrowed</a:t>
            </a:r>
            <a:r>
              <a:rPr lang="en-GB" sz="2800" b="0" dirty="0">
                <a:solidFill>
                  <a:srgbClr val="4A4A4A"/>
                </a:solidFill>
                <a:latin typeface="ShellMedium"/>
              </a:rPr>
              <a:t> 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B569FD5D-FC9A-CA84-57A5-6B2EA2F4806B}"/>
              </a:ext>
            </a:extLst>
          </p:cNvPr>
          <p:cNvCxnSpPr>
            <a:cxnSpLocks/>
          </p:cNvCxnSpPr>
          <p:nvPr/>
        </p:nvCxnSpPr>
        <p:spPr>
          <a:xfrm>
            <a:off x="1288262" y="31888751"/>
            <a:ext cx="13353049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1A2666B4-D844-1D93-2E26-7EC57466C027}"/>
              </a:ext>
            </a:extLst>
          </p:cNvPr>
          <p:cNvSpPr txBox="1"/>
          <p:nvPr/>
        </p:nvSpPr>
        <p:spPr>
          <a:xfrm>
            <a:off x="3952866" y="31196336"/>
            <a:ext cx="7962444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 defTabSz="914400">
              <a:spcAft>
                <a:spcPts val="0"/>
              </a:spcAft>
              <a:defRPr/>
            </a:pPr>
            <a:r>
              <a:rPr sz="4400" b="0" dirty="0">
                <a:solidFill>
                  <a:srgbClr val="D42E12"/>
                </a:solidFill>
                <a:latin typeface="ShellHeavy"/>
              </a:rPr>
              <a:t>Outcome =</a:t>
            </a:r>
            <a:endParaRPr lang="en-NL" sz="4000" dirty="0"/>
          </a:p>
          <a:p>
            <a:pPr algn="ctr">
              <a:spcBef>
                <a:spcPts val="0"/>
              </a:spcBef>
            </a:pPr>
            <a:r>
              <a:rPr sz="4000" b="0" dirty="0">
                <a:solidFill>
                  <a:srgbClr val="4A4A4A"/>
                </a:solidFill>
                <a:latin typeface="ShellHeavy"/>
              </a:rPr>
              <a:t>PoC paused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6D4B8D9F-918B-85E8-F142-CFA1B0BA7583}"/>
              </a:ext>
            </a:extLst>
          </p:cNvPr>
          <p:cNvSpPr/>
          <p:nvPr/>
        </p:nvSpPr>
        <p:spPr>
          <a:xfrm flipV="1">
            <a:off x="1192204" y="35733743"/>
            <a:ext cx="27774886" cy="3943231"/>
          </a:xfrm>
          <a:prstGeom prst="rect">
            <a:avLst/>
          </a:prstGeom>
          <a:solidFill>
            <a:srgbClr val="F5F5F5"/>
          </a:solidFill>
          <a:ln w="12700">
            <a:noFill/>
          </a:ln>
          <a:effectLst>
            <a:softEdge rad="12700"/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44000" tIns="144000" rIns="144000" bIns="144000" anchor="ctr" anchorCtr="0"/>
          <a:lstStyle/>
          <a:p>
            <a:pPr marL="0" marR="0" lvl="0" indent="0" algn="l" defTabSz="2438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4A4A4A"/>
              </a:solidFill>
              <a:effectLst/>
              <a:uLnTx/>
              <a:uFillTx/>
              <a:latin typeface="ShellMedium"/>
              <a:ea typeface="+mn-ea"/>
              <a:cs typeface="+mn-cs"/>
            </a:endParaRP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31E8567B-2BFA-DABC-7892-F171D784785A}"/>
              </a:ext>
            </a:extLst>
          </p:cNvPr>
          <p:cNvCxnSpPr>
            <a:cxnSpLocks/>
          </p:cNvCxnSpPr>
          <p:nvPr/>
        </p:nvCxnSpPr>
        <p:spPr>
          <a:xfrm>
            <a:off x="9996510" y="36409958"/>
            <a:ext cx="0" cy="2590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28C4EE81-9914-19AB-D95E-752FE6C38728}"/>
              </a:ext>
            </a:extLst>
          </p:cNvPr>
          <p:cNvSpPr txBox="1"/>
          <p:nvPr/>
        </p:nvSpPr>
        <p:spPr bwMode="auto">
          <a:xfrm>
            <a:off x="1550000" y="36250000"/>
            <a:ext cx="7400000" cy="2800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120000" tIns="60000" rIns="120000" bIns="60000" anchor="ctr">
            <a:noAutofit/>
          </a:bodyPr>
          <a:lstStyle/>
          <a:p>
            <a:pPr marL="0" marR="0" lvl="0" indent="0" algn="ctr" defTabSz="2438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sz="3100" b="0" dirty="0">
                <a:solidFill>
                  <a:srgbClr val="D42E12"/>
                </a:solidFill>
                <a:latin typeface="ShellHeavy"/>
              </a:rPr>
              <a:t>START SMALL, PROVE VALUE</a:t>
            </a:r>
          </a:p>
          <a:p>
            <a:pPr algn="ctr">
              <a:lnSpc>
                <a:spcPct val="105000"/>
              </a:lnSpc>
            </a:pPr>
            <a:r>
              <a:rPr sz="2600" b="0" dirty="0">
                <a:solidFill>
                  <a:srgbClr val="4A4A4A"/>
                </a:solidFill>
                <a:latin typeface="ShellMedium"/>
              </a:rPr>
              <a:t>Use tools for </a:t>
            </a:r>
            <a:r>
              <a:rPr lang="en-GB" sz="2600" b="0" dirty="0">
                <a:solidFill>
                  <a:srgbClr val="4A4A4A"/>
                </a:solidFill>
                <a:latin typeface="ShellMedium"/>
              </a:rPr>
              <a:t>small, </a:t>
            </a:r>
            <a:r>
              <a:rPr sz="2600" b="0" dirty="0">
                <a:solidFill>
                  <a:srgbClr val="4A4A4A"/>
                </a:solidFill>
                <a:latin typeface="ShellMedium"/>
              </a:rPr>
              <a:t>clear, </a:t>
            </a:r>
            <a:r>
              <a:rPr lang="en-GB" sz="2600" b="0" dirty="0">
                <a:solidFill>
                  <a:srgbClr val="4A4A4A"/>
                </a:solidFill>
                <a:latin typeface="ShellMedium"/>
              </a:rPr>
              <a:t>well-defined</a:t>
            </a:r>
            <a:r>
              <a:rPr sz="2600" b="0" dirty="0">
                <a:solidFill>
                  <a:srgbClr val="4A4A4A"/>
                </a:solidFill>
                <a:latin typeface="ShellMedium"/>
              </a:rPr>
              <a:t> tasks before committing to complex builds.</a:t>
            </a: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0E13D918-63ED-81F5-FAB4-238B4225CE35}"/>
              </a:ext>
            </a:extLst>
          </p:cNvPr>
          <p:cNvCxnSpPr>
            <a:cxnSpLocks/>
          </p:cNvCxnSpPr>
          <p:nvPr/>
        </p:nvCxnSpPr>
        <p:spPr>
          <a:xfrm>
            <a:off x="20450816" y="36454535"/>
            <a:ext cx="0" cy="2590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073B92FB-7427-683F-83E5-9688957C7E9F}"/>
              </a:ext>
            </a:extLst>
          </p:cNvPr>
          <p:cNvSpPr txBox="1"/>
          <p:nvPr/>
        </p:nvSpPr>
        <p:spPr bwMode="auto">
          <a:xfrm>
            <a:off x="11150000" y="36250000"/>
            <a:ext cx="7400000" cy="2800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120000" tIns="60000" rIns="120000" bIns="60000" anchor="ctr">
            <a:noAutofit/>
          </a:bodyPr>
          <a:lstStyle/>
          <a:p>
            <a:pPr marL="0" marR="0" lvl="0" indent="0" algn="ctr" defTabSz="2438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lang="en-GB" sz="3100" b="0" dirty="0">
                <a:solidFill>
                  <a:srgbClr val="D42E12"/>
                </a:solidFill>
                <a:latin typeface="ShellHeavy"/>
              </a:rPr>
              <a:t>STRUCTURE BEATS PROMPTING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hellMedium"/>
              <a:ea typeface="+mn-ea"/>
              <a:cs typeface="+mn-cs"/>
            </a:endParaRPr>
          </a:p>
          <a:p>
            <a:pPr algn="ctr">
              <a:lnSpc>
                <a:spcPct val="105000"/>
              </a:lnSpc>
            </a:pPr>
            <a:r>
              <a:rPr sz="2600" b="0" dirty="0">
                <a:solidFill>
                  <a:srgbClr val="4A4A4A"/>
                </a:solidFill>
                <a:latin typeface="ShellMedium"/>
              </a:rPr>
              <a:t>Clean inputs and machine-readable formats improve reliability before prompting begins.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BC956D25-AD2D-C67D-0201-90AC9BFCFC1F}"/>
              </a:ext>
            </a:extLst>
          </p:cNvPr>
          <p:cNvSpPr txBox="1"/>
          <p:nvPr/>
        </p:nvSpPr>
        <p:spPr bwMode="auto">
          <a:xfrm>
            <a:off x="20850000" y="36250000"/>
            <a:ext cx="7400000" cy="2800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120000" tIns="60000" rIns="120000" bIns="60000" anchor="ctr">
            <a:noAutofit/>
          </a:bodyPr>
          <a:lstStyle/>
          <a:p>
            <a:pPr marL="0" marR="0" lvl="0" indent="0" algn="ctr" defTabSz="24383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sz="3100" b="0" dirty="0">
                <a:solidFill>
                  <a:srgbClr val="D42E12"/>
                </a:solidFill>
                <a:latin typeface="ShellHeavy"/>
              </a:rPr>
              <a:t>VALIDATE BEFORE SCALING</a:t>
            </a:r>
          </a:p>
          <a:p>
            <a:pPr algn="ctr">
              <a:lnSpc>
                <a:spcPct val="105000"/>
              </a:lnSpc>
            </a:pPr>
            <a:r>
              <a:rPr sz="2600" b="0" dirty="0">
                <a:solidFill>
                  <a:srgbClr val="4A4A4A"/>
                </a:solidFill>
                <a:latin typeface="ShellMedium"/>
              </a:rPr>
              <a:t>Align the brief, scope, platform and test design before investing </a:t>
            </a:r>
            <a:r>
              <a:rPr lang="en-GB" sz="2600" b="0" dirty="0">
                <a:solidFill>
                  <a:srgbClr val="4A4A4A"/>
                </a:solidFill>
                <a:latin typeface="ShellMedium"/>
              </a:rPr>
              <a:t>too much</a:t>
            </a:r>
            <a:r>
              <a:rPr sz="2600" b="0" dirty="0">
                <a:solidFill>
                  <a:srgbClr val="4A4A4A"/>
                </a:solidFill>
                <a:latin typeface="ShellMedium"/>
              </a:rPr>
              <a:t> time or cost.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12E5A5AF-17E3-8E8D-42AD-035F0919DEFA}"/>
              </a:ext>
            </a:extLst>
          </p:cNvPr>
          <p:cNvSpPr txBox="1"/>
          <p:nvPr/>
        </p:nvSpPr>
        <p:spPr>
          <a:xfrm>
            <a:off x="1250162" y="13461297"/>
            <a:ext cx="13265937" cy="3342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lvl="0" defTabSz="914400">
              <a:spcAft>
                <a:spcPts val="800"/>
              </a:spcAft>
              <a:defRPr/>
            </a:pPr>
            <a:r>
              <a:rPr sz="4400" b="0" dirty="0">
                <a:solidFill>
                  <a:srgbClr val="D42E12"/>
                </a:solidFill>
                <a:latin typeface="ShellHeavy"/>
              </a:rPr>
              <a:t>IR AGENT PROOF OF CONCEPT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3200" b="0" dirty="0">
                <a:solidFill>
                  <a:srgbClr val="4A4A4A"/>
                </a:solidFill>
                <a:latin typeface="ShellMedium"/>
              </a:rPr>
              <a:t>Partnered with IDT to explore three primary use cases: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2900" b="0" dirty="0">
                <a:solidFill>
                  <a:srgbClr val="D42E12"/>
                </a:solidFill>
                <a:latin typeface="ShellHeavy"/>
              </a:rPr>
              <a:t>▪ </a:t>
            </a:r>
            <a:r>
              <a:rPr sz="2900" b="0" dirty="0">
                <a:solidFill>
                  <a:srgbClr val="4A4A4A"/>
                </a:solidFill>
                <a:latin typeface="ShellMedium"/>
              </a:rPr>
              <a:t>Predict likely investor and analyst questions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2900" b="0" dirty="0">
                <a:solidFill>
                  <a:srgbClr val="D42E12"/>
                </a:solidFill>
                <a:latin typeface="ShellHeavy"/>
              </a:rPr>
              <a:t>▪ </a:t>
            </a:r>
            <a:r>
              <a:rPr sz="2900" b="0" dirty="0">
                <a:solidFill>
                  <a:srgbClr val="4A4A4A"/>
                </a:solidFill>
                <a:latin typeface="ShellMedium"/>
              </a:rPr>
              <a:t>Draft initial responses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2900" b="0" dirty="0">
                <a:solidFill>
                  <a:srgbClr val="D42E12"/>
                </a:solidFill>
                <a:latin typeface="ShellHeavy"/>
              </a:rPr>
              <a:t>▪ </a:t>
            </a:r>
            <a:r>
              <a:rPr sz="2900" b="0" dirty="0">
                <a:solidFill>
                  <a:srgbClr val="4A4A4A"/>
                </a:solidFill>
                <a:latin typeface="ShellMedium"/>
              </a:rPr>
              <a:t>Support live Q&amp;A with accurate answer retrieval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5771303" y="13308150"/>
            <a:ext cx="12933746" cy="10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GB" sz="4200" dirty="0">
                <a:solidFill>
                  <a:srgbClr val="D42E12"/>
                </a:solidFill>
                <a:latin typeface="ShellHeavy"/>
              </a:rPr>
              <a:t>1:</a:t>
            </a:r>
            <a:r>
              <a:rPr sz="4200" b="0" dirty="0">
                <a:solidFill>
                  <a:srgbClr val="D42E12"/>
                </a:solidFill>
                <a:latin typeface="ShellHeavy"/>
              </a:rPr>
              <a:t> PRACTICAL AUTOMATION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000" b="0" dirty="0">
                <a:solidFill>
                  <a:srgbClr val="4A4A4A"/>
                </a:solidFill>
                <a:latin typeface="ShellHeavy"/>
              </a:rPr>
              <a:t>Automating morning-brief report filing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5881303" y="14692704"/>
            <a:ext cx="2780000" cy="145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70000" rIns="100000" bIns="70000" rtlCol="0" anchor="ctr">
            <a:noAutofit/>
          </a:bodyPr>
          <a:lstStyle/>
          <a:p>
            <a:pPr algn="ctr">
              <a:spcAft>
                <a:spcPts val="196"/>
              </a:spcAft>
            </a:pPr>
            <a:r>
              <a:rPr sz="2400" b="0" dirty="0">
                <a:solidFill>
                  <a:srgbClr val="D42E12"/>
                </a:solidFill>
                <a:latin typeface="ShellHeavy"/>
              </a:rPr>
              <a:t>RECEIVE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4A4A4A"/>
                </a:solidFill>
                <a:latin typeface="ShellMedium"/>
              </a:rPr>
              <a:t>Email
attachments</a:t>
            </a:r>
          </a:p>
        </p:txBody>
      </p:sp>
      <p:sp>
        <p:nvSpPr>
          <p:cNvPr id="178" name="Chevron 177"/>
          <p:cNvSpPr/>
          <p:nvPr/>
        </p:nvSpPr>
        <p:spPr>
          <a:xfrm>
            <a:off x="18731303" y="15182704"/>
            <a:ext cx="210000" cy="470000"/>
          </a:xfrm>
          <a:prstGeom prst="chevron">
            <a:avLst/>
          </a:prstGeom>
          <a:solidFill>
            <a:srgbClr val="F7D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9011303" y="14692704"/>
            <a:ext cx="2780000" cy="145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70000" rIns="100000" bIns="70000" rtlCol="0" anchor="ctr">
            <a:noAutofit/>
          </a:bodyPr>
          <a:lstStyle/>
          <a:p>
            <a:pPr algn="ctr">
              <a:spcAft>
                <a:spcPts val="196"/>
              </a:spcAft>
            </a:pPr>
            <a:r>
              <a:rPr sz="2400" b="0">
                <a:solidFill>
                  <a:srgbClr val="D42E12"/>
                </a:solidFill>
                <a:latin typeface="ShellHeavy"/>
              </a:rPr>
              <a:t>READ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A4A4A"/>
                </a:solidFill>
                <a:latin typeface="ShellMedium"/>
              </a:rPr>
              <a:t>Parse the
file name</a:t>
            </a:r>
          </a:p>
        </p:txBody>
      </p:sp>
      <p:sp>
        <p:nvSpPr>
          <p:cNvPr id="180" name="Chevron 179"/>
          <p:cNvSpPr/>
          <p:nvPr/>
        </p:nvSpPr>
        <p:spPr>
          <a:xfrm>
            <a:off x="21861303" y="15182704"/>
            <a:ext cx="210000" cy="470000"/>
          </a:xfrm>
          <a:prstGeom prst="chevron">
            <a:avLst/>
          </a:prstGeom>
          <a:solidFill>
            <a:srgbClr val="F7D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22141303" y="14692704"/>
            <a:ext cx="2780000" cy="145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70000" rIns="100000" bIns="70000" rtlCol="0" anchor="ctr">
            <a:noAutofit/>
          </a:bodyPr>
          <a:lstStyle/>
          <a:p>
            <a:pPr algn="ctr">
              <a:spcAft>
                <a:spcPts val="196"/>
              </a:spcAft>
            </a:pPr>
            <a:r>
              <a:rPr sz="2400" b="0" dirty="0">
                <a:solidFill>
                  <a:srgbClr val="D42E12"/>
                </a:solidFill>
                <a:latin typeface="ShellHeavy"/>
              </a:rPr>
              <a:t>CLASSIFY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000" dirty="0">
                <a:solidFill>
                  <a:srgbClr val="4A4A4A"/>
                </a:solidFill>
                <a:latin typeface="ShellMedium"/>
              </a:rPr>
              <a:t>• </a:t>
            </a:r>
            <a:r>
              <a:rPr sz="2000" b="0" dirty="0">
                <a:solidFill>
                  <a:srgbClr val="4A4A4A"/>
                </a:solidFill>
                <a:latin typeface="ShellMedium"/>
              </a:rPr>
              <a:t>Bank • </a:t>
            </a:r>
            <a:r>
              <a:rPr lang="en-GB" sz="2000" b="0" dirty="0">
                <a:solidFill>
                  <a:srgbClr val="4A4A4A"/>
                </a:solidFill>
                <a:latin typeface="ShellMedium"/>
              </a:rPr>
              <a:t>C</a:t>
            </a:r>
            <a:r>
              <a:rPr sz="2000" b="0" dirty="0" err="1">
                <a:solidFill>
                  <a:srgbClr val="4A4A4A"/>
                </a:solidFill>
                <a:latin typeface="ShellMedium"/>
              </a:rPr>
              <a:t>ompany</a:t>
            </a:r>
            <a:r>
              <a:rPr sz="2000" b="0" dirty="0">
                <a:solidFill>
                  <a:srgbClr val="4A4A4A"/>
                </a:solidFill>
                <a:latin typeface="ShellMedium"/>
              </a:rPr>
              <a:t>
</a:t>
            </a:r>
            <a:r>
              <a:rPr lang="en-GB" sz="2000" dirty="0">
                <a:solidFill>
                  <a:srgbClr val="4A4A4A"/>
                </a:solidFill>
                <a:latin typeface="ShellMedium"/>
              </a:rPr>
              <a:t> • D</a:t>
            </a:r>
            <a:r>
              <a:rPr sz="2000" b="0" dirty="0">
                <a:solidFill>
                  <a:srgbClr val="4A4A4A"/>
                </a:solidFill>
                <a:latin typeface="ShellMedium"/>
              </a:rPr>
              <a:t>ate • </a:t>
            </a:r>
            <a:r>
              <a:rPr lang="en-GB" sz="2000" dirty="0">
                <a:solidFill>
                  <a:srgbClr val="4A4A4A"/>
                </a:solidFill>
                <a:latin typeface="ShellMedium"/>
              </a:rPr>
              <a:t>Q</a:t>
            </a:r>
            <a:r>
              <a:rPr sz="2000" b="0" dirty="0" err="1">
                <a:solidFill>
                  <a:srgbClr val="4A4A4A"/>
                </a:solidFill>
                <a:latin typeface="ShellMedium"/>
              </a:rPr>
              <a:t>uarter</a:t>
            </a:r>
            <a:endParaRPr sz="2000" b="0" dirty="0">
              <a:solidFill>
                <a:srgbClr val="4A4A4A"/>
              </a:solidFill>
              <a:latin typeface="ShellMedium"/>
            </a:endParaRPr>
          </a:p>
        </p:txBody>
      </p:sp>
      <p:sp>
        <p:nvSpPr>
          <p:cNvPr id="182" name="Chevron 181"/>
          <p:cNvSpPr/>
          <p:nvPr/>
        </p:nvSpPr>
        <p:spPr>
          <a:xfrm>
            <a:off x="24991303" y="15182704"/>
            <a:ext cx="210000" cy="470000"/>
          </a:xfrm>
          <a:prstGeom prst="chevron">
            <a:avLst/>
          </a:prstGeom>
          <a:solidFill>
            <a:srgbClr val="F7D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25271303" y="14692704"/>
            <a:ext cx="2780000" cy="145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70000" rIns="100000" bIns="70000" rtlCol="0" anchor="ctr">
            <a:noAutofit/>
          </a:bodyPr>
          <a:lstStyle/>
          <a:p>
            <a:pPr algn="ctr">
              <a:spcAft>
                <a:spcPts val="196"/>
              </a:spcAft>
            </a:pPr>
            <a:r>
              <a:rPr sz="2200" b="0">
                <a:solidFill>
                  <a:srgbClr val="D42E12"/>
                </a:solidFill>
                <a:latin typeface="ShellHeavy"/>
              </a:rPr>
              <a:t>FILE + CONFIRM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4A4A4A"/>
                </a:solidFill>
                <a:latin typeface="ShellMedium"/>
              </a:rPr>
              <a:t>SharePoint
+ email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5852428" y="16289530"/>
            <a:ext cx="12713746" cy="11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sz="2300" b="0" dirty="0">
                <a:solidFill>
                  <a:srgbClr val="4A4A4A"/>
                </a:solidFill>
                <a:latin typeface="ShellMedium"/>
              </a:rPr>
              <a:t>Routine files are automated; exceptions remain visible for human review.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0" dirty="0">
                <a:solidFill>
                  <a:srgbClr val="D42E12"/>
                </a:solidFill>
                <a:latin typeface="ShellHeavy"/>
              </a:rPr>
              <a:t>IMPACT </a:t>
            </a:r>
            <a:r>
              <a:rPr lang="en-GB" sz="2400" dirty="0">
                <a:solidFill>
                  <a:srgbClr val="4A4A4A"/>
                </a:solidFill>
                <a:latin typeface="ShellMedium"/>
              </a:rPr>
              <a:t>• </a:t>
            </a:r>
            <a:r>
              <a:rPr lang="en-GB" sz="2300" dirty="0">
                <a:solidFill>
                  <a:srgbClr val="4A4A4A"/>
                </a:solidFill>
                <a:latin typeface="ShellMedium"/>
              </a:rPr>
              <a:t>l</a:t>
            </a:r>
            <a:r>
              <a:rPr sz="2300" b="0" dirty="0">
                <a:solidFill>
                  <a:srgbClr val="4A4A4A"/>
                </a:solidFill>
                <a:latin typeface="ShellMedium"/>
              </a:rPr>
              <a:t>ess manual sorting • more consistent filing • easier retrieval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5451303" y="18179999"/>
            <a:ext cx="13573746" cy="14496521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SS</a:t>
            </a:r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15451303" y="18180000"/>
            <a:ext cx="13573746" cy="17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7" name="Connector 186"/>
          <p:cNvCxnSpPr/>
          <p:nvPr/>
        </p:nvCxnSpPr>
        <p:spPr>
          <a:xfrm>
            <a:off x="15451303" y="19930000"/>
            <a:ext cx="13573746" cy="0"/>
          </a:xfrm>
          <a:prstGeom prst="line">
            <a:avLst/>
          </a:prstGeom>
          <a:ln w="57150">
            <a:solidFill>
              <a:srgbClr val="F7D1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/>
          <p:cNvSpPr txBox="1"/>
          <p:nvPr/>
        </p:nvSpPr>
        <p:spPr>
          <a:xfrm>
            <a:off x="15771303" y="18350000"/>
            <a:ext cx="12933746" cy="14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GB" sz="4200" dirty="0">
                <a:solidFill>
                  <a:srgbClr val="D42E12"/>
                </a:solidFill>
                <a:latin typeface="ShellHeavy"/>
              </a:rPr>
              <a:t>2: </a:t>
            </a:r>
            <a:r>
              <a:rPr sz="4200" b="0" dirty="0">
                <a:solidFill>
                  <a:srgbClr val="D42E12"/>
                </a:solidFill>
                <a:latin typeface="ShellHeavy"/>
              </a:rPr>
              <a:t>AI-READY DISCLOSURE</a:t>
            </a:r>
            <a:r>
              <a:rPr lang="en-GB" sz="4200" b="0" dirty="0">
                <a:solidFill>
                  <a:srgbClr val="D42E12"/>
                </a:solidFill>
                <a:latin typeface="ShellHeavy"/>
              </a:rPr>
              <a:t>S</a:t>
            </a:r>
            <a:endParaRPr sz="4200" b="0" dirty="0">
              <a:solidFill>
                <a:srgbClr val="D42E12"/>
              </a:solidFill>
              <a:latin typeface="ShellHeavy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900" b="0" dirty="0">
                <a:solidFill>
                  <a:srgbClr val="4A4A4A"/>
                </a:solidFill>
                <a:latin typeface="ShellHeavy"/>
              </a:rPr>
              <a:t>Design financial information for humans — and machines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5831303" y="20280000"/>
            <a:ext cx="12813746" cy="1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</a:pPr>
            <a:r>
              <a:rPr sz="2500" b="0">
                <a:solidFill>
                  <a:srgbClr val="4A4A4A"/>
                </a:solidFill>
                <a:latin typeface="ShellMedium"/>
              </a:rPr>
              <a:t>AI tools increasingly screen, compare and </a:t>
            </a:r>
            <a:r>
              <a:rPr lang="en-GB" sz="2500" b="0" dirty="0" err="1">
                <a:solidFill>
                  <a:srgbClr val="4A4A4A"/>
                </a:solidFill>
                <a:latin typeface="ShellMedium"/>
              </a:rPr>
              <a:t>summarise</a:t>
            </a:r>
            <a:r>
              <a:rPr sz="2500" b="0">
                <a:solidFill>
                  <a:srgbClr val="4A4A4A"/>
                </a:solidFill>
                <a:latin typeface="ShellMedium"/>
              </a:rPr>
              <a:t> company information. Static PDFs remain useful for </a:t>
            </a:r>
            <a:r>
              <a:rPr lang="en-GB" sz="2500" b="0" dirty="0">
                <a:solidFill>
                  <a:srgbClr val="4A4A4A"/>
                </a:solidFill>
                <a:latin typeface="ShellMedium"/>
              </a:rPr>
              <a:t>human readers</a:t>
            </a:r>
            <a:r>
              <a:rPr sz="2500" b="0">
                <a:solidFill>
                  <a:srgbClr val="4A4A4A"/>
                </a:solidFill>
                <a:latin typeface="ShellMedium"/>
              </a:rPr>
              <a:t>, but can force machines to reconstruct the relationships between numbers and commentary.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15831303" y="21830000"/>
            <a:ext cx="12813746" cy="8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50000" rIns="110000" bIns="50000" rtlCol="0" anchor="ctr">
            <a:noAutofit/>
          </a:bodyPr>
          <a:lstStyle/>
          <a:p>
            <a:pPr algn="ctr"/>
            <a:r>
              <a:rPr sz="2400" b="0" dirty="0">
                <a:solidFill>
                  <a:srgbClr val="D42E12"/>
                </a:solidFill>
                <a:latin typeface="ShellHeavy"/>
              </a:rPr>
              <a:t>STRONG FOUNDATIONS </a:t>
            </a:r>
            <a:r>
              <a:rPr lang="en-GB" sz="2400" dirty="0">
                <a:solidFill>
                  <a:srgbClr val="4A4A4A"/>
                </a:solidFill>
                <a:latin typeface="ShellMedium"/>
              </a:rPr>
              <a:t>•</a:t>
            </a:r>
            <a:r>
              <a:rPr sz="2400" b="0" dirty="0">
                <a:solidFill>
                  <a:srgbClr val="D42E12"/>
                </a:solidFill>
                <a:latin typeface="ShellHeavy"/>
              </a:rPr>
              <a:t> </a:t>
            </a:r>
            <a:r>
              <a:rPr sz="2300" b="0" dirty="0">
                <a:solidFill>
                  <a:srgbClr val="4A4A4A"/>
                </a:solidFill>
                <a:latin typeface="ShellMedium"/>
              </a:rPr>
              <a:t>Quarterly Data Book• price </a:t>
            </a:r>
            <a:r>
              <a:rPr sz="2300" b="0" dirty="0" err="1">
                <a:solidFill>
                  <a:srgbClr val="4A4A4A"/>
                </a:solidFill>
                <a:latin typeface="ShellMedium"/>
              </a:rPr>
              <a:t>normali</a:t>
            </a:r>
            <a:r>
              <a:rPr lang="en-GB" sz="2300" b="0" dirty="0">
                <a:solidFill>
                  <a:srgbClr val="4A4A4A"/>
                </a:solidFill>
                <a:latin typeface="ShellMedium"/>
              </a:rPr>
              <a:t>s</a:t>
            </a:r>
            <a:r>
              <a:rPr sz="2300" b="0" dirty="0" err="1">
                <a:solidFill>
                  <a:srgbClr val="4A4A4A"/>
                </a:solidFill>
                <a:latin typeface="ShellMedium"/>
              </a:rPr>
              <a:t>ation</a:t>
            </a:r>
            <a:r>
              <a:rPr sz="2300" b="0" dirty="0">
                <a:solidFill>
                  <a:srgbClr val="4A4A4A"/>
                </a:solidFill>
                <a:latin typeface="ShellMedium"/>
              </a:rPr>
              <a:t> </a:t>
            </a:r>
            <a:r>
              <a:rPr lang="en-GB" sz="2300" b="0" dirty="0">
                <a:solidFill>
                  <a:srgbClr val="4A4A4A"/>
                </a:solidFill>
                <a:latin typeface="ShellMedium"/>
              </a:rPr>
              <a:t>logic </a:t>
            </a:r>
            <a:r>
              <a:rPr sz="2300" b="0" dirty="0">
                <a:solidFill>
                  <a:srgbClr val="4A4A4A"/>
                </a:solidFill>
                <a:latin typeface="ShellMedium"/>
              </a:rPr>
              <a:t>• sensitivities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5841303" y="23030000"/>
            <a:ext cx="4750000" cy="4100000"/>
          </a:xfrm>
          <a:prstGeom prst="rect">
            <a:avLst/>
          </a:prstGeom>
          <a:solidFill>
            <a:srgbClr val="F5F5F5"/>
          </a:solidFill>
          <a:ln w="10160">
            <a:solidFill>
              <a:srgbClr val="C9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50000" rIns="180000" bIns="120000" rtlCol="0" anchor="t">
            <a:noAutofit/>
          </a:bodyPr>
          <a:lstStyle/>
          <a:p>
            <a:pPr algn="ctr">
              <a:spcAft>
                <a:spcPts val="800"/>
              </a:spcAft>
            </a:pPr>
            <a:r>
              <a:rPr sz="2900" b="0" dirty="0">
                <a:solidFill>
                  <a:srgbClr val="D42E12"/>
                </a:solidFill>
                <a:latin typeface="ShellHeavy"/>
              </a:rPr>
              <a:t>HUMAN-OPTIMISED</a:t>
            </a:r>
          </a:p>
          <a:p>
            <a:pPr algn="ctr">
              <a:spcAft>
                <a:spcPts val="300"/>
              </a:spcAft>
            </a:pPr>
            <a:endParaRPr lang="en-GB" sz="2500" b="0" dirty="0">
              <a:solidFill>
                <a:srgbClr val="4A4A4A"/>
              </a:solidFill>
              <a:latin typeface="ShellMedium"/>
            </a:endParaRPr>
          </a:p>
          <a:p>
            <a:pPr algn="ctr">
              <a:spcAft>
                <a:spcPts val="300"/>
              </a:spcAft>
            </a:pPr>
            <a:r>
              <a:rPr sz="2500" b="0" dirty="0">
                <a:solidFill>
                  <a:srgbClr val="4A4A4A"/>
                </a:solidFill>
                <a:latin typeface="ShellMedium"/>
              </a:rPr>
              <a:t>Static PDFs</a:t>
            </a:r>
          </a:p>
          <a:p>
            <a:pPr algn="ctr">
              <a:spcAft>
                <a:spcPts val="300"/>
              </a:spcAft>
            </a:pPr>
            <a:r>
              <a:rPr sz="2500" b="0" dirty="0">
                <a:solidFill>
                  <a:srgbClr val="4A4A4A"/>
                </a:solidFill>
                <a:latin typeface="ShellMedium"/>
              </a:rPr>
              <a:t>Flat graphics</a:t>
            </a:r>
          </a:p>
          <a:p>
            <a:pPr algn="ctr">
              <a:spcAft>
                <a:spcPts val="300"/>
              </a:spcAft>
            </a:pPr>
            <a:r>
              <a:rPr sz="2500" b="0" dirty="0">
                <a:solidFill>
                  <a:srgbClr val="4A4A4A"/>
                </a:solidFill>
                <a:latin typeface="ShellMedium"/>
              </a:rPr>
              <a:t>Variable structures</a:t>
            </a:r>
          </a:p>
        </p:txBody>
      </p:sp>
      <p:sp>
        <p:nvSpPr>
          <p:cNvPr id="192" name="Chevron 191"/>
          <p:cNvSpPr/>
          <p:nvPr/>
        </p:nvSpPr>
        <p:spPr>
          <a:xfrm>
            <a:off x="21321303" y="24180000"/>
            <a:ext cx="1200000" cy="1000000"/>
          </a:xfrm>
          <a:prstGeom prst="chevron">
            <a:avLst/>
          </a:prstGeom>
          <a:solidFill>
            <a:srgbClr val="F7D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20841303" y="25380000"/>
            <a:ext cx="2200000" cy="1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A4A4A"/>
                </a:solidFill>
                <a:latin typeface="ShellMedium"/>
              </a:rPr>
              <a:t>AI must extract
+ reconstruct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23291303" y="23030000"/>
            <a:ext cx="4750000" cy="4100000"/>
          </a:xfrm>
          <a:prstGeom prst="rect">
            <a:avLst/>
          </a:prstGeom>
          <a:solidFill>
            <a:srgbClr val="F5F5F5"/>
          </a:solidFill>
          <a:ln w="10160">
            <a:solidFill>
              <a:srgbClr val="C9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150000" rIns="180000" bIns="120000" rtlCol="0" anchor="t">
            <a:noAutofit/>
          </a:bodyPr>
          <a:lstStyle/>
          <a:p>
            <a:pPr algn="ctr">
              <a:spcAft>
                <a:spcPts val="800"/>
              </a:spcAft>
            </a:pPr>
            <a:r>
              <a:rPr sz="2900" b="0" dirty="0">
                <a:solidFill>
                  <a:srgbClr val="D42E12"/>
                </a:solidFill>
                <a:latin typeface="ShellHeavy"/>
              </a:rPr>
              <a:t>MACHINE-READABLE</a:t>
            </a:r>
          </a:p>
          <a:p>
            <a:pPr algn="ctr">
              <a:spcAft>
                <a:spcPts val="300"/>
              </a:spcAft>
            </a:pPr>
            <a:endParaRPr lang="en-GB" sz="2500" b="0" dirty="0">
              <a:solidFill>
                <a:srgbClr val="4A4A4A"/>
              </a:solidFill>
              <a:latin typeface="ShellMedium"/>
            </a:endParaRPr>
          </a:p>
          <a:p>
            <a:pPr algn="ctr">
              <a:spcAft>
                <a:spcPts val="300"/>
              </a:spcAft>
            </a:pPr>
            <a:r>
              <a:rPr sz="2500" b="0" dirty="0">
                <a:solidFill>
                  <a:srgbClr val="4A4A4A"/>
                </a:solidFill>
                <a:latin typeface="ShellMedium"/>
              </a:rPr>
              <a:t>Tagged data</a:t>
            </a:r>
          </a:p>
          <a:p>
            <a:pPr algn="ctr">
              <a:spcAft>
                <a:spcPts val="300"/>
              </a:spcAft>
            </a:pPr>
            <a:r>
              <a:rPr lang="en-GB" sz="2500" dirty="0">
                <a:solidFill>
                  <a:srgbClr val="4A4A4A"/>
                </a:solidFill>
                <a:latin typeface="ShellMedium"/>
              </a:rPr>
              <a:t>CSV / Structured </a:t>
            </a:r>
            <a:r>
              <a:rPr sz="2500" b="0" dirty="0">
                <a:solidFill>
                  <a:srgbClr val="4A4A4A"/>
                </a:solidFill>
                <a:latin typeface="ShellMedium"/>
              </a:rPr>
              <a:t>tables</a:t>
            </a:r>
          </a:p>
          <a:p>
            <a:pPr algn="ctr">
              <a:spcAft>
                <a:spcPts val="300"/>
              </a:spcAft>
            </a:pPr>
            <a:r>
              <a:rPr sz="2400" b="0" dirty="0">
                <a:solidFill>
                  <a:srgbClr val="4A4A4A"/>
                </a:solidFill>
                <a:latin typeface="ShellMedium"/>
              </a:rPr>
              <a:t>Accessible history </a:t>
            </a:r>
            <a:r>
              <a:rPr lang="en-GB" sz="2400" b="0" dirty="0">
                <a:solidFill>
                  <a:srgbClr val="4A4A4A"/>
                </a:solidFill>
                <a:latin typeface="ShellMedium"/>
              </a:rPr>
              <a:t>series</a:t>
            </a:r>
          </a:p>
          <a:p>
            <a:pPr algn="ctr">
              <a:spcAft>
                <a:spcPts val="300"/>
              </a:spcAft>
            </a:pPr>
            <a:r>
              <a:rPr lang="en-GB" sz="2400" dirty="0">
                <a:solidFill>
                  <a:srgbClr val="4A4A4A"/>
                </a:solidFill>
                <a:latin typeface="ShellMedium"/>
              </a:rPr>
              <a:t>Structured modelling </a:t>
            </a:r>
            <a:r>
              <a:rPr sz="2400" b="0" dirty="0">
                <a:solidFill>
                  <a:srgbClr val="4A4A4A"/>
                </a:solidFill>
                <a:latin typeface="ShellMedium"/>
              </a:rPr>
              <a:t>logic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5831303" y="27330000"/>
            <a:ext cx="12813746" cy="85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50000" rIns="110000" bIns="50000" rtlCol="0" anchor="ctr">
            <a:noAutofit/>
          </a:bodyPr>
          <a:lstStyle/>
          <a:p>
            <a:pPr algn="ctr"/>
            <a:r>
              <a:rPr lang="en-GB" sz="2400" b="0" dirty="0">
                <a:solidFill>
                  <a:srgbClr val="D42E12"/>
                </a:solidFill>
                <a:latin typeface="ShellHeavy"/>
              </a:rPr>
              <a:t>POTENTIAL </a:t>
            </a:r>
            <a:r>
              <a:rPr sz="2400" b="0">
                <a:solidFill>
                  <a:srgbClr val="D42E12"/>
                </a:solidFill>
                <a:latin typeface="ShellHeavy"/>
              </a:rPr>
              <a:t>DESIGN PRINCIPLE  </a:t>
            </a:r>
            <a:r>
              <a:rPr sz="2400" b="0">
                <a:solidFill>
                  <a:srgbClr val="4A4A4A"/>
                </a:solidFill>
                <a:latin typeface="ShellMedium"/>
              </a:rPr>
              <a:t>Better input structure improves output consistency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5841303" y="28430000"/>
            <a:ext cx="4090000" cy="285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70000" rIns="100000" bIns="70000" rtlCol="0" anchor="ctr">
            <a:noAutofit/>
          </a:bodyPr>
          <a:lstStyle/>
          <a:p>
            <a:pPr algn="ctr">
              <a:spcAft>
                <a:spcPts val="196"/>
              </a:spcAft>
            </a:pPr>
            <a:r>
              <a:rPr sz="2400" b="0" dirty="0">
                <a:solidFill>
                  <a:srgbClr val="D42E12"/>
                </a:solidFill>
                <a:latin typeface="ShellHeavy"/>
              </a:rPr>
              <a:t>TAG THE DATA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dirty="0">
                <a:solidFill>
                  <a:srgbClr val="4A4A4A"/>
                </a:solidFill>
                <a:latin typeface="ShellMedium"/>
              </a:rPr>
              <a:t>Extend </a:t>
            </a:r>
            <a:r>
              <a:rPr sz="2100" b="0" dirty="0" err="1">
                <a:solidFill>
                  <a:srgbClr val="4A4A4A"/>
                </a:solidFill>
                <a:latin typeface="ShellMedium"/>
              </a:rPr>
              <a:t>iXBRL</a:t>
            </a:r>
            <a:r>
              <a:rPr sz="2100" b="0" dirty="0">
                <a:solidFill>
                  <a:srgbClr val="4A4A4A"/>
                </a:solidFill>
                <a:latin typeface="ShellMedium"/>
              </a:rPr>
              <a:t> and metadata</a:t>
            </a:r>
            <a:r>
              <a:rPr lang="en-GB" sz="2100" b="0" dirty="0">
                <a:solidFill>
                  <a:srgbClr val="4A4A4A"/>
                </a:solidFill>
                <a:latin typeface="ShellMedium"/>
              </a:rPr>
              <a:t> embedding </a:t>
            </a:r>
            <a:r>
              <a:rPr sz="2100" b="0" dirty="0">
                <a:solidFill>
                  <a:srgbClr val="4A4A4A"/>
                </a:solidFill>
                <a:latin typeface="ShellMedium"/>
              </a:rPr>
              <a:t>beyond the annual report</a:t>
            </a:r>
            <a:endParaRPr lang="en-GB" sz="2100" dirty="0">
              <a:solidFill>
                <a:srgbClr val="4A4A4A"/>
              </a:solidFill>
              <a:latin typeface="ShellMedium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GB" sz="2100" b="0" dirty="0">
              <a:solidFill>
                <a:srgbClr val="4A4A4A"/>
              </a:solidFill>
              <a:latin typeface="ShellMedium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2100" b="0" dirty="0">
              <a:solidFill>
                <a:srgbClr val="4A4A4A"/>
              </a:solidFill>
              <a:latin typeface="ShellMedium"/>
            </a:endParaRPr>
          </a:p>
        </p:txBody>
      </p:sp>
      <p:sp>
        <p:nvSpPr>
          <p:cNvPr id="197" name="Rectangle 196"/>
          <p:cNvSpPr/>
          <p:nvPr/>
        </p:nvSpPr>
        <p:spPr>
          <a:xfrm>
            <a:off x="20181303" y="28430000"/>
            <a:ext cx="4090000" cy="285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70000" rIns="100000" bIns="70000" rtlCol="0" anchor="ctr">
            <a:noAutofit/>
          </a:bodyPr>
          <a:lstStyle/>
          <a:p>
            <a:pPr algn="ctr">
              <a:spcAft>
                <a:spcPts val="196"/>
              </a:spcAft>
            </a:pPr>
            <a:r>
              <a:rPr lang="en-GB" sz="2400" dirty="0">
                <a:solidFill>
                  <a:srgbClr val="D42E12"/>
                </a:solidFill>
                <a:latin typeface="ShellHeavy"/>
              </a:rPr>
              <a:t>STRUCTURE MODELLING GUIDANCE</a:t>
            </a:r>
          </a:p>
          <a:p>
            <a:pPr algn="ctr"/>
            <a:r>
              <a:rPr lang="en-GB" sz="2100" dirty="0">
                <a:solidFill>
                  <a:srgbClr val="4A4A4A"/>
                </a:solidFill>
                <a:latin typeface="ShellMedium"/>
              </a:rPr>
              <a:t>Provide existing cash-flow walks, targets and sensitivities in machine-readable </a:t>
            </a:r>
            <a:r>
              <a:rPr lang="en-GB" sz="2100" dirty="0" err="1">
                <a:solidFill>
                  <a:srgbClr val="4A4A4A"/>
                </a:solidFill>
                <a:latin typeface="ShellMedium"/>
              </a:rPr>
              <a:t>csvs</a:t>
            </a:r>
            <a:r>
              <a:rPr lang="en-GB" sz="2100" dirty="0">
                <a:solidFill>
                  <a:srgbClr val="4A4A4A"/>
                </a:solidFill>
                <a:latin typeface="ShellMedium"/>
              </a:rPr>
              <a:t>, tables or API-hosted libraries.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24521303" y="28430000"/>
            <a:ext cx="4090000" cy="285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000" tIns="70000" rIns="100000" bIns="70000" rtlCol="0" anchor="ctr">
            <a:noAutofit/>
          </a:bodyPr>
          <a:lstStyle/>
          <a:p>
            <a:pPr algn="ctr">
              <a:spcAft>
                <a:spcPts val="196"/>
              </a:spcAft>
            </a:pPr>
            <a:r>
              <a:rPr sz="2400" b="0">
                <a:solidFill>
                  <a:srgbClr val="D42E12"/>
                </a:solidFill>
                <a:latin typeface="ShellHeavy"/>
              </a:rPr>
              <a:t>PRESERVE </a:t>
            </a:r>
            <a:r>
              <a:rPr lang="en-GB" sz="2400" b="0" dirty="0">
                <a:solidFill>
                  <a:srgbClr val="D42E12"/>
                </a:solidFill>
                <a:latin typeface="ShellHeavy"/>
              </a:rPr>
              <a:t>DATA CONTINUITY</a:t>
            </a:r>
            <a:endParaRPr sz="2400" b="0">
              <a:solidFill>
                <a:srgbClr val="D42E12"/>
              </a:solidFill>
              <a:latin typeface="ShellHeavy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4A4A4A"/>
                </a:solidFill>
                <a:latin typeface="ShellMedium"/>
              </a:rPr>
              <a:t>Release restated historical series in structured formats when segments </a:t>
            </a:r>
            <a:r>
              <a:rPr lang="en-GB" sz="2100" b="0" dirty="0">
                <a:solidFill>
                  <a:srgbClr val="4A4A4A"/>
                </a:solidFill>
                <a:latin typeface="ShellMedium"/>
              </a:rPr>
              <a:t>/ logic </a:t>
            </a:r>
            <a:r>
              <a:rPr sz="2100" b="0">
                <a:solidFill>
                  <a:srgbClr val="4A4A4A"/>
                </a:solidFill>
                <a:latin typeface="ShellMedium"/>
              </a:rPr>
              <a:t>change</a:t>
            </a:r>
            <a:endParaRPr lang="en-GB" sz="2100" b="0" dirty="0">
              <a:solidFill>
                <a:srgbClr val="4A4A4A"/>
              </a:solidFill>
              <a:latin typeface="ShellMedium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GB" sz="2100" dirty="0">
              <a:solidFill>
                <a:srgbClr val="4A4A4A"/>
              </a:solidFill>
              <a:latin typeface="ShellMedium"/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15881303" y="31648897"/>
            <a:ext cx="12534981" cy="6982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GB" sz="2500" dirty="0">
                <a:solidFill>
                  <a:srgbClr val="D42E12"/>
                </a:solidFill>
                <a:latin typeface="ShellHeavy"/>
              </a:rPr>
              <a:t>OPPORTUNITY  </a:t>
            </a:r>
            <a:r>
              <a:rPr lang="en-GB" sz="2500" dirty="0"/>
              <a:t>Help investors and AI systems interpret Shell’s financial logic consistently, and extend the same structured approach to ETS, scenarios and strategy papers</a:t>
            </a:r>
            <a:endParaRPr lang="en-GB" sz="2500" dirty="0">
              <a:solidFill>
                <a:srgbClr val="4A4A4A"/>
              </a:solidFill>
              <a:latin typeface="ShellMedium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B17CD9-48BD-2716-1E27-42A1DBD93D16}"/>
              </a:ext>
            </a:extLst>
          </p:cNvPr>
          <p:cNvSpPr txBox="1"/>
          <p:nvPr/>
        </p:nvSpPr>
        <p:spPr>
          <a:xfrm>
            <a:off x="1505902" y="25068562"/>
            <a:ext cx="13010197" cy="14890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GB" sz="2800" dirty="0">
                <a:solidFill>
                  <a:srgbClr val="D42E12"/>
                </a:solidFill>
                <a:latin typeface="ShellBook" panose="00000500000000000000" pitchFamily="2" charset="0"/>
              </a:rPr>
              <a:t>Note: </a:t>
            </a:r>
            <a:r>
              <a:rPr lang="en-GB" sz="2800" dirty="0">
                <a:latin typeface="ShellBook" panose="00000500000000000000" pitchFamily="2" charset="0"/>
              </a:rPr>
              <a:t>the initial requested solution by the business was using a multi-agent approach using several LLMs with an aggregation layer to mitigate individual model weaknesses and biases.</a:t>
            </a:r>
            <a:endParaRPr sz="2800" b="0" dirty="0">
              <a:solidFill>
                <a:srgbClr val="4A4A4A"/>
              </a:solidFill>
              <a:latin typeface="ShellBook" panose="00000500000000000000" pitchFamily="2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0162601-FFF7-E012-EE41-72736BD58AF8}"/>
              </a:ext>
            </a:extLst>
          </p:cNvPr>
          <p:cNvGrpSpPr/>
          <p:nvPr/>
        </p:nvGrpSpPr>
        <p:grpSpPr>
          <a:xfrm>
            <a:off x="2345727" y="18543222"/>
            <a:ext cx="11207262" cy="5678576"/>
            <a:chOff x="2332892" y="19045158"/>
            <a:chExt cx="11207262" cy="567857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AE757B5-E709-49B2-FBD3-B1314ED88DBA}"/>
                </a:ext>
              </a:extLst>
            </p:cNvPr>
            <p:cNvGrpSpPr/>
            <p:nvPr/>
          </p:nvGrpSpPr>
          <p:grpSpPr>
            <a:xfrm>
              <a:off x="2654958" y="22878335"/>
              <a:ext cx="969264" cy="969264"/>
              <a:chOff x="1602582" y="21205862"/>
              <a:chExt cx="969264" cy="969264"/>
            </a:xfrm>
          </p:grpSpPr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5840A33D-B1FC-86B6-D734-39E4331947DC}"/>
                  </a:ext>
                </a:extLst>
              </p:cNvPr>
              <p:cNvSpPr/>
              <p:nvPr/>
            </p:nvSpPr>
            <p:spPr>
              <a:xfrm>
                <a:off x="1602582" y="21205862"/>
                <a:ext cx="969264" cy="969264"/>
              </a:xfrm>
              <a:prstGeom prst="ellipse">
                <a:avLst/>
              </a:prstGeom>
              <a:solidFill>
                <a:srgbClr val="2F3033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45" name="Picture 144" descr="image.png">
                <a:extLst>
                  <a:ext uri="{FF2B5EF4-FFF2-40B4-BE49-F238E27FC236}">
                    <a16:creationId xmlns:a16="http://schemas.microsoft.com/office/drawing/2014/main" id="{EC6FBA05-8608-6727-FF39-C0F53F5326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44898" y="21448178"/>
                <a:ext cx="484632" cy="484632"/>
              </a:xfrm>
              <a:prstGeom prst="rect">
                <a:avLst/>
              </a:prstGeom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2DB64BC-8B97-63A2-887A-4DE7618636D0}"/>
                </a:ext>
              </a:extLst>
            </p:cNvPr>
            <p:cNvGrpSpPr/>
            <p:nvPr/>
          </p:nvGrpSpPr>
          <p:grpSpPr>
            <a:xfrm>
              <a:off x="5871452" y="22878335"/>
              <a:ext cx="969264" cy="969264"/>
              <a:chOff x="1602582" y="21205862"/>
              <a:chExt cx="969264" cy="969264"/>
            </a:xfrm>
          </p:grpSpPr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5DA5F4F3-CC4E-D3E1-4BE0-3A007ABCFFAA}"/>
                  </a:ext>
                </a:extLst>
              </p:cNvPr>
              <p:cNvSpPr/>
              <p:nvPr/>
            </p:nvSpPr>
            <p:spPr>
              <a:xfrm>
                <a:off x="1602582" y="21205862"/>
                <a:ext cx="969264" cy="969264"/>
              </a:xfrm>
              <a:prstGeom prst="ellipse">
                <a:avLst/>
              </a:prstGeom>
              <a:solidFill>
                <a:srgbClr val="2F3033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43" name="Picture 142" descr="image.png">
                <a:extLst>
                  <a:ext uri="{FF2B5EF4-FFF2-40B4-BE49-F238E27FC236}">
                    <a16:creationId xmlns:a16="http://schemas.microsoft.com/office/drawing/2014/main" id="{1485B29C-C707-8A15-A3B4-CB7D984FDD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44898" y="21448178"/>
                <a:ext cx="484632" cy="484632"/>
              </a:xfrm>
              <a:prstGeom prst="rect">
                <a:avLst/>
              </a:prstGeom>
            </p:spPr>
          </p:pic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A1BB968-2C09-7F01-7F5D-205A6D3DBD97}"/>
                </a:ext>
              </a:extLst>
            </p:cNvPr>
            <p:cNvGrpSpPr/>
            <p:nvPr/>
          </p:nvGrpSpPr>
          <p:grpSpPr>
            <a:xfrm>
              <a:off x="4263205" y="22878335"/>
              <a:ext cx="969264" cy="969264"/>
              <a:chOff x="1602582" y="21205862"/>
              <a:chExt cx="969264" cy="969264"/>
            </a:xfrm>
          </p:grpSpPr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F486C6D6-B22D-DB20-20C9-754BBD8BA7E4}"/>
                  </a:ext>
                </a:extLst>
              </p:cNvPr>
              <p:cNvSpPr/>
              <p:nvPr/>
            </p:nvSpPr>
            <p:spPr>
              <a:xfrm>
                <a:off x="1602582" y="21205862"/>
                <a:ext cx="969264" cy="969264"/>
              </a:xfrm>
              <a:prstGeom prst="ellipse">
                <a:avLst/>
              </a:prstGeom>
              <a:solidFill>
                <a:srgbClr val="2F3033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41" name="Picture 140" descr="image.png">
                <a:extLst>
                  <a:ext uri="{FF2B5EF4-FFF2-40B4-BE49-F238E27FC236}">
                    <a16:creationId xmlns:a16="http://schemas.microsoft.com/office/drawing/2014/main" id="{47E705AF-CB9D-7DF1-5167-C6D612EB35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44898" y="21448178"/>
                <a:ext cx="484632" cy="484632"/>
              </a:xfrm>
              <a:prstGeom prst="rect">
                <a:avLst/>
              </a:prstGeom>
            </p:spPr>
          </p:pic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C90BFD6-5219-F4DE-9E14-C75DCE65FF1B}"/>
                </a:ext>
              </a:extLst>
            </p:cNvPr>
            <p:cNvGrpSpPr/>
            <p:nvPr/>
          </p:nvGrpSpPr>
          <p:grpSpPr>
            <a:xfrm>
              <a:off x="7491807" y="22878335"/>
              <a:ext cx="969264" cy="969264"/>
              <a:chOff x="1602582" y="21205862"/>
              <a:chExt cx="969264" cy="969264"/>
            </a:xfrm>
          </p:grpSpPr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DEEB1A31-69E9-5864-F2B8-6B923A858891}"/>
                  </a:ext>
                </a:extLst>
              </p:cNvPr>
              <p:cNvSpPr/>
              <p:nvPr/>
            </p:nvSpPr>
            <p:spPr>
              <a:xfrm>
                <a:off x="1602582" y="21205862"/>
                <a:ext cx="969264" cy="969264"/>
              </a:xfrm>
              <a:prstGeom prst="ellipse">
                <a:avLst/>
              </a:prstGeom>
              <a:solidFill>
                <a:srgbClr val="2F3033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36" name="Picture 135" descr="image.png">
                <a:extLst>
                  <a:ext uri="{FF2B5EF4-FFF2-40B4-BE49-F238E27FC236}">
                    <a16:creationId xmlns:a16="http://schemas.microsoft.com/office/drawing/2014/main" id="{F749F59B-CD47-69F2-55C9-6DA07D9D31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44898" y="21448178"/>
                <a:ext cx="484632" cy="484632"/>
              </a:xfrm>
              <a:prstGeom prst="rect">
                <a:avLst/>
              </a:prstGeom>
            </p:spPr>
          </p:pic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F563875-89AB-A075-BE42-0B7E3FECBBAD}"/>
                </a:ext>
              </a:extLst>
            </p:cNvPr>
            <p:cNvGrpSpPr/>
            <p:nvPr/>
          </p:nvGrpSpPr>
          <p:grpSpPr>
            <a:xfrm>
              <a:off x="12304441" y="22878335"/>
              <a:ext cx="969264" cy="969264"/>
              <a:chOff x="1602582" y="21205862"/>
              <a:chExt cx="969264" cy="969264"/>
            </a:xfrm>
          </p:grpSpPr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AC2784FF-D824-90DC-2CCE-7154B0706AE7}"/>
                  </a:ext>
                </a:extLst>
              </p:cNvPr>
              <p:cNvSpPr/>
              <p:nvPr/>
            </p:nvSpPr>
            <p:spPr>
              <a:xfrm>
                <a:off x="1602582" y="21205862"/>
                <a:ext cx="969264" cy="969264"/>
              </a:xfrm>
              <a:prstGeom prst="ellipse">
                <a:avLst/>
              </a:prstGeom>
              <a:solidFill>
                <a:srgbClr val="2F3033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32" name="Picture 131" descr="image.png">
                <a:extLst>
                  <a:ext uri="{FF2B5EF4-FFF2-40B4-BE49-F238E27FC236}">
                    <a16:creationId xmlns:a16="http://schemas.microsoft.com/office/drawing/2014/main" id="{969489BB-9D23-E971-4F6C-84EE43FCEA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44898" y="21448178"/>
                <a:ext cx="484632" cy="484632"/>
              </a:xfrm>
              <a:prstGeom prst="rect">
                <a:avLst/>
              </a:prstGeom>
            </p:spPr>
          </p:pic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5FF3098-7027-9704-6297-535FCA3DC89F}"/>
                </a:ext>
              </a:extLst>
            </p:cNvPr>
            <p:cNvGrpSpPr/>
            <p:nvPr/>
          </p:nvGrpSpPr>
          <p:grpSpPr>
            <a:xfrm>
              <a:off x="9087946" y="22878335"/>
              <a:ext cx="969264" cy="969264"/>
              <a:chOff x="1602582" y="21205862"/>
              <a:chExt cx="969264" cy="969264"/>
            </a:xfrm>
          </p:grpSpPr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3050777D-CD47-5CB4-47C6-EB8CED463B6E}"/>
                  </a:ext>
                </a:extLst>
              </p:cNvPr>
              <p:cNvSpPr/>
              <p:nvPr/>
            </p:nvSpPr>
            <p:spPr>
              <a:xfrm>
                <a:off x="1602582" y="21205862"/>
                <a:ext cx="969264" cy="969264"/>
              </a:xfrm>
              <a:prstGeom prst="ellipse">
                <a:avLst/>
              </a:prstGeom>
              <a:solidFill>
                <a:srgbClr val="2F3033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28" name="Picture 127" descr="image.png">
                <a:extLst>
                  <a:ext uri="{FF2B5EF4-FFF2-40B4-BE49-F238E27FC236}">
                    <a16:creationId xmlns:a16="http://schemas.microsoft.com/office/drawing/2014/main" id="{312936F8-2A64-510F-C10E-80224B79FB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44898" y="21448178"/>
                <a:ext cx="484632" cy="484632"/>
              </a:xfrm>
              <a:prstGeom prst="rect">
                <a:avLst/>
              </a:prstGeom>
            </p:spPr>
          </p:pic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7A46685-B79A-8F46-E504-1BBB3048D834}"/>
                </a:ext>
              </a:extLst>
            </p:cNvPr>
            <p:cNvGrpSpPr/>
            <p:nvPr/>
          </p:nvGrpSpPr>
          <p:grpSpPr>
            <a:xfrm>
              <a:off x="10696193" y="22878335"/>
              <a:ext cx="969264" cy="969264"/>
              <a:chOff x="1602582" y="21205862"/>
              <a:chExt cx="969264" cy="969264"/>
            </a:xfrm>
          </p:grpSpPr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CC189303-F917-317A-D87F-98C492D4C127}"/>
                  </a:ext>
                </a:extLst>
              </p:cNvPr>
              <p:cNvSpPr/>
              <p:nvPr/>
            </p:nvSpPr>
            <p:spPr>
              <a:xfrm>
                <a:off x="1602582" y="21205862"/>
                <a:ext cx="969264" cy="969264"/>
              </a:xfrm>
              <a:prstGeom prst="ellipse">
                <a:avLst/>
              </a:prstGeom>
              <a:solidFill>
                <a:srgbClr val="2F3033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25" name="Picture 124" descr="image.png">
                <a:extLst>
                  <a:ext uri="{FF2B5EF4-FFF2-40B4-BE49-F238E27FC236}">
                    <a16:creationId xmlns:a16="http://schemas.microsoft.com/office/drawing/2014/main" id="{4E358A3B-0BB8-8E4E-DDE6-66815A4450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44898" y="21448178"/>
                <a:ext cx="484632" cy="484632"/>
              </a:xfrm>
              <a:prstGeom prst="rect">
                <a:avLst/>
              </a:prstGeom>
            </p:spPr>
          </p:pic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EC8B7AB-27F3-601C-252E-081EED8CC1B3}"/>
                </a:ext>
              </a:extLst>
            </p:cNvPr>
            <p:cNvSpPr txBox="1"/>
            <p:nvPr/>
          </p:nvSpPr>
          <p:spPr>
            <a:xfrm>
              <a:off x="2461941" y="23990319"/>
              <a:ext cx="1312046" cy="64633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z="2100" b="1" dirty="0">
                  <a:solidFill>
                    <a:srgbClr val="2F3033"/>
                  </a:solidFill>
                  <a:latin typeface="Aptos Display"/>
                </a:rPr>
                <a:t>Briefing </a:t>
              </a:r>
              <a:br>
                <a:rPr lang="en-GB" sz="2100" b="1" dirty="0">
                  <a:solidFill>
                    <a:srgbClr val="2F3033"/>
                  </a:solidFill>
                  <a:latin typeface="Aptos Display"/>
                </a:rPr>
              </a:br>
              <a:r>
                <a:rPr lang="en-GB" sz="2100" b="1" dirty="0">
                  <a:solidFill>
                    <a:srgbClr val="2F3033"/>
                  </a:solidFill>
                  <a:latin typeface="Aptos Display"/>
                </a:rPr>
                <a:t>Book</a:t>
              </a:r>
              <a:endParaRPr sz="2100" b="1" dirty="0">
                <a:solidFill>
                  <a:srgbClr val="2F3033"/>
                </a:solidFill>
                <a:latin typeface="Aptos Display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625023B-8EB0-DFAD-2F69-21B6E40420E9}"/>
                </a:ext>
              </a:extLst>
            </p:cNvPr>
            <p:cNvSpPr txBox="1"/>
            <p:nvPr/>
          </p:nvSpPr>
          <p:spPr>
            <a:xfrm>
              <a:off x="4115429" y="23990319"/>
              <a:ext cx="1312046" cy="64633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z="2100" b="1" dirty="0">
                  <a:solidFill>
                    <a:srgbClr val="2F3033"/>
                  </a:solidFill>
                  <a:latin typeface="Aptos Display"/>
                </a:rPr>
                <a:t>Analyst Reports</a:t>
              </a:r>
              <a:endParaRPr sz="2100" b="1" dirty="0">
                <a:solidFill>
                  <a:srgbClr val="2F3033"/>
                </a:solidFill>
                <a:latin typeface="Aptos Display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8E976CC-81C3-5849-FD8A-1907ED433005}"/>
                </a:ext>
              </a:extLst>
            </p:cNvPr>
            <p:cNvSpPr txBox="1"/>
            <p:nvPr/>
          </p:nvSpPr>
          <p:spPr>
            <a:xfrm>
              <a:off x="5768917" y="24151902"/>
              <a:ext cx="1312046" cy="32316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z="2100" b="1" dirty="0">
                  <a:solidFill>
                    <a:srgbClr val="2F3033"/>
                  </a:solidFill>
                  <a:latin typeface="Aptos Display"/>
                </a:rPr>
                <a:t>LOTUS</a:t>
              </a:r>
              <a:endParaRPr sz="2100" b="1" dirty="0">
                <a:solidFill>
                  <a:srgbClr val="2F3033"/>
                </a:solidFill>
                <a:latin typeface="Aptos Display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1AA837E-93D3-923D-4FEC-77316E49C4A9}"/>
                </a:ext>
              </a:extLst>
            </p:cNvPr>
            <p:cNvSpPr txBox="1"/>
            <p:nvPr/>
          </p:nvSpPr>
          <p:spPr>
            <a:xfrm>
              <a:off x="7422405" y="23990318"/>
              <a:ext cx="1140655" cy="64633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z="2100" b="1" dirty="0">
                  <a:solidFill>
                    <a:srgbClr val="2F3033"/>
                  </a:solidFill>
                  <a:latin typeface="Aptos Display"/>
                </a:rPr>
                <a:t>RAC Packs</a:t>
              </a:r>
              <a:endParaRPr sz="2100" b="1" dirty="0">
                <a:solidFill>
                  <a:srgbClr val="2F3033"/>
                </a:solidFill>
                <a:latin typeface="Aptos Display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C0AB8A5-75DD-05C7-DF77-2DA7B0A37B67}"/>
                </a:ext>
              </a:extLst>
            </p:cNvPr>
            <p:cNvSpPr txBox="1"/>
            <p:nvPr/>
          </p:nvSpPr>
          <p:spPr>
            <a:xfrm>
              <a:off x="8904502" y="24151902"/>
              <a:ext cx="1289921" cy="32316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z="2100" b="1" dirty="0">
                  <a:solidFill>
                    <a:srgbClr val="2F3033"/>
                  </a:solidFill>
                  <a:latin typeface="Aptos Display"/>
                </a:rPr>
                <a:t>Transcripts</a:t>
              </a:r>
              <a:endParaRPr sz="2100" b="1" dirty="0">
                <a:solidFill>
                  <a:srgbClr val="2F3033"/>
                </a:solidFill>
                <a:latin typeface="Aptos Display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D360A88-A642-20F4-7AD6-43FA3E54EC9F}"/>
                </a:ext>
              </a:extLst>
            </p:cNvPr>
            <p:cNvSpPr txBox="1"/>
            <p:nvPr/>
          </p:nvSpPr>
          <p:spPr>
            <a:xfrm>
              <a:off x="10535864" y="23949027"/>
              <a:ext cx="1289921" cy="64633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z="2100" b="1" dirty="0">
                  <a:solidFill>
                    <a:srgbClr val="2F3033"/>
                  </a:solidFill>
                  <a:latin typeface="Aptos Display"/>
                </a:rPr>
                <a:t>Morning</a:t>
              </a:r>
            </a:p>
            <a:p>
              <a:pPr algn="ctr">
                <a:lnSpc>
                  <a:spcPct val="100000"/>
                </a:lnSpc>
              </a:pPr>
              <a:r>
                <a:rPr lang="en-GB" sz="2100" b="1" dirty="0">
                  <a:solidFill>
                    <a:srgbClr val="2F3033"/>
                  </a:solidFill>
                  <a:latin typeface="Aptos Display"/>
                </a:rPr>
                <a:t>Briefs</a:t>
              </a:r>
              <a:endParaRPr sz="2100" b="1" dirty="0">
                <a:solidFill>
                  <a:srgbClr val="2F3033"/>
                </a:solidFill>
                <a:latin typeface="Aptos Display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008840F-EC68-35A9-F476-B1F31BA16DD5}"/>
                </a:ext>
              </a:extLst>
            </p:cNvPr>
            <p:cNvSpPr txBox="1"/>
            <p:nvPr/>
          </p:nvSpPr>
          <p:spPr>
            <a:xfrm>
              <a:off x="12144112" y="23942831"/>
              <a:ext cx="1289921" cy="64633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z="2100" b="1" dirty="0">
                  <a:solidFill>
                    <a:srgbClr val="2F3033"/>
                  </a:solidFill>
                  <a:latin typeface="Aptos Display"/>
                </a:rPr>
                <a:t>Quarterly Reporting</a:t>
              </a:r>
              <a:endParaRPr sz="2100" b="1" dirty="0">
                <a:solidFill>
                  <a:srgbClr val="2F3033"/>
                </a:solidFill>
                <a:latin typeface="Aptos Display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56BE153-DE36-A1AA-7E18-D87B9EF629F2}"/>
                </a:ext>
              </a:extLst>
            </p:cNvPr>
            <p:cNvGrpSpPr/>
            <p:nvPr/>
          </p:nvGrpSpPr>
          <p:grpSpPr>
            <a:xfrm>
              <a:off x="7495997" y="20918312"/>
              <a:ext cx="969264" cy="969264"/>
              <a:chOff x="13780355" y="20949802"/>
              <a:chExt cx="969264" cy="969264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F9D591F2-798F-FFD0-4869-2D03C9D5E2E2}"/>
                  </a:ext>
                </a:extLst>
              </p:cNvPr>
              <p:cNvSpPr/>
              <p:nvPr/>
            </p:nvSpPr>
            <p:spPr>
              <a:xfrm>
                <a:off x="13780355" y="20949802"/>
                <a:ext cx="969264" cy="969264"/>
              </a:xfrm>
              <a:prstGeom prst="ellipse">
                <a:avLst/>
              </a:prstGeom>
              <a:solidFill>
                <a:srgbClr val="009EB4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21" name="Graphic 120" descr="Artificial Intelligence outline">
                <a:extLst>
                  <a:ext uri="{FF2B5EF4-FFF2-40B4-BE49-F238E27FC236}">
                    <a16:creationId xmlns:a16="http://schemas.microsoft.com/office/drawing/2014/main" id="{D3867A21-3760-EB67-DF33-7B33E49DA5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3898038" y="21067485"/>
                <a:ext cx="733899" cy="733899"/>
              </a:xfrm>
              <a:prstGeom prst="rect">
                <a:avLst/>
              </a:prstGeom>
            </p:spPr>
          </p:pic>
        </p:grpSp>
        <p:cxnSp>
          <p:nvCxnSpPr>
            <p:cNvPr id="44" name="Connector: Elbow 43">
              <a:extLst>
                <a:ext uri="{FF2B5EF4-FFF2-40B4-BE49-F238E27FC236}">
                  <a16:creationId xmlns:a16="http://schemas.microsoft.com/office/drawing/2014/main" id="{344EF299-180A-20A4-3599-9C4C369158A6}"/>
                </a:ext>
              </a:extLst>
            </p:cNvPr>
            <p:cNvCxnSpPr>
              <a:cxnSpLocks/>
              <a:stCxn id="142" idx="0"/>
              <a:endCxn id="120" idx="4"/>
            </p:cNvCxnSpPr>
            <p:nvPr/>
          </p:nvCxnSpPr>
          <p:spPr>
            <a:xfrm rot="5400000" flipH="1" flipV="1">
              <a:off x="6672977" y="21570684"/>
              <a:ext cx="990759" cy="1624545"/>
            </a:xfrm>
            <a:prstGeom prst="bentConnector3">
              <a:avLst>
                <a:gd name="adj1" fmla="val 4645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: Elbow 44">
              <a:extLst>
                <a:ext uri="{FF2B5EF4-FFF2-40B4-BE49-F238E27FC236}">
                  <a16:creationId xmlns:a16="http://schemas.microsoft.com/office/drawing/2014/main" id="{A7987C64-F959-D639-0F96-A7F1BFADA5EE}"/>
                </a:ext>
              </a:extLst>
            </p:cNvPr>
            <p:cNvCxnSpPr>
              <a:cxnSpLocks/>
              <a:stCxn id="140" idx="0"/>
            </p:cNvCxnSpPr>
            <p:nvPr/>
          </p:nvCxnSpPr>
          <p:spPr>
            <a:xfrm rot="5400000" flipH="1" flipV="1">
              <a:off x="6087357" y="21061177"/>
              <a:ext cx="477638" cy="3156678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1228C570-EAFA-660C-0915-7ADABF2E8EE8}"/>
                </a:ext>
              </a:extLst>
            </p:cNvPr>
            <p:cNvCxnSpPr>
              <a:cxnSpLocks/>
              <a:stCxn id="144" idx="0"/>
            </p:cNvCxnSpPr>
            <p:nvPr/>
          </p:nvCxnSpPr>
          <p:spPr>
            <a:xfrm rot="5400000" flipH="1" flipV="1">
              <a:off x="5319195" y="20221092"/>
              <a:ext cx="477638" cy="4836849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9985986C-378A-FE5D-CB0F-1A1A10C48C0A}"/>
                </a:ext>
              </a:extLst>
            </p:cNvPr>
            <p:cNvCxnSpPr>
              <a:stCxn id="126" idx="0"/>
            </p:cNvCxnSpPr>
            <p:nvPr/>
          </p:nvCxnSpPr>
          <p:spPr>
            <a:xfrm rot="16200000" flipV="1">
              <a:off x="8543264" y="21849021"/>
              <a:ext cx="477638" cy="1580990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: Elbow 49">
              <a:extLst>
                <a:ext uri="{FF2B5EF4-FFF2-40B4-BE49-F238E27FC236}">
                  <a16:creationId xmlns:a16="http://schemas.microsoft.com/office/drawing/2014/main" id="{7D44F03A-0841-6219-B781-981938477B9A}"/>
                </a:ext>
              </a:extLst>
            </p:cNvPr>
            <p:cNvCxnSpPr>
              <a:cxnSpLocks/>
              <a:stCxn id="123" idx="0"/>
            </p:cNvCxnSpPr>
            <p:nvPr/>
          </p:nvCxnSpPr>
          <p:spPr>
            <a:xfrm rot="16200000" flipV="1">
              <a:off x="10132104" y="21829613"/>
              <a:ext cx="477638" cy="1619805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: Elbow 61">
              <a:extLst>
                <a:ext uri="{FF2B5EF4-FFF2-40B4-BE49-F238E27FC236}">
                  <a16:creationId xmlns:a16="http://schemas.microsoft.com/office/drawing/2014/main" id="{686703AB-56C1-B4E9-B044-9323D59924B6}"/>
                </a:ext>
              </a:extLst>
            </p:cNvPr>
            <p:cNvCxnSpPr>
              <a:stCxn id="130" idx="0"/>
            </p:cNvCxnSpPr>
            <p:nvPr/>
          </p:nvCxnSpPr>
          <p:spPr>
            <a:xfrm rot="16200000" flipV="1">
              <a:off x="11670074" y="21759335"/>
              <a:ext cx="477639" cy="1760361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2622651-2F2B-F3F4-9987-0F7B33C3DC6C}"/>
                </a:ext>
              </a:extLst>
            </p:cNvPr>
            <p:cNvSpPr txBox="1"/>
            <p:nvPr/>
          </p:nvSpPr>
          <p:spPr>
            <a:xfrm>
              <a:off x="3677589" y="21916175"/>
              <a:ext cx="1319002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500" dirty="0">
                  <a:solidFill>
                    <a:srgbClr val="C00000"/>
                  </a:solidFill>
                  <a:latin typeface="ShellHeavy" panose="00000700000000000000" pitchFamily="50" charset="0"/>
                </a:rPr>
                <a:t>Claude</a:t>
              </a:r>
              <a:endParaRPr lang="en-NL" sz="1500" dirty="0">
                <a:solidFill>
                  <a:schemeClr val="accent2"/>
                </a:solidFill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87581BDB-7562-AB3D-7BE6-9CA773DC12C1}"/>
                </a:ext>
              </a:extLst>
            </p:cNvPr>
            <p:cNvGrpSpPr/>
            <p:nvPr/>
          </p:nvGrpSpPr>
          <p:grpSpPr>
            <a:xfrm>
              <a:off x="9309176" y="20918312"/>
              <a:ext cx="969264" cy="969264"/>
              <a:chOff x="13780355" y="20949802"/>
              <a:chExt cx="969264" cy="969264"/>
            </a:xfrm>
          </p:grpSpPr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A6E4320F-4CB3-DBC2-D05D-B4B26ED39664}"/>
                  </a:ext>
                </a:extLst>
              </p:cNvPr>
              <p:cNvSpPr/>
              <p:nvPr/>
            </p:nvSpPr>
            <p:spPr>
              <a:xfrm>
                <a:off x="13780355" y="20949802"/>
                <a:ext cx="969264" cy="969264"/>
              </a:xfrm>
              <a:prstGeom prst="ellipse">
                <a:avLst/>
              </a:prstGeom>
              <a:solidFill>
                <a:srgbClr val="F496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pic>
            <p:nvPicPr>
              <p:cNvPr id="118" name="Graphic 117" descr="Artificial Intelligence outline">
                <a:extLst>
                  <a:ext uri="{FF2B5EF4-FFF2-40B4-BE49-F238E27FC236}">
                    <a16:creationId xmlns:a16="http://schemas.microsoft.com/office/drawing/2014/main" id="{007AD965-ABD7-747F-4F99-34EBBB4224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3898038" y="21067485"/>
                <a:ext cx="733899" cy="733899"/>
              </a:xfrm>
              <a:prstGeom prst="rect">
                <a:avLst/>
              </a:prstGeom>
            </p:spPr>
          </p:pic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DE531C7F-6599-744C-7118-A53FCC47A83F}"/>
                </a:ext>
              </a:extLst>
            </p:cNvPr>
            <p:cNvGrpSpPr/>
            <p:nvPr/>
          </p:nvGrpSpPr>
          <p:grpSpPr>
            <a:xfrm>
              <a:off x="5688035" y="20918312"/>
              <a:ext cx="969264" cy="969264"/>
              <a:chOff x="13780355" y="20949802"/>
              <a:chExt cx="969264" cy="969264"/>
            </a:xfrm>
          </p:grpSpPr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FC32FBCB-C85D-B7C5-B421-5ABEC5FB7F46}"/>
                  </a:ext>
                </a:extLst>
              </p:cNvPr>
              <p:cNvSpPr/>
              <p:nvPr/>
            </p:nvSpPr>
            <p:spPr>
              <a:xfrm>
                <a:off x="13780355" y="20949802"/>
                <a:ext cx="969264" cy="969264"/>
              </a:xfrm>
              <a:prstGeom prst="ellipse">
                <a:avLst/>
              </a:prstGeom>
              <a:solidFill>
                <a:srgbClr val="F496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16" name="Graphic 115" descr="Artificial Intelligence outline">
                <a:extLst>
                  <a:ext uri="{FF2B5EF4-FFF2-40B4-BE49-F238E27FC236}">
                    <a16:creationId xmlns:a16="http://schemas.microsoft.com/office/drawing/2014/main" id="{6CB6AB87-ACB2-D4FE-3EE8-C974F6D039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3898038" y="21067485"/>
                <a:ext cx="733899" cy="733899"/>
              </a:xfrm>
              <a:prstGeom prst="rect">
                <a:avLst/>
              </a:prstGeom>
            </p:spPr>
          </p:pic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348AF7FB-3DC6-C5D6-D3F7-F2DFFFC59C10}"/>
                </a:ext>
              </a:extLst>
            </p:cNvPr>
            <p:cNvGrpSpPr/>
            <p:nvPr/>
          </p:nvGrpSpPr>
          <p:grpSpPr>
            <a:xfrm>
              <a:off x="3874856" y="20918312"/>
              <a:ext cx="969264" cy="969264"/>
              <a:chOff x="13780355" y="20949802"/>
              <a:chExt cx="969264" cy="969264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FADB964A-222A-C155-B22B-F4A319955437}"/>
                  </a:ext>
                </a:extLst>
              </p:cNvPr>
              <p:cNvSpPr/>
              <p:nvPr/>
            </p:nvSpPr>
            <p:spPr>
              <a:xfrm>
                <a:off x="13780355" y="20949802"/>
                <a:ext cx="969264" cy="969264"/>
              </a:xfrm>
              <a:prstGeom prst="ellipse">
                <a:avLst/>
              </a:prstGeom>
              <a:solidFill>
                <a:srgbClr val="F496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14" name="Graphic 113" descr="Artificial Intelligence outline">
                <a:extLst>
                  <a:ext uri="{FF2B5EF4-FFF2-40B4-BE49-F238E27FC236}">
                    <a16:creationId xmlns:a16="http://schemas.microsoft.com/office/drawing/2014/main" id="{646E635D-182A-1E93-C0BB-94109CF5C2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3898038" y="21067485"/>
                <a:ext cx="733899" cy="733899"/>
              </a:xfrm>
              <a:prstGeom prst="rect">
                <a:avLst/>
              </a:prstGeom>
            </p:spPr>
          </p:pic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EF49813B-B43A-76D5-31B6-5BDE02BFDBB2}"/>
                </a:ext>
              </a:extLst>
            </p:cNvPr>
            <p:cNvGrpSpPr/>
            <p:nvPr/>
          </p:nvGrpSpPr>
          <p:grpSpPr>
            <a:xfrm>
              <a:off x="11122355" y="20918312"/>
              <a:ext cx="969264" cy="969264"/>
              <a:chOff x="13780355" y="20949802"/>
              <a:chExt cx="969264" cy="969264"/>
            </a:xfrm>
          </p:grpSpPr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02C939C5-E9A0-567E-2CF0-43863E21225C}"/>
                  </a:ext>
                </a:extLst>
              </p:cNvPr>
              <p:cNvSpPr/>
              <p:nvPr/>
            </p:nvSpPr>
            <p:spPr>
              <a:xfrm>
                <a:off x="13780355" y="20949802"/>
                <a:ext cx="969264" cy="969264"/>
              </a:xfrm>
              <a:prstGeom prst="ellipse">
                <a:avLst/>
              </a:prstGeom>
              <a:solidFill>
                <a:srgbClr val="F496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pic>
            <p:nvPicPr>
              <p:cNvPr id="111" name="Graphic 110" descr="Artificial Intelligence outline">
                <a:extLst>
                  <a:ext uri="{FF2B5EF4-FFF2-40B4-BE49-F238E27FC236}">
                    <a16:creationId xmlns:a16="http://schemas.microsoft.com/office/drawing/2014/main" id="{7F78C422-A958-A195-BED7-89AE226C30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3898038" y="21067485"/>
                <a:ext cx="733899" cy="733899"/>
              </a:xfrm>
              <a:prstGeom prst="rect">
                <a:avLst/>
              </a:prstGeom>
            </p:spPr>
          </p:pic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782E1ACD-BBBE-CA03-554B-608C6AC696C5}"/>
                </a:ext>
              </a:extLst>
            </p:cNvPr>
            <p:cNvGrpSpPr/>
            <p:nvPr/>
          </p:nvGrpSpPr>
          <p:grpSpPr>
            <a:xfrm>
              <a:off x="7488172" y="19393720"/>
              <a:ext cx="969264" cy="969264"/>
              <a:chOff x="13780355" y="20949802"/>
              <a:chExt cx="969264" cy="969264"/>
            </a:xfrm>
          </p:grpSpPr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0BA1CB18-AAA0-BE7C-8E84-170C4B800C8A}"/>
                  </a:ext>
                </a:extLst>
              </p:cNvPr>
              <p:cNvSpPr/>
              <p:nvPr/>
            </p:nvSpPr>
            <p:spPr>
              <a:xfrm>
                <a:off x="13780355" y="20949802"/>
                <a:ext cx="969264" cy="969264"/>
              </a:xfrm>
              <a:prstGeom prst="ellipse">
                <a:avLst/>
              </a:prstGeom>
              <a:solidFill>
                <a:srgbClr val="F496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08" name="Graphic 107" descr="Artificial Intelligence outline">
                <a:extLst>
                  <a:ext uri="{FF2B5EF4-FFF2-40B4-BE49-F238E27FC236}">
                    <a16:creationId xmlns:a16="http://schemas.microsoft.com/office/drawing/2014/main" id="{C51A8EEE-2208-922C-C8AC-D662478E60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3898038" y="21067485"/>
                <a:ext cx="733899" cy="733899"/>
              </a:xfrm>
              <a:prstGeom prst="rect">
                <a:avLst/>
              </a:prstGeom>
            </p:spPr>
          </p:pic>
        </p:grpSp>
        <p:cxnSp>
          <p:nvCxnSpPr>
            <p:cNvPr id="80" name="Connector: Elbow 79">
              <a:extLst>
                <a:ext uri="{FF2B5EF4-FFF2-40B4-BE49-F238E27FC236}">
                  <a16:creationId xmlns:a16="http://schemas.microsoft.com/office/drawing/2014/main" id="{1FE851C0-212C-B663-2596-D7E8C02D227C}"/>
                </a:ext>
              </a:extLst>
            </p:cNvPr>
            <p:cNvCxnSpPr>
              <a:cxnSpLocks/>
              <a:stCxn id="113" idx="0"/>
              <a:endCxn id="107" idx="4"/>
            </p:cNvCxnSpPr>
            <p:nvPr/>
          </p:nvCxnSpPr>
          <p:spPr>
            <a:xfrm rot="5400000" flipH="1" flipV="1">
              <a:off x="5888482" y="18833990"/>
              <a:ext cx="555328" cy="3613316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id="{6C8BEE75-0B40-0FE6-5095-4DAB1EC5F418}"/>
                </a:ext>
              </a:extLst>
            </p:cNvPr>
            <p:cNvCxnSpPr>
              <a:cxnSpLocks/>
              <a:stCxn id="115" idx="0"/>
              <a:endCxn id="107" idx="4"/>
            </p:cNvCxnSpPr>
            <p:nvPr/>
          </p:nvCxnSpPr>
          <p:spPr>
            <a:xfrm rot="5400000" flipH="1" flipV="1">
              <a:off x="6795071" y="19740580"/>
              <a:ext cx="555328" cy="1800137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: Elbow 83">
              <a:extLst>
                <a:ext uri="{FF2B5EF4-FFF2-40B4-BE49-F238E27FC236}">
                  <a16:creationId xmlns:a16="http://schemas.microsoft.com/office/drawing/2014/main" id="{58A744F1-BF63-BFA7-6475-CB2CB2D9F198}"/>
                </a:ext>
              </a:extLst>
            </p:cNvPr>
            <p:cNvCxnSpPr>
              <a:cxnSpLocks/>
              <a:stCxn id="120" idx="0"/>
              <a:endCxn id="107" idx="4"/>
            </p:cNvCxnSpPr>
            <p:nvPr/>
          </p:nvCxnSpPr>
          <p:spPr>
            <a:xfrm rot="16200000" flipV="1">
              <a:off x="7699053" y="20636735"/>
              <a:ext cx="555328" cy="7825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: Elbow 85">
              <a:extLst>
                <a:ext uri="{FF2B5EF4-FFF2-40B4-BE49-F238E27FC236}">
                  <a16:creationId xmlns:a16="http://schemas.microsoft.com/office/drawing/2014/main" id="{9C447A50-7C83-4151-BD67-84CFB3004B1F}"/>
                </a:ext>
              </a:extLst>
            </p:cNvPr>
            <p:cNvCxnSpPr>
              <a:cxnSpLocks/>
              <a:stCxn id="117" idx="0"/>
              <a:endCxn id="107" idx="4"/>
            </p:cNvCxnSpPr>
            <p:nvPr/>
          </p:nvCxnSpPr>
          <p:spPr>
            <a:xfrm rot="16200000" flipV="1">
              <a:off x="8605642" y="19730146"/>
              <a:ext cx="555328" cy="1821004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: Elbow 87">
              <a:extLst>
                <a:ext uri="{FF2B5EF4-FFF2-40B4-BE49-F238E27FC236}">
                  <a16:creationId xmlns:a16="http://schemas.microsoft.com/office/drawing/2014/main" id="{9DE2F783-2F7F-8651-5884-2785FC970557}"/>
                </a:ext>
              </a:extLst>
            </p:cNvPr>
            <p:cNvCxnSpPr>
              <a:cxnSpLocks/>
              <a:stCxn id="110" idx="0"/>
              <a:endCxn id="107" idx="4"/>
            </p:cNvCxnSpPr>
            <p:nvPr/>
          </p:nvCxnSpPr>
          <p:spPr>
            <a:xfrm rot="16200000" flipV="1">
              <a:off x="9512232" y="18823556"/>
              <a:ext cx="555328" cy="3634183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: Elbow 89">
              <a:extLst>
                <a:ext uri="{FF2B5EF4-FFF2-40B4-BE49-F238E27FC236}">
                  <a16:creationId xmlns:a16="http://schemas.microsoft.com/office/drawing/2014/main" id="{CC69E756-C2B3-2FC6-D86C-830E326A3500}"/>
                </a:ext>
              </a:extLst>
            </p:cNvPr>
            <p:cNvCxnSpPr>
              <a:cxnSpLocks/>
              <a:stCxn id="134" idx="0"/>
              <a:endCxn id="120" idx="4"/>
            </p:cNvCxnSpPr>
            <p:nvPr/>
          </p:nvCxnSpPr>
          <p:spPr>
            <a:xfrm rot="5400000" flipH="1" flipV="1">
              <a:off x="7483155" y="22380861"/>
              <a:ext cx="990759" cy="4190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D3FF68D-92D9-8C43-C7BA-261C8B5FB4D6}"/>
                </a:ext>
              </a:extLst>
            </p:cNvPr>
            <p:cNvSpPr txBox="1"/>
            <p:nvPr/>
          </p:nvSpPr>
          <p:spPr>
            <a:xfrm>
              <a:off x="5506645" y="21916175"/>
              <a:ext cx="1319002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500" dirty="0">
                  <a:solidFill>
                    <a:srgbClr val="C00000"/>
                  </a:solidFill>
                  <a:latin typeface="ShellHeavy" panose="00000700000000000000" pitchFamily="50" charset="0"/>
                </a:rPr>
                <a:t>ChatGPT</a:t>
              </a:r>
              <a:endParaRPr lang="en-NL" sz="1500" dirty="0">
                <a:solidFill>
                  <a:schemeClr val="accent2"/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14DF52FD-FAE0-A026-6E19-A1BE4DC27235}"/>
                </a:ext>
              </a:extLst>
            </p:cNvPr>
            <p:cNvSpPr txBox="1"/>
            <p:nvPr/>
          </p:nvSpPr>
          <p:spPr>
            <a:xfrm>
              <a:off x="9131421" y="21916175"/>
              <a:ext cx="1319002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500" dirty="0">
                  <a:solidFill>
                    <a:srgbClr val="C00000"/>
                  </a:solidFill>
                  <a:latin typeface="ShellHeavy" panose="00000700000000000000" pitchFamily="50" charset="0"/>
                </a:rPr>
                <a:t>Gemini</a:t>
              </a:r>
              <a:endParaRPr lang="en-NL" sz="1500" dirty="0">
                <a:solidFill>
                  <a:schemeClr val="accent2"/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C85005B-5C9D-8D4C-A462-5911BE200662}"/>
                </a:ext>
              </a:extLst>
            </p:cNvPr>
            <p:cNvSpPr txBox="1"/>
            <p:nvPr/>
          </p:nvSpPr>
          <p:spPr>
            <a:xfrm>
              <a:off x="10996732" y="21916175"/>
              <a:ext cx="1319002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500" dirty="0">
                  <a:solidFill>
                    <a:srgbClr val="C00000"/>
                  </a:solidFill>
                  <a:latin typeface="ShellHeavy" panose="00000700000000000000" pitchFamily="50" charset="0"/>
                </a:rPr>
                <a:t>Nova</a:t>
              </a:r>
              <a:endParaRPr lang="en-NL" sz="1500" dirty="0">
                <a:solidFill>
                  <a:schemeClr val="accent2"/>
                </a:solidFill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26F1DB0-BBE5-5A0C-1C5B-06A89B081A0E}"/>
                </a:ext>
              </a:extLst>
            </p:cNvPr>
            <p:cNvSpPr txBox="1"/>
            <p:nvPr/>
          </p:nvSpPr>
          <p:spPr>
            <a:xfrm>
              <a:off x="7308684" y="21916175"/>
              <a:ext cx="1319002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GB" sz="1500" dirty="0">
                  <a:solidFill>
                    <a:srgbClr val="C00000"/>
                  </a:solidFill>
                  <a:latin typeface="ShellHeavy" panose="00000700000000000000" pitchFamily="50" charset="0"/>
                </a:rPr>
                <a:t>Copilot</a:t>
              </a:r>
              <a:endParaRPr lang="en-NL" sz="1500" dirty="0">
                <a:solidFill>
                  <a:schemeClr val="accent2"/>
                </a:solidFill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E666314-307C-1DAD-564E-2AA24C4CEBE1}"/>
                </a:ext>
              </a:extLst>
            </p:cNvPr>
            <p:cNvSpPr txBox="1"/>
            <p:nvPr/>
          </p:nvSpPr>
          <p:spPr>
            <a:xfrm>
              <a:off x="7332086" y="19045158"/>
              <a:ext cx="1319002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GB" sz="1500" dirty="0">
                  <a:solidFill>
                    <a:srgbClr val="C00000"/>
                  </a:solidFill>
                  <a:latin typeface="ShellHeavy" panose="00000700000000000000" pitchFamily="50" charset="0"/>
                </a:rPr>
                <a:t>IR Agent</a:t>
              </a:r>
              <a:endParaRPr lang="en-NL" sz="1500" dirty="0">
                <a:solidFill>
                  <a:schemeClr val="accent2"/>
                </a:solidFill>
              </a:endParaRPr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F615622E-601C-2F40-5F6C-248A4A85DFC4}"/>
                </a:ext>
              </a:extLst>
            </p:cNvPr>
            <p:cNvCxnSpPr>
              <a:cxnSpLocks/>
            </p:cNvCxnSpPr>
            <p:nvPr/>
          </p:nvCxnSpPr>
          <p:spPr>
            <a:xfrm>
              <a:off x="2332892" y="24709757"/>
              <a:ext cx="11207262" cy="0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025A1AC-5E51-99B3-54F1-4AD22D0D35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2892" y="22239340"/>
              <a:ext cx="0" cy="2470417"/>
            </a:xfrm>
            <a:prstGeom prst="line">
              <a:avLst/>
            </a:prstGeom>
            <a:ln w="38100">
              <a:solidFill>
                <a:srgbClr val="D42E1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05D9FC09-699F-7D1D-BCDD-40BF2467FB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40154" y="22239340"/>
              <a:ext cx="0" cy="2484394"/>
            </a:xfrm>
            <a:prstGeom prst="line">
              <a:avLst/>
            </a:prstGeom>
            <a:ln w="38100">
              <a:solidFill>
                <a:srgbClr val="D42E1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A9E1625-83C7-855B-667D-AE9710F62C96}"/>
                </a:ext>
              </a:extLst>
            </p:cNvPr>
            <p:cNvCxnSpPr>
              <a:cxnSpLocks/>
            </p:cNvCxnSpPr>
            <p:nvPr/>
          </p:nvCxnSpPr>
          <p:spPr>
            <a:xfrm>
              <a:off x="7168356" y="20781324"/>
              <a:ext cx="1553613" cy="0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970F7886-C556-9601-8666-BACC80B8C56C}"/>
                </a:ext>
              </a:extLst>
            </p:cNvPr>
            <p:cNvCxnSpPr>
              <a:cxnSpLocks/>
            </p:cNvCxnSpPr>
            <p:nvPr/>
          </p:nvCxnSpPr>
          <p:spPr>
            <a:xfrm>
              <a:off x="2332892" y="22239340"/>
              <a:ext cx="4835464" cy="0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7612AED-BBF5-55FE-E5C0-85C92A653F80}"/>
                </a:ext>
              </a:extLst>
            </p:cNvPr>
            <p:cNvCxnSpPr>
              <a:cxnSpLocks/>
            </p:cNvCxnSpPr>
            <p:nvPr/>
          </p:nvCxnSpPr>
          <p:spPr>
            <a:xfrm>
              <a:off x="8704690" y="22240003"/>
              <a:ext cx="4835464" cy="0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1BB3730D-D939-9CF7-E9A6-7E21ED467B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8356" y="20781324"/>
              <a:ext cx="0" cy="1458016"/>
            </a:xfrm>
            <a:prstGeom prst="line">
              <a:avLst/>
            </a:prstGeom>
            <a:ln w="38100">
              <a:solidFill>
                <a:srgbClr val="D42E1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8ED36F64-03C8-5744-825F-EDE2B6D785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1969" y="20781324"/>
              <a:ext cx="0" cy="1458016"/>
            </a:xfrm>
            <a:prstGeom prst="line">
              <a:avLst/>
            </a:prstGeom>
            <a:ln w="38100">
              <a:solidFill>
                <a:srgbClr val="D42E1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4FC855E8-E816-86D6-6DDA-968D7D63406D}"/>
              </a:ext>
            </a:extLst>
          </p:cNvPr>
          <p:cNvCxnSpPr>
            <a:cxnSpLocks/>
          </p:cNvCxnSpPr>
          <p:nvPr/>
        </p:nvCxnSpPr>
        <p:spPr>
          <a:xfrm>
            <a:off x="6201807" y="24725031"/>
            <a:ext cx="1008266" cy="0"/>
          </a:xfrm>
          <a:prstGeom prst="line">
            <a:avLst/>
          </a:prstGeom>
          <a:ln w="38100">
            <a:solidFill>
              <a:srgbClr val="D42E12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D5539245-77EF-8FFF-8098-51107A287757}"/>
              </a:ext>
            </a:extLst>
          </p:cNvPr>
          <p:cNvSpPr txBox="1"/>
          <p:nvPr/>
        </p:nvSpPr>
        <p:spPr>
          <a:xfrm>
            <a:off x="7379758" y="24428469"/>
            <a:ext cx="4416618" cy="645383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GB" sz="2800" dirty="0">
                <a:latin typeface="ShellBook" panose="00000500000000000000" pitchFamily="2" charset="0"/>
              </a:rPr>
              <a:t>solution proposed by IDT</a:t>
            </a:r>
            <a:endParaRPr sz="2800" b="0" dirty="0">
              <a:latin typeface="ShellBook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4510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hell layouts with footer">
  <a:themeElements>
    <a:clrScheme name="Custom 1">
      <a:dk1>
        <a:srgbClr val="595959"/>
      </a:dk1>
      <a:lt1>
        <a:srgbClr val="FFFFFF"/>
      </a:lt1>
      <a:dk2>
        <a:srgbClr val="EAEAEA"/>
      </a:dk2>
      <a:lt2>
        <a:srgbClr val="CCCCCC"/>
      </a:lt2>
      <a:accent1>
        <a:srgbClr val="F7D117"/>
      </a:accent1>
      <a:accent2>
        <a:srgbClr val="D42E12"/>
      </a:accent2>
      <a:accent3>
        <a:srgbClr val="003882"/>
      </a:accent3>
      <a:accent4>
        <a:srgbClr val="611759"/>
      </a:accent4>
      <a:accent5>
        <a:srgbClr val="00824A"/>
      </a:accent5>
      <a:accent6>
        <a:srgbClr val="DE8703"/>
      </a:accent6>
      <a:hlink>
        <a:srgbClr val="000000"/>
      </a:hlink>
      <a:folHlink>
        <a:srgbClr val="000000"/>
      </a:folHlink>
    </a:clrScheme>
    <a:fontScheme name="Shell - Fonts">
      <a:majorFont>
        <a:latin typeface="Futura Medium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7800" indent="-177800">
          <a:lnSpc>
            <a:spcPct val="113000"/>
          </a:lnSpc>
          <a:spcAft>
            <a:spcPts val="60"/>
          </a:spcAft>
          <a:buFont typeface="Wingdings"/>
          <a:buChar char="n"/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EFSecurityClassificationTaxHTField0 xmlns="http://schemas.microsoft.com/sharepoint/v3">Restricted21aa7f98-4035-4019-a764-107acb7269af</SAEFSecurityClassificationTaxHTField0>
    <TaxCatchAll xmlns="5fe9d420-80f7-4ada-bee1-a7a60088c9b2">
      <Value>1</Value>
    </TaxCatchAll>
    <ice2f7984e9548f9a31773f854109466 xmlns="5fe9d420-80f7-4ada-bee1-a7a60088c9b2">
      <Terms xmlns="http://schemas.microsoft.com/office/infopath/2007/PartnerControls">
        <TermInfo xmlns="http://schemas.microsoft.com/office/infopath/2007/PartnerControls">
          <TermName xmlns="http://schemas.microsoft.com/office/infopath/2007/PartnerControls">Restricted</TermName>
          <TermId xmlns="http://schemas.microsoft.com/office/infopath/2007/PartnerControls">21aa7f98-4035-4019-a764-107acb7269af</TermId>
        </TermInfo>
      </Terms>
    </ice2f7984e9548f9a31773f854109466>
    <_dlc_DocId xmlns="5fe9d420-80f7-4ada-bee1-a7a60088c9b2">UXD4DQ5FARXZ-1534890728-6</_dlc_DocId>
    <_dlc_DocIdUrl xmlns="5fe9d420-80f7-4ada-bee1-a7a60088c9b2">
      <Url>https://eu001-sp.shell.com/sites/SPO002395/_layouts/15/DocIdRedir.aspx?ID=UXD4DQ5FARXZ-1534890728-6</Url>
      <Description>UXD4DQ5FARXZ-1534890728-6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Shell Document" ma:contentTypeID="0x0101006F0A470EEB1140E7AA14F4CE8A50B54C0001CB1477F4DD432AA86DD56CC3887AF400F644A78CBFDAD44983885002DC8B3358" ma:contentTypeVersion="5" ma:contentTypeDescription="Shell Document Content Type" ma:contentTypeScope="" ma:versionID="9972982cb723cf5df02987a4cb397dc7">
  <xsd:schema xmlns:xsd="http://www.w3.org/2001/XMLSchema" xmlns:xs="http://www.w3.org/2001/XMLSchema" xmlns:p="http://schemas.microsoft.com/office/2006/metadata/properties" xmlns:ns1="http://schemas.microsoft.com/sharepoint/v3" xmlns:ns2="5fe9d420-80f7-4ada-bee1-a7a60088c9b2" xmlns:ns3="d897dab9-547b-4d8a-9e98-e2c84c4ab18d" targetNamespace="http://schemas.microsoft.com/office/2006/metadata/properties" ma:root="true" ma:fieldsID="11b7afb5536d3e270a25d7434dfd5e62" ns1:_="" ns2:_="" ns3:_="">
    <xsd:import namespace="http://schemas.microsoft.com/sharepoint/v3"/>
    <xsd:import namespace="5fe9d420-80f7-4ada-bee1-a7a60088c9b2"/>
    <xsd:import namespace="d897dab9-547b-4d8a-9e98-e2c84c4ab18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SAEFSecurityClassificationTaxHTField0" minOccurs="0"/>
                <xsd:element ref="ns2:ice2f7984e9548f9a31773f854109466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AEFSecurityClassificationTaxHTField0" ma:index="11" nillable="true" ma:displayName="Security Classification_0" ma:hidden="true" ma:internalName="SAEFSecurityClassificationTaxHTField0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420-80f7-4ada-bee1-a7a60088c9b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ice2f7984e9548f9a31773f854109466" ma:index="12" ma:taxonomy="true" ma:internalName="ice2f7984e9548f9a31773f854109466" ma:taxonomyFieldName="SAEFSecurityClassification" ma:displayName="Security Classification" ma:default="5;#Confidential|e4bc29b2-6e76-48cc-b090-8b544c0802ae" ma:fieldId="{2ce2f798-4e95-48f9-a317-73f854109466}" ma:sspId="e3aebf70-341c-4d91-bdd3-aba9df361687" ma:termSetId="daf890f0-167e-4ee2-a9fd-a81536ed816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c7126bf2-9056-4401-894f-d1136f5f3720}" ma:internalName="TaxCatchAll" ma:showField="CatchAllData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4" nillable="true" ma:displayName="Taxonomy Catch All Column1" ma:hidden="true" ma:list="{c7126bf2-9056-4401-894f-d1136f5f3720}" ma:internalName="TaxCatchAllLabel" ma:readOnly="true" ma:showField="CatchAllDataLabel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97dab9-547b-4d8a-9e98-e2c84c4ab1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6CAE002A-7645-46A2-8C4A-738EDFAA7ED3}">
  <ds:schemaRefs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67a4d270-2e9e-45ec-b53e-707b7cbfe7c3"/>
    <ds:schemaRef ds:uri="c642a6ca-8515-4142-b4ce-183d01f224d8"/>
    <ds:schemaRef ds:uri="http://schemas.microsoft.com/office/2006/documentManagement/types"/>
    <ds:schemaRef ds:uri="http://purl.org/dc/terms/"/>
    <ds:schemaRef ds:uri="http://purl.org/dc/elements/1.1/"/>
    <ds:schemaRef ds:uri="http://schemas.microsoft.com/sharepoint/v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60B41B5-F11E-4ED6-81AD-894451B28723}"/>
</file>

<file path=customXml/itemProps3.xml><?xml version="1.0" encoding="utf-8"?>
<ds:datastoreItem xmlns:ds="http://schemas.openxmlformats.org/officeDocument/2006/customXml" ds:itemID="{4FE3B36A-2FDB-43C8-A4F8-BA8A83EB3660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0DF82571-5DC1-46BB-A54A-4AEBDA86021F}"/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1998</TotalTime>
  <Words>483</Words>
  <Application>Microsoft Office PowerPoint</Application>
  <PresentationFormat>Custom</PresentationFormat>
  <Paragraphs>86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Aptos Display</vt:lpstr>
      <vt:lpstr>ShellHeavy</vt:lpstr>
      <vt:lpstr>Aptos</vt:lpstr>
      <vt:lpstr>Futura Medium</vt:lpstr>
      <vt:lpstr>ShellMedium</vt:lpstr>
      <vt:lpstr>ShellBook</vt:lpstr>
      <vt:lpstr>Wingdings</vt:lpstr>
      <vt:lpstr>Shell layouts with footer</vt:lpstr>
      <vt:lpstr>think-cell Slide</vt:lpstr>
      <vt:lpstr>PowerPoint Presentation</vt:lpstr>
    </vt:vector>
  </TitlesOfParts>
  <Company>Shell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CO2 Valuation Challenges</dc:title>
  <dc:creator>Thomas.Lopez@shell.com</dc:creator>
  <cp:keywords>GEC'17</cp:keywords>
  <cp:lastModifiedBy>Jansen, Leonora Y SIBV-FR</cp:lastModifiedBy>
  <cp:revision>5</cp:revision>
  <cp:lastPrinted>2017-04-25T09:06:38Z</cp:lastPrinted>
  <dcterms:created xsi:type="dcterms:W3CDTF">2009-11-25T14:32:06Z</dcterms:created>
  <dcterms:modified xsi:type="dcterms:W3CDTF">2026-08-28T06:22:30Z</dcterms:modified>
  <cp:category>Poster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Widescreen</vt:lpwstr>
  </property>
  <property fmtid="{D5CDD505-2E9C-101B-9397-08002B2CF9AE}" pid="3" name="WizKit Template Version">
    <vt:i4>4</vt:i4>
  </property>
  <property fmtid="{D5CDD505-2E9C-101B-9397-08002B2CF9AE}" pid="4" name="ContentTypeId">
    <vt:lpwstr>0x0101006F0A470EEB1140E7AA14F4CE8A50B54C0001CB1477F4DD432AA86DD56CC3887AF400F644A78CBFDAD44983885002DC8B3358</vt:lpwstr>
  </property>
  <property fmtid="{D5CDD505-2E9C-101B-9397-08002B2CF9AE}" pid="5" name="_dlc_policyId">
    <vt:lpwstr/>
  </property>
  <property fmtid="{D5CDD505-2E9C-101B-9397-08002B2CF9AE}" pid="6" name="ItemRetentionFormula">
    <vt:lpwstr/>
  </property>
  <property fmtid="{D5CDD505-2E9C-101B-9397-08002B2CF9AE}" pid="7" name="_dlc_DocIdItemGuid">
    <vt:lpwstr>5235d3b3-6e3e-4aaf-9044-edce8040dc77</vt:lpwstr>
  </property>
  <property fmtid="{D5CDD505-2E9C-101B-9397-08002B2CF9AE}" pid="8" name="Shell SharePoint SAEF KeepFileLocal">
    <vt:bool>false</vt:bool>
  </property>
  <property fmtid="{D5CDD505-2E9C-101B-9397-08002B2CF9AE}" pid="9" name="Shell SharePoint SAEF WorkgroupIDTaxHTField0">
    <vt:lpwstr>UIB Commercial, New Business ＆ LNG - 11947|52d8a608-ed1f-401e-8ffb-8cc5334b8b42</vt:lpwstr>
  </property>
  <property fmtid="{D5CDD505-2E9C-101B-9397-08002B2CF9AE}" pid="10" name="Shell SharePoint SAEF SecurityClassificationTaxHTField0">
    <vt:lpwstr>Restricted|21aa7f98-4035-4019-a764-107acb7269af</vt:lpwstr>
  </property>
  <property fmtid="{D5CDD505-2E9C-101B-9397-08002B2CF9AE}" pid="11" name="Shell SharePoint SAEF LegalEntity">
    <vt:lpwstr>3;#SIEP|ca814f84-fd49-4cca-9dd4-ac559012442b</vt:lpwstr>
  </property>
  <property fmtid="{D5CDD505-2E9C-101B-9397-08002B2CF9AE}" pid="12" name="Shell SharePoint SAEF CountryOfJurisdiction">
    <vt:lpwstr>6;#NETHERLANDS|54565ecb-470f-40ea-a584-819150a65a13</vt:lpwstr>
  </property>
  <property fmtid="{D5CDD505-2E9C-101B-9397-08002B2CF9AE}" pid="13" name="Shell SharePoint SAEF ExportControlClassification">
    <vt:lpwstr>8;#Non-US content - Non Controlled|2ac8835e-0587-4096-a6e2-1f68da1e6cb3</vt:lpwstr>
  </property>
  <property fmtid="{D5CDD505-2E9C-101B-9397-08002B2CF9AE}" pid="14" name="SME Areas">
    <vt:lpwstr/>
  </property>
  <property fmtid="{D5CDD505-2E9C-101B-9397-08002B2CF9AE}" pid="15" name="SAEFSecurityClassification">
    <vt:lpwstr>1;#Restricted|21aa7f98-4035-4019-a764-107acb7269af</vt:lpwstr>
  </property>
  <property fmtid="{D5CDD505-2E9C-101B-9397-08002B2CF9AE}" pid="16" name="Shell SharePoint SAEF DocumentStatus">
    <vt:lpwstr>11;#Draft|1c86f377-7d91-4c95-bd5b-c18c83fe0aa5</vt:lpwstr>
  </property>
  <property fmtid="{D5CDD505-2E9C-101B-9397-08002B2CF9AE}" pid="17" name="Shell SharePoint SAEF Language">
    <vt:lpwstr>5;#English|bd3ad5ee-f0c3-40aa-8cc8-36ef09940af3</vt:lpwstr>
  </property>
  <property fmtid="{D5CDD505-2E9C-101B-9397-08002B2CF9AE}" pid="18" name="Shell SharePoint SAEF Business">
    <vt:lpwstr>1;#Upstream International|dabf15d9-4f75-4ed1-b8a1-a0c3e2a85888</vt:lpwstr>
  </property>
  <property fmtid="{D5CDD505-2E9C-101B-9397-08002B2CF9AE}" pid="19" name="Shell SharePoint SAEF BusinessProcess">
    <vt:lpwstr>7;#Develop New Business|8f030812-6a49-4616-837f-b8f0f1d07b9c</vt:lpwstr>
  </property>
  <property fmtid="{D5CDD505-2E9C-101B-9397-08002B2CF9AE}" pid="20" name="Shell SharePoint SAEF DocumentType">
    <vt:lpwstr>13;#Study results|073ec550-c791-4e3f-9683-953f7d5eb953</vt:lpwstr>
  </property>
  <property fmtid="{D5CDD505-2E9C-101B-9397-08002B2CF9AE}" pid="21" name="SME Keywords">
    <vt:lpwstr/>
  </property>
  <property fmtid="{D5CDD505-2E9C-101B-9397-08002B2CF9AE}" pid="22" name="Shell SharePoint SAEF BusinessUnitRegion">
    <vt:lpwstr>1;#Upstream International|dabf15d9-4f75-4ed1-b8a1-a0c3e2a85888</vt:lpwstr>
  </property>
  <property fmtid="{D5CDD505-2E9C-101B-9397-08002B2CF9AE}" pid="23" name="Shell SharePoint SAEF GlobalFunction">
    <vt:lpwstr>2;#Sustainable Development|2fbcccf5-c9b5-4b2d-984f-9a9b70c47e11</vt:lpwstr>
  </property>
  <property fmtid="{D5CDD505-2E9C-101B-9397-08002B2CF9AE}" pid="24" name="Shell SharePoint SAEF SiteCollectionName">
    <vt:lpwstr>Global Upstream Economics Portal</vt:lpwstr>
  </property>
  <property fmtid="{D5CDD505-2E9C-101B-9397-08002B2CF9AE}" pid="25" name="Order">
    <vt:r8>284000</vt:r8>
  </property>
  <property fmtid="{D5CDD505-2E9C-101B-9397-08002B2CF9AE}" pid="26" name="xd_Signature">
    <vt:bool>false</vt:bool>
  </property>
  <property fmtid="{D5CDD505-2E9C-101B-9397-08002B2CF9AE}" pid="27" name="Shell SharePoint SAEF GlobalFunctionTaxHTField0">
    <vt:lpwstr>Sustainable Development|2fbcccf5-c9b5-4b2d-984f-9a9b70c47e11</vt:lpwstr>
  </property>
  <property fmtid="{D5CDD505-2E9C-101B-9397-08002B2CF9AE}" pid="28" name="Shell SharePoint SAEF DocumentTypeTaxHTField0">
    <vt:lpwstr>Study results|073ec550-c791-4e3f-9683-953f7d5eb953</vt:lpwstr>
  </property>
  <property fmtid="{D5CDD505-2E9C-101B-9397-08002B2CF9AE}" pid="29" name="xd_ProgID">
    <vt:lpwstr/>
  </property>
  <property fmtid="{D5CDD505-2E9C-101B-9397-08002B2CF9AE}" pid="30" name="Shell SharePoint SAEF SiteOwner">
    <vt:lpwstr>Peter Grieve</vt:lpwstr>
  </property>
  <property fmtid="{D5CDD505-2E9C-101B-9397-08002B2CF9AE}" pid="31" name="Shell SharePoint SAEF LanguageTaxHTField0">
    <vt:lpwstr>English|bd3ad5ee-f0c3-40aa-8cc8-36ef09940af3</vt:lpwstr>
  </property>
  <property fmtid="{D5CDD505-2E9C-101B-9397-08002B2CF9AE}" pid="32" name="Shell SharePoint SAEF CountryOfJurisdictionTaxHTField0">
    <vt:lpwstr>NETHERLANDS|54565ecb-470f-40ea-a584-819150a65a13</vt:lpwstr>
  </property>
  <property fmtid="{D5CDD505-2E9C-101B-9397-08002B2CF9AE}" pid="33" name="ComplianceAssetId">
    <vt:lpwstr/>
  </property>
  <property fmtid="{D5CDD505-2E9C-101B-9397-08002B2CF9AE}" pid="34" name="TemplateUrl">
    <vt:lpwstr/>
  </property>
  <property fmtid="{D5CDD505-2E9C-101B-9397-08002B2CF9AE}" pid="35" name="Shell SharePoint SAEF BusinessUnitRegionTaxHTField0">
    <vt:lpwstr>Upstream International|dabf15d9-4f75-4ed1-b8a1-a0c3e2a85888</vt:lpwstr>
  </property>
  <property fmtid="{D5CDD505-2E9C-101B-9397-08002B2CF9AE}" pid="36" name="Shell SharePoint SAEF DocumentStatusTaxHTField0">
    <vt:lpwstr>Draft|1c86f377-7d91-4c95-bd5b-c18c83fe0aa5</vt:lpwstr>
  </property>
  <property fmtid="{D5CDD505-2E9C-101B-9397-08002B2CF9AE}" pid="37" name="Shell SharePoint SAEF BusinessProcessTaxHTField0">
    <vt:lpwstr>Develop New Business|8f030812-6a49-4616-837f-b8f0f1d07b9c</vt:lpwstr>
  </property>
  <property fmtid="{D5CDD505-2E9C-101B-9397-08002B2CF9AE}" pid="38" name="Shell SharePoint SAEF BusinessTaxHTField0">
    <vt:lpwstr>Upstream International|dabf15d9-4f75-4ed1-b8a1-a0c3e2a85888</vt:lpwstr>
  </property>
  <property fmtid="{D5CDD505-2E9C-101B-9397-08002B2CF9AE}" pid="39" name="Shell SharePoint SAEF Collection">
    <vt:bool>false</vt:bool>
  </property>
  <property fmtid="{D5CDD505-2E9C-101B-9397-08002B2CF9AE}" pid="40" name="_ExtendedDescription">
    <vt:lpwstr/>
  </property>
  <property fmtid="{D5CDD505-2E9C-101B-9397-08002B2CF9AE}" pid="41" name="Shell SharePoint SAEF ExportControlClassificationTaxHTField0">
    <vt:lpwstr>Non-US content - Non Controlled|2ac8835e-0587-4096-a6e2-1f68da1e6cb3</vt:lpwstr>
  </property>
  <property fmtid="{D5CDD505-2E9C-101B-9397-08002B2CF9AE}" pid="42" name="TriggerFlowInfo">
    <vt:lpwstr/>
  </property>
  <property fmtid="{D5CDD505-2E9C-101B-9397-08002B2CF9AE}" pid="43" name="Shell SharePoint SAEF LegalEntityTaxHTField0">
    <vt:lpwstr>SIEP|ca814f84-fd49-4cca-9dd4-ac559012442b</vt:lpwstr>
  </property>
  <property fmtid="{D5CDD505-2E9C-101B-9397-08002B2CF9AE}" pid="44" name="MediaServiceImageTags">
    <vt:lpwstr/>
  </property>
</Properties>
</file>