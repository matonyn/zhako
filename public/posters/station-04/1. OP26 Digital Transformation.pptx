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147473323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2E12"/>
    <a:srgbClr val="23768D"/>
    <a:srgbClr val="8FD1E3"/>
    <a:srgbClr val="99CDB7"/>
    <a:srgbClr val="AE9206"/>
    <a:srgbClr val="339B6E"/>
    <a:srgbClr val="F7D117"/>
    <a:srgbClr val="FFEECA"/>
    <a:srgbClr val="F49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2175B-5641-4BDC-84D2-FD1FC33103FD}" v="1" dt="2026-09-01T06:19:02.249"/>
    <p1510:client id="{F6491C6E-A424-45AE-BF48-077D52636F1B}" v="6" dt="2026-09-01T06:10:43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6247" autoAdjust="0"/>
  </p:normalViewPr>
  <p:slideViewPr>
    <p:cSldViewPr snapToGrid="0">
      <p:cViewPr>
        <p:scale>
          <a:sx n="33" d="100"/>
          <a:sy n="33" d="100"/>
        </p:scale>
        <p:origin x="1968" y="-1872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18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I, AAKASH PTIN-FR/P/C" userId="f994d3ed-e4b3-4c78-b131-c6c2cc41393c" providerId="ADAL" clId="{8934DAA9-170B-424F-BC01-55C4EF4B9B9F}"/>
    <pc:docChg chg="undo redo custSel addSld delSld modSld modNotesMaster">
      <pc:chgData name="MODI, AAKASH PTIN-FR/P/C" userId="f994d3ed-e4b3-4c78-b131-c6c2cc41393c" providerId="ADAL" clId="{8934DAA9-170B-424F-BC01-55C4EF4B9B9F}" dt="2026-09-01T06:19:19.016" v="3595" actId="6549"/>
      <pc:docMkLst>
        <pc:docMk/>
      </pc:docMkLst>
      <pc:sldChg chg="modSp add del mod">
        <pc:chgData name="MODI, AAKASH PTIN-FR/P/C" userId="f994d3ed-e4b3-4c78-b131-c6c2cc41393c" providerId="ADAL" clId="{8934DAA9-170B-424F-BC01-55C4EF4B9B9F}" dt="2026-09-01T06:18:20.226" v="3576" actId="47"/>
        <pc:sldMkLst>
          <pc:docMk/>
          <pc:sldMk cId="781751274" sldId="2147473217"/>
        </pc:sldMkLst>
      </pc:sldChg>
      <pc:sldChg chg="addSp delSp modSp mod">
        <pc:chgData name="MODI, AAKASH PTIN-FR/P/C" userId="f994d3ed-e4b3-4c78-b131-c6c2cc41393c" providerId="ADAL" clId="{8934DAA9-170B-424F-BC01-55C4EF4B9B9F}" dt="2026-09-01T06:19:19.016" v="3595" actId="6549"/>
        <pc:sldMkLst>
          <pc:docMk/>
          <pc:sldMk cId="3759675155" sldId="2147473323"/>
        </pc:sldMkLst>
        <pc:spChg chg="mod ord">
          <ac:chgData name="MODI, AAKASH PTIN-FR/P/C" userId="f994d3ed-e4b3-4c78-b131-c6c2cc41393c" providerId="ADAL" clId="{8934DAA9-170B-424F-BC01-55C4EF4B9B9F}" dt="2026-08-18T12:24:24.777" v="2251"/>
          <ac:spMkLst>
            <pc:docMk/>
            <pc:sldMk cId="3759675155" sldId="2147473323"/>
            <ac:spMk id="3" creationId="{4B56724B-34B8-D129-9CAE-F0B8287EE012}"/>
          </ac:spMkLst>
        </pc:spChg>
        <pc:spChg chg="mod ord">
          <ac:chgData name="MODI, AAKASH PTIN-FR/P/C" userId="f994d3ed-e4b3-4c78-b131-c6c2cc41393c" providerId="ADAL" clId="{8934DAA9-170B-424F-BC01-55C4EF4B9B9F}" dt="2026-08-18T12:24:24.777" v="2253"/>
          <ac:spMkLst>
            <pc:docMk/>
            <pc:sldMk cId="3759675155" sldId="2147473323"/>
            <ac:spMk id="4" creationId="{ED1EE4FC-9CEA-1971-2455-06863EDBB39A}"/>
          </ac:spMkLst>
        </pc:spChg>
        <pc:spChg chg="mod ord">
          <ac:chgData name="MODI, AAKASH PTIN-FR/P/C" userId="f994d3ed-e4b3-4c78-b131-c6c2cc41393c" providerId="ADAL" clId="{8934DAA9-170B-424F-BC01-55C4EF4B9B9F}" dt="2026-08-18T12:39:10.928" v="2452" actId="27636"/>
          <ac:spMkLst>
            <pc:docMk/>
            <pc:sldMk cId="3759675155" sldId="2147473323"/>
            <ac:spMk id="5" creationId="{EB68867D-C61B-5E31-A369-8C2CFA179C29}"/>
          </ac:spMkLst>
        </pc:spChg>
        <pc:spChg chg="mod ord">
          <ac:chgData name="MODI, AAKASH PTIN-FR/P/C" userId="f994d3ed-e4b3-4c78-b131-c6c2cc41393c" providerId="ADAL" clId="{8934DAA9-170B-424F-BC01-55C4EF4B9B9F}" dt="2026-08-18T12:24:24.778" v="2257"/>
          <ac:spMkLst>
            <pc:docMk/>
            <pc:sldMk cId="3759675155" sldId="2147473323"/>
            <ac:spMk id="6" creationId="{C49C3882-925C-6782-7DD6-8A51DCD2A27F}"/>
          </ac:spMkLst>
        </pc:spChg>
        <pc:spChg chg="mod ord">
          <ac:chgData name="MODI, AAKASH PTIN-FR/P/C" userId="f994d3ed-e4b3-4c78-b131-c6c2cc41393c" providerId="ADAL" clId="{8934DAA9-170B-424F-BC01-55C4EF4B9B9F}" dt="2026-08-18T12:24:24.778" v="2259"/>
          <ac:spMkLst>
            <pc:docMk/>
            <pc:sldMk cId="3759675155" sldId="2147473323"/>
            <ac:spMk id="7" creationId="{CBEE2BD7-D460-56F7-6997-3F11FE95A77C}"/>
          </ac:spMkLst>
        </pc:spChg>
        <pc:spChg chg="mod ord">
          <ac:chgData name="MODI, AAKASH PTIN-FR/P/C" userId="f994d3ed-e4b3-4c78-b131-c6c2cc41393c" providerId="ADAL" clId="{8934DAA9-170B-424F-BC01-55C4EF4B9B9F}" dt="2026-08-18T12:24:24.780" v="2263"/>
          <ac:spMkLst>
            <pc:docMk/>
            <pc:sldMk cId="3759675155" sldId="2147473323"/>
            <ac:spMk id="9" creationId="{5FD7F0B4-52FB-B9E2-BDC6-4AE969549C90}"/>
          </ac:spMkLst>
        </pc:spChg>
        <pc:spChg chg="mod ord">
          <ac:chgData name="MODI, AAKASH PTIN-FR/P/C" userId="f994d3ed-e4b3-4c78-b131-c6c2cc41393c" providerId="ADAL" clId="{8934DAA9-170B-424F-BC01-55C4EF4B9B9F}" dt="2026-08-18T12:39:10.913" v="2451" actId="26606"/>
          <ac:spMkLst>
            <pc:docMk/>
            <pc:sldMk cId="3759675155" sldId="2147473323"/>
            <ac:spMk id="10" creationId="{C89E467E-BB40-CC6D-778F-FBE24157B06E}"/>
          </ac:spMkLst>
        </pc:spChg>
        <pc:spChg chg="mod ord">
          <ac:chgData name="MODI, AAKASH PTIN-FR/P/C" userId="f994d3ed-e4b3-4c78-b131-c6c2cc41393c" providerId="ADAL" clId="{8934DAA9-170B-424F-BC01-55C4EF4B9B9F}" dt="2026-08-18T12:24:24.781" v="2267"/>
          <ac:spMkLst>
            <pc:docMk/>
            <pc:sldMk cId="3759675155" sldId="2147473323"/>
            <ac:spMk id="12" creationId="{F5FC7031-444E-EE26-4156-E16F3C062EF7}"/>
          </ac:spMkLst>
        </pc:spChg>
        <pc:spChg chg="add mod">
          <ac:chgData name="MODI, AAKASH PTIN-FR/P/C" userId="f994d3ed-e4b3-4c78-b131-c6c2cc41393c" providerId="ADAL" clId="{8934DAA9-170B-424F-BC01-55C4EF4B9B9F}" dt="2026-09-01T06:13:44.412" v="3572" actId="20577"/>
          <ac:spMkLst>
            <pc:docMk/>
            <pc:sldMk cId="3759675155" sldId="2147473323"/>
            <ac:spMk id="13" creationId="{281F4B0D-B7BA-C2F1-3339-2B0679EFEABD}"/>
          </ac:spMkLst>
        </pc:spChg>
        <pc:spChg chg="add mod">
          <ac:chgData name="MODI, AAKASH PTIN-FR/P/C" userId="f994d3ed-e4b3-4c78-b131-c6c2cc41393c" providerId="ADAL" clId="{8934DAA9-170B-424F-BC01-55C4EF4B9B9F}" dt="2026-09-01T06:05:53.746" v="3415" actId="113"/>
          <ac:spMkLst>
            <pc:docMk/>
            <pc:sldMk cId="3759675155" sldId="2147473323"/>
            <ac:spMk id="14" creationId="{85D92C62-DA94-02DC-5E6E-CD71E5E6EB1E}"/>
          </ac:spMkLst>
        </pc:spChg>
        <pc:spChg chg="mod ord">
          <ac:chgData name="MODI, AAKASH PTIN-FR/P/C" userId="f994d3ed-e4b3-4c78-b131-c6c2cc41393c" providerId="ADAL" clId="{8934DAA9-170B-424F-BC01-55C4EF4B9B9F}" dt="2026-09-01T06:07:53.520" v="3447" actId="14100"/>
          <ac:spMkLst>
            <pc:docMk/>
            <pc:sldMk cId="3759675155" sldId="2147473323"/>
            <ac:spMk id="15" creationId="{C0D14DE9-EFAB-BA7F-0971-E18428868F42}"/>
          </ac:spMkLst>
        </pc:spChg>
        <pc:spChg chg="mod ord">
          <ac:chgData name="MODI, AAKASH PTIN-FR/P/C" userId="f994d3ed-e4b3-4c78-b131-c6c2cc41393c" providerId="ADAL" clId="{8934DAA9-170B-424F-BC01-55C4EF4B9B9F}" dt="2026-08-18T12:24:24.782" v="2277"/>
          <ac:spMkLst>
            <pc:docMk/>
            <pc:sldMk cId="3759675155" sldId="2147473323"/>
            <ac:spMk id="19" creationId="{AB1DE1E4-CFA3-D72C-D667-CD085CE6F336}"/>
          </ac:spMkLst>
        </pc:spChg>
        <pc:spChg chg="mod ord">
          <ac:chgData name="MODI, AAKASH PTIN-FR/P/C" userId="f994d3ed-e4b3-4c78-b131-c6c2cc41393c" providerId="ADAL" clId="{8934DAA9-170B-424F-BC01-55C4EF4B9B9F}" dt="2026-08-18T12:39:10.913" v="2451" actId="26606"/>
          <ac:spMkLst>
            <pc:docMk/>
            <pc:sldMk cId="3759675155" sldId="2147473323"/>
            <ac:spMk id="21" creationId="{E7B7B6FF-25CF-07C9-0F56-155383A05A58}"/>
          </ac:spMkLst>
        </pc:spChg>
        <pc:spChg chg="mod ord">
          <ac:chgData name="MODI, AAKASH PTIN-FR/P/C" userId="f994d3ed-e4b3-4c78-b131-c6c2cc41393c" providerId="ADAL" clId="{8934DAA9-170B-424F-BC01-55C4EF4B9B9F}" dt="2026-08-18T12:24:24.782" v="2273"/>
          <ac:spMkLst>
            <pc:docMk/>
            <pc:sldMk cId="3759675155" sldId="2147473323"/>
            <ac:spMk id="22" creationId="{EEBB409E-BC42-078E-592D-F6343905EFD9}"/>
          </ac:spMkLst>
        </pc:spChg>
        <pc:spChg chg="mod ord">
          <ac:chgData name="MODI, AAKASH PTIN-FR/P/C" userId="f994d3ed-e4b3-4c78-b131-c6c2cc41393c" providerId="ADAL" clId="{8934DAA9-170B-424F-BC01-55C4EF4B9B9F}" dt="2026-09-01T05:38:52.613" v="3179" actId="403"/>
          <ac:spMkLst>
            <pc:docMk/>
            <pc:sldMk cId="3759675155" sldId="2147473323"/>
            <ac:spMk id="29" creationId="{5B9894F3-C9BC-C998-1F47-960D711450DC}"/>
          </ac:spMkLst>
        </pc:spChg>
        <pc:spChg chg="mod ord">
          <ac:chgData name="MODI, AAKASH PTIN-FR/P/C" userId="f994d3ed-e4b3-4c78-b131-c6c2cc41393c" providerId="ADAL" clId="{8934DAA9-170B-424F-BC01-55C4EF4B9B9F}" dt="2026-08-18T12:24:24.783" v="2281"/>
          <ac:spMkLst>
            <pc:docMk/>
            <pc:sldMk cId="3759675155" sldId="2147473323"/>
            <ac:spMk id="45" creationId="{98D7CEFB-855C-FB1B-6530-106536FE66A6}"/>
          </ac:spMkLst>
        </pc:spChg>
        <pc:spChg chg="mod">
          <ac:chgData name="MODI, AAKASH PTIN-FR/P/C" userId="f994d3ed-e4b3-4c78-b131-c6c2cc41393c" providerId="ADAL" clId="{8934DAA9-170B-424F-BC01-55C4EF4B9B9F}" dt="2026-08-17T09:27:59.141" v="14" actId="14100"/>
          <ac:spMkLst>
            <pc:docMk/>
            <pc:sldMk cId="3759675155" sldId="2147473323"/>
            <ac:spMk id="47" creationId="{3C51800A-B380-6236-501D-E69AC62D0331}"/>
          </ac:spMkLst>
        </pc:spChg>
        <pc:spChg chg="add mod ord">
          <ac:chgData name="MODI, AAKASH PTIN-FR/P/C" userId="f994d3ed-e4b3-4c78-b131-c6c2cc41393c" providerId="ADAL" clId="{8934DAA9-170B-424F-BC01-55C4EF4B9B9F}" dt="2026-09-01T05:38:45.904" v="3176" actId="403"/>
          <ac:spMkLst>
            <pc:docMk/>
            <pc:sldMk cId="3759675155" sldId="2147473323"/>
            <ac:spMk id="64" creationId="{32CF0B3B-747F-D830-596E-E0051337CC8B}"/>
          </ac:spMkLst>
        </pc:spChg>
        <pc:spChg chg="add mod ord">
          <ac:chgData name="MODI, AAKASH PTIN-FR/P/C" userId="f994d3ed-e4b3-4c78-b131-c6c2cc41393c" providerId="ADAL" clId="{8934DAA9-170B-424F-BC01-55C4EF4B9B9F}" dt="2026-09-01T05:39:52.582" v="3195" actId="403"/>
          <ac:spMkLst>
            <pc:docMk/>
            <pc:sldMk cId="3759675155" sldId="2147473323"/>
            <ac:spMk id="66" creationId="{72F3ABBB-FEF3-7A5A-1014-55A24BD4C149}"/>
          </ac:spMkLst>
        </pc:spChg>
        <pc:spChg chg="mod">
          <ac:chgData name="MODI, AAKASH PTIN-FR/P/C" userId="f994d3ed-e4b3-4c78-b131-c6c2cc41393c" providerId="ADAL" clId="{8934DAA9-170B-424F-BC01-55C4EF4B9B9F}" dt="2026-08-17T09:28:11.889" v="24" actId="14100"/>
          <ac:spMkLst>
            <pc:docMk/>
            <pc:sldMk cId="3759675155" sldId="2147473323"/>
            <ac:spMk id="67" creationId="{CA8336D4-8117-DCF7-AC7B-F00CD592C1BF}"/>
          </ac:spMkLst>
        </pc:spChg>
        <pc:spChg chg="add mod ord">
          <ac:chgData name="MODI, AAKASH PTIN-FR/P/C" userId="f994d3ed-e4b3-4c78-b131-c6c2cc41393c" providerId="ADAL" clId="{8934DAA9-170B-424F-BC01-55C4EF4B9B9F}" dt="2026-09-01T06:13:42.608" v="3571" actId="20577"/>
          <ac:spMkLst>
            <pc:docMk/>
            <pc:sldMk cId="3759675155" sldId="2147473323"/>
            <ac:spMk id="71" creationId="{E206AFC9-EAC0-2885-21BC-5EACE20F80D3}"/>
          </ac:spMkLst>
        </pc:spChg>
        <pc:spChg chg="add mod ord">
          <ac:chgData name="MODI, AAKASH PTIN-FR/P/C" userId="f994d3ed-e4b3-4c78-b131-c6c2cc41393c" providerId="ADAL" clId="{8934DAA9-170B-424F-BC01-55C4EF4B9B9F}" dt="2026-09-01T06:13:40.205" v="3570" actId="20577"/>
          <ac:spMkLst>
            <pc:docMk/>
            <pc:sldMk cId="3759675155" sldId="2147473323"/>
            <ac:spMk id="77" creationId="{50DC13A6-595A-700D-3A94-15DAE76CCB72}"/>
          </ac:spMkLst>
        </pc:spChg>
        <pc:spChg chg="add mod ord">
          <ac:chgData name="MODI, AAKASH PTIN-FR/P/C" userId="f994d3ed-e4b3-4c78-b131-c6c2cc41393c" providerId="ADAL" clId="{8934DAA9-170B-424F-BC01-55C4EF4B9B9F}" dt="2026-09-01T06:07:18.422" v="3445" actId="1036"/>
          <ac:spMkLst>
            <pc:docMk/>
            <pc:sldMk cId="3759675155" sldId="2147473323"/>
            <ac:spMk id="80" creationId="{D2E17444-12C9-1744-FF46-18CE2DBE0481}"/>
          </ac:spMkLst>
        </pc:spChg>
        <pc:spChg chg="mod ord">
          <ac:chgData name="MODI, AAKASH PTIN-FR/P/C" userId="f994d3ed-e4b3-4c78-b131-c6c2cc41393c" providerId="ADAL" clId="{8934DAA9-170B-424F-BC01-55C4EF4B9B9F}" dt="2026-09-01T06:13:45.810" v="3573" actId="20577"/>
          <ac:spMkLst>
            <pc:docMk/>
            <pc:sldMk cId="3759675155" sldId="2147473323"/>
            <ac:spMk id="83" creationId="{0EFE77F0-22EB-2DFE-B673-156428A1AB7F}"/>
          </ac:spMkLst>
        </pc:spChg>
        <pc:spChg chg="add mod ord">
          <ac:chgData name="MODI, AAKASH PTIN-FR/P/C" userId="f994d3ed-e4b3-4c78-b131-c6c2cc41393c" providerId="ADAL" clId="{8934DAA9-170B-424F-BC01-55C4EF4B9B9F}" dt="2026-09-01T06:08:54.540" v="3473" actId="2711"/>
          <ac:spMkLst>
            <pc:docMk/>
            <pc:sldMk cId="3759675155" sldId="2147473323"/>
            <ac:spMk id="89" creationId="{6A78A326-D227-EB14-B723-3CCFF9770B6D}"/>
          </ac:spMkLst>
        </pc:spChg>
        <pc:spChg chg="add mod ord">
          <ac:chgData name="MODI, AAKASH PTIN-FR/P/C" userId="f994d3ed-e4b3-4c78-b131-c6c2cc41393c" providerId="ADAL" clId="{8934DAA9-170B-424F-BC01-55C4EF4B9B9F}" dt="2026-09-01T06:09:59.694" v="3487" actId="108"/>
          <ac:spMkLst>
            <pc:docMk/>
            <pc:sldMk cId="3759675155" sldId="2147473323"/>
            <ac:spMk id="91" creationId="{E533CB16-84BC-A9DC-CE7C-21DD0BC4E131}"/>
          </ac:spMkLst>
        </pc:spChg>
        <pc:spChg chg="add mod ord">
          <ac:chgData name="MODI, AAKASH PTIN-FR/P/C" userId="f994d3ed-e4b3-4c78-b131-c6c2cc41393c" providerId="ADAL" clId="{8934DAA9-170B-424F-BC01-55C4EF4B9B9F}" dt="2026-09-01T06:10:03.172" v="3488" actId="108"/>
          <ac:spMkLst>
            <pc:docMk/>
            <pc:sldMk cId="3759675155" sldId="2147473323"/>
            <ac:spMk id="95" creationId="{2DF18F12-3EDF-36B9-2D56-E0EFFE36CB8A}"/>
          </ac:spMkLst>
        </pc:spChg>
        <pc:spChg chg="add mod ord">
          <ac:chgData name="MODI, AAKASH PTIN-FR/P/C" userId="f994d3ed-e4b3-4c78-b131-c6c2cc41393c" providerId="ADAL" clId="{8934DAA9-170B-424F-BC01-55C4EF4B9B9F}" dt="2026-09-01T06:00:21.786" v="3337" actId="14100"/>
          <ac:spMkLst>
            <pc:docMk/>
            <pc:sldMk cId="3759675155" sldId="2147473323"/>
            <ac:spMk id="108" creationId="{4F8509A0-7A58-B5FB-B314-4EF5920D77FD}"/>
          </ac:spMkLst>
        </pc:spChg>
        <pc:spChg chg="add mod ord">
          <ac:chgData name="MODI, AAKASH PTIN-FR/P/C" userId="f994d3ed-e4b3-4c78-b131-c6c2cc41393c" providerId="ADAL" clId="{8934DAA9-170B-424F-BC01-55C4EF4B9B9F}" dt="2026-08-18T12:24:24.776" v="2247"/>
          <ac:spMkLst>
            <pc:docMk/>
            <pc:sldMk cId="3759675155" sldId="2147473323"/>
            <ac:spMk id="112" creationId="{0A686246-CA74-53B3-C771-A711371A7533}"/>
          </ac:spMkLst>
        </pc:spChg>
        <pc:spChg chg="add mod ord">
          <ac:chgData name="MODI, AAKASH PTIN-FR/P/C" userId="f994d3ed-e4b3-4c78-b131-c6c2cc41393c" providerId="ADAL" clId="{8934DAA9-170B-424F-BC01-55C4EF4B9B9F}" dt="2026-08-18T12:24:24.776" v="2245"/>
          <ac:spMkLst>
            <pc:docMk/>
            <pc:sldMk cId="3759675155" sldId="2147473323"/>
            <ac:spMk id="114" creationId="{0494DFB0-3EAC-BE05-4FE6-C3E0E61BDB3E}"/>
          </ac:spMkLst>
        </pc:spChg>
        <pc:spChg chg="mod">
          <ac:chgData name="MODI, AAKASH PTIN-FR/P/C" userId="f994d3ed-e4b3-4c78-b131-c6c2cc41393c" providerId="ADAL" clId="{8934DAA9-170B-424F-BC01-55C4EF4B9B9F}" dt="2026-08-18T12:50:10.270" v="2615" actId="404"/>
          <ac:spMkLst>
            <pc:docMk/>
            <pc:sldMk cId="3759675155" sldId="2147473323"/>
            <ac:spMk id="122" creationId="{B4D2A81C-DC40-328C-3456-2C77A456D0B7}"/>
          </ac:spMkLst>
        </pc:spChg>
        <pc:spChg chg="mod">
          <ac:chgData name="MODI, AAKASH PTIN-FR/P/C" userId="f994d3ed-e4b3-4c78-b131-c6c2cc41393c" providerId="ADAL" clId="{8934DAA9-170B-424F-BC01-55C4EF4B9B9F}" dt="2026-08-18T12:50:34.934" v="2621" actId="404"/>
          <ac:spMkLst>
            <pc:docMk/>
            <pc:sldMk cId="3759675155" sldId="2147473323"/>
            <ac:spMk id="126" creationId="{33CD8663-BCEC-0614-A64B-9E62ADBB990E}"/>
          </ac:spMkLst>
        </pc:spChg>
        <pc:spChg chg="mod">
          <ac:chgData name="MODI, AAKASH PTIN-FR/P/C" userId="f994d3ed-e4b3-4c78-b131-c6c2cc41393c" providerId="ADAL" clId="{8934DAA9-170B-424F-BC01-55C4EF4B9B9F}" dt="2026-08-18T12:50:29.256" v="2620" actId="404"/>
          <ac:spMkLst>
            <pc:docMk/>
            <pc:sldMk cId="3759675155" sldId="2147473323"/>
            <ac:spMk id="193" creationId="{0114159C-5CF9-39F0-6A05-4F23DBB8A1F0}"/>
          </ac:spMkLst>
        </pc:spChg>
        <pc:spChg chg="mod">
          <ac:chgData name="MODI, AAKASH PTIN-FR/P/C" userId="f994d3ed-e4b3-4c78-b131-c6c2cc41393c" providerId="ADAL" clId="{8934DAA9-170B-424F-BC01-55C4EF4B9B9F}" dt="2026-08-18T12:50:40.981" v="2624" actId="404"/>
          <ac:spMkLst>
            <pc:docMk/>
            <pc:sldMk cId="3759675155" sldId="2147473323"/>
            <ac:spMk id="196" creationId="{389832BA-73D4-DDB2-6900-D6813E8AEA52}"/>
          </ac:spMkLst>
        </pc:spChg>
        <pc:spChg chg="mod">
          <ac:chgData name="MODI, AAKASH PTIN-FR/P/C" userId="f994d3ed-e4b3-4c78-b131-c6c2cc41393c" providerId="ADAL" clId="{8934DAA9-170B-424F-BC01-55C4EF4B9B9F}" dt="2026-08-18T12:50:45.372" v="2626" actId="404"/>
          <ac:spMkLst>
            <pc:docMk/>
            <pc:sldMk cId="3759675155" sldId="2147473323"/>
            <ac:spMk id="199" creationId="{59EB790F-7B0D-7A81-FF77-C38D59093D65}"/>
          </ac:spMkLst>
        </pc:spChg>
        <pc:spChg chg="mod">
          <ac:chgData name="MODI, AAKASH PTIN-FR/P/C" userId="f994d3ed-e4b3-4c78-b131-c6c2cc41393c" providerId="ADAL" clId="{8934DAA9-170B-424F-BC01-55C4EF4B9B9F}" dt="2026-08-18T12:50:52.940" v="2629" actId="404"/>
          <ac:spMkLst>
            <pc:docMk/>
            <pc:sldMk cId="3759675155" sldId="2147473323"/>
            <ac:spMk id="202" creationId="{376D6D48-F5FC-7708-3EE5-62129244BAF6}"/>
          </ac:spMkLst>
        </pc:spChg>
        <pc:spChg chg="mod">
          <ac:chgData name="MODI, AAKASH PTIN-FR/P/C" userId="f994d3ed-e4b3-4c78-b131-c6c2cc41393c" providerId="ADAL" clId="{8934DAA9-170B-424F-BC01-55C4EF4B9B9F}" dt="2026-08-18T12:52:31.398" v="2649" actId="14100"/>
          <ac:spMkLst>
            <pc:docMk/>
            <pc:sldMk cId="3759675155" sldId="2147473323"/>
            <ac:spMk id="204" creationId="{A1D6FDD3-F15B-7346-378E-B3CE95DE4D9C}"/>
          </ac:spMkLst>
        </pc:spChg>
        <pc:spChg chg="mod">
          <ac:chgData name="MODI, AAKASH PTIN-FR/P/C" userId="f994d3ed-e4b3-4c78-b131-c6c2cc41393c" providerId="ADAL" clId="{8934DAA9-170B-424F-BC01-55C4EF4B9B9F}" dt="2026-08-18T12:52:34.715" v="2650" actId="14100"/>
          <ac:spMkLst>
            <pc:docMk/>
            <pc:sldMk cId="3759675155" sldId="2147473323"/>
            <ac:spMk id="206" creationId="{6565E2A1-3A94-CB8D-7611-225979559AC1}"/>
          </ac:spMkLst>
        </pc:spChg>
        <pc:spChg chg="mod">
          <ac:chgData name="MODI, AAKASH PTIN-FR/P/C" userId="f994d3ed-e4b3-4c78-b131-c6c2cc41393c" providerId="ADAL" clId="{8934DAA9-170B-424F-BC01-55C4EF4B9B9F}" dt="2026-08-18T12:51:15.045" v="2630" actId="404"/>
          <ac:spMkLst>
            <pc:docMk/>
            <pc:sldMk cId="3759675155" sldId="2147473323"/>
            <ac:spMk id="209" creationId="{887C6A59-5FD7-4F78-F427-4B719A9969EF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10" creationId="{7F15F804-5154-02AF-D509-FDDA10208426}"/>
          </ac:spMkLst>
        </pc:spChg>
        <pc:spChg chg="mod">
          <ac:chgData name="MODI, AAKASH PTIN-FR/P/C" userId="f994d3ed-e4b3-4c78-b131-c6c2cc41393c" providerId="ADAL" clId="{8934DAA9-170B-424F-BC01-55C4EF4B9B9F}" dt="2026-08-18T12:53:00.438" v="2655" actId="1036"/>
          <ac:spMkLst>
            <pc:docMk/>
            <pc:sldMk cId="3759675155" sldId="2147473323"/>
            <ac:spMk id="211" creationId="{33AAE05A-65A8-47EF-F619-BDAF41B9FE0C}"/>
          </ac:spMkLst>
        </pc:spChg>
        <pc:spChg chg="mod">
          <ac:chgData name="MODI, AAKASH PTIN-FR/P/C" userId="f994d3ed-e4b3-4c78-b131-c6c2cc41393c" providerId="ADAL" clId="{8934DAA9-170B-424F-BC01-55C4EF4B9B9F}" dt="2026-08-18T12:55:29.862" v="2718" actId="1035"/>
          <ac:spMkLst>
            <pc:docMk/>
            <pc:sldMk cId="3759675155" sldId="2147473323"/>
            <ac:spMk id="212" creationId="{588BD254-72F2-8CAE-9188-D1D1BA5ABFD3}"/>
          </ac:spMkLst>
        </pc:spChg>
        <pc:spChg chg="mod">
          <ac:chgData name="MODI, AAKASH PTIN-FR/P/C" userId="f994d3ed-e4b3-4c78-b131-c6c2cc41393c" providerId="ADAL" clId="{8934DAA9-170B-424F-BC01-55C4EF4B9B9F}" dt="2026-08-18T12:55:17.157" v="2712" actId="404"/>
          <ac:spMkLst>
            <pc:docMk/>
            <pc:sldMk cId="3759675155" sldId="2147473323"/>
            <ac:spMk id="215" creationId="{49D4F01E-E700-0651-DBB7-9DD87EEE6685}"/>
          </ac:spMkLst>
        </pc:spChg>
        <pc:spChg chg="mod">
          <ac:chgData name="MODI, AAKASH PTIN-FR/P/C" userId="f994d3ed-e4b3-4c78-b131-c6c2cc41393c" providerId="ADAL" clId="{8934DAA9-170B-424F-BC01-55C4EF4B9B9F}" dt="2026-08-18T12:55:12.299" v="2711" actId="20577"/>
          <ac:spMkLst>
            <pc:docMk/>
            <pc:sldMk cId="3759675155" sldId="2147473323"/>
            <ac:spMk id="218" creationId="{D0C60A5C-6A4C-67AB-070B-4C5231A49EDF}"/>
          </ac:spMkLst>
        </pc:spChg>
        <pc:spChg chg="mod">
          <ac:chgData name="MODI, AAKASH PTIN-FR/P/C" userId="f994d3ed-e4b3-4c78-b131-c6c2cc41393c" providerId="ADAL" clId="{8934DAA9-170B-424F-BC01-55C4EF4B9B9F}" dt="2026-08-18T12:54:54.806" v="2702" actId="14100"/>
          <ac:spMkLst>
            <pc:docMk/>
            <pc:sldMk cId="3759675155" sldId="2147473323"/>
            <ac:spMk id="219" creationId="{F8358B94-BF77-D0A5-2DC0-A4346CAB1A0E}"/>
          </ac:spMkLst>
        </pc:spChg>
        <pc:spChg chg="mod">
          <ac:chgData name="MODI, AAKASH PTIN-FR/P/C" userId="f994d3ed-e4b3-4c78-b131-c6c2cc41393c" providerId="ADAL" clId="{8934DAA9-170B-424F-BC01-55C4EF4B9B9F}" dt="2026-08-18T12:54:27.031" v="2698" actId="1035"/>
          <ac:spMkLst>
            <pc:docMk/>
            <pc:sldMk cId="3759675155" sldId="2147473323"/>
            <ac:spMk id="220" creationId="{9DF08E80-3518-AEED-6778-67B03690CA86}"/>
          </ac:spMkLst>
        </pc:spChg>
        <pc:spChg chg="mod">
          <ac:chgData name="MODI, AAKASH PTIN-FR/P/C" userId="f994d3ed-e4b3-4c78-b131-c6c2cc41393c" providerId="ADAL" clId="{8934DAA9-170B-424F-BC01-55C4EF4B9B9F}" dt="2026-08-18T12:55:39.228" v="2725" actId="1035"/>
          <ac:spMkLst>
            <pc:docMk/>
            <pc:sldMk cId="3759675155" sldId="2147473323"/>
            <ac:spMk id="221" creationId="{379323DB-A424-04F0-9D10-8473DCF7F772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22" creationId="{2FA5CBF2-213E-B917-DE95-A5E8C0250466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27" creationId="{BAD07270-51E9-21C8-F5C0-589BCD0D32FC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29" creationId="{72B1AEE7-FFF7-ECB8-9B32-FBC85AD79DF9}"/>
          </ac:spMkLst>
        </pc:spChg>
        <pc:spChg chg="mod">
          <ac:chgData name="MODI, AAKASH PTIN-FR/P/C" userId="f994d3ed-e4b3-4c78-b131-c6c2cc41393c" providerId="ADAL" clId="{8934DAA9-170B-424F-BC01-55C4EF4B9B9F}" dt="2026-08-18T12:55:55.239" v="2750" actId="404"/>
          <ac:spMkLst>
            <pc:docMk/>
            <pc:sldMk cId="3759675155" sldId="2147473323"/>
            <ac:spMk id="242" creationId="{4511F023-33A1-9BA9-1CC8-4DF04EABDBE8}"/>
          </ac:spMkLst>
        </pc:spChg>
        <pc:spChg chg="mod">
          <ac:chgData name="MODI, AAKASH PTIN-FR/P/C" userId="f994d3ed-e4b3-4c78-b131-c6c2cc41393c" providerId="ADAL" clId="{8934DAA9-170B-424F-BC01-55C4EF4B9B9F}" dt="2026-08-18T12:54:45.515" v="2700" actId="14100"/>
          <ac:spMkLst>
            <pc:docMk/>
            <pc:sldMk cId="3759675155" sldId="2147473323"/>
            <ac:spMk id="245" creationId="{6A57A224-E0A3-7B96-EAEF-06A74AC36075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46" creationId="{84F98E50-33EE-2088-B525-53E544910DEA}"/>
          </ac:spMkLst>
        </pc:spChg>
        <pc:spChg chg="mod">
          <ac:chgData name="MODI, AAKASH PTIN-FR/P/C" userId="f994d3ed-e4b3-4c78-b131-c6c2cc41393c" providerId="ADAL" clId="{8934DAA9-170B-424F-BC01-55C4EF4B9B9F}" dt="2026-08-18T12:55:45.693" v="2734" actId="14100"/>
          <ac:spMkLst>
            <pc:docMk/>
            <pc:sldMk cId="3759675155" sldId="2147473323"/>
            <ac:spMk id="247" creationId="{13607BC9-486F-64D8-C702-DBD5FFFADC2A}"/>
          </ac:spMkLst>
        </pc:spChg>
        <pc:spChg chg="mod">
          <ac:chgData name="MODI, AAKASH PTIN-FR/P/C" userId="f994d3ed-e4b3-4c78-b131-c6c2cc41393c" providerId="ADAL" clId="{8934DAA9-170B-424F-BC01-55C4EF4B9B9F}" dt="2026-08-18T12:54:36.174" v="2699" actId="14100"/>
          <ac:spMkLst>
            <pc:docMk/>
            <pc:sldMk cId="3759675155" sldId="2147473323"/>
            <ac:spMk id="248" creationId="{91394C40-0C24-6461-B123-8E1B0E2CB5C5}"/>
          </ac:spMkLst>
        </pc:spChg>
        <pc:spChg chg="mod">
          <ac:chgData name="MODI, AAKASH PTIN-FR/P/C" userId="f994d3ed-e4b3-4c78-b131-c6c2cc41393c" providerId="ADAL" clId="{8934DAA9-170B-424F-BC01-55C4EF4B9B9F}" dt="2026-08-18T12:54:20.627" v="2696" actId="1037"/>
          <ac:spMkLst>
            <pc:docMk/>
            <pc:sldMk cId="3759675155" sldId="2147473323"/>
            <ac:spMk id="249" creationId="{05B3BAF9-3AA2-7D72-6EA1-93B3C4C0BEA5}"/>
          </ac:spMkLst>
        </pc:spChg>
        <pc:spChg chg="mod">
          <ac:chgData name="MODI, AAKASH PTIN-FR/P/C" userId="f994d3ed-e4b3-4c78-b131-c6c2cc41393c" providerId="ADAL" clId="{8934DAA9-170B-424F-BC01-55C4EF4B9B9F}" dt="2026-08-18T12:55:36.052" v="2721" actId="14100"/>
          <ac:spMkLst>
            <pc:docMk/>
            <pc:sldMk cId="3759675155" sldId="2147473323"/>
            <ac:spMk id="250" creationId="{D3C59FA9-196D-7384-7422-DBADAB41310C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60" creationId="{D0FBDDAE-BF09-7EF0-A742-58D7C58EDC9A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62" creationId="{46CF01F1-FC57-8AFA-79D8-17C1324D6186}"/>
          </ac:spMkLst>
        </pc:spChg>
        <pc:spChg chg="mod">
          <ac:chgData name="MODI, AAKASH PTIN-FR/P/C" userId="f994d3ed-e4b3-4c78-b131-c6c2cc41393c" providerId="ADAL" clId="{8934DAA9-170B-424F-BC01-55C4EF4B9B9F}" dt="2026-08-18T12:49:40.458" v="2609"/>
          <ac:spMkLst>
            <pc:docMk/>
            <pc:sldMk cId="3759675155" sldId="2147473323"/>
            <ac:spMk id="278" creationId="{6FCBC908-504F-9ED2-BD45-156C413BD2D2}"/>
          </ac:spMkLst>
        </pc:spChg>
        <pc:spChg chg="mod">
          <ac:chgData name="MODI, AAKASH PTIN-FR/P/C" userId="f994d3ed-e4b3-4c78-b131-c6c2cc41393c" providerId="ADAL" clId="{8934DAA9-170B-424F-BC01-55C4EF4B9B9F}" dt="2026-08-18T12:08:41.785" v="1966" actId="207"/>
          <ac:spMkLst>
            <pc:docMk/>
            <pc:sldMk cId="3759675155" sldId="2147473323"/>
            <ac:spMk id="321" creationId="{00000000-0000-0000-0000-000000000000}"/>
          </ac:spMkLst>
        </pc:spChg>
        <pc:spChg chg="mod">
          <ac:chgData name="MODI, AAKASH PTIN-FR/P/C" userId="f994d3ed-e4b3-4c78-b131-c6c2cc41393c" providerId="ADAL" clId="{8934DAA9-170B-424F-BC01-55C4EF4B9B9F}" dt="2026-08-18T12:08:33.051" v="1965" actId="207"/>
          <ac:spMkLst>
            <pc:docMk/>
            <pc:sldMk cId="3759675155" sldId="2147473323"/>
            <ac:spMk id="323" creationId="{00000000-0000-0000-0000-000000000000}"/>
          </ac:spMkLst>
        </pc:spChg>
        <pc:spChg chg="mod">
          <ac:chgData name="MODI, AAKASH PTIN-FR/P/C" userId="f994d3ed-e4b3-4c78-b131-c6c2cc41393c" providerId="ADAL" clId="{8934DAA9-170B-424F-BC01-55C4EF4B9B9F}" dt="2026-08-18T12:08:55.393" v="1967" actId="207"/>
          <ac:spMkLst>
            <pc:docMk/>
            <pc:sldMk cId="3759675155" sldId="2147473323"/>
            <ac:spMk id="325" creationId="{00000000-0000-0000-0000-000000000000}"/>
          </ac:spMkLst>
        </pc:spChg>
        <pc:spChg chg="mod">
          <ac:chgData name="MODI, AAKASH PTIN-FR/P/C" userId="f994d3ed-e4b3-4c78-b131-c6c2cc41393c" providerId="ADAL" clId="{8934DAA9-170B-424F-BC01-55C4EF4B9B9F}" dt="2026-08-18T12:09:07.104" v="1969" actId="403"/>
          <ac:spMkLst>
            <pc:docMk/>
            <pc:sldMk cId="3759675155" sldId="2147473323"/>
            <ac:spMk id="327" creationId="{00000000-0000-0000-0000-000000000000}"/>
          </ac:spMkLst>
        </pc:spChg>
        <pc:spChg chg="mod">
          <ac:chgData name="MODI, AAKASH PTIN-FR/P/C" userId="f994d3ed-e4b3-4c78-b131-c6c2cc41393c" providerId="ADAL" clId="{8934DAA9-170B-424F-BC01-55C4EF4B9B9F}" dt="2026-08-18T12:09:11.830" v="1971" actId="403"/>
          <ac:spMkLst>
            <pc:docMk/>
            <pc:sldMk cId="3759675155" sldId="2147473323"/>
            <ac:spMk id="328" creationId="{00000000-0000-0000-0000-000000000000}"/>
          </ac:spMkLst>
        </pc:spChg>
        <pc:spChg chg="mod">
          <ac:chgData name="MODI, AAKASH PTIN-FR/P/C" userId="f994d3ed-e4b3-4c78-b131-c6c2cc41393c" providerId="ADAL" clId="{8934DAA9-170B-424F-BC01-55C4EF4B9B9F}" dt="2026-08-18T12:09:15.476" v="1973" actId="403"/>
          <ac:spMkLst>
            <pc:docMk/>
            <pc:sldMk cId="3759675155" sldId="2147473323"/>
            <ac:spMk id="329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24:24.785" v="2286"/>
          <ac:spMkLst>
            <pc:docMk/>
            <pc:sldMk cId="3759675155" sldId="2147473323"/>
            <ac:spMk id="380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24:24.786" v="2288"/>
          <ac:spMkLst>
            <pc:docMk/>
            <pc:sldMk cId="3759675155" sldId="2147473323"/>
            <ac:spMk id="381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42:02.138" v="2472" actId="403"/>
          <ac:spMkLst>
            <pc:docMk/>
            <pc:sldMk cId="3759675155" sldId="2147473323"/>
            <ac:spMk id="382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27T10:32:37.163" v="2882" actId="20577"/>
          <ac:spMkLst>
            <pc:docMk/>
            <pc:sldMk cId="3759675155" sldId="2147473323"/>
            <ac:spMk id="383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24:24.787" v="2294"/>
          <ac:spMkLst>
            <pc:docMk/>
            <pc:sldMk cId="3759675155" sldId="2147473323"/>
            <ac:spMk id="384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24:24.787" v="2296"/>
          <ac:spMkLst>
            <pc:docMk/>
            <pc:sldMk cId="3759675155" sldId="2147473323"/>
            <ac:spMk id="385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42:06.221" v="2474" actId="403"/>
          <ac:spMkLst>
            <pc:docMk/>
            <pc:sldMk cId="3759675155" sldId="2147473323"/>
            <ac:spMk id="386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9-01T05:59:23.077" v="3314" actId="20577"/>
          <ac:spMkLst>
            <pc:docMk/>
            <pc:sldMk cId="3759675155" sldId="2147473323"/>
            <ac:spMk id="387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24:24.788" v="2302"/>
          <ac:spMkLst>
            <pc:docMk/>
            <pc:sldMk cId="3759675155" sldId="2147473323"/>
            <ac:spMk id="388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24:24.788" v="2304"/>
          <ac:spMkLst>
            <pc:docMk/>
            <pc:sldMk cId="3759675155" sldId="2147473323"/>
            <ac:spMk id="389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8-18T12:42:10.326" v="2476" actId="403"/>
          <ac:spMkLst>
            <pc:docMk/>
            <pc:sldMk cId="3759675155" sldId="2147473323"/>
            <ac:spMk id="390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9-01T05:59:47.596" v="3335" actId="313"/>
          <ac:spMkLst>
            <pc:docMk/>
            <pc:sldMk cId="3759675155" sldId="2147473323"/>
            <ac:spMk id="391" creationId="{00000000-0000-0000-0000-000000000000}"/>
          </ac:spMkLst>
        </pc:spChg>
        <pc:spChg chg="add mod ord">
          <ac:chgData name="MODI, AAKASH PTIN-FR/P/C" userId="f994d3ed-e4b3-4c78-b131-c6c2cc41393c" providerId="ADAL" clId="{8934DAA9-170B-424F-BC01-55C4EF4B9B9F}" dt="2026-09-01T06:12:18.551" v="3523" actId="1076"/>
          <ac:spMkLst>
            <pc:docMk/>
            <pc:sldMk cId="3759675155" sldId="2147473323"/>
            <ac:spMk id="392" creationId="{00000000-0000-0000-0000-000000000000}"/>
          </ac:spMkLst>
        </pc:spChg>
        <pc:spChg chg="add mod ord">
          <ac:chgData name="MODI, AAKASH PTIN-FR/P/C" userId="f994d3ed-e4b3-4c78-b131-c6c2cc41393c" providerId="ADAL" clId="{8934DAA9-170B-424F-BC01-55C4EF4B9B9F}" dt="2026-09-01T06:19:19.016" v="3595" actId="6549"/>
          <ac:spMkLst>
            <pc:docMk/>
            <pc:sldMk cId="3759675155" sldId="2147473323"/>
            <ac:spMk id="393" creationId="{00000000-0000-0000-0000-000000000000}"/>
          </ac:spMkLst>
        </pc:spChg>
        <pc:spChg chg="add mod ord">
          <ac:chgData name="MODI, AAKASH PTIN-FR/P/C" userId="f994d3ed-e4b3-4c78-b131-c6c2cc41393c" providerId="ADAL" clId="{8934DAA9-170B-424F-BC01-55C4EF4B9B9F}" dt="2026-09-01T06:12:32.453" v="3539" actId="1038"/>
          <ac:spMkLst>
            <pc:docMk/>
            <pc:sldMk cId="3759675155" sldId="2147473323"/>
            <ac:spMk id="394" creationId="{00000000-0000-0000-0000-000000000000}"/>
          </ac:spMkLst>
        </pc:spChg>
        <pc:spChg chg="add mod ord">
          <ac:chgData name="MODI, AAKASH PTIN-FR/P/C" userId="f994d3ed-e4b3-4c78-b131-c6c2cc41393c" providerId="ADAL" clId="{8934DAA9-170B-424F-BC01-55C4EF4B9B9F}" dt="2026-09-01T06:12:38.057" v="3546" actId="1038"/>
          <ac:spMkLst>
            <pc:docMk/>
            <pc:sldMk cId="3759675155" sldId="2147473323"/>
            <ac:spMk id="395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9-01T06:12:23.755" v="3528" actId="1038"/>
          <ac:spMkLst>
            <pc:docMk/>
            <pc:sldMk cId="3759675155" sldId="2147473323"/>
            <ac:spMk id="396" creationId="{00000000-0000-0000-0000-000000000000}"/>
          </ac:spMkLst>
        </pc:spChg>
        <pc:spChg chg="add mod ord">
          <ac:chgData name="MODI, AAKASH PTIN-FR/P/C" userId="f994d3ed-e4b3-4c78-b131-c6c2cc41393c" providerId="ADAL" clId="{8934DAA9-170B-424F-BC01-55C4EF4B9B9F}" dt="2026-09-01T06:12:26.690" v="3534" actId="1038"/>
          <ac:spMkLst>
            <pc:docMk/>
            <pc:sldMk cId="3759675155" sldId="2147473323"/>
            <ac:spMk id="397" creationId="{00000000-0000-0000-0000-000000000000}"/>
          </ac:spMkLst>
        </pc:spChg>
        <pc:spChg chg="add mod ord">
          <ac:chgData name="MODI, AAKASH PTIN-FR/P/C" userId="f994d3ed-e4b3-4c78-b131-c6c2cc41393c" providerId="ADAL" clId="{8934DAA9-170B-424F-BC01-55C4EF4B9B9F}" dt="2026-09-01T06:12:44.627" v="3556" actId="1038"/>
          <ac:spMkLst>
            <pc:docMk/>
            <pc:sldMk cId="3759675155" sldId="2147473323"/>
            <ac:spMk id="398" creationId="{00000000-0000-0000-0000-000000000000}"/>
          </ac:spMkLst>
        </pc:spChg>
        <pc:spChg chg="mod ord">
          <ac:chgData name="MODI, AAKASH PTIN-FR/P/C" userId="f994d3ed-e4b3-4c78-b131-c6c2cc41393c" providerId="ADAL" clId="{8934DAA9-170B-424F-BC01-55C4EF4B9B9F}" dt="2026-09-01T06:12:42.217" v="3551" actId="1038"/>
          <ac:spMkLst>
            <pc:docMk/>
            <pc:sldMk cId="3759675155" sldId="2147473323"/>
            <ac:spMk id="399" creationId="{00000000-0000-0000-0000-000000000000}"/>
          </ac:spMkLst>
        </pc:spChg>
        <pc:spChg chg="add mod ord">
          <ac:chgData name="MODI, AAKASH PTIN-FR/P/C" userId="f994d3ed-e4b3-4c78-b131-c6c2cc41393c" providerId="ADAL" clId="{8934DAA9-170B-424F-BC01-55C4EF4B9B9F}" dt="2026-09-01T06:12:52.623" v="3564" actId="1037"/>
          <ac:spMkLst>
            <pc:docMk/>
            <pc:sldMk cId="3759675155" sldId="2147473323"/>
            <ac:spMk id="400" creationId="{00000000-0000-0000-0000-000000000000}"/>
          </ac:spMkLst>
        </pc:spChg>
        <pc:grpChg chg="mod ord">
          <ac:chgData name="MODI, AAKASH PTIN-FR/P/C" userId="f994d3ed-e4b3-4c78-b131-c6c2cc41393c" providerId="ADAL" clId="{8934DAA9-170B-424F-BC01-55C4EF4B9B9F}" dt="2026-09-01T06:05:02.137" v="3397" actId="1076"/>
          <ac:grpSpMkLst>
            <pc:docMk/>
            <pc:sldMk cId="3759675155" sldId="2147473323"/>
            <ac:grpSpMk id="30" creationId="{84610A77-090B-6108-A17D-7E6B682605E7}"/>
          </ac:grpSpMkLst>
        </pc:grpChg>
        <pc:grpChg chg="mod">
          <ac:chgData name="MODI, AAKASH PTIN-FR/P/C" userId="f994d3ed-e4b3-4c78-b131-c6c2cc41393c" providerId="ADAL" clId="{8934DAA9-170B-424F-BC01-55C4EF4B9B9F}" dt="2026-08-18T12:24:24.784" v="2282"/>
          <ac:grpSpMkLst>
            <pc:docMk/>
            <pc:sldMk cId="3759675155" sldId="2147473323"/>
            <ac:grpSpMk id="94" creationId="{034427AA-59A1-58AB-919B-107D847A56B7}"/>
          </ac:grpSpMkLst>
        </pc:grpChg>
        <pc:grpChg chg="mod">
          <ac:chgData name="MODI, AAKASH PTIN-FR/P/C" userId="f994d3ed-e4b3-4c78-b131-c6c2cc41393c" providerId="ADAL" clId="{8934DAA9-170B-424F-BC01-55C4EF4B9B9F}" dt="2026-09-01T06:07:35.669" v="3446" actId="14100"/>
          <ac:grpSpMkLst>
            <pc:docMk/>
            <pc:sldMk cId="3759675155" sldId="2147473323"/>
            <ac:grpSpMk id="119" creationId="{6286280D-E2E7-A2CB-896E-8EBF15892E3D}"/>
          </ac:grpSpMkLst>
        </pc:grpChg>
        <pc:graphicFrameChg chg="mod">
          <ac:chgData name="MODI, AAKASH PTIN-FR/P/C" userId="f994d3ed-e4b3-4c78-b131-c6c2cc41393c" providerId="ADAL" clId="{8934DAA9-170B-424F-BC01-55C4EF4B9B9F}" dt="2026-09-01T05:24:36.954" v="2954"/>
          <ac:graphicFrameMkLst>
            <pc:docMk/>
            <pc:sldMk cId="3759675155" sldId="2147473323"/>
            <ac:graphicFrameMk id="125" creationId="{D0A742C2-963C-3A07-09EE-D27E2E72F646}"/>
          </ac:graphicFrameMkLst>
        </pc:graphicFrameChg>
        <pc:picChg chg="mod ord">
          <ac:chgData name="MODI, AAKASH PTIN-FR/P/C" userId="f994d3ed-e4b3-4c78-b131-c6c2cc41393c" providerId="ADAL" clId="{8934DAA9-170B-424F-BC01-55C4EF4B9B9F}" dt="2026-08-18T12:24:24.777" v="2249"/>
          <ac:picMkLst>
            <pc:docMk/>
            <pc:sldMk cId="3759675155" sldId="2147473323"/>
            <ac:picMk id="2" creationId="{BC783921-162E-5D2D-59C2-95186BD9C7C8}"/>
          </ac:picMkLst>
        </pc:picChg>
        <pc:picChg chg="mod ord">
          <ac:chgData name="MODI, AAKASH PTIN-FR/P/C" userId="f994d3ed-e4b3-4c78-b131-c6c2cc41393c" providerId="ADAL" clId="{8934DAA9-170B-424F-BC01-55C4EF4B9B9F}" dt="2026-08-18T12:24:24.780" v="2261"/>
          <ac:picMkLst>
            <pc:docMk/>
            <pc:sldMk cId="3759675155" sldId="2147473323"/>
            <ac:picMk id="8" creationId="{1995A80D-1A91-2CA7-0C3B-C5D7455A0AC1}"/>
          </ac:picMkLst>
        </pc:picChg>
        <pc:picChg chg="mod ord">
          <ac:chgData name="MODI, AAKASH PTIN-FR/P/C" userId="f994d3ed-e4b3-4c78-b131-c6c2cc41393c" providerId="ADAL" clId="{8934DAA9-170B-424F-BC01-55C4EF4B9B9F}" dt="2026-08-18T12:24:24.782" v="2275"/>
          <ac:picMkLst>
            <pc:docMk/>
            <pc:sldMk cId="3759675155" sldId="2147473323"/>
            <ac:picMk id="24" creationId="{8C6308D7-8D16-07C5-1D5C-B34782E4437E}"/>
          </ac:picMkLst>
        </pc:picChg>
        <pc:cxnChg chg="add mod ord">
          <ac:chgData name="MODI, AAKASH PTIN-FR/P/C" userId="f994d3ed-e4b3-4c78-b131-c6c2cc41393c" providerId="ADAL" clId="{8934DAA9-170B-424F-BC01-55C4EF4B9B9F}" dt="2026-09-01T06:08:15.384" v="3448" actId="14100"/>
          <ac:cxnSpMkLst>
            <pc:docMk/>
            <pc:sldMk cId="3759675155" sldId="2147473323"/>
            <ac:cxnSpMk id="23" creationId="{04857087-2A1A-F2D1-C336-346DFAA9DB0A}"/>
          </ac:cxnSpMkLst>
        </pc:cxnChg>
        <pc:cxnChg chg="add mod ord">
          <ac:chgData name="MODI, AAKASH PTIN-FR/P/C" userId="f994d3ed-e4b3-4c78-b131-c6c2cc41393c" providerId="ADAL" clId="{8934DAA9-170B-424F-BC01-55C4EF4B9B9F}" dt="2026-08-18T12:48:46.654" v="2580" actId="1038"/>
          <ac:cxnSpMkLst>
            <pc:docMk/>
            <pc:sldMk cId="3759675155" sldId="2147473323"/>
            <ac:cxnSpMk id="62" creationId="{5559C1EC-B59B-EF16-786D-C10C6E4288F5}"/>
          </ac:cxnSpMkLst>
        </pc:cxnChg>
        <pc:cxnChg chg="add mod ord">
          <ac:chgData name="MODI, AAKASH PTIN-FR/P/C" userId="f994d3ed-e4b3-4c78-b131-c6c2cc41393c" providerId="ADAL" clId="{8934DAA9-170B-424F-BC01-55C4EF4B9B9F}" dt="2026-08-18T12:24:24.793" v="2334"/>
          <ac:cxnSpMkLst>
            <pc:docMk/>
            <pc:sldMk cId="3759675155" sldId="2147473323"/>
            <ac:cxnSpMk id="65" creationId="{349A9AA2-65D5-C0E9-B028-FA80F37227B2}"/>
          </ac:cxnSpMkLst>
        </pc:cxnChg>
        <pc:cxnChg chg="add mod ord">
          <ac:chgData name="MODI, AAKASH PTIN-FR/P/C" userId="f994d3ed-e4b3-4c78-b131-c6c2cc41393c" providerId="ADAL" clId="{8934DAA9-170B-424F-BC01-55C4EF4B9B9F}" dt="2026-08-18T12:24:24.794" v="2338"/>
          <ac:cxnSpMkLst>
            <pc:docMk/>
            <pc:sldMk cId="3759675155" sldId="2147473323"/>
            <ac:cxnSpMk id="68" creationId="{37BD8651-55DB-2497-C677-9887D235BDF9}"/>
          </ac:cxnSpMkLst>
        </pc:cxnChg>
        <pc:cxnChg chg="mod ord">
          <ac:chgData name="MODI, AAKASH PTIN-FR/P/C" userId="f994d3ed-e4b3-4c78-b131-c6c2cc41393c" providerId="ADAL" clId="{8934DAA9-170B-424F-BC01-55C4EF4B9B9F}" dt="2026-09-01T06:07:18.422" v="3445" actId="1036"/>
          <ac:cxnSpMkLst>
            <pc:docMk/>
            <pc:sldMk cId="3759675155" sldId="2147473323"/>
            <ac:cxnSpMk id="85" creationId="{A7C80834-EE05-1A5E-C48E-49277FB763C7}"/>
          </ac:cxnSpMkLst>
        </pc:cxnChg>
      </pc:sldChg>
      <pc:sldChg chg="add del">
        <pc:chgData name="MODI, AAKASH PTIN-FR/P/C" userId="f994d3ed-e4b3-4c78-b131-c6c2cc41393c" providerId="ADAL" clId="{8934DAA9-170B-424F-BC01-55C4EF4B9B9F}" dt="2026-09-01T06:18:20.884" v="3577" actId="47"/>
        <pc:sldMkLst>
          <pc:docMk/>
          <pc:sldMk cId="2593971248" sldId="2147473324"/>
        </pc:sldMkLst>
      </pc:sldChg>
      <pc:sldChg chg="modSp add del mod">
        <pc:chgData name="MODI, AAKASH PTIN-FR/P/C" userId="f994d3ed-e4b3-4c78-b131-c6c2cc41393c" providerId="ADAL" clId="{8934DAA9-170B-424F-BC01-55C4EF4B9B9F}" dt="2026-09-01T06:18:19.592" v="3575" actId="47"/>
        <pc:sldMkLst>
          <pc:docMk/>
          <pc:sldMk cId="3988778806" sldId="2147473325"/>
        </pc:sldMkLst>
      </pc:sldChg>
      <pc:sldChg chg="modSp add del mod">
        <pc:chgData name="MODI, AAKASH PTIN-FR/P/C" userId="f994d3ed-e4b3-4c78-b131-c6c2cc41393c" providerId="ADAL" clId="{8934DAA9-170B-424F-BC01-55C4EF4B9B9F}" dt="2026-09-01T06:18:18.999" v="3574" actId="47"/>
        <pc:sldMkLst>
          <pc:docMk/>
          <pc:sldMk cId="3549027229" sldId="214747332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01/09/2026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255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186A-064C-47E2-5D16-C4550224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B6EEC-A9E8-1CFF-EA8E-B62DEA6C2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A83F9-A6FB-EDA9-933F-934556824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F30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Build a common vision – Early - </a:t>
            </a:r>
            <a:r>
              <a:rPr lang="en-US" sz="1200" dirty="0">
                <a:solidFill>
                  <a:srgbClr val="5A5A5A"/>
                </a:solidFill>
                <a:latin typeface="Aptos" panose="020B0004020202020204" pitchFamily="34" charset="0"/>
                <a:cs typeface="Arial" pitchFamily="34" charset="-120"/>
              </a:rPr>
              <a:t>Prototype early to align sponsors and key stakeholders.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F3033"/>
                </a:solidFill>
                <a:latin typeface="Aptos" panose="020B0004020202020204" pitchFamily="34" charset="0"/>
                <a:cs typeface="Arial" pitchFamily="34" charset="-120"/>
              </a:rPr>
              <a:t>Collaborate - </a:t>
            </a:r>
            <a:r>
              <a:rPr lang="en-US" sz="1200" dirty="0">
                <a:solidFill>
                  <a:srgbClr val="5A5A5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Match requirements &amp; available capabilities to deliver with speed</a:t>
            </a:r>
            <a:endParaRPr lang="en-US" sz="1200" dirty="0"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F3033"/>
                </a:solidFill>
                <a:latin typeface="Aptos" panose="020B0004020202020204" pitchFamily="34" charset="0"/>
                <a:cs typeface="Arial" pitchFamily="34" charset="-120"/>
              </a:rPr>
              <a:t>Project Management - </a:t>
            </a:r>
            <a:r>
              <a:rPr lang="en-US" sz="1200" dirty="0">
                <a:solidFill>
                  <a:srgbClr val="5A5A5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Expect Surprises and keep buffer to manage them</a:t>
            </a:r>
            <a:endParaRPr lang="en-US" sz="1200" dirty="0"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D9DDE0"/>
                </a:solidFill>
                <a:latin typeface="Arial"/>
              </a:rPr>
              <a:t>Value shifts from reporting effort to decision advantage.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2F3033"/>
                </a:solidFill>
                <a:latin typeface="Arial"/>
              </a:rPr>
              <a:t>AUTOMATE ONCE. REUSE EVERY CYCLE.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D9DDE0"/>
              </a:solid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rgbClr val="2F3033"/>
              </a:solidFill>
              <a:latin typeface="Aptos" panose="020B0004020202020204" pitchFamily="34" charset="0"/>
              <a:cs typeface="Ari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39CAB-3645-4AF9-60F4-91BEA7515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007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 dirty="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 dirty="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A6DA-CC83-5976-A75F-7EE10E4C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think-cell data - do not delete" hidden="1">
            <a:extLst>
              <a:ext uri="{FF2B5EF4-FFF2-40B4-BE49-F238E27FC236}">
                <a16:creationId xmlns:a16="http://schemas.microsoft.com/office/drawing/2014/main" id="{D0A742C2-963C-3A07-09EE-D27E2E72F64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5337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6" imgH="343" progId="TCLayout.ActiveDocument.1">
                  <p:embed/>
                </p:oleObj>
              </mc:Choice>
              <mc:Fallback>
                <p:oleObj name="think-cell Slide" r:id="rId4" imgW="366" imgH="343" progId="TCLayout.ActiveDocument.1">
                  <p:embed/>
                  <p:pic>
                    <p:nvPicPr>
                      <p:cNvPr id="1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A742C2-963C-3A07-09EE-D27E2E72F6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Isosceles Triangle 107">
            <a:extLst>
              <a:ext uri="{FF2B5EF4-FFF2-40B4-BE49-F238E27FC236}">
                <a16:creationId xmlns:a16="http://schemas.microsoft.com/office/drawing/2014/main" id="{4F8509A0-7A58-B5FB-B314-4EF5920D77FD}"/>
              </a:ext>
            </a:extLst>
          </p:cNvPr>
          <p:cNvSpPr/>
          <p:nvPr/>
        </p:nvSpPr>
        <p:spPr>
          <a:xfrm flipV="1">
            <a:off x="17515271" y="14448140"/>
            <a:ext cx="10604044" cy="482249"/>
          </a:xfrm>
          <a:prstGeom prst="triangle">
            <a:avLst>
              <a:gd name="adj" fmla="val 50392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494DFB0-3EAC-BE05-4FE6-C3E0E61BDB3E}"/>
              </a:ext>
            </a:extLst>
          </p:cNvPr>
          <p:cNvSpPr/>
          <p:nvPr/>
        </p:nvSpPr>
        <p:spPr>
          <a:xfrm>
            <a:off x="0" y="36031257"/>
            <a:ext cx="30275213" cy="5263047"/>
          </a:xfrm>
          <a:prstGeom prst="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A686246-CA74-53B3-C771-A711371A7533}"/>
              </a:ext>
            </a:extLst>
          </p:cNvPr>
          <p:cNvSpPr/>
          <p:nvPr/>
        </p:nvSpPr>
        <p:spPr>
          <a:xfrm>
            <a:off x="0" y="26247852"/>
            <a:ext cx="30275213" cy="9784080"/>
          </a:xfrm>
          <a:prstGeom prst="rect">
            <a:avLst/>
          </a:prstGeom>
          <a:solidFill>
            <a:srgbClr val="FFF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BC783921-162E-5D2D-59C2-95186BD9C7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B56724B-34B8-D129-9CAE-F0B8287EE012}"/>
              </a:ext>
            </a:extLst>
          </p:cNvPr>
          <p:cNvSpPr/>
          <p:nvPr/>
        </p:nvSpPr>
        <p:spPr>
          <a:xfrm>
            <a:off x="2084831" y="1069848"/>
            <a:ext cx="8321040" cy="1143000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1EE4FC-9CEA-1971-2455-06863EDBB39A}"/>
              </a:ext>
            </a:extLst>
          </p:cNvPr>
          <p:cNvSpPr/>
          <p:nvPr/>
        </p:nvSpPr>
        <p:spPr>
          <a:xfrm>
            <a:off x="2468880" y="1252728"/>
            <a:ext cx="7498079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</a:rPr>
              <a:t>DATA, DIGITAL &amp; AI</a:t>
            </a:r>
            <a:endParaRPr lang="en-US" sz="5617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B68867D-C61B-5E31-A369-8C2CFA179C29}"/>
              </a:ext>
            </a:extLst>
          </p:cNvPr>
          <p:cNvSpPr/>
          <p:nvPr/>
        </p:nvSpPr>
        <p:spPr>
          <a:xfrm>
            <a:off x="2087214" y="3157966"/>
            <a:ext cx="20659949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100" b="1" dirty="0">
                <a:solidFill>
                  <a:srgbClr val="2F3033"/>
                </a:solidFill>
                <a:latin typeface="Aptos Display" pitchFamily="34" charset="0"/>
              </a:rPr>
              <a:t>OP26 Digital Transformation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49C3882-925C-6782-7DD6-8A51DCD2A27F}"/>
              </a:ext>
            </a:extLst>
          </p:cNvPr>
          <p:cNvSpPr/>
          <p:nvPr/>
        </p:nvSpPr>
        <p:spPr>
          <a:xfrm>
            <a:off x="2087215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6000" b="1" dirty="0">
                <a:solidFill>
                  <a:schemeClr val="bg2">
                    <a:lumMod val="25000"/>
                  </a:schemeClr>
                </a:solidFill>
                <a:latin typeface="Aptos Display"/>
              </a:rPr>
              <a:t>LESS ASSEMBLING, MORE DECIDING</a:t>
            </a:r>
            <a:endParaRPr lang="en-US" sz="6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BEE2BD7-D460-56F7-6997-3F11FE95A77C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995A80D-1A91-2CA7-0C3B-C5D7455A0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FD7F0B4-52FB-B9E2-BDC6-4AE969549C90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6000" b="1" dirty="0">
                <a:solidFill>
                  <a:srgbClr val="2F3033"/>
                </a:solidFill>
                <a:latin typeface="Aptos Display" pitchFamily="34" charset="0"/>
                <a:ea typeface="Aptos" pitchFamily="34" charset="-122"/>
                <a:cs typeface="Aptos" pitchFamily="34" charset="-120"/>
              </a:rPr>
              <a:t>Aakash Modi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89E467E-BB40-CC6D-778F-FBE24157B06E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5326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5FC7031-444E-EE26-4156-E16F3C062EF7}"/>
              </a:ext>
            </a:extLst>
          </p:cNvPr>
          <p:cNvSpPr/>
          <p:nvPr/>
        </p:nvSpPr>
        <p:spPr>
          <a:xfrm>
            <a:off x="23689185" y="5402786"/>
            <a:ext cx="4794022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0D14DE9-EFAB-BA7F-0971-E18428868F42}"/>
              </a:ext>
            </a:extLst>
          </p:cNvPr>
          <p:cNvSpPr/>
          <p:nvPr/>
        </p:nvSpPr>
        <p:spPr>
          <a:xfrm>
            <a:off x="2084830" y="11401614"/>
            <a:ext cx="12653146" cy="1192065"/>
          </a:xfrm>
          <a:prstGeom prst="rect">
            <a:avLst/>
          </a:prstGeom>
          <a:solidFill>
            <a:srgbClr val="23384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rgbClr val="FFFFFF"/>
                </a:solidFill>
                <a:latin typeface="Aptos Display"/>
              </a:rPr>
              <a:t>1. CHALLENGE | OPPORTUNITY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7B7B6FF-25CF-07C9-0F56-155383A05A58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537" dirty="0">
                <a:solidFill>
                  <a:srgbClr val="66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EEBB409E-BC42-078E-592D-F6343905EFD9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3537" dirty="0">
                <a:solidFill>
                  <a:srgbClr val="66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C6308D7-8D16-07C5-1D5C-B34782E443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AB1DE1E4-CFA3-D72C-D667-CD085CE6F336}"/>
              </a:ext>
            </a:extLst>
          </p:cNvPr>
          <p:cNvSpPr/>
          <p:nvPr/>
        </p:nvSpPr>
        <p:spPr>
          <a:xfrm>
            <a:off x="1576899" y="12579873"/>
            <a:ext cx="996696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endParaRPr lang="en-US" sz="4000" b="1" dirty="0">
              <a:solidFill>
                <a:srgbClr val="2F3033"/>
              </a:solidFill>
              <a:latin typeface="Aptos Display" pitchFamily="34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5B9894F3-C9BC-C998-1F47-960D711450DC}"/>
              </a:ext>
            </a:extLst>
          </p:cNvPr>
          <p:cNvSpPr/>
          <p:nvPr/>
        </p:nvSpPr>
        <p:spPr>
          <a:xfrm>
            <a:off x="17515271" y="11419015"/>
            <a:ext cx="10641600" cy="1042415"/>
          </a:xfrm>
          <a:prstGeom prst="rect">
            <a:avLst/>
          </a:prstGeom>
          <a:solidFill>
            <a:srgbClr val="2F777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400" b="1" dirty="0">
                <a:solidFill>
                  <a:srgbClr val="FFFFFF"/>
                </a:solidFill>
                <a:latin typeface="Aptos Display"/>
              </a:rPr>
              <a:t>2. SOLUTION</a:t>
            </a:r>
            <a:endParaRPr lang="en-IN" sz="72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98D7CEFB-855C-FB1B-6530-106536FE66A6}"/>
              </a:ext>
            </a:extLst>
          </p:cNvPr>
          <p:cNvSpPr/>
          <p:nvPr/>
        </p:nvSpPr>
        <p:spPr>
          <a:xfrm rot="19895051">
            <a:off x="18965895" y="10644077"/>
            <a:ext cx="1932495" cy="990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endParaRPr lang="en-US" sz="4000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34427AA-59A1-58AB-919B-107D847A56B7}"/>
              </a:ext>
            </a:extLst>
          </p:cNvPr>
          <p:cNvGrpSpPr/>
          <p:nvPr/>
        </p:nvGrpSpPr>
        <p:grpSpPr>
          <a:xfrm>
            <a:off x="1056971" y="28892415"/>
            <a:ext cx="28541746" cy="6287503"/>
            <a:chOff x="763126" y="28555908"/>
            <a:chExt cx="27697903" cy="6287503"/>
          </a:xfrm>
        </p:grpSpPr>
        <p:sp>
          <p:nvSpPr>
            <p:cNvPr id="226" name="Text 95">
              <a:extLst>
                <a:ext uri="{FF2B5EF4-FFF2-40B4-BE49-F238E27FC236}">
                  <a16:creationId xmlns:a16="http://schemas.microsoft.com/office/drawing/2014/main" id="{A35B9A3E-839C-BEED-1FE3-2C04BCDBC8FF}"/>
                </a:ext>
              </a:extLst>
            </p:cNvPr>
            <p:cNvSpPr/>
            <p:nvPr/>
          </p:nvSpPr>
          <p:spPr>
            <a:xfrm>
              <a:off x="21154130" y="31540616"/>
              <a:ext cx="3337560" cy="55828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" panose="020B0004020202020204" pitchFamily="34" charset="0"/>
                  <a:ea typeface="Arial" pitchFamily="34" charset="-122"/>
                  <a:cs typeface="Arial" pitchFamily="34" charset="-120"/>
                </a:rPr>
                <a:t>Oct</a:t>
              </a:r>
            </a:p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" panose="020B0004020202020204" pitchFamily="34" charset="0"/>
                  <a:cs typeface="Arial" pitchFamily="34" charset="-120"/>
                </a:rPr>
                <a:t>GO-Live</a:t>
              </a:r>
              <a:endParaRPr lang="en-US" sz="3600" dirty="0">
                <a:latin typeface="Aptos" panose="020B0004020202020204" pitchFamily="34" charset="0"/>
              </a:endParaRPr>
            </a:p>
          </p:txBody>
        </p:sp>
        <p:sp>
          <p:nvSpPr>
            <p:cNvPr id="28" name="Freihandform: Form 29">
              <a:extLst>
                <a:ext uri="{FF2B5EF4-FFF2-40B4-BE49-F238E27FC236}">
                  <a16:creationId xmlns:a16="http://schemas.microsoft.com/office/drawing/2014/main" id="{54123110-1C04-32B3-A203-FEAFDC246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19" y="30209944"/>
              <a:ext cx="27447910" cy="4387529"/>
            </a:xfrm>
            <a:custGeom>
              <a:avLst/>
              <a:gdLst>
                <a:gd name="connsiteX0" fmla="*/ 0 w 11804048"/>
                <a:gd name="connsiteY0" fmla="*/ 0 h 4989102"/>
                <a:gd name="connsiteX1" fmla="*/ 2470484 w 11804048"/>
                <a:gd name="connsiteY1" fmla="*/ 0 h 4989102"/>
                <a:gd name="connsiteX2" fmla="*/ 2931171 w 11804048"/>
                <a:gd name="connsiteY2" fmla="*/ 4048 h 4989102"/>
                <a:gd name="connsiteX3" fmla="*/ 6192260 w 11804048"/>
                <a:gd name="connsiteY3" fmla="*/ 249741 h 4989102"/>
                <a:gd name="connsiteX4" fmla="*/ 7564593 w 11804048"/>
                <a:gd name="connsiteY4" fmla="*/ 558199 h 4989102"/>
                <a:gd name="connsiteX5" fmla="*/ 8111411 w 11804048"/>
                <a:gd name="connsiteY5" fmla="*/ 994008 h 4989102"/>
                <a:gd name="connsiteX6" fmla="*/ 7998011 w 11804048"/>
                <a:gd name="connsiteY6" fmla="*/ 1181248 h 4989102"/>
                <a:gd name="connsiteX7" fmla="*/ 7704421 w 11804048"/>
                <a:gd name="connsiteY7" fmla="*/ 1321947 h 4989102"/>
                <a:gd name="connsiteX8" fmla="*/ 6816921 w 11804048"/>
                <a:gd name="connsiteY8" fmla="*/ 1530472 h 4989102"/>
                <a:gd name="connsiteX9" fmla="*/ 5448433 w 11804048"/>
                <a:gd name="connsiteY9" fmla="*/ 2106982 h 4989102"/>
                <a:gd name="connsiteX10" fmla="*/ 5977954 w 11804048"/>
                <a:gd name="connsiteY10" fmla="*/ 2336792 h 4989102"/>
                <a:gd name="connsiteX11" fmla="*/ 7286859 w 11804048"/>
                <a:gd name="connsiteY11" fmla="*/ 2591856 h 4989102"/>
                <a:gd name="connsiteX12" fmla="*/ 9458757 w 11804048"/>
                <a:gd name="connsiteY12" fmla="*/ 3031273 h 4989102"/>
                <a:gd name="connsiteX13" fmla="*/ 11069902 w 11804048"/>
                <a:gd name="connsiteY13" fmla="*/ 3671639 h 4989102"/>
                <a:gd name="connsiteX14" fmla="*/ 11575878 w 11804048"/>
                <a:gd name="connsiteY14" fmla="*/ 4217483 h 4989102"/>
                <a:gd name="connsiteX15" fmla="*/ 11776250 w 11804048"/>
                <a:gd name="connsiteY15" fmla="*/ 4677103 h 4989102"/>
                <a:gd name="connsiteX16" fmla="*/ 11803954 w 11804048"/>
                <a:gd name="connsiteY16" fmla="*/ 4928562 h 4989102"/>
                <a:gd name="connsiteX17" fmla="*/ 11800968 w 11804048"/>
                <a:gd name="connsiteY17" fmla="*/ 4989102 h 4989102"/>
                <a:gd name="connsiteX18" fmla="*/ 9480312 w 11804048"/>
                <a:gd name="connsiteY18" fmla="*/ 4989102 h 4989102"/>
                <a:gd name="connsiteX19" fmla="*/ 9473653 w 11804048"/>
                <a:gd name="connsiteY19" fmla="*/ 4566347 h 4989102"/>
                <a:gd name="connsiteX20" fmla="*/ 9259827 w 11804048"/>
                <a:gd name="connsiteY20" fmla="*/ 4105284 h 4989102"/>
                <a:gd name="connsiteX21" fmla="*/ 8687061 w 11804048"/>
                <a:gd name="connsiteY21" fmla="*/ 3706994 h 4989102"/>
                <a:gd name="connsiteX22" fmla="*/ 6827493 w 11804048"/>
                <a:gd name="connsiteY22" fmla="*/ 3277679 h 4989102"/>
                <a:gd name="connsiteX23" fmla="*/ 4576790 w 11804048"/>
                <a:gd name="connsiteY23" fmla="*/ 2777652 h 4989102"/>
                <a:gd name="connsiteX24" fmla="*/ 3783470 w 11804048"/>
                <a:gd name="connsiteY24" fmla="*/ 2456567 h 4989102"/>
                <a:gd name="connsiteX25" fmla="*/ 3471621 w 11804048"/>
                <a:gd name="connsiteY25" fmla="*/ 2060443 h 4989102"/>
                <a:gd name="connsiteX26" fmla="*/ 4040063 w 11804048"/>
                <a:gd name="connsiteY26" fmla="*/ 1501972 h 4989102"/>
                <a:gd name="connsiteX27" fmla="*/ 5174543 w 11804048"/>
                <a:gd name="connsiteY27" fmla="*/ 1228508 h 4989102"/>
                <a:gd name="connsiteX28" fmla="*/ 6135560 w 11804048"/>
                <a:gd name="connsiteY28" fmla="*/ 891189 h 4989102"/>
                <a:gd name="connsiteX29" fmla="*/ 5983239 w 11804048"/>
                <a:gd name="connsiteY29" fmla="*/ 758787 h 4989102"/>
                <a:gd name="connsiteX30" fmla="*/ 5566157 w 11804048"/>
                <a:gd name="connsiteY30" fmla="*/ 642619 h 4989102"/>
                <a:gd name="connsiteX31" fmla="*/ 4293290 w 11804048"/>
                <a:gd name="connsiteY31" fmla="*/ 475583 h 4989102"/>
                <a:gd name="connsiteX32" fmla="*/ 2483701 w 11804048"/>
                <a:gd name="connsiteY32" fmla="*/ 360056 h 4989102"/>
                <a:gd name="connsiteX33" fmla="*/ 2470484 w 11804048"/>
                <a:gd name="connsiteY33" fmla="*/ 359542 h 4989102"/>
                <a:gd name="connsiteX34" fmla="*/ 2470484 w 11804048"/>
                <a:gd name="connsiteY34" fmla="*/ 360362 h 4989102"/>
                <a:gd name="connsiteX35" fmla="*/ 0 w 11804048"/>
                <a:gd name="connsiteY35" fmla="*/ 360362 h 4989102"/>
                <a:gd name="connsiteX0" fmla="*/ 0 w 11804048"/>
                <a:gd name="connsiteY0" fmla="*/ 0 h 4989102"/>
                <a:gd name="connsiteX1" fmla="*/ 2470484 w 11804048"/>
                <a:gd name="connsiteY1" fmla="*/ 0 h 4989102"/>
                <a:gd name="connsiteX2" fmla="*/ 2931171 w 11804048"/>
                <a:gd name="connsiteY2" fmla="*/ 4048 h 4989102"/>
                <a:gd name="connsiteX3" fmla="*/ 6192260 w 11804048"/>
                <a:gd name="connsiteY3" fmla="*/ 249741 h 4989102"/>
                <a:gd name="connsiteX4" fmla="*/ 7564593 w 11804048"/>
                <a:gd name="connsiteY4" fmla="*/ 558199 h 4989102"/>
                <a:gd name="connsiteX5" fmla="*/ 8111411 w 11804048"/>
                <a:gd name="connsiteY5" fmla="*/ 994008 h 4989102"/>
                <a:gd name="connsiteX6" fmla="*/ 7998011 w 11804048"/>
                <a:gd name="connsiteY6" fmla="*/ 1181248 h 4989102"/>
                <a:gd name="connsiteX7" fmla="*/ 7704421 w 11804048"/>
                <a:gd name="connsiteY7" fmla="*/ 1321947 h 4989102"/>
                <a:gd name="connsiteX8" fmla="*/ 6816921 w 11804048"/>
                <a:gd name="connsiteY8" fmla="*/ 1530472 h 4989102"/>
                <a:gd name="connsiteX9" fmla="*/ 5448433 w 11804048"/>
                <a:gd name="connsiteY9" fmla="*/ 2106982 h 4989102"/>
                <a:gd name="connsiteX10" fmla="*/ 5977954 w 11804048"/>
                <a:gd name="connsiteY10" fmla="*/ 2336792 h 4989102"/>
                <a:gd name="connsiteX11" fmla="*/ 7286859 w 11804048"/>
                <a:gd name="connsiteY11" fmla="*/ 2591856 h 4989102"/>
                <a:gd name="connsiteX12" fmla="*/ 9458757 w 11804048"/>
                <a:gd name="connsiteY12" fmla="*/ 3031273 h 4989102"/>
                <a:gd name="connsiteX13" fmla="*/ 11069902 w 11804048"/>
                <a:gd name="connsiteY13" fmla="*/ 3671639 h 4989102"/>
                <a:gd name="connsiteX14" fmla="*/ 11575878 w 11804048"/>
                <a:gd name="connsiteY14" fmla="*/ 4217483 h 4989102"/>
                <a:gd name="connsiteX15" fmla="*/ 11776250 w 11804048"/>
                <a:gd name="connsiteY15" fmla="*/ 4677103 h 4989102"/>
                <a:gd name="connsiteX16" fmla="*/ 11803954 w 11804048"/>
                <a:gd name="connsiteY16" fmla="*/ 4928562 h 4989102"/>
                <a:gd name="connsiteX17" fmla="*/ 11800968 w 11804048"/>
                <a:gd name="connsiteY17" fmla="*/ 4989102 h 4989102"/>
                <a:gd name="connsiteX18" fmla="*/ 9480312 w 11804048"/>
                <a:gd name="connsiteY18" fmla="*/ 4989102 h 4989102"/>
                <a:gd name="connsiteX19" fmla="*/ 9473653 w 11804048"/>
                <a:gd name="connsiteY19" fmla="*/ 4566347 h 4989102"/>
                <a:gd name="connsiteX20" fmla="*/ 9259827 w 11804048"/>
                <a:gd name="connsiteY20" fmla="*/ 4105284 h 4989102"/>
                <a:gd name="connsiteX21" fmla="*/ 8687061 w 11804048"/>
                <a:gd name="connsiteY21" fmla="*/ 3706994 h 4989102"/>
                <a:gd name="connsiteX22" fmla="*/ 6827493 w 11804048"/>
                <a:gd name="connsiteY22" fmla="*/ 3277679 h 4989102"/>
                <a:gd name="connsiteX23" fmla="*/ 4576790 w 11804048"/>
                <a:gd name="connsiteY23" fmla="*/ 2777652 h 4989102"/>
                <a:gd name="connsiteX24" fmla="*/ 3783470 w 11804048"/>
                <a:gd name="connsiteY24" fmla="*/ 2456567 h 4989102"/>
                <a:gd name="connsiteX25" fmla="*/ 3471621 w 11804048"/>
                <a:gd name="connsiteY25" fmla="*/ 2060443 h 4989102"/>
                <a:gd name="connsiteX26" fmla="*/ 4040063 w 11804048"/>
                <a:gd name="connsiteY26" fmla="*/ 1501972 h 4989102"/>
                <a:gd name="connsiteX27" fmla="*/ 5174543 w 11804048"/>
                <a:gd name="connsiteY27" fmla="*/ 1228508 h 4989102"/>
                <a:gd name="connsiteX28" fmla="*/ 6135560 w 11804048"/>
                <a:gd name="connsiteY28" fmla="*/ 891189 h 4989102"/>
                <a:gd name="connsiteX29" fmla="*/ 5983239 w 11804048"/>
                <a:gd name="connsiteY29" fmla="*/ 758787 h 4989102"/>
                <a:gd name="connsiteX30" fmla="*/ 5566157 w 11804048"/>
                <a:gd name="connsiteY30" fmla="*/ 642619 h 4989102"/>
                <a:gd name="connsiteX31" fmla="*/ 4293290 w 11804048"/>
                <a:gd name="connsiteY31" fmla="*/ 475583 h 4989102"/>
                <a:gd name="connsiteX32" fmla="*/ 2483701 w 11804048"/>
                <a:gd name="connsiteY32" fmla="*/ 360056 h 4989102"/>
                <a:gd name="connsiteX33" fmla="*/ 2470484 w 11804048"/>
                <a:gd name="connsiteY33" fmla="*/ 359542 h 4989102"/>
                <a:gd name="connsiteX34" fmla="*/ 0 w 11804048"/>
                <a:gd name="connsiteY34" fmla="*/ 360362 h 4989102"/>
                <a:gd name="connsiteX35" fmla="*/ 0 w 11804048"/>
                <a:gd name="connsiteY35" fmla="*/ 0 h 4989102"/>
                <a:gd name="connsiteX0" fmla="*/ 0 w 11804048"/>
                <a:gd name="connsiteY0" fmla="*/ 0 h 4989102"/>
                <a:gd name="connsiteX1" fmla="*/ 2470484 w 11804048"/>
                <a:gd name="connsiteY1" fmla="*/ 0 h 4989102"/>
                <a:gd name="connsiteX2" fmla="*/ 2931171 w 11804048"/>
                <a:gd name="connsiteY2" fmla="*/ 4048 h 4989102"/>
                <a:gd name="connsiteX3" fmla="*/ 6192260 w 11804048"/>
                <a:gd name="connsiteY3" fmla="*/ 249741 h 4989102"/>
                <a:gd name="connsiteX4" fmla="*/ 7564593 w 11804048"/>
                <a:gd name="connsiteY4" fmla="*/ 558199 h 4989102"/>
                <a:gd name="connsiteX5" fmla="*/ 8111411 w 11804048"/>
                <a:gd name="connsiteY5" fmla="*/ 994008 h 4989102"/>
                <a:gd name="connsiteX6" fmla="*/ 7998011 w 11804048"/>
                <a:gd name="connsiteY6" fmla="*/ 1181248 h 4989102"/>
                <a:gd name="connsiteX7" fmla="*/ 7704421 w 11804048"/>
                <a:gd name="connsiteY7" fmla="*/ 1321947 h 4989102"/>
                <a:gd name="connsiteX8" fmla="*/ 6816921 w 11804048"/>
                <a:gd name="connsiteY8" fmla="*/ 1530472 h 4989102"/>
                <a:gd name="connsiteX9" fmla="*/ 5448433 w 11804048"/>
                <a:gd name="connsiteY9" fmla="*/ 2106982 h 4989102"/>
                <a:gd name="connsiteX10" fmla="*/ 5977954 w 11804048"/>
                <a:gd name="connsiteY10" fmla="*/ 2336792 h 4989102"/>
                <a:gd name="connsiteX11" fmla="*/ 7286859 w 11804048"/>
                <a:gd name="connsiteY11" fmla="*/ 2591856 h 4989102"/>
                <a:gd name="connsiteX12" fmla="*/ 9458757 w 11804048"/>
                <a:gd name="connsiteY12" fmla="*/ 3031273 h 4989102"/>
                <a:gd name="connsiteX13" fmla="*/ 11069902 w 11804048"/>
                <a:gd name="connsiteY13" fmla="*/ 3671639 h 4989102"/>
                <a:gd name="connsiteX14" fmla="*/ 11575878 w 11804048"/>
                <a:gd name="connsiteY14" fmla="*/ 4217483 h 4989102"/>
                <a:gd name="connsiteX15" fmla="*/ 11776250 w 11804048"/>
                <a:gd name="connsiteY15" fmla="*/ 4677103 h 4989102"/>
                <a:gd name="connsiteX16" fmla="*/ 11803954 w 11804048"/>
                <a:gd name="connsiteY16" fmla="*/ 4928562 h 4989102"/>
                <a:gd name="connsiteX17" fmla="*/ 11800968 w 11804048"/>
                <a:gd name="connsiteY17" fmla="*/ 4989102 h 4989102"/>
                <a:gd name="connsiteX18" fmla="*/ 9480312 w 11804048"/>
                <a:gd name="connsiteY18" fmla="*/ 4989102 h 4989102"/>
                <a:gd name="connsiteX19" fmla="*/ 9473653 w 11804048"/>
                <a:gd name="connsiteY19" fmla="*/ 4566347 h 4989102"/>
                <a:gd name="connsiteX20" fmla="*/ 9259827 w 11804048"/>
                <a:gd name="connsiteY20" fmla="*/ 4105284 h 4989102"/>
                <a:gd name="connsiteX21" fmla="*/ 8687061 w 11804048"/>
                <a:gd name="connsiteY21" fmla="*/ 3706994 h 4989102"/>
                <a:gd name="connsiteX22" fmla="*/ 6827493 w 11804048"/>
                <a:gd name="connsiteY22" fmla="*/ 3277679 h 4989102"/>
                <a:gd name="connsiteX23" fmla="*/ 4576790 w 11804048"/>
                <a:gd name="connsiteY23" fmla="*/ 2777652 h 4989102"/>
                <a:gd name="connsiteX24" fmla="*/ 3783470 w 11804048"/>
                <a:gd name="connsiteY24" fmla="*/ 2456567 h 4989102"/>
                <a:gd name="connsiteX25" fmla="*/ 3471621 w 11804048"/>
                <a:gd name="connsiteY25" fmla="*/ 2060443 h 4989102"/>
                <a:gd name="connsiteX26" fmla="*/ 4040063 w 11804048"/>
                <a:gd name="connsiteY26" fmla="*/ 1501972 h 4989102"/>
                <a:gd name="connsiteX27" fmla="*/ 5174543 w 11804048"/>
                <a:gd name="connsiteY27" fmla="*/ 1228508 h 4989102"/>
                <a:gd name="connsiteX28" fmla="*/ 6135560 w 11804048"/>
                <a:gd name="connsiteY28" fmla="*/ 891189 h 4989102"/>
                <a:gd name="connsiteX29" fmla="*/ 5983239 w 11804048"/>
                <a:gd name="connsiteY29" fmla="*/ 758787 h 4989102"/>
                <a:gd name="connsiteX30" fmla="*/ 5566157 w 11804048"/>
                <a:gd name="connsiteY30" fmla="*/ 642619 h 4989102"/>
                <a:gd name="connsiteX31" fmla="*/ 4293290 w 11804048"/>
                <a:gd name="connsiteY31" fmla="*/ 475583 h 4989102"/>
                <a:gd name="connsiteX32" fmla="*/ 2483701 w 11804048"/>
                <a:gd name="connsiteY32" fmla="*/ 360056 h 4989102"/>
                <a:gd name="connsiteX33" fmla="*/ 0 w 11804048"/>
                <a:gd name="connsiteY33" fmla="*/ 360362 h 4989102"/>
                <a:gd name="connsiteX34" fmla="*/ 0 w 11804048"/>
                <a:gd name="connsiteY34" fmla="*/ 0 h 498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804048" h="4989102">
                  <a:moveTo>
                    <a:pt x="0" y="0"/>
                  </a:moveTo>
                  <a:lnTo>
                    <a:pt x="2470484" y="0"/>
                  </a:lnTo>
                  <a:lnTo>
                    <a:pt x="2931171" y="4048"/>
                  </a:lnTo>
                  <a:cubicBezTo>
                    <a:pt x="4085463" y="24074"/>
                    <a:pt x="5274428" y="112739"/>
                    <a:pt x="6192260" y="249741"/>
                  </a:cubicBezTo>
                  <a:cubicBezTo>
                    <a:pt x="6778962" y="337047"/>
                    <a:pt x="7240249" y="440949"/>
                    <a:pt x="7564593" y="558199"/>
                  </a:cubicBezTo>
                  <a:cubicBezTo>
                    <a:pt x="7927857" y="689519"/>
                    <a:pt x="8111411" y="835991"/>
                    <a:pt x="8111411" y="994008"/>
                  </a:cubicBezTo>
                  <a:cubicBezTo>
                    <a:pt x="8111411" y="1061833"/>
                    <a:pt x="8073451" y="1124968"/>
                    <a:pt x="7998011" y="1181248"/>
                  </a:cubicBezTo>
                  <a:cubicBezTo>
                    <a:pt x="7931221" y="1231395"/>
                    <a:pt x="7835119" y="1277573"/>
                    <a:pt x="7704421" y="1321947"/>
                  </a:cubicBezTo>
                  <a:cubicBezTo>
                    <a:pt x="7463686" y="1403482"/>
                    <a:pt x="7135499" y="1468059"/>
                    <a:pt x="6816921" y="1530472"/>
                  </a:cubicBezTo>
                  <a:cubicBezTo>
                    <a:pt x="6144209" y="1662875"/>
                    <a:pt x="5448433" y="1798885"/>
                    <a:pt x="5448433" y="2106982"/>
                  </a:cubicBezTo>
                  <a:cubicBezTo>
                    <a:pt x="5448433" y="2175889"/>
                    <a:pt x="5621416" y="2250929"/>
                    <a:pt x="5977954" y="2336792"/>
                  </a:cubicBezTo>
                  <a:cubicBezTo>
                    <a:pt x="6310946" y="2416522"/>
                    <a:pt x="6763105" y="2498056"/>
                    <a:pt x="7286859" y="2591856"/>
                  </a:cubicBezTo>
                  <a:cubicBezTo>
                    <a:pt x="7980232" y="2715960"/>
                    <a:pt x="8765863" y="2857382"/>
                    <a:pt x="9458757" y="3031273"/>
                  </a:cubicBezTo>
                  <a:cubicBezTo>
                    <a:pt x="10260726" y="3233304"/>
                    <a:pt x="10787844" y="3442550"/>
                    <a:pt x="11069902" y="3671639"/>
                  </a:cubicBezTo>
                  <a:cubicBezTo>
                    <a:pt x="11283729" y="3845169"/>
                    <a:pt x="11453829" y="4028800"/>
                    <a:pt x="11575878" y="4217483"/>
                  </a:cubicBezTo>
                  <a:cubicBezTo>
                    <a:pt x="11673902" y="4368284"/>
                    <a:pt x="11741173" y="4523055"/>
                    <a:pt x="11776250" y="4677103"/>
                  </a:cubicBezTo>
                  <a:cubicBezTo>
                    <a:pt x="11798594" y="4775458"/>
                    <a:pt x="11804923" y="4860419"/>
                    <a:pt x="11803954" y="4928562"/>
                  </a:cubicBezTo>
                  <a:lnTo>
                    <a:pt x="11800968" y="4989102"/>
                  </a:lnTo>
                  <a:lnTo>
                    <a:pt x="9480312" y="4989102"/>
                  </a:lnTo>
                  <a:lnTo>
                    <a:pt x="9473653" y="4566347"/>
                  </a:lnTo>
                  <a:cubicBezTo>
                    <a:pt x="9439537" y="4394260"/>
                    <a:pt x="9367941" y="4238769"/>
                    <a:pt x="9259827" y="4105284"/>
                  </a:cubicBezTo>
                  <a:cubicBezTo>
                    <a:pt x="9124323" y="3938248"/>
                    <a:pt x="8931639" y="3804402"/>
                    <a:pt x="8687061" y="3706994"/>
                  </a:cubicBezTo>
                  <a:cubicBezTo>
                    <a:pt x="8322835" y="3562326"/>
                    <a:pt x="7595826" y="3424151"/>
                    <a:pt x="6827493" y="3277679"/>
                  </a:cubicBezTo>
                  <a:cubicBezTo>
                    <a:pt x="6075016" y="3134092"/>
                    <a:pt x="5222113" y="2971746"/>
                    <a:pt x="4576790" y="2777652"/>
                  </a:cubicBezTo>
                  <a:cubicBezTo>
                    <a:pt x="4225538" y="2671946"/>
                    <a:pt x="3966064" y="2566963"/>
                    <a:pt x="3783470" y="2456567"/>
                  </a:cubicBezTo>
                  <a:cubicBezTo>
                    <a:pt x="3576371" y="2331381"/>
                    <a:pt x="3471621" y="2197896"/>
                    <a:pt x="3471621" y="2060443"/>
                  </a:cubicBezTo>
                  <a:cubicBezTo>
                    <a:pt x="3471621" y="1829550"/>
                    <a:pt x="3657577" y="1647001"/>
                    <a:pt x="4040063" y="1501972"/>
                  </a:cubicBezTo>
                  <a:cubicBezTo>
                    <a:pt x="4369210" y="1377145"/>
                    <a:pt x="4796863" y="1298137"/>
                    <a:pt x="5174543" y="1228508"/>
                  </a:cubicBezTo>
                  <a:cubicBezTo>
                    <a:pt x="5690129" y="1133265"/>
                    <a:pt x="6135560" y="1051010"/>
                    <a:pt x="6135560" y="891189"/>
                  </a:cubicBezTo>
                  <a:cubicBezTo>
                    <a:pt x="6135560" y="846093"/>
                    <a:pt x="6084146" y="801718"/>
                    <a:pt x="5983239" y="758787"/>
                  </a:cubicBezTo>
                  <a:cubicBezTo>
                    <a:pt x="5888099" y="718741"/>
                    <a:pt x="5747790" y="679417"/>
                    <a:pt x="5566157" y="642619"/>
                  </a:cubicBezTo>
                  <a:cubicBezTo>
                    <a:pt x="5259112" y="580927"/>
                    <a:pt x="4830979" y="524287"/>
                    <a:pt x="4293290" y="475583"/>
                  </a:cubicBezTo>
                  <a:cubicBezTo>
                    <a:pt x="3491081" y="402662"/>
                    <a:pt x="2680043" y="367859"/>
                    <a:pt x="2483701" y="360056"/>
                  </a:cubicBezTo>
                  <a:lnTo>
                    <a:pt x="0" y="360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DE1"/>
            </a:solidFill>
            <a:ln w="8890">
              <a:solidFill>
                <a:srgbClr val="BEC8D0"/>
              </a:solidFill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8110" dirty="0"/>
            </a:p>
          </p:txBody>
        </p:sp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495BC353-A8A6-1494-AD9D-8669F6B58F93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9957997" y="29005475"/>
              <a:ext cx="4523845" cy="1765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>
                <a:buClr>
                  <a:srgbClr val="000000"/>
                </a:buClr>
                <a:defRPr/>
              </a:pPr>
              <a:r>
                <a:rPr lang="en-US" sz="4000" dirty="0">
                  <a:solidFill>
                    <a:srgbClr val="23384D"/>
                  </a:solidFill>
                  <a:latin typeface="Arial"/>
                </a:rPr>
                <a:t>TESTING &amp; COMPLIANCE</a:t>
              </a:r>
            </a:p>
            <a:p>
              <a:pPr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Sept</a:t>
              </a:r>
            </a:p>
          </p:txBody>
        </p:sp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A99D5DD6-57CC-DF72-6B52-2C8FFD31C29F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4254415" y="31411441"/>
              <a:ext cx="4523845" cy="1765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4000" dirty="0">
                  <a:solidFill>
                    <a:srgbClr val="23384D"/>
                  </a:solidFill>
                  <a:latin typeface="Arial"/>
                </a:rPr>
                <a:t>FINAL DEVELOPMENT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July-Aug</a:t>
              </a:r>
            </a:p>
          </p:txBody>
        </p:sp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4327B142-A259-C5AC-0CEF-36ABFD59F76B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2758755" y="33345329"/>
              <a:ext cx="4757702" cy="115044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4000" dirty="0">
                  <a:solidFill>
                    <a:srgbClr val="23384D"/>
                  </a:solidFill>
                  <a:latin typeface="Arial"/>
                </a:rPr>
                <a:t>ENGAGEMENTS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May-June</a:t>
              </a:r>
            </a:p>
          </p:txBody>
        </p:sp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A4954736-0C73-6E06-6E37-F4317B6C93B2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7742866" y="33692968"/>
              <a:ext cx="4523845" cy="115044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4000" dirty="0">
                  <a:solidFill>
                    <a:srgbClr val="23384D"/>
                  </a:solidFill>
                  <a:latin typeface="Arial"/>
                </a:rPr>
                <a:t>PROTOTYPE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April</a:t>
              </a:r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6DD3669B-C8C1-E24F-8FDB-02F7DE5CB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380" y="29286148"/>
              <a:ext cx="1080000" cy="1800000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rgbClr val="C34A43"/>
            </a:solidFill>
            <a:ln w="2540">
              <a:solidFill>
                <a:srgbClr val="C34A43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pic>
          <p:nvPicPr>
            <p:cNvPr id="46" name="Graphic 45" descr="Flag with solid fill">
              <a:extLst>
                <a:ext uri="{FF2B5EF4-FFF2-40B4-BE49-F238E27FC236}">
                  <a16:creationId xmlns:a16="http://schemas.microsoft.com/office/drawing/2014/main" id="{7CFE9FF6-6B78-9D54-35F0-EA67666C4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219518" y="29220155"/>
              <a:ext cx="1260000" cy="1260000"/>
            </a:xfrm>
            <a:prstGeom prst="rect">
              <a:avLst/>
            </a:prstGeom>
          </p:spPr>
        </p:pic>
        <p:sp>
          <p:nvSpPr>
            <p:cNvPr id="47" name="Rectangle 3">
              <a:extLst>
                <a:ext uri="{FF2B5EF4-FFF2-40B4-BE49-F238E27FC236}">
                  <a16:creationId xmlns:a16="http://schemas.microsoft.com/office/drawing/2014/main" id="{3C51800A-B380-6236-501D-E69AC62D0331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12116153" y="29033011"/>
              <a:ext cx="2185349" cy="115044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4000" dirty="0">
                  <a:solidFill>
                    <a:srgbClr val="23384D"/>
                  </a:solidFill>
                  <a:latin typeface="Arial"/>
                </a:rPr>
                <a:t>GO-LIVE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Oct</a:t>
              </a:r>
            </a:p>
          </p:txBody>
        </p:sp>
        <p:sp>
          <p:nvSpPr>
            <p:cNvPr id="59" name="Freeform 3">
              <a:extLst>
                <a:ext uri="{FF2B5EF4-FFF2-40B4-BE49-F238E27FC236}">
                  <a16:creationId xmlns:a16="http://schemas.microsoft.com/office/drawing/2014/main" id="{09F0275B-9311-ACF3-78A9-2AA7C7654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9447" y="30370204"/>
              <a:ext cx="18981637" cy="4192063"/>
            </a:xfrm>
            <a:custGeom>
              <a:avLst/>
              <a:gdLst>
                <a:gd name="T0" fmla="*/ 0 w 17184"/>
                <a:gd name="T1" fmla="*/ 0 h 13694"/>
                <a:gd name="T2" fmla="*/ 0 w 17184"/>
                <a:gd name="T3" fmla="*/ 0 h 13694"/>
                <a:gd name="T4" fmla="*/ 9269 w 17184"/>
                <a:gd name="T5" fmla="*/ 1455 h 13694"/>
                <a:gd name="T6" fmla="*/ 9269 w 17184"/>
                <a:gd name="T7" fmla="*/ 1455 h 13694"/>
                <a:gd name="T8" fmla="*/ 4878 w 17184"/>
                <a:gd name="T9" fmla="*/ 4361 h 13694"/>
                <a:gd name="T10" fmla="*/ 4878 w 17184"/>
                <a:gd name="T11" fmla="*/ 4361 h 13694"/>
                <a:gd name="T12" fmla="*/ 10208 w 17184"/>
                <a:gd name="T13" fmla="*/ 7887 h 13694"/>
                <a:gd name="T14" fmla="*/ 10208 w 17184"/>
                <a:gd name="T15" fmla="*/ 7887 h 13694"/>
                <a:gd name="T16" fmla="*/ 17183 w 17184"/>
                <a:gd name="T17" fmla="*/ 13693 h 13694"/>
                <a:gd name="connsiteX0" fmla="*/ 0 w 17163"/>
                <a:gd name="connsiteY0" fmla="*/ 0 h 13323"/>
                <a:gd name="connsiteX1" fmla="*/ 0 w 17163"/>
                <a:gd name="connsiteY1" fmla="*/ 0 h 13323"/>
                <a:gd name="connsiteX2" fmla="*/ 9269 w 17163"/>
                <a:gd name="connsiteY2" fmla="*/ 1455 h 13323"/>
                <a:gd name="connsiteX3" fmla="*/ 9269 w 17163"/>
                <a:gd name="connsiteY3" fmla="*/ 1455 h 13323"/>
                <a:gd name="connsiteX4" fmla="*/ 4878 w 17163"/>
                <a:gd name="connsiteY4" fmla="*/ 4361 h 13323"/>
                <a:gd name="connsiteX5" fmla="*/ 4878 w 17163"/>
                <a:gd name="connsiteY5" fmla="*/ 4361 h 13323"/>
                <a:gd name="connsiteX6" fmla="*/ 10208 w 17163"/>
                <a:gd name="connsiteY6" fmla="*/ 7887 h 13323"/>
                <a:gd name="connsiteX7" fmla="*/ 10208 w 17163"/>
                <a:gd name="connsiteY7" fmla="*/ 7887 h 13323"/>
                <a:gd name="connsiteX8" fmla="*/ 17163 w 17163"/>
                <a:gd name="connsiteY8" fmla="*/ 13323 h 13323"/>
                <a:gd name="connsiteX0" fmla="*/ 0 w 17183"/>
                <a:gd name="connsiteY0" fmla="*/ 0 h 13184"/>
                <a:gd name="connsiteX1" fmla="*/ 0 w 17183"/>
                <a:gd name="connsiteY1" fmla="*/ 0 h 13184"/>
                <a:gd name="connsiteX2" fmla="*/ 9269 w 17183"/>
                <a:gd name="connsiteY2" fmla="*/ 1455 h 13184"/>
                <a:gd name="connsiteX3" fmla="*/ 9269 w 17183"/>
                <a:gd name="connsiteY3" fmla="*/ 1455 h 13184"/>
                <a:gd name="connsiteX4" fmla="*/ 4878 w 17183"/>
                <a:gd name="connsiteY4" fmla="*/ 4361 h 13184"/>
                <a:gd name="connsiteX5" fmla="*/ 4878 w 17183"/>
                <a:gd name="connsiteY5" fmla="*/ 4361 h 13184"/>
                <a:gd name="connsiteX6" fmla="*/ 10208 w 17183"/>
                <a:gd name="connsiteY6" fmla="*/ 7887 h 13184"/>
                <a:gd name="connsiteX7" fmla="*/ 10208 w 17183"/>
                <a:gd name="connsiteY7" fmla="*/ 7887 h 13184"/>
                <a:gd name="connsiteX8" fmla="*/ 17183 w 17183"/>
                <a:gd name="connsiteY8" fmla="*/ 13184 h 13184"/>
                <a:gd name="connsiteX0" fmla="*/ 0 w 17183"/>
                <a:gd name="connsiteY0" fmla="*/ 0 h 13184"/>
                <a:gd name="connsiteX1" fmla="*/ 0 w 17183"/>
                <a:gd name="connsiteY1" fmla="*/ 0 h 13184"/>
                <a:gd name="connsiteX2" fmla="*/ 9269 w 17183"/>
                <a:gd name="connsiteY2" fmla="*/ 1455 h 13184"/>
                <a:gd name="connsiteX3" fmla="*/ 9269 w 17183"/>
                <a:gd name="connsiteY3" fmla="*/ 1455 h 13184"/>
                <a:gd name="connsiteX4" fmla="*/ 4878 w 17183"/>
                <a:gd name="connsiteY4" fmla="*/ 4361 h 13184"/>
                <a:gd name="connsiteX5" fmla="*/ 4878 w 17183"/>
                <a:gd name="connsiteY5" fmla="*/ 4361 h 13184"/>
                <a:gd name="connsiteX6" fmla="*/ 10208 w 17183"/>
                <a:gd name="connsiteY6" fmla="*/ 7887 h 13184"/>
                <a:gd name="connsiteX7" fmla="*/ 10208 w 17183"/>
                <a:gd name="connsiteY7" fmla="*/ 7887 h 13184"/>
                <a:gd name="connsiteX8" fmla="*/ 17183 w 17183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08 w 17044"/>
                <a:gd name="connsiteY6" fmla="*/ 7887 h 13184"/>
                <a:gd name="connsiteX7" fmla="*/ 10208 w 17044"/>
                <a:gd name="connsiteY7" fmla="*/ 7887 h 13184"/>
                <a:gd name="connsiteX8" fmla="*/ 17044 w 17044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08 w 17044"/>
                <a:gd name="connsiteY6" fmla="*/ 7887 h 13184"/>
                <a:gd name="connsiteX7" fmla="*/ 10218 w 17044"/>
                <a:gd name="connsiteY7" fmla="*/ 7748 h 13184"/>
                <a:gd name="connsiteX8" fmla="*/ 17044 w 17044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08 w 17044"/>
                <a:gd name="connsiteY6" fmla="*/ 7887 h 13184"/>
                <a:gd name="connsiteX7" fmla="*/ 10218 w 17044"/>
                <a:gd name="connsiteY7" fmla="*/ 7748 h 13184"/>
                <a:gd name="connsiteX8" fmla="*/ 17044 w 17044"/>
                <a:gd name="connsiteY8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18 w 17044"/>
                <a:gd name="connsiteY6" fmla="*/ 7748 h 13184"/>
                <a:gd name="connsiteX7" fmla="*/ 17044 w 17044"/>
                <a:gd name="connsiteY7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4878 w 17044"/>
                <a:gd name="connsiteY5" fmla="*/ 4361 h 13184"/>
                <a:gd name="connsiteX6" fmla="*/ 10218 w 17044"/>
                <a:gd name="connsiteY6" fmla="*/ 7748 h 13184"/>
                <a:gd name="connsiteX7" fmla="*/ 17044 w 17044"/>
                <a:gd name="connsiteY7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5165 w 17044"/>
                <a:gd name="connsiteY5" fmla="*/ 5962 h 13184"/>
                <a:gd name="connsiteX6" fmla="*/ 10218 w 17044"/>
                <a:gd name="connsiteY6" fmla="*/ 7748 h 13184"/>
                <a:gd name="connsiteX7" fmla="*/ 17044 w 17044"/>
                <a:gd name="connsiteY7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  <a:gd name="connsiteX0" fmla="*/ 0 w 17044"/>
                <a:gd name="connsiteY0" fmla="*/ 0 h 13184"/>
                <a:gd name="connsiteX1" fmla="*/ 0 w 17044"/>
                <a:gd name="connsiteY1" fmla="*/ 0 h 13184"/>
                <a:gd name="connsiteX2" fmla="*/ 9269 w 17044"/>
                <a:gd name="connsiteY2" fmla="*/ 1455 h 13184"/>
                <a:gd name="connsiteX3" fmla="*/ 9269 w 17044"/>
                <a:gd name="connsiteY3" fmla="*/ 1455 h 13184"/>
                <a:gd name="connsiteX4" fmla="*/ 4878 w 17044"/>
                <a:gd name="connsiteY4" fmla="*/ 4361 h 13184"/>
                <a:gd name="connsiteX5" fmla="*/ 10218 w 17044"/>
                <a:gd name="connsiteY5" fmla="*/ 7748 h 13184"/>
                <a:gd name="connsiteX6" fmla="*/ 17044 w 17044"/>
                <a:gd name="connsiteY6" fmla="*/ 13184 h 13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044" h="1318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7668" y="142"/>
                    <a:pt x="9269" y="1455"/>
                  </a:cubicBezTo>
                  <a:lnTo>
                    <a:pt x="9269" y="1455"/>
                  </a:lnTo>
                  <a:cubicBezTo>
                    <a:pt x="10869" y="2767"/>
                    <a:pt x="6836" y="3122"/>
                    <a:pt x="4878" y="4361"/>
                  </a:cubicBezTo>
                  <a:cubicBezTo>
                    <a:pt x="2350" y="6085"/>
                    <a:pt x="8022" y="7085"/>
                    <a:pt x="10218" y="7748"/>
                  </a:cubicBezTo>
                  <a:cubicBezTo>
                    <a:pt x="16212" y="9335"/>
                    <a:pt x="17004" y="10667"/>
                    <a:pt x="17044" y="13184"/>
                  </a:cubicBezTo>
                </a:path>
              </a:pathLst>
            </a:custGeom>
            <a:noFill/>
            <a:ln w="38100" cap="flat">
              <a:solidFill>
                <a:schemeClr val="bg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8110" dirty="0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AE83A6BA-AA13-2B90-1295-048FCACC6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7036" y="31107528"/>
              <a:ext cx="1080000" cy="1800000"/>
            </a:xfrm>
            <a:custGeom>
              <a:avLst/>
              <a:gdLst>
                <a:gd name="T0" fmla="*/ 590 w 1181"/>
                <a:gd name="T1" fmla="*/ 933 h 1922"/>
                <a:gd name="T2" fmla="*/ 590 w 1181"/>
                <a:gd name="T3" fmla="*/ 933 h 1922"/>
                <a:gd name="T4" fmla="*/ 289 w 1181"/>
                <a:gd name="T5" fmla="*/ 632 h 1922"/>
                <a:gd name="T6" fmla="*/ 289 w 1181"/>
                <a:gd name="T7" fmla="*/ 632 h 1922"/>
                <a:gd name="T8" fmla="*/ 590 w 1181"/>
                <a:gd name="T9" fmla="*/ 331 h 1922"/>
                <a:gd name="T10" fmla="*/ 590 w 1181"/>
                <a:gd name="T11" fmla="*/ 331 h 1922"/>
                <a:gd name="T12" fmla="*/ 891 w 1181"/>
                <a:gd name="T13" fmla="*/ 632 h 1922"/>
                <a:gd name="T14" fmla="*/ 891 w 1181"/>
                <a:gd name="T15" fmla="*/ 632 h 1922"/>
                <a:gd name="T16" fmla="*/ 590 w 1181"/>
                <a:gd name="T17" fmla="*/ 933 h 1922"/>
                <a:gd name="T18" fmla="*/ 590 w 1181"/>
                <a:gd name="T19" fmla="*/ 0 h 1922"/>
                <a:gd name="T20" fmla="*/ 590 w 1181"/>
                <a:gd name="T21" fmla="*/ 0 h 1922"/>
                <a:gd name="T22" fmla="*/ 0 w 1181"/>
                <a:gd name="T23" fmla="*/ 589 h 1922"/>
                <a:gd name="T24" fmla="*/ 0 w 1181"/>
                <a:gd name="T25" fmla="*/ 589 h 1922"/>
                <a:gd name="T26" fmla="*/ 590 w 1181"/>
                <a:gd name="T27" fmla="*/ 1921 h 1922"/>
                <a:gd name="T28" fmla="*/ 590 w 1181"/>
                <a:gd name="T29" fmla="*/ 1921 h 1922"/>
                <a:gd name="T30" fmla="*/ 1180 w 1181"/>
                <a:gd name="T31" fmla="*/ 589 h 1922"/>
                <a:gd name="T32" fmla="*/ 1180 w 1181"/>
                <a:gd name="T33" fmla="*/ 589 h 1922"/>
                <a:gd name="T34" fmla="*/ 590 w 1181"/>
                <a:gd name="T35" fmla="*/ 0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2">
                  <a:moveTo>
                    <a:pt x="590" y="933"/>
                  </a:moveTo>
                  <a:lnTo>
                    <a:pt x="590" y="933"/>
                  </a:lnTo>
                  <a:cubicBezTo>
                    <a:pt x="424" y="933"/>
                    <a:pt x="289" y="798"/>
                    <a:pt x="289" y="632"/>
                  </a:cubicBezTo>
                  <a:lnTo>
                    <a:pt x="289" y="632"/>
                  </a:lnTo>
                  <a:cubicBezTo>
                    <a:pt x="289" y="466"/>
                    <a:pt x="424" y="331"/>
                    <a:pt x="590" y="331"/>
                  </a:cubicBezTo>
                  <a:lnTo>
                    <a:pt x="590" y="331"/>
                  </a:lnTo>
                  <a:cubicBezTo>
                    <a:pt x="756" y="331"/>
                    <a:pt x="891" y="466"/>
                    <a:pt x="891" y="632"/>
                  </a:cubicBezTo>
                  <a:lnTo>
                    <a:pt x="891" y="632"/>
                  </a:lnTo>
                  <a:cubicBezTo>
                    <a:pt x="891" y="798"/>
                    <a:pt x="756" y="933"/>
                    <a:pt x="590" y="933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3"/>
                    <a:pt x="0" y="589"/>
                  </a:cubicBezTo>
                  <a:lnTo>
                    <a:pt x="0" y="589"/>
                  </a:lnTo>
                  <a:cubicBezTo>
                    <a:pt x="0" y="915"/>
                    <a:pt x="590" y="1921"/>
                    <a:pt x="590" y="1921"/>
                  </a:cubicBezTo>
                  <a:lnTo>
                    <a:pt x="590" y="1921"/>
                  </a:lnTo>
                  <a:cubicBezTo>
                    <a:pt x="590" y="1921"/>
                    <a:pt x="1180" y="915"/>
                    <a:pt x="1180" y="589"/>
                  </a:cubicBezTo>
                  <a:lnTo>
                    <a:pt x="1180" y="589"/>
                  </a:lnTo>
                  <a:cubicBezTo>
                    <a:pt x="1180" y="263"/>
                    <a:pt x="915" y="0"/>
                    <a:pt x="590" y="0"/>
                  </a:cubicBezTo>
                  <a:close/>
                </a:path>
              </a:pathLst>
            </a:custGeom>
            <a:solidFill>
              <a:srgbClr val="2F7776"/>
            </a:solidFill>
            <a:ln w="2540">
              <a:solidFill>
                <a:srgbClr val="2F7776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CC6B888F-75BE-C439-C7BA-F41236A91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1867" y="30565983"/>
              <a:ext cx="1080000" cy="1800000"/>
            </a:xfrm>
            <a:custGeom>
              <a:avLst/>
              <a:gdLst>
                <a:gd name="T0" fmla="*/ 589 w 1180"/>
                <a:gd name="T1" fmla="*/ 932 h 1922"/>
                <a:gd name="T2" fmla="*/ 589 w 1180"/>
                <a:gd name="T3" fmla="*/ 932 h 1922"/>
                <a:gd name="T4" fmla="*/ 288 w 1180"/>
                <a:gd name="T5" fmla="*/ 631 h 1922"/>
                <a:gd name="T6" fmla="*/ 288 w 1180"/>
                <a:gd name="T7" fmla="*/ 631 h 1922"/>
                <a:gd name="T8" fmla="*/ 589 w 1180"/>
                <a:gd name="T9" fmla="*/ 332 h 1922"/>
                <a:gd name="T10" fmla="*/ 589 w 1180"/>
                <a:gd name="T11" fmla="*/ 332 h 1922"/>
                <a:gd name="T12" fmla="*/ 890 w 1180"/>
                <a:gd name="T13" fmla="*/ 631 h 1922"/>
                <a:gd name="T14" fmla="*/ 890 w 1180"/>
                <a:gd name="T15" fmla="*/ 631 h 1922"/>
                <a:gd name="T16" fmla="*/ 589 w 1180"/>
                <a:gd name="T17" fmla="*/ 932 h 1922"/>
                <a:gd name="T18" fmla="*/ 589 w 1180"/>
                <a:gd name="T19" fmla="*/ 0 h 1922"/>
                <a:gd name="T20" fmla="*/ 589 w 1180"/>
                <a:gd name="T21" fmla="*/ 0 h 1922"/>
                <a:gd name="T22" fmla="*/ 0 w 1180"/>
                <a:gd name="T23" fmla="*/ 589 h 1922"/>
                <a:gd name="T24" fmla="*/ 0 w 1180"/>
                <a:gd name="T25" fmla="*/ 589 h 1922"/>
                <a:gd name="T26" fmla="*/ 589 w 1180"/>
                <a:gd name="T27" fmla="*/ 1921 h 1922"/>
                <a:gd name="T28" fmla="*/ 589 w 1180"/>
                <a:gd name="T29" fmla="*/ 1921 h 1922"/>
                <a:gd name="T30" fmla="*/ 1179 w 1180"/>
                <a:gd name="T31" fmla="*/ 589 h 1922"/>
                <a:gd name="T32" fmla="*/ 1179 w 1180"/>
                <a:gd name="T33" fmla="*/ 589 h 1922"/>
                <a:gd name="T34" fmla="*/ 589 w 1180"/>
                <a:gd name="T35" fmla="*/ 0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0" h="1922">
                  <a:moveTo>
                    <a:pt x="589" y="932"/>
                  </a:moveTo>
                  <a:lnTo>
                    <a:pt x="589" y="932"/>
                  </a:lnTo>
                  <a:cubicBezTo>
                    <a:pt x="423" y="932"/>
                    <a:pt x="288" y="797"/>
                    <a:pt x="288" y="631"/>
                  </a:cubicBezTo>
                  <a:lnTo>
                    <a:pt x="288" y="631"/>
                  </a:lnTo>
                  <a:cubicBezTo>
                    <a:pt x="288" y="466"/>
                    <a:pt x="423" y="332"/>
                    <a:pt x="589" y="332"/>
                  </a:cubicBezTo>
                  <a:lnTo>
                    <a:pt x="589" y="332"/>
                  </a:lnTo>
                  <a:cubicBezTo>
                    <a:pt x="756" y="332"/>
                    <a:pt x="890" y="466"/>
                    <a:pt x="890" y="631"/>
                  </a:cubicBezTo>
                  <a:lnTo>
                    <a:pt x="890" y="631"/>
                  </a:lnTo>
                  <a:cubicBezTo>
                    <a:pt x="890" y="797"/>
                    <a:pt x="756" y="932"/>
                    <a:pt x="589" y="932"/>
                  </a:cubicBezTo>
                  <a:close/>
                  <a:moveTo>
                    <a:pt x="589" y="0"/>
                  </a:moveTo>
                  <a:lnTo>
                    <a:pt x="589" y="0"/>
                  </a:lnTo>
                  <a:cubicBezTo>
                    <a:pt x="264" y="0"/>
                    <a:pt x="0" y="264"/>
                    <a:pt x="0" y="589"/>
                  </a:cubicBezTo>
                  <a:lnTo>
                    <a:pt x="0" y="589"/>
                  </a:lnTo>
                  <a:cubicBezTo>
                    <a:pt x="0" y="914"/>
                    <a:pt x="589" y="1921"/>
                    <a:pt x="589" y="1921"/>
                  </a:cubicBezTo>
                  <a:lnTo>
                    <a:pt x="589" y="1921"/>
                  </a:lnTo>
                  <a:cubicBezTo>
                    <a:pt x="589" y="1921"/>
                    <a:pt x="1179" y="914"/>
                    <a:pt x="1179" y="589"/>
                  </a:cubicBezTo>
                  <a:lnTo>
                    <a:pt x="1179" y="589"/>
                  </a:lnTo>
                  <a:cubicBezTo>
                    <a:pt x="1179" y="264"/>
                    <a:pt x="915" y="0"/>
                    <a:pt x="589" y="0"/>
                  </a:cubicBezTo>
                  <a:close/>
                </a:path>
              </a:pathLst>
            </a:custGeom>
            <a:solidFill>
              <a:srgbClr val="D6A52A"/>
            </a:solidFill>
            <a:ln w="2540">
              <a:solidFill>
                <a:srgbClr val="D6A52A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B2921E8F-6029-E57A-A34D-4E0F7CA69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5338" y="32047985"/>
              <a:ext cx="1080000" cy="1800000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rgbClr val="23384D"/>
            </a:solidFill>
            <a:ln w="2540">
              <a:solidFill>
                <a:srgbClr val="23384D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F1E1F902-1BDE-AC1A-C791-04C687923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6662" y="28555908"/>
              <a:ext cx="1080000" cy="1800000"/>
            </a:xfrm>
            <a:custGeom>
              <a:avLst/>
              <a:gdLst>
                <a:gd name="T0" fmla="*/ 590 w 1181"/>
                <a:gd name="T1" fmla="*/ 934 h 1923"/>
                <a:gd name="T2" fmla="*/ 590 w 1181"/>
                <a:gd name="T3" fmla="*/ 934 h 1923"/>
                <a:gd name="T4" fmla="*/ 289 w 1181"/>
                <a:gd name="T5" fmla="*/ 633 h 1923"/>
                <a:gd name="T6" fmla="*/ 289 w 1181"/>
                <a:gd name="T7" fmla="*/ 633 h 1923"/>
                <a:gd name="T8" fmla="*/ 590 w 1181"/>
                <a:gd name="T9" fmla="*/ 332 h 1923"/>
                <a:gd name="T10" fmla="*/ 590 w 1181"/>
                <a:gd name="T11" fmla="*/ 332 h 1923"/>
                <a:gd name="T12" fmla="*/ 891 w 1181"/>
                <a:gd name="T13" fmla="*/ 633 h 1923"/>
                <a:gd name="T14" fmla="*/ 891 w 1181"/>
                <a:gd name="T15" fmla="*/ 633 h 1923"/>
                <a:gd name="T16" fmla="*/ 590 w 1181"/>
                <a:gd name="T17" fmla="*/ 934 h 1923"/>
                <a:gd name="T18" fmla="*/ 590 w 1181"/>
                <a:gd name="T19" fmla="*/ 0 h 1923"/>
                <a:gd name="T20" fmla="*/ 590 w 1181"/>
                <a:gd name="T21" fmla="*/ 0 h 1923"/>
                <a:gd name="T22" fmla="*/ 0 w 1181"/>
                <a:gd name="T23" fmla="*/ 590 h 1923"/>
                <a:gd name="T24" fmla="*/ 0 w 1181"/>
                <a:gd name="T25" fmla="*/ 590 h 1923"/>
                <a:gd name="T26" fmla="*/ 590 w 1181"/>
                <a:gd name="T27" fmla="*/ 1922 h 1923"/>
                <a:gd name="T28" fmla="*/ 590 w 1181"/>
                <a:gd name="T29" fmla="*/ 1922 h 1923"/>
                <a:gd name="T30" fmla="*/ 1180 w 1181"/>
                <a:gd name="T31" fmla="*/ 590 h 1923"/>
                <a:gd name="T32" fmla="*/ 1180 w 1181"/>
                <a:gd name="T33" fmla="*/ 590 h 1923"/>
                <a:gd name="T34" fmla="*/ 590 w 1181"/>
                <a:gd name="T35" fmla="*/ 0 h 1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81" h="1923">
                  <a:moveTo>
                    <a:pt x="590" y="934"/>
                  </a:moveTo>
                  <a:lnTo>
                    <a:pt x="590" y="934"/>
                  </a:lnTo>
                  <a:cubicBezTo>
                    <a:pt x="424" y="934"/>
                    <a:pt x="289" y="799"/>
                    <a:pt x="289" y="633"/>
                  </a:cubicBezTo>
                  <a:lnTo>
                    <a:pt x="289" y="633"/>
                  </a:lnTo>
                  <a:cubicBezTo>
                    <a:pt x="289" y="467"/>
                    <a:pt x="424" y="332"/>
                    <a:pt x="590" y="332"/>
                  </a:cubicBezTo>
                  <a:lnTo>
                    <a:pt x="590" y="332"/>
                  </a:lnTo>
                  <a:cubicBezTo>
                    <a:pt x="756" y="332"/>
                    <a:pt x="891" y="467"/>
                    <a:pt x="891" y="633"/>
                  </a:cubicBezTo>
                  <a:lnTo>
                    <a:pt x="891" y="633"/>
                  </a:lnTo>
                  <a:cubicBezTo>
                    <a:pt x="891" y="799"/>
                    <a:pt x="756" y="934"/>
                    <a:pt x="590" y="934"/>
                  </a:cubicBezTo>
                  <a:close/>
                  <a:moveTo>
                    <a:pt x="590" y="0"/>
                  </a:moveTo>
                  <a:lnTo>
                    <a:pt x="590" y="0"/>
                  </a:lnTo>
                  <a:cubicBezTo>
                    <a:pt x="265" y="0"/>
                    <a:pt x="0" y="265"/>
                    <a:pt x="0" y="590"/>
                  </a:cubicBezTo>
                  <a:lnTo>
                    <a:pt x="0" y="590"/>
                  </a:lnTo>
                  <a:cubicBezTo>
                    <a:pt x="0" y="915"/>
                    <a:pt x="590" y="1922"/>
                    <a:pt x="590" y="1922"/>
                  </a:cubicBezTo>
                  <a:lnTo>
                    <a:pt x="590" y="1922"/>
                  </a:lnTo>
                  <a:cubicBezTo>
                    <a:pt x="590" y="1922"/>
                    <a:pt x="1180" y="915"/>
                    <a:pt x="1180" y="590"/>
                  </a:cubicBezTo>
                  <a:lnTo>
                    <a:pt x="1180" y="590"/>
                  </a:lnTo>
                  <a:cubicBezTo>
                    <a:pt x="1180" y="265"/>
                    <a:pt x="915" y="0"/>
                    <a:pt x="590" y="0"/>
                  </a:cubicBezTo>
                  <a:close/>
                </a:path>
              </a:pathLst>
            </a:custGeom>
            <a:solidFill>
              <a:srgbClr val="55758B"/>
            </a:solidFill>
            <a:ln w="2540">
              <a:solidFill>
                <a:srgbClr val="55758B"/>
              </a:solidFill>
            </a:ln>
            <a:effectLst/>
          </p:spPr>
          <p:txBody>
            <a:bodyPr wrap="none" anchor="ctr"/>
            <a:lstStyle/>
            <a:p>
              <a:endParaRPr lang="en-US" sz="8110" dirty="0"/>
            </a:p>
          </p:txBody>
        </p:sp>
        <p:sp>
          <p:nvSpPr>
            <p:cNvPr id="67" name="Rectangle 3">
              <a:extLst>
                <a:ext uri="{FF2B5EF4-FFF2-40B4-BE49-F238E27FC236}">
                  <a16:creationId xmlns:a16="http://schemas.microsoft.com/office/drawing/2014/main" id="{CA8336D4-8117-DCF7-AC7B-F00CD592C1BF}"/>
                </a:ext>
              </a:extLst>
            </p:cNvPr>
            <p:cNvSpPr>
              <a:spLocks/>
            </p:cNvSpPr>
            <p:nvPr/>
          </p:nvSpPr>
          <p:spPr bwMode="gray">
            <a:xfrm flipH="1">
              <a:off x="5426984" y="28767883"/>
              <a:ext cx="2885869" cy="115044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>
              <a:spAutoFit/>
            </a:bodyPr>
            <a:lstStyle/>
            <a:p>
              <a:pPr algn="r">
                <a:buClr>
                  <a:srgbClr val="000000"/>
                </a:buClr>
                <a:defRPr/>
              </a:pPr>
              <a:r>
                <a:rPr lang="en-US" sz="4000" dirty="0">
                  <a:solidFill>
                    <a:srgbClr val="23384D"/>
                  </a:solidFill>
                  <a:latin typeface="Arial"/>
                </a:rPr>
                <a:t>EC SUMMIT</a:t>
              </a:r>
            </a:p>
            <a:p>
              <a:pPr algn="r">
                <a:defRPr/>
              </a:pPr>
              <a:r>
                <a:rPr lang="en-US" sz="3476" dirty="0">
                  <a:solidFill>
                    <a:srgbClr val="66717B"/>
                  </a:solidFill>
                  <a:latin typeface="Arial"/>
                </a:rPr>
                <a:t>Nov</a:t>
              </a:r>
            </a:p>
          </p:txBody>
        </p:sp>
        <p:sp>
          <p:nvSpPr>
            <p:cNvPr id="73" name="Arrow: Left 72">
              <a:extLst>
                <a:ext uri="{FF2B5EF4-FFF2-40B4-BE49-F238E27FC236}">
                  <a16:creationId xmlns:a16="http://schemas.microsoft.com/office/drawing/2014/main" id="{3DE8E5DF-6D84-5F4D-DDF4-4C8A06B1635A}"/>
                </a:ext>
              </a:extLst>
            </p:cNvPr>
            <p:cNvSpPr/>
            <p:nvPr/>
          </p:nvSpPr>
          <p:spPr>
            <a:xfrm>
              <a:off x="2633445" y="30035091"/>
              <a:ext cx="3240000" cy="684000"/>
            </a:xfrm>
            <a:prstGeom prst="leftArrow">
              <a:avLst/>
            </a:prstGeom>
            <a:solidFill>
              <a:srgbClr val="D6A52A"/>
            </a:solidFill>
            <a:ln w="2540">
              <a:solidFill>
                <a:srgbClr val="D6A5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800" dirty="0">
                  <a:solidFill>
                    <a:srgbClr val="23384D"/>
                  </a:solidFill>
                  <a:latin typeface="Arial"/>
                </a:rPr>
                <a:t>NIRVANA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1BA9841-32FE-CE82-3025-965BDD6C2E8D}"/>
                </a:ext>
              </a:extLst>
            </p:cNvPr>
            <p:cNvSpPr/>
            <p:nvPr/>
          </p:nvSpPr>
          <p:spPr>
            <a:xfrm>
              <a:off x="763126" y="29260800"/>
              <a:ext cx="2181266" cy="67260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66717B"/>
                  </a:solidFill>
                  <a:latin typeface="Arial"/>
                </a:rPr>
                <a:t>Auto Interfaces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7020980-818D-9B6B-5C48-9DBCF2C220C0}"/>
                </a:ext>
              </a:extLst>
            </p:cNvPr>
            <p:cNvSpPr/>
            <p:nvPr/>
          </p:nvSpPr>
          <p:spPr>
            <a:xfrm>
              <a:off x="874047" y="30616094"/>
              <a:ext cx="1895191" cy="7465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66717B"/>
                  </a:solidFill>
                  <a:latin typeface="Arial"/>
                </a:rPr>
                <a:t>AI Agents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4610A77-090B-6108-A17D-7E6B682605E7}"/>
              </a:ext>
            </a:extLst>
          </p:cNvPr>
          <p:cNvGrpSpPr/>
          <p:nvPr/>
        </p:nvGrpSpPr>
        <p:grpSpPr>
          <a:xfrm>
            <a:off x="18817446" y="12633289"/>
            <a:ext cx="4967803" cy="1733212"/>
            <a:chOff x="10378440" y="15197328"/>
            <a:chExt cx="3859632" cy="2469371"/>
          </a:xfrm>
        </p:grpSpPr>
        <p:cxnSp>
          <p:nvCxnSpPr>
            <p:cNvPr id="315" name="Connector 314"/>
            <p:cNvCxnSpPr/>
            <p:nvPr/>
          </p:nvCxnSpPr>
          <p:spPr>
            <a:xfrm>
              <a:off x="10378440" y="16413480"/>
              <a:ext cx="3776472" cy="0"/>
            </a:xfrm>
            <a:prstGeom prst="line">
              <a:avLst/>
            </a:prstGeom>
            <a:ln w="22860">
              <a:solidFill>
                <a:srgbClr val="BEC8D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Oval 316"/>
            <p:cNvSpPr/>
            <p:nvPr/>
          </p:nvSpPr>
          <p:spPr>
            <a:xfrm>
              <a:off x="10588752" y="16331184"/>
              <a:ext cx="164592" cy="164592"/>
            </a:xfrm>
            <a:prstGeom prst="ellipse">
              <a:avLst/>
            </a:prstGeom>
            <a:solidFill>
              <a:srgbClr val="D6A52A"/>
            </a:solidFill>
            <a:ln w="7620">
              <a:solidFill>
                <a:srgbClr val="D6A5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18" name="Oval 317"/>
            <p:cNvSpPr/>
            <p:nvPr/>
          </p:nvSpPr>
          <p:spPr>
            <a:xfrm>
              <a:off x="13825728" y="16331184"/>
              <a:ext cx="164592" cy="164592"/>
            </a:xfrm>
            <a:prstGeom prst="ellipse">
              <a:avLst/>
            </a:prstGeom>
            <a:solidFill>
              <a:srgbClr val="D6A52A"/>
            </a:solidFill>
            <a:ln w="7620">
              <a:solidFill>
                <a:srgbClr val="D6A5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869600E-5DEB-7EF8-FC5F-26D2C82A41D7}"/>
                </a:ext>
              </a:extLst>
            </p:cNvPr>
            <p:cNvGrpSpPr/>
            <p:nvPr/>
          </p:nvGrpSpPr>
          <p:grpSpPr>
            <a:xfrm>
              <a:off x="10439246" y="15197328"/>
              <a:ext cx="3798826" cy="2469371"/>
              <a:chOff x="10439246" y="15197328"/>
              <a:chExt cx="3798826" cy="2469371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540EE11-B2FD-A54D-5EA5-B3BFA890FF59}"/>
                  </a:ext>
                </a:extLst>
              </p:cNvPr>
              <p:cNvGrpSpPr/>
              <p:nvPr/>
            </p:nvGrpSpPr>
            <p:grpSpPr>
              <a:xfrm>
                <a:off x="10439246" y="15197328"/>
                <a:ext cx="3711325" cy="2469371"/>
                <a:chOff x="10439246" y="15197328"/>
                <a:chExt cx="3711325" cy="2469371"/>
              </a:xfrm>
            </p:grpSpPr>
            <p:sp>
              <p:nvSpPr>
                <p:cNvPr id="316" name="Oval 315"/>
                <p:cNvSpPr/>
                <p:nvPr/>
              </p:nvSpPr>
              <p:spPr>
                <a:xfrm>
                  <a:off x="10442448" y="16331184"/>
                  <a:ext cx="164592" cy="164592"/>
                </a:xfrm>
                <a:prstGeom prst="ellipse">
                  <a:avLst/>
                </a:prstGeom>
                <a:solidFill>
                  <a:srgbClr val="D6A52A"/>
                </a:solidFill>
                <a:ln w="7620">
                  <a:solidFill>
                    <a:srgbClr val="D6A52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321" name="Gear 9 320"/>
                <p:cNvSpPr/>
                <p:nvPr/>
              </p:nvSpPr>
              <p:spPr>
                <a:xfrm rot="420000">
                  <a:off x="10625328" y="15599663"/>
                  <a:ext cx="1234440" cy="1234440"/>
                </a:xfrm>
                <a:prstGeom prst="gear9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1590">
                  <a:solidFill>
                    <a:srgbClr val="C34A43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322" name="Oval 321"/>
                <p:cNvSpPr/>
                <p:nvPr/>
              </p:nvSpPr>
              <p:spPr>
                <a:xfrm>
                  <a:off x="11008004" y="15982340"/>
                  <a:ext cx="469087" cy="469087"/>
                </a:xfrm>
                <a:prstGeom prst="ellipse">
                  <a:avLst/>
                </a:prstGeom>
                <a:solidFill>
                  <a:srgbClr val="FFFFFF"/>
                </a:solidFill>
                <a:ln w="15240">
                  <a:solidFill>
                    <a:srgbClr val="C34A43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450" b="1" dirty="0">
                      <a:solidFill>
                        <a:srgbClr val="C34A43"/>
                      </a:solidFill>
                      <a:latin typeface="Arial"/>
                    </a:rPr>
                    <a:t>1</a:t>
                  </a:r>
                </a:p>
              </p:txBody>
            </p:sp>
            <p:sp>
              <p:nvSpPr>
                <p:cNvPr id="323" name="Gear 9 322"/>
                <p:cNvSpPr/>
                <p:nvPr/>
              </p:nvSpPr>
              <p:spPr>
                <a:xfrm rot="21060000">
                  <a:off x="11539728" y="15197328"/>
                  <a:ext cx="1609344" cy="1609344"/>
                </a:xfrm>
                <a:prstGeom prst="gear9">
                  <a:avLst/>
                </a:prstGeom>
                <a:solidFill>
                  <a:schemeClr val="accent1"/>
                </a:solidFill>
                <a:ln w="21590">
                  <a:solidFill>
                    <a:srgbClr val="D6A52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324" name="Oval 323"/>
                <p:cNvSpPr/>
                <p:nvPr/>
              </p:nvSpPr>
              <p:spPr>
                <a:xfrm>
                  <a:off x="12038624" y="15696224"/>
                  <a:ext cx="611550" cy="611550"/>
                </a:xfrm>
                <a:prstGeom prst="ellipse">
                  <a:avLst/>
                </a:prstGeom>
                <a:solidFill>
                  <a:srgbClr val="FFFFFF"/>
                </a:solidFill>
                <a:ln w="15240">
                  <a:solidFill>
                    <a:srgbClr val="D6A52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450" b="1" dirty="0">
                      <a:solidFill>
                        <a:srgbClr val="D6A52A"/>
                      </a:solidFill>
                      <a:latin typeface="Arial"/>
                    </a:rPr>
                    <a:t>2</a:t>
                  </a:r>
                </a:p>
              </p:txBody>
            </p:sp>
            <p:sp>
              <p:nvSpPr>
                <p:cNvPr id="325" name="Gear 9 324"/>
                <p:cNvSpPr/>
                <p:nvPr/>
              </p:nvSpPr>
              <p:spPr>
                <a:xfrm rot="480000">
                  <a:off x="12783312" y="15654528"/>
                  <a:ext cx="1280160" cy="1280160"/>
                </a:xfrm>
                <a:prstGeom prst="gear9">
                  <a:avLst/>
                </a:prstGeom>
                <a:solidFill>
                  <a:srgbClr val="00B050"/>
                </a:solidFill>
                <a:ln w="21590">
                  <a:solidFill>
                    <a:srgbClr val="2F777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326" name="Oval 325"/>
                <p:cNvSpPr/>
                <p:nvPr/>
              </p:nvSpPr>
              <p:spPr>
                <a:xfrm>
                  <a:off x="13180161" y="16051377"/>
                  <a:ext cx="486460" cy="486460"/>
                </a:xfrm>
                <a:prstGeom prst="ellipse">
                  <a:avLst/>
                </a:prstGeom>
                <a:solidFill>
                  <a:srgbClr val="FFFFFF"/>
                </a:solidFill>
                <a:ln w="15240">
                  <a:solidFill>
                    <a:srgbClr val="2F7776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450" b="1" dirty="0">
                      <a:solidFill>
                        <a:srgbClr val="2F7776"/>
                      </a:solidFill>
                      <a:latin typeface="Arial"/>
                    </a:rPr>
                    <a:t>3</a:t>
                  </a:r>
                </a:p>
              </p:txBody>
            </p:sp>
            <p:sp>
              <p:nvSpPr>
                <p:cNvPr id="327" name="TextBox 326"/>
                <p:cNvSpPr txBox="1"/>
                <p:nvPr/>
              </p:nvSpPr>
              <p:spPr>
                <a:xfrm>
                  <a:off x="10439246" y="17318244"/>
                  <a:ext cx="1204733" cy="3484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800" b="1" dirty="0">
                      <a:solidFill>
                        <a:srgbClr val="23384D"/>
                      </a:solidFill>
                      <a:latin typeface="Arial"/>
                    </a:rPr>
                    <a:t>INGEST</a:t>
                  </a:r>
                </a:p>
              </p:txBody>
            </p:sp>
            <p:sp>
              <p:nvSpPr>
                <p:cNvPr id="328" name="TextBox 327"/>
                <p:cNvSpPr txBox="1"/>
                <p:nvPr/>
              </p:nvSpPr>
              <p:spPr>
                <a:xfrm>
                  <a:off x="11552073" y="17288748"/>
                  <a:ext cx="1417333" cy="3484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IN" sz="2800" b="1" dirty="0">
                      <a:solidFill>
                        <a:srgbClr val="23384D"/>
                      </a:solidFill>
                      <a:latin typeface="Arial"/>
                    </a:rPr>
                    <a:t>MODEL</a:t>
                  </a:r>
                  <a:endParaRPr sz="2800" b="1" dirty="0">
                    <a:solidFill>
                      <a:srgbClr val="2F3033"/>
                    </a:solidFill>
                    <a:latin typeface="Arial"/>
                  </a:endParaRPr>
                </a:p>
              </p:txBody>
            </p:sp>
            <p:sp>
              <p:nvSpPr>
                <p:cNvPr id="329" name="TextBox 328"/>
                <p:cNvSpPr txBox="1"/>
                <p:nvPr/>
              </p:nvSpPr>
              <p:spPr>
                <a:xfrm>
                  <a:off x="12888699" y="17318244"/>
                  <a:ext cx="1261872" cy="3484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800" b="1" dirty="0">
                      <a:solidFill>
                        <a:srgbClr val="23384D"/>
                      </a:solidFill>
                      <a:latin typeface="Arial"/>
                    </a:rPr>
                    <a:t>GOVERN</a:t>
                  </a:r>
                </a:p>
              </p:txBody>
            </p:sp>
          </p:grpSp>
          <p:sp>
            <p:nvSpPr>
              <p:cNvPr id="319" name="Oval 318"/>
              <p:cNvSpPr/>
              <p:nvPr/>
            </p:nvSpPr>
            <p:spPr>
              <a:xfrm>
                <a:off x="13972031" y="16331184"/>
                <a:ext cx="266041" cy="86886"/>
              </a:xfrm>
              <a:prstGeom prst="ellipse">
                <a:avLst/>
              </a:prstGeom>
              <a:solidFill>
                <a:srgbClr val="D6A52A"/>
              </a:solidFill>
              <a:ln w="7620">
                <a:solidFill>
                  <a:srgbClr val="D6A52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</p:grpSp>
      </p:grpSp>
      <p:sp>
        <p:nvSpPr>
          <p:cNvPr id="380" name="Rectangle 379"/>
          <p:cNvSpPr/>
          <p:nvPr/>
        </p:nvSpPr>
        <p:spPr>
          <a:xfrm>
            <a:off x="804672" y="37901880"/>
            <a:ext cx="9323832" cy="2414016"/>
          </a:xfrm>
          <a:prstGeom prst="rect">
            <a:avLst/>
          </a:prstGeom>
          <a:solidFill>
            <a:srgbClr val="FBFBFA"/>
          </a:solidFill>
          <a:ln w="12700"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1" name="Rectangle 380"/>
          <p:cNvSpPr/>
          <p:nvPr/>
        </p:nvSpPr>
        <p:spPr>
          <a:xfrm>
            <a:off x="804672" y="37901880"/>
            <a:ext cx="9323832" cy="73152"/>
          </a:xfrm>
          <a:prstGeom prst="rect">
            <a:avLst/>
          </a:prstGeom>
          <a:solidFill>
            <a:srgbClr val="D6A52A"/>
          </a:solidFill>
          <a:ln w="2540">
            <a:solidFill>
              <a:srgbClr val="D6A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2" name="TextBox 381"/>
          <p:cNvSpPr txBox="1"/>
          <p:nvPr/>
        </p:nvSpPr>
        <p:spPr>
          <a:xfrm>
            <a:off x="941832" y="38171628"/>
            <a:ext cx="90495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600" b="1" dirty="0">
                <a:solidFill>
                  <a:srgbClr val="2F7776"/>
                </a:solidFill>
                <a:latin typeface="Aptos Display"/>
              </a:rPr>
              <a:t>01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078992" y="38596824"/>
            <a:ext cx="8775192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>
                <a:solidFill>
                  <a:srgbClr val="23384D"/>
                </a:solidFill>
                <a:latin typeface="Aptos Display"/>
              </a:rPr>
              <a:t>early Alignment on Nirvana state vision</a:t>
            </a:r>
            <a:endParaRPr sz="48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384" name="Rectangle 383"/>
          <p:cNvSpPr/>
          <p:nvPr/>
        </p:nvSpPr>
        <p:spPr>
          <a:xfrm>
            <a:off x="10539984" y="37901880"/>
            <a:ext cx="9323832" cy="2414016"/>
          </a:xfrm>
          <a:prstGeom prst="rect">
            <a:avLst/>
          </a:prstGeom>
          <a:solidFill>
            <a:srgbClr val="FBFBFA"/>
          </a:solidFill>
          <a:ln w="12700"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5" name="Rectangle 384"/>
          <p:cNvSpPr/>
          <p:nvPr/>
        </p:nvSpPr>
        <p:spPr>
          <a:xfrm>
            <a:off x="10539984" y="37901880"/>
            <a:ext cx="9323832" cy="73152"/>
          </a:xfrm>
          <a:prstGeom prst="rect">
            <a:avLst/>
          </a:prstGeom>
          <a:solidFill>
            <a:srgbClr val="D6A52A"/>
          </a:solidFill>
          <a:ln w="2540">
            <a:solidFill>
              <a:srgbClr val="D6A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6" name="TextBox 385"/>
          <p:cNvSpPr txBox="1"/>
          <p:nvPr/>
        </p:nvSpPr>
        <p:spPr>
          <a:xfrm>
            <a:off x="10677144" y="38171628"/>
            <a:ext cx="90495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600" b="1" dirty="0">
                <a:solidFill>
                  <a:srgbClr val="2F7776"/>
                </a:solidFill>
                <a:latin typeface="Aptos Display"/>
              </a:rPr>
              <a:t>02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0814304" y="38596824"/>
            <a:ext cx="8775192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4000" b="1" dirty="0">
                <a:solidFill>
                  <a:srgbClr val="23384D"/>
                </a:solidFill>
                <a:latin typeface="Aptos Display"/>
              </a:rPr>
              <a:t>open Collaboration across boundaries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20275296" y="37901880"/>
            <a:ext cx="9323832" cy="2414016"/>
          </a:xfrm>
          <a:prstGeom prst="rect">
            <a:avLst/>
          </a:prstGeom>
          <a:solidFill>
            <a:srgbClr val="FBFBFA"/>
          </a:solidFill>
          <a:ln w="12700">
            <a:solidFill>
              <a:srgbClr val="D7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9" name="Rectangle 388"/>
          <p:cNvSpPr/>
          <p:nvPr/>
        </p:nvSpPr>
        <p:spPr>
          <a:xfrm>
            <a:off x="20275296" y="37901880"/>
            <a:ext cx="9323832" cy="73152"/>
          </a:xfrm>
          <a:prstGeom prst="rect">
            <a:avLst/>
          </a:prstGeom>
          <a:solidFill>
            <a:srgbClr val="D6A52A"/>
          </a:solidFill>
          <a:ln w="2540">
            <a:solidFill>
              <a:srgbClr val="D6A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0" name="TextBox 389"/>
          <p:cNvSpPr txBox="1"/>
          <p:nvPr/>
        </p:nvSpPr>
        <p:spPr>
          <a:xfrm>
            <a:off x="20412455" y="38171628"/>
            <a:ext cx="90495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3600" b="1" dirty="0">
                <a:solidFill>
                  <a:srgbClr val="2F7776"/>
                </a:solidFill>
                <a:latin typeface="Aptos Display"/>
              </a:rPr>
              <a:t>03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0549616" y="38596824"/>
            <a:ext cx="8775192" cy="1298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4000" b="1" dirty="0">
                <a:solidFill>
                  <a:srgbClr val="23384D"/>
                </a:solidFill>
                <a:latin typeface="Aptos Display"/>
              </a:rPr>
              <a:t>continuous Review &amp; Improve process</a:t>
            </a:r>
          </a:p>
        </p:txBody>
      </p:sp>
      <p:cxnSp>
        <p:nvCxnSpPr>
          <p:cNvPr id="23" name="Connector 312">
            <a:extLst>
              <a:ext uri="{FF2B5EF4-FFF2-40B4-BE49-F238E27FC236}">
                <a16:creationId xmlns:a16="http://schemas.microsoft.com/office/drawing/2014/main" id="{04857087-2A1A-F2D1-C336-346DFAA9DB0A}"/>
              </a:ext>
            </a:extLst>
          </p:cNvPr>
          <p:cNvCxnSpPr>
            <a:cxnSpLocks/>
          </p:cNvCxnSpPr>
          <p:nvPr/>
        </p:nvCxnSpPr>
        <p:spPr>
          <a:xfrm>
            <a:off x="2052828" y="11252774"/>
            <a:ext cx="12654000" cy="0"/>
          </a:xfrm>
          <a:prstGeom prst="line">
            <a:avLst/>
          </a:prstGeom>
          <a:ln w="31750">
            <a:solidFill>
              <a:srgbClr val="D6A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315">
            <a:extLst>
              <a:ext uri="{FF2B5EF4-FFF2-40B4-BE49-F238E27FC236}">
                <a16:creationId xmlns:a16="http://schemas.microsoft.com/office/drawing/2014/main" id="{5559C1EC-B59B-EF16-786D-C10C6E4288F5}"/>
              </a:ext>
            </a:extLst>
          </p:cNvPr>
          <p:cNvCxnSpPr/>
          <p:nvPr/>
        </p:nvCxnSpPr>
        <p:spPr>
          <a:xfrm>
            <a:off x="17477715" y="11266938"/>
            <a:ext cx="10641600" cy="0"/>
          </a:xfrm>
          <a:prstGeom prst="line">
            <a:avLst/>
          </a:prstGeom>
          <a:ln w="31750">
            <a:solidFill>
              <a:srgbClr val="D6A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Funnel band 01"/>
          <p:cNvSpPr/>
          <p:nvPr/>
        </p:nvSpPr>
        <p:spPr>
          <a:xfrm rot="10800000">
            <a:off x="18766991" y="15019248"/>
            <a:ext cx="8138160" cy="1389888"/>
          </a:xfrm>
          <a:prstGeom prst="trapezoid">
            <a:avLst>
              <a:gd name="adj" fmla="val 10000"/>
            </a:avLst>
          </a:prstGeom>
          <a:solidFill>
            <a:srgbClr val="23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3" name="Funnel label 01"/>
          <p:cNvSpPr txBox="1"/>
          <p:nvPr/>
        </p:nvSpPr>
        <p:spPr>
          <a:xfrm>
            <a:off x="19205006" y="15056667"/>
            <a:ext cx="7040880" cy="13542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solidFill>
                  <a:srgbClr val="FFFFFF"/>
                </a:solidFill>
                <a:latin typeface="Aptos Display"/>
              </a:rPr>
              <a:t>EXECUTIVE OPERATING PLAN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2800" dirty="0">
                <a:solidFill>
                  <a:srgbClr val="FFFFFF"/>
                </a:solidFill>
                <a:latin typeface="Aptos Display"/>
              </a:rPr>
              <a:t>Group </a:t>
            </a:r>
            <a:r>
              <a:rPr lang="en-US" sz="2800" dirty="0">
                <a:solidFill>
                  <a:srgbClr val="FFFFFF"/>
                </a:solidFill>
                <a:latin typeface="Aptos"/>
              </a:rPr>
              <a:t>• Business  Integrated value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rgbClr val="FFFFFF"/>
                </a:solidFill>
                <a:latin typeface="Aptos"/>
              </a:rPr>
              <a:t>• Variances • </a:t>
            </a:r>
            <a:r>
              <a:rPr lang="en-US" sz="2800" dirty="0">
                <a:solidFill>
                  <a:srgbClr val="FFFFFF"/>
                </a:solidFill>
                <a:latin typeface="Aptos"/>
              </a:rPr>
              <a:t>Data-book</a:t>
            </a:r>
            <a:endParaRPr lang="en-IN" sz="280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394" name="Funnel band 02"/>
          <p:cNvSpPr/>
          <p:nvPr/>
        </p:nvSpPr>
        <p:spPr>
          <a:xfrm rot="10800000">
            <a:off x="20130645" y="17929220"/>
            <a:ext cx="5486400" cy="996696"/>
          </a:xfrm>
          <a:prstGeom prst="trapezoid">
            <a:avLst>
              <a:gd name="adj" fmla="val 1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5" name="Funnel label 02"/>
          <p:cNvSpPr txBox="1"/>
          <p:nvPr/>
        </p:nvSpPr>
        <p:spPr>
          <a:xfrm>
            <a:off x="20078997" y="18131055"/>
            <a:ext cx="57150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solidFill>
                  <a:srgbClr val="FFFFFF"/>
                </a:solidFill>
                <a:latin typeface="Aptos Display"/>
              </a:rPr>
              <a:t>GROWTH OPTIONS</a:t>
            </a:r>
          </a:p>
        </p:txBody>
      </p:sp>
      <p:sp>
        <p:nvSpPr>
          <p:cNvPr id="396" name="Funnel band 03"/>
          <p:cNvSpPr/>
          <p:nvPr/>
        </p:nvSpPr>
        <p:spPr>
          <a:xfrm rot="10800000">
            <a:off x="19467705" y="16460724"/>
            <a:ext cx="6812280" cy="1417653"/>
          </a:xfrm>
          <a:prstGeom prst="trapezoid">
            <a:avLst>
              <a:gd name="adj" fmla="val 10000"/>
            </a:avLst>
          </a:prstGeom>
          <a:solidFill>
            <a:srgbClr val="AE9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7" name="Funnel label 03"/>
          <p:cNvSpPr txBox="1"/>
          <p:nvPr/>
        </p:nvSpPr>
        <p:spPr>
          <a:xfrm>
            <a:off x="20598140" y="16473988"/>
            <a:ext cx="4608576" cy="13542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FFFFFF"/>
                </a:solidFill>
                <a:latin typeface="Aptos Display"/>
              </a:rPr>
              <a:t>INSIGHTS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800" b="0" dirty="0">
                <a:solidFill>
                  <a:srgbClr val="FFFFFF"/>
                </a:solidFill>
                <a:latin typeface="Aptos"/>
              </a:rPr>
              <a:t>Competition • Portfolio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800" b="0" dirty="0">
                <a:solidFill>
                  <a:srgbClr val="FFFFFF"/>
                </a:solidFill>
                <a:latin typeface="Aptos"/>
              </a:rPr>
              <a:t>• Risk • Trading</a:t>
            </a:r>
          </a:p>
        </p:txBody>
      </p:sp>
      <p:sp>
        <p:nvSpPr>
          <p:cNvPr id="398" name="Funnel band 04"/>
          <p:cNvSpPr/>
          <p:nvPr/>
        </p:nvSpPr>
        <p:spPr>
          <a:xfrm rot="10800000">
            <a:off x="20879538" y="19007770"/>
            <a:ext cx="3977639" cy="1198459"/>
          </a:xfrm>
          <a:prstGeom prst="trapezoid">
            <a:avLst>
              <a:gd name="adj" fmla="val 10000"/>
            </a:avLst>
          </a:prstGeom>
          <a:solidFill>
            <a:srgbClr val="237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9" name="Funnel label 04"/>
          <p:cNvSpPr txBox="1"/>
          <p:nvPr/>
        </p:nvSpPr>
        <p:spPr>
          <a:xfrm>
            <a:off x="20879539" y="19118048"/>
            <a:ext cx="3977639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3200" b="1" dirty="0">
                <a:solidFill>
                  <a:schemeClr val="bg1"/>
                </a:solidFill>
                <a:latin typeface="Aptos Display"/>
              </a:rPr>
              <a:t>BESPOKE CONTENT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2800" b="0" dirty="0">
                <a:solidFill>
                  <a:schemeClr val="bg1"/>
                </a:solidFill>
                <a:latin typeface="Aptos"/>
              </a:rPr>
              <a:t>via links</a:t>
            </a:r>
          </a:p>
        </p:txBody>
      </p:sp>
      <p:sp>
        <p:nvSpPr>
          <p:cNvPr id="400" name="Funnel outlet"/>
          <p:cNvSpPr/>
          <p:nvPr/>
        </p:nvSpPr>
        <p:spPr>
          <a:xfrm rot="10800000">
            <a:off x="22316602" y="20327112"/>
            <a:ext cx="1097280" cy="685800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32CF0B3B-747F-D830-596E-E0051337CC8B}"/>
              </a:ext>
            </a:extLst>
          </p:cNvPr>
          <p:cNvSpPr/>
          <p:nvPr/>
        </p:nvSpPr>
        <p:spPr>
          <a:xfrm>
            <a:off x="7694513" y="26732246"/>
            <a:ext cx="14918400" cy="1044000"/>
          </a:xfrm>
          <a:prstGeom prst="rect">
            <a:avLst/>
          </a:prstGeom>
          <a:solidFill>
            <a:srgbClr val="23384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rgbClr val="FFFFFF"/>
                </a:solidFill>
                <a:latin typeface="Aptos Display"/>
              </a:rPr>
              <a:t>4</a:t>
            </a:r>
            <a:r>
              <a:rPr lang="en-US" sz="5400" b="1" u="none" dirty="0">
                <a:solidFill>
                  <a:srgbClr val="FFFFFF"/>
                </a:solidFill>
                <a:latin typeface="Aptos Display"/>
              </a:rPr>
              <a:t>.</a:t>
            </a:r>
            <a:r>
              <a:rPr lang="en-US" sz="4000" b="1" u="none" dirty="0">
                <a:solidFill>
                  <a:srgbClr val="FFFFFF"/>
                </a:solidFill>
                <a:latin typeface="Aptos Display"/>
              </a:rPr>
              <a:t>  </a:t>
            </a:r>
            <a:r>
              <a:rPr lang="en-US" sz="5400" b="1" u="none" dirty="0">
                <a:solidFill>
                  <a:srgbClr val="FFFFFF"/>
                </a:solidFill>
                <a:latin typeface="Aptos Display"/>
              </a:rPr>
              <a:t>TRANSFORMATION  JOURNEY</a:t>
            </a:r>
          </a:p>
        </p:txBody>
      </p:sp>
      <p:cxnSp>
        <p:nvCxnSpPr>
          <p:cNvPr id="65" name="Connector 316">
            <a:extLst>
              <a:ext uri="{FF2B5EF4-FFF2-40B4-BE49-F238E27FC236}">
                <a16:creationId xmlns:a16="http://schemas.microsoft.com/office/drawing/2014/main" id="{349A9AA2-65D5-C0E9-B028-FA80F37227B2}"/>
              </a:ext>
            </a:extLst>
          </p:cNvPr>
          <p:cNvCxnSpPr/>
          <p:nvPr/>
        </p:nvCxnSpPr>
        <p:spPr>
          <a:xfrm>
            <a:off x="7669309" y="26627328"/>
            <a:ext cx="14940000" cy="0"/>
          </a:xfrm>
          <a:prstGeom prst="line">
            <a:avLst/>
          </a:prstGeom>
          <a:ln w="31750">
            <a:solidFill>
              <a:srgbClr val="D6A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 10">
            <a:extLst>
              <a:ext uri="{FF2B5EF4-FFF2-40B4-BE49-F238E27FC236}">
                <a16:creationId xmlns:a16="http://schemas.microsoft.com/office/drawing/2014/main" id="{72F3ABBB-FEF3-7A5A-1014-55A24BD4C149}"/>
              </a:ext>
            </a:extLst>
          </p:cNvPr>
          <p:cNvSpPr/>
          <p:nvPr/>
        </p:nvSpPr>
        <p:spPr>
          <a:xfrm>
            <a:off x="7742700" y="36587209"/>
            <a:ext cx="14918400" cy="1044000"/>
          </a:xfrm>
          <a:prstGeom prst="rect">
            <a:avLst/>
          </a:prstGeom>
          <a:solidFill>
            <a:srgbClr val="2F7776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rgbClr val="FFFFFF"/>
                </a:solidFill>
                <a:latin typeface="Aptos Display"/>
              </a:rPr>
              <a:t>5</a:t>
            </a:r>
            <a:r>
              <a:rPr lang="en-US" sz="5400" b="1" u="none" dirty="0">
                <a:solidFill>
                  <a:srgbClr val="FFFFFF"/>
                </a:solidFill>
                <a:latin typeface="Aptos Display"/>
              </a:rPr>
              <a:t>. KEY LEARNINGS</a:t>
            </a:r>
          </a:p>
        </p:txBody>
      </p:sp>
      <p:cxnSp>
        <p:nvCxnSpPr>
          <p:cNvPr id="68" name="Connector 317">
            <a:extLst>
              <a:ext uri="{FF2B5EF4-FFF2-40B4-BE49-F238E27FC236}">
                <a16:creationId xmlns:a16="http://schemas.microsoft.com/office/drawing/2014/main" id="{37BD8651-55DB-2497-C677-9887D235BDF9}"/>
              </a:ext>
            </a:extLst>
          </p:cNvPr>
          <p:cNvCxnSpPr/>
          <p:nvPr/>
        </p:nvCxnSpPr>
        <p:spPr>
          <a:xfrm>
            <a:off x="7702197" y="36452556"/>
            <a:ext cx="14922000" cy="0"/>
          </a:xfrm>
          <a:prstGeom prst="line">
            <a:avLst/>
          </a:prstGeom>
          <a:ln w="31750">
            <a:solidFill>
              <a:srgbClr val="D6A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206AFC9-EAC0-2885-21BC-5EACE20F80D3}"/>
              </a:ext>
            </a:extLst>
          </p:cNvPr>
          <p:cNvSpPr txBox="1"/>
          <p:nvPr/>
        </p:nvSpPr>
        <p:spPr>
          <a:xfrm>
            <a:off x="19714593" y="23372713"/>
            <a:ext cx="6508406" cy="7165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 ON DEMAND AVAILBILITY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DC13A6-595A-700D-3A94-15DAE76CCB72}"/>
              </a:ext>
            </a:extLst>
          </p:cNvPr>
          <p:cNvSpPr txBox="1"/>
          <p:nvPr/>
        </p:nvSpPr>
        <p:spPr>
          <a:xfrm>
            <a:off x="19729685" y="22701783"/>
            <a:ext cx="6750177" cy="502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 TRUSTED DATA-BACKED INSIGHTS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E17444-12C9-1744-FF46-18CE2DBE0481}"/>
              </a:ext>
            </a:extLst>
          </p:cNvPr>
          <p:cNvSpPr txBox="1"/>
          <p:nvPr/>
        </p:nvSpPr>
        <p:spPr>
          <a:xfrm>
            <a:off x="17515271" y="21405393"/>
            <a:ext cx="10641600" cy="1044000"/>
          </a:xfrm>
          <a:prstGeom prst="rect">
            <a:avLst/>
          </a:prstGeom>
          <a:solidFill>
            <a:srgbClr val="D42E1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>
            <a:defPPr>
              <a:defRPr lang="en-US"/>
            </a:defPPr>
            <a:lvl1pPr algn="ctr">
              <a:lnSpc>
                <a:spcPct val="113000"/>
              </a:lnSpc>
              <a:spcAft>
                <a:spcPts val="60"/>
              </a:spcAft>
              <a:defRPr sz="5400" b="1" u="none">
                <a:solidFill>
                  <a:srgbClr val="FFFFFF"/>
                </a:solidFill>
                <a:latin typeface="Aptos Display"/>
              </a:defRPr>
            </a:lvl1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solidFill>
                  <a:srgbClr val="FFFFFF"/>
                </a:solidFill>
                <a:latin typeface="Aptos Display"/>
              </a:rPr>
              <a:t>3. EXECUTIVE VALUE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FE77F0-22EB-2DFE-B673-156428A1AB7F}"/>
              </a:ext>
            </a:extLst>
          </p:cNvPr>
          <p:cNvSpPr txBox="1"/>
          <p:nvPr/>
        </p:nvSpPr>
        <p:spPr>
          <a:xfrm>
            <a:off x="19750860" y="25143524"/>
            <a:ext cx="7669812" cy="7165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 ENTERPRISE REUSE &amp; SCALABLE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  <p:cxnSp>
        <p:nvCxnSpPr>
          <p:cNvPr id="85" name="Connector 314">
            <a:extLst>
              <a:ext uri="{FF2B5EF4-FFF2-40B4-BE49-F238E27FC236}">
                <a16:creationId xmlns:a16="http://schemas.microsoft.com/office/drawing/2014/main" id="{A7C80834-EE05-1A5E-C48E-49277FB763C7}"/>
              </a:ext>
            </a:extLst>
          </p:cNvPr>
          <p:cNvCxnSpPr/>
          <p:nvPr/>
        </p:nvCxnSpPr>
        <p:spPr>
          <a:xfrm>
            <a:off x="17491021" y="21290253"/>
            <a:ext cx="10641600" cy="0"/>
          </a:xfrm>
          <a:prstGeom prst="line">
            <a:avLst/>
          </a:prstGeom>
          <a:ln w="31750">
            <a:solidFill>
              <a:srgbClr val="D6A5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Inhaltsplatzhalter 2">
            <a:extLst>
              <a:ext uri="{FF2B5EF4-FFF2-40B4-BE49-F238E27FC236}">
                <a16:creationId xmlns:a16="http://schemas.microsoft.com/office/drawing/2014/main" id="{6A78A326-D227-EB14-B723-3CCFF9770B6D}"/>
              </a:ext>
            </a:extLst>
          </p:cNvPr>
          <p:cNvSpPr txBox="1">
            <a:spLocks/>
          </p:cNvSpPr>
          <p:nvPr/>
        </p:nvSpPr>
        <p:spPr>
          <a:xfrm rot="16200000">
            <a:off x="-16393" y="15280302"/>
            <a:ext cx="4253995" cy="44627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 b="1" dirty="0">
                <a:solidFill>
                  <a:srgbClr val="2338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INPUTS</a:t>
            </a:r>
          </a:p>
        </p:txBody>
      </p:sp>
      <p:sp>
        <p:nvSpPr>
          <p:cNvPr id="91" name="Inhaltsplatzhalter 2">
            <a:extLst>
              <a:ext uri="{FF2B5EF4-FFF2-40B4-BE49-F238E27FC236}">
                <a16:creationId xmlns:a16="http://schemas.microsoft.com/office/drawing/2014/main" id="{E533CB16-84BC-A9DC-CE7C-21DD0BC4E131}"/>
              </a:ext>
            </a:extLst>
          </p:cNvPr>
          <p:cNvSpPr txBox="1">
            <a:spLocks/>
          </p:cNvSpPr>
          <p:nvPr/>
        </p:nvSpPr>
        <p:spPr>
          <a:xfrm rot="16200000">
            <a:off x="56620" y="21295247"/>
            <a:ext cx="4056419" cy="44627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228600" indent="-22860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00" b="1">
                <a:solidFill>
                  <a:srgbClr val="23384D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66725" indent="-222250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2pPr>
            <a:lvl3pPr marL="720725" indent="-217488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900113" indent="-193675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chemeClr val="accent3"/>
                </a:solidFill>
              </a:defRPr>
            </a:lvl4pPr>
            <a:lvl5pPr marL="1136650" indent="-185738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IN" dirty="0"/>
              <a:t>MANUAL ASSEMBLY</a:t>
            </a:r>
          </a:p>
        </p:txBody>
      </p:sp>
      <p:sp>
        <p:nvSpPr>
          <p:cNvPr id="95" name="Inhaltsplatzhalter 2">
            <a:extLst>
              <a:ext uri="{FF2B5EF4-FFF2-40B4-BE49-F238E27FC236}">
                <a16:creationId xmlns:a16="http://schemas.microsoft.com/office/drawing/2014/main" id="{2DF18F12-3EDF-36B9-2D56-E0EFFE36CB8A}"/>
              </a:ext>
            </a:extLst>
          </p:cNvPr>
          <p:cNvSpPr txBox="1">
            <a:spLocks/>
          </p:cNvSpPr>
          <p:nvPr/>
        </p:nvSpPr>
        <p:spPr>
          <a:xfrm rot="5400000">
            <a:off x="12662212" y="21195731"/>
            <a:ext cx="4401969" cy="44627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228600" indent="-22860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900" b="1">
                <a:solidFill>
                  <a:srgbClr val="23384D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66725" indent="-222250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2pPr>
            <a:lvl3pPr marL="720725" indent="-217488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accent1"/>
                </a:solidFill>
              </a:defRPr>
            </a:lvl3pPr>
            <a:lvl4pPr marL="900113" indent="-193675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solidFill>
                  <a:schemeClr val="accent3"/>
                </a:solidFill>
              </a:defRPr>
            </a:lvl4pPr>
            <a:lvl5pPr marL="1136650" indent="-185738" defTabSz="9144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IN" dirty="0"/>
              <a:t>DEADLINE PRESSURE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286280D-E2E7-A2CB-896E-8EBF15892E3D}"/>
              </a:ext>
            </a:extLst>
          </p:cNvPr>
          <p:cNvGrpSpPr/>
          <p:nvPr/>
        </p:nvGrpSpPr>
        <p:grpSpPr>
          <a:xfrm>
            <a:off x="2600476" y="13398261"/>
            <a:ext cx="11953724" cy="11779744"/>
            <a:chOff x="502920" y="274320"/>
            <a:chExt cx="17309648" cy="14562676"/>
          </a:xfrm>
        </p:grpSpPr>
        <p:sp>
          <p:nvSpPr>
            <p:cNvPr id="120" name="Shape 0">
              <a:extLst>
                <a:ext uri="{FF2B5EF4-FFF2-40B4-BE49-F238E27FC236}">
                  <a16:creationId xmlns:a16="http://schemas.microsoft.com/office/drawing/2014/main" id="{9BF9527E-D2AC-9EA5-9201-4C5847078708}"/>
                </a:ext>
              </a:extLst>
            </p:cNvPr>
            <p:cNvSpPr/>
            <p:nvPr/>
          </p:nvSpPr>
          <p:spPr>
            <a:xfrm>
              <a:off x="502920" y="274320"/>
              <a:ext cx="2761200" cy="120672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Shape 1">
              <a:extLst>
                <a:ext uri="{FF2B5EF4-FFF2-40B4-BE49-F238E27FC236}">
                  <a16:creationId xmlns:a16="http://schemas.microsoft.com/office/drawing/2014/main" id="{AA56CBC3-8BDD-2039-F5EC-BF216A1F97F3}"/>
                </a:ext>
              </a:extLst>
            </p:cNvPr>
            <p:cNvSpPr/>
            <p:nvPr/>
          </p:nvSpPr>
          <p:spPr>
            <a:xfrm>
              <a:off x="511920" y="283320"/>
              <a:ext cx="2742840" cy="63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Text 2">
              <a:extLst>
                <a:ext uri="{FF2B5EF4-FFF2-40B4-BE49-F238E27FC236}">
                  <a16:creationId xmlns:a16="http://schemas.microsoft.com/office/drawing/2014/main" id="{B4D2A81C-DC40-328C-3456-2C77A456D0B7}"/>
                </a:ext>
              </a:extLst>
            </p:cNvPr>
            <p:cNvSpPr/>
            <p:nvPr/>
          </p:nvSpPr>
          <p:spPr>
            <a:xfrm>
              <a:off x="576000" y="402480"/>
              <a:ext cx="2614680" cy="10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BUSINESS +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CORPORATE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Shape 3">
              <a:extLst>
                <a:ext uri="{FF2B5EF4-FFF2-40B4-BE49-F238E27FC236}">
                  <a16:creationId xmlns:a16="http://schemas.microsoft.com/office/drawing/2014/main" id="{45F74357-2F3F-1C89-69E2-096840807E94}"/>
                </a:ext>
              </a:extLst>
            </p:cNvPr>
            <p:cNvSpPr/>
            <p:nvPr/>
          </p:nvSpPr>
          <p:spPr>
            <a:xfrm>
              <a:off x="3383280" y="274320"/>
              <a:ext cx="2761200" cy="120672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Shape 4">
              <a:extLst>
                <a:ext uri="{FF2B5EF4-FFF2-40B4-BE49-F238E27FC236}">
                  <a16:creationId xmlns:a16="http://schemas.microsoft.com/office/drawing/2014/main" id="{F62B46AA-7BF5-648C-CFCA-4BB665D001D4}"/>
                </a:ext>
              </a:extLst>
            </p:cNvPr>
            <p:cNvSpPr/>
            <p:nvPr/>
          </p:nvSpPr>
          <p:spPr>
            <a:xfrm>
              <a:off x="3392280" y="283320"/>
              <a:ext cx="2742840" cy="63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Text 5">
              <a:extLst>
                <a:ext uri="{FF2B5EF4-FFF2-40B4-BE49-F238E27FC236}">
                  <a16:creationId xmlns:a16="http://schemas.microsoft.com/office/drawing/2014/main" id="{33CD8663-BCEC-0614-A64B-9E62ADBB990E}"/>
                </a:ext>
              </a:extLst>
            </p:cNvPr>
            <p:cNvSpPr/>
            <p:nvPr/>
          </p:nvSpPr>
          <p:spPr>
            <a:xfrm>
              <a:off x="3456360" y="402480"/>
              <a:ext cx="2614680" cy="10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TRADING +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TREASURY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Shape 6">
              <a:extLst>
                <a:ext uri="{FF2B5EF4-FFF2-40B4-BE49-F238E27FC236}">
                  <a16:creationId xmlns:a16="http://schemas.microsoft.com/office/drawing/2014/main" id="{0E5AE776-152E-15B0-80A8-82BE5293F6C3}"/>
                </a:ext>
              </a:extLst>
            </p:cNvPr>
            <p:cNvSpPr/>
            <p:nvPr/>
          </p:nvSpPr>
          <p:spPr>
            <a:xfrm>
              <a:off x="6263640" y="274320"/>
              <a:ext cx="2761200" cy="120672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Shape 7">
              <a:extLst>
                <a:ext uri="{FF2B5EF4-FFF2-40B4-BE49-F238E27FC236}">
                  <a16:creationId xmlns:a16="http://schemas.microsoft.com/office/drawing/2014/main" id="{B9A8D94A-04E1-006F-75CE-87A4CC2F4543}"/>
                </a:ext>
              </a:extLst>
            </p:cNvPr>
            <p:cNvSpPr/>
            <p:nvPr/>
          </p:nvSpPr>
          <p:spPr>
            <a:xfrm>
              <a:off x="6272640" y="283320"/>
              <a:ext cx="2742840" cy="63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 8">
              <a:extLst>
                <a:ext uri="{FF2B5EF4-FFF2-40B4-BE49-F238E27FC236}">
                  <a16:creationId xmlns:a16="http://schemas.microsoft.com/office/drawing/2014/main" id="{0114159C-5CF9-39F0-6A05-4F23DBB8A1F0}"/>
                </a:ext>
              </a:extLst>
            </p:cNvPr>
            <p:cNvSpPr/>
            <p:nvPr/>
          </p:nvSpPr>
          <p:spPr>
            <a:xfrm>
              <a:off x="6336720" y="402480"/>
              <a:ext cx="2614680" cy="10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FUNCTIONS + HR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Shape 9">
              <a:extLst>
                <a:ext uri="{FF2B5EF4-FFF2-40B4-BE49-F238E27FC236}">
                  <a16:creationId xmlns:a16="http://schemas.microsoft.com/office/drawing/2014/main" id="{583DB37F-792F-F2F3-CAED-E788BA0190C3}"/>
                </a:ext>
              </a:extLst>
            </p:cNvPr>
            <p:cNvSpPr/>
            <p:nvPr/>
          </p:nvSpPr>
          <p:spPr>
            <a:xfrm>
              <a:off x="9144000" y="274320"/>
              <a:ext cx="2761200" cy="120672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Shape 10">
              <a:extLst>
                <a:ext uri="{FF2B5EF4-FFF2-40B4-BE49-F238E27FC236}">
                  <a16:creationId xmlns:a16="http://schemas.microsoft.com/office/drawing/2014/main" id="{BE6D2195-64A5-D322-E1B8-3C7B51FAD403}"/>
                </a:ext>
              </a:extLst>
            </p:cNvPr>
            <p:cNvSpPr/>
            <p:nvPr/>
          </p:nvSpPr>
          <p:spPr>
            <a:xfrm>
              <a:off x="9153000" y="283320"/>
              <a:ext cx="2742840" cy="63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 11">
              <a:extLst>
                <a:ext uri="{FF2B5EF4-FFF2-40B4-BE49-F238E27FC236}">
                  <a16:creationId xmlns:a16="http://schemas.microsoft.com/office/drawing/2014/main" id="{389832BA-73D4-DDB2-6900-D6813E8AEA52}"/>
                </a:ext>
              </a:extLst>
            </p:cNvPr>
            <p:cNvSpPr/>
            <p:nvPr/>
          </p:nvSpPr>
          <p:spPr>
            <a:xfrm>
              <a:off x="9217080" y="402480"/>
              <a:ext cx="2614680" cy="10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REPORTING + ADNBD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Shape 12">
              <a:extLst>
                <a:ext uri="{FF2B5EF4-FFF2-40B4-BE49-F238E27FC236}">
                  <a16:creationId xmlns:a16="http://schemas.microsoft.com/office/drawing/2014/main" id="{72CA4A00-33B1-D44B-7A98-3CE70DD16AF6}"/>
                </a:ext>
              </a:extLst>
            </p:cNvPr>
            <p:cNvSpPr/>
            <p:nvPr/>
          </p:nvSpPr>
          <p:spPr>
            <a:xfrm>
              <a:off x="12024360" y="274320"/>
              <a:ext cx="2761200" cy="120672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Shape 13">
              <a:extLst>
                <a:ext uri="{FF2B5EF4-FFF2-40B4-BE49-F238E27FC236}">
                  <a16:creationId xmlns:a16="http://schemas.microsoft.com/office/drawing/2014/main" id="{32FE37CC-1C9E-190F-6FFC-5EC041DF6F4B}"/>
                </a:ext>
              </a:extLst>
            </p:cNvPr>
            <p:cNvSpPr/>
            <p:nvPr/>
          </p:nvSpPr>
          <p:spPr>
            <a:xfrm>
              <a:off x="12033360" y="283320"/>
              <a:ext cx="2742840" cy="63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Text 14">
              <a:extLst>
                <a:ext uri="{FF2B5EF4-FFF2-40B4-BE49-F238E27FC236}">
                  <a16:creationId xmlns:a16="http://schemas.microsoft.com/office/drawing/2014/main" id="{59EB790F-7B0D-7A81-FF77-C38D59093D65}"/>
                </a:ext>
              </a:extLst>
            </p:cNvPr>
            <p:cNvSpPr/>
            <p:nvPr/>
          </p:nvSpPr>
          <p:spPr>
            <a:xfrm>
              <a:off x="12097440" y="402480"/>
              <a:ext cx="2614680" cy="10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4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OVA</a:t>
              </a:r>
              <a:endPara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Shape 15">
              <a:extLst>
                <a:ext uri="{FF2B5EF4-FFF2-40B4-BE49-F238E27FC236}">
                  <a16:creationId xmlns:a16="http://schemas.microsoft.com/office/drawing/2014/main" id="{9B469B9A-7EE4-0F38-8374-2C879D9FE1D9}"/>
                </a:ext>
              </a:extLst>
            </p:cNvPr>
            <p:cNvSpPr/>
            <p:nvPr/>
          </p:nvSpPr>
          <p:spPr>
            <a:xfrm>
              <a:off x="14904720" y="274320"/>
              <a:ext cx="2761200" cy="120672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Shape 16">
              <a:extLst>
                <a:ext uri="{FF2B5EF4-FFF2-40B4-BE49-F238E27FC236}">
                  <a16:creationId xmlns:a16="http://schemas.microsoft.com/office/drawing/2014/main" id="{0CAE94F3-5131-228E-FEB7-B5DDE7B458D5}"/>
                </a:ext>
              </a:extLst>
            </p:cNvPr>
            <p:cNvSpPr/>
            <p:nvPr/>
          </p:nvSpPr>
          <p:spPr>
            <a:xfrm>
              <a:off x="14913720" y="283320"/>
              <a:ext cx="2742840" cy="63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 17">
              <a:extLst>
                <a:ext uri="{FF2B5EF4-FFF2-40B4-BE49-F238E27FC236}">
                  <a16:creationId xmlns:a16="http://schemas.microsoft.com/office/drawing/2014/main" id="{376D6D48-F5FC-7708-3EE5-62129244BAF6}"/>
                </a:ext>
              </a:extLst>
            </p:cNvPr>
            <p:cNvSpPr/>
            <p:nvPr/>
          </p:nvSpPr>
          <p:spPr>
            <a:xfrm>
              <a:off x="14977800" y="402480"/>
              <a:ext cx="2614680" cy="10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STRATEGY +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IR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03" name="Image 0" descr="/mnt/data/wide_clean_illustration_of_a_tense_office_meeting.png">
              <a:extLst>
                <a:ext uri="{FF2B5EF4-FFF2-40B4-BE49-F238E27FC236}">
                  <a16:creationId xmlns:a16="http://schemas.microsoft.com/office/drawing/2014/main" id="{0E95A666-85C2-9705-1696-CCC19F9B7AE3}"/>
                </a:ext>
              </a:extLst>
            </p:cNvPr>
            <p:cNvPicPr/>
            <p:nvPr/>
          </p:nvPicPr>
          <p:blipFill>
            <a:blip r:embed="rId10"/>
            <a:srcRect t="1500" b="9612"/>
            <a:stretch/>
          </p:blipFill>
          <p:spPr>
            <a:xfrm>
              <a:off x="777240" y="6786152"/>
              <a:ext cx="16733160" cy="8050844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4" name="Shape 26">
              <a:extLst>
                <a:ext uri="{FF2B5EF4-FFF2-40B4-BE49-F238E27FC236}">
                  <a16:creationId xmlns:a16="http://schemas.microsoft.com/office/drawing/2014/main" id="{A1D6FDD3-F15B-7346-378E-B3CE95DE4D9C}"/>
                </a:ext>
              </a:extLst>
            </p:cNvPr>
            <p:cNvSpPr/>
            <p:nvPr/>
          </p:nvSpPr>
          <p:spPr>
            <a:xfrm>
              <a:off x="10374028" y="2316968"/>
              <a:ext cx="2958515" cy="1119449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Shape 27">
              <a:extLst>
                <a:ext uri="{FF2B5EF4-FFF2-40B4-BE49-F238E27FC236}">
                  <a16:creationId xmlns:a16="http://schemas.microsoft.com/office/drawing/2014/main" id="{0E158FC2-EDFC-59EE-94C5-9D1BA16B76BA}"/>
                </a:ext>
              </a:extLst>
            </p:cNvPr>
            <p:cNvSpPr/>
            <p:nvPr/>
          </p:nvSpPr>
          <p:spPr>
            <a:xfrm>
              <a:off x="10383390" y="2325968"/>
              <a:ext cx="2313000" cy="72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 28">
              <a:extLst>
                <a:ext uri="{FF2B5EF4-FFF2-40B4-BE49-F238E27FC236}">
                  <a16:creationId xmlns:a16="http://schemas.microsoft.com/office/drawing/2014/main" id="{6565E2A1-3A94-CB8D-7611-225979559AC1}"/>
                </a:ext>
              </a:extLst>
            </p:cNvPr>
            <p:cNvSpPr/>
            <p:nvPr/>
          </p:nvSpPr>
          <p:spPr>
            <a:xfrm>
              <a:off x="10447110" y="2454129"/>
              <a:ext cx="2885434" cy="90148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Plan</a:t>
              </a: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dirty="0">
                  <a:solidFill>
                    <a:srgbClr val="3E454B"/>
                  </a:solidFill>
                  <a:latin typeface="Arial"/>
                </a:rPr>
                <a:t>(GIPPS/Wdesk)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Shape 30">
              <a:extLst>
                <a:ext uri="{FF2B5EF4-FFF2-40B4-BE49-F238E27FC236}">
                  <a16:creationId xmlns:a16="http://schemas.microsoft.com/office/drawing/2014/main" id="{206B1A37-7FCA-3EE4-7DF0-8903964A6615}"/>
                </a:ext>
              </a:extLst>
            </p:cNvPr>
            <p:cNvSpPr/>
            <p:nvPr/>
          </p:nvSpPr>
          <p:spPr>
            <a:xfrm>
              <a:off x="5480502" y="2316968"/>
              <a:ext cx="2331360" cy="1133856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Shape 31">
              <a:extLst>
                <a:ext uri="{FF2B5EF4-FFF2-40B4-BE49-F238E27FC236}">
                  <a16:creationId xmlns:a16="http://schemas.microsoft.com/office/drawing/2014/main" id="{74C0F32E-BD3E-165C-FC54-0F7F161EB521}"/>
                </a:ext>
              </a:extLst>
            </p:cNvPr>
            <p:cNvSpPr/>
            <p:nvPr/>
          </p:nvSpPr>
          <p:spPr>
            <a:xfrm>
              <a:off x="5489502" y="2325968"/>
              <a:ext cx="2313000" cy="72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 32">
              <a:extLst>
                <a:ext uri="{FF2B5EF4-FFF2-40B4-BE49-F238E27FC236}">
                  <a16:creationId xmlns:a16="http://schemas.microsoft.com/office/drawing/2014/main" id="{887C6A59-5FD7-4F78-F427-4B719A9969EF}"/>
                </a:ext>
              </a:extLst>
            </p:cNvPr>
            <p:cNvSpPr/>
            <p:nvPr/>
          </p:nvSpPr>
          <p:spPr>
            <a:xfrm>
              <a:off x="5553582" y="2454128"/>
              <a:ext cx="2185200" cy="9509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8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Actuals</a:t>
              </a:r>
              <a:endParaRPr lang="en-US" sz="2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Shape 34">
              <a:extLst>
                <a:ext uri="{FF2B5EF4-FFF2-40B4-BE49-F238E27FC236}">
                  <a16:creationId xmlns:a16="http://schemas.microsoft.com/office/drawing/2014/main" id="{7F15F804-5154-02AF-D509-FDDA10208426}"/>
                </a:ext>
              </a:extLst>
            </p:cNvPr>
            <p:cNvSpPr/>
            <p:nvPr/>
          </p:nvSpPr>
          <p:spPr>
            <a:xfrm>
              <a:off x="12975300" y="3521868"/>
              <a:ext cx="2761200" cy="1133856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Shape 35">
              <a:extLst>
                <a:ext uri="{FF2B5EF4-FFF2-40B4-BE49-F238E27FC236}">
                  <a16:creationId xmlns:a16="http://schemas.microsoft.com/office/drawing/2014/main" id="{33AAE05A-65A8-47EF-F619-BDAF41B9FE0C}"/>
                </a:ext>
              </a:extLst>
            </p:cNvPr>
            <p:cNvSpPr/>
            <p:nvPr/>
          </p:nvSpPr>
          <p:spPr>
            <a:xfrm>
              <a:off x="12984300" y="3584481"/>
              <a:ext cx="2742840" cy="72721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 36">
              <a:extLst>
                <a:ext uri="{FF2B5EF4-FFF2-40B4-BE49-F238E27FC236}">
                  <a16:creationId xmlns:a16="http://schemas.microsoft.com/office/drawing/2014/main" id="{588BD254-72F2-8CAE-9188-D1D1BA5ABFD3}"/>
                </a:ext>
              </a:extLst>
            </p:cNvPr>
            <p:cNvSpPr/>
            <p:nvPr/>
          </p:nvSpPr>
          <p:spPr>
            <a:xfrm>
              <a:off x="13048379" y="3694769"/>
              <a:ext cx="2614680" cy="9509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Model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Outputs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Shape 38">
              <a:extLst>
                <a:ext uri="{FF2B5EF4-FFF2-40B4-BE49-F238E27FC236}">
                  <a16:creationId xmlns:a16="http://schemas.microsoft.com/office/drawing/2014/main" id="{20BE6C93-AFFA-3B5F-3D4E-5D9123686C3C}"/>
                </a:ext>
              </a:extLst>
            </p:cNvPr>
            <p:cNvSpPr/>
            <p:nvPr/>
          </p:nvSpPr>
          <p:spPr>
            <a:xfrm>
              <a:off x="2560860" y="3545131"/>
              <a:ext cx="2761200" cy="1133856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Shape 39">
              <a:extLst>
                <a:ext uri="{FF2B5EF4-FFF2-40B4-BE49-F238E27FC236}">
                  <a16:creationId xmlns:a16="http://schemas.microsoft.com/office/drawing/2014/main" id="{47B5E380-BFD8-E23A-353F-30325ED7EC56}"/>
                </a:ext>
              </a:extLst>
            </p:cNvPr>
            <p:cNvSpPr/>
            <p:nvPr/>
          </p:nvSpPr>
          <p:spPr>
            <a:xfrm>
              <a:off x="2570220" y="3554131"/>
              <a:ext cx="2742840" cy="72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 40">
              <a:extLst>
                <a:ext uri="{FF2B5EF4-FFF2-40B4-BE49-F238E27FC236}">
                  <a16:creationId xmlns:a16="http://schemas.microsoft.com/office/drawing/2014/main" id="{49D4F01E-E700-0651-DBB7-9DD87EEE6685}"/>
                </a:ext>
              </a:extLst>
            </p:cNvPr>
            <p:cNvSpPr/>
            <p:nvPr/>
          </p:nvSpPr>
          <p:spPr>
            <a:xfrm>
              <a:off x="2698380" y="3708469"/>
              <a:ext cx="2614680" cy="9509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M&amp;A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Funnel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Shape 42">
              <a:extLst>
                <a:ext uri="{FF2B5EF4-FFF2-40B4-BE49-F238E27FC236}">
                  <a16:creationId xmlns:a16="http://schemas.microsoft.com/office/drawing/2014/main" id="{34746F7F-5C6A-5EB3-4ECD-06C732736403}"/>
                </a:ext>
              </a:extLst>
            </p:cNvPr>
            <p:cNvSpPr/>
            <p:nvPr/>
          </p:nvSpPr>
          <p:spPr>
            <a:xfrm>
              <a:off x="576000" y="4844628"/>
              <a:ext cx="2775532" cy="1133856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Shape 43">
              <a:extLst>
                <a:ext uri="{FF2B5EF4-FFF2-40B4-BE49-F238E27FC236}">
                  <a16:creationId xmlns:a16="http://schemas.microsoft.com/office/drawing/2014/main" id="{94980BF1-B5BC-0B40-E78B-0C95828E5F48}"/>
                </a:ext>
              </a:extLst>
            </p:cNvPr>
            <p:cNvSpPr/>
            <p:nvPr/>
          </p:nvSpPr>
          <p:spPr>
            <a:xfrm>
              <a:off x="604626" y="4853988"/>
              <a:ext cx="2736000" cy="72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Text 44">
              <a:extLst>
                <a:ext uri="{FF2B5EF4-FFF2-40B4-BE49-F238E27FC236}">
                  <a16:creationId xmlns:a16="http://schemas.microsoft.com/office/drawing/2014/main" id="{D0C60A5C-6A4C-67AB-070B-4C5231A49EDF}"/>
                </a:ext>
              </a:extLst>
            </p:cNvPr>
            <p:cNvSpPr/>
            <p:nvPr/>
          </p:nvSpPr>
          <p:spPr>
            <a:xfrm>
              <a:off x="956091" y="4981790"/>
              <a:ext cx="2322361" cy="83284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Manual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Shape 46">
              <a:extLst>
                <a:ext uri="{FF2B5EF4-FFF2-40B4-BE49-F238E27FC236}">
                  <a16:creationId xmlns:a16="http://schemas.microsoft.com/office/drawing/2014/main" id="{F8358B94-BF77-D0A5-2DC0-A4346CAB1A0E}"/>
                </a:ext>
              </a:extLst>
            </p:cNvPr>
            <p:cNvSpPr/>
            <p:nvPr/>
          </p:nvSpPr>
          <p:spPr>
            <a:xfrm>
              <a:off x="14813280" y="4870754"/>
              <a:ext cx="2852639" cy="1015367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Shape 47">
              <a:extLst>
                <a:ext uri="{FF2B5EF4-FFF2-40B4-BE49-F238E27FC236}">
                  <a16:creationId xmlns:a16="http://schemas.microsoft.com/office/drawing/2014/main" id="{9DF08E80-3518-AEED-6778-67B03690CA86}"/>
                </a:ext>
              </a:extLst>
            </p:cNvPr>
            <p:cNvSpPr/>
            <p:nvPr/>
          </p:nvSpPr>
          <p:spPr>
            <a:xfrm>
              <a:off x="14822641" y="4844012"/>
              <a:ext cx="2852639" cy="45719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Text 48">
              <a:extLst>
                <a:ext uri="{FF2B5EF4-FFF2-40B4-BE49-F238E27FC236}">
                  <a16:creationId xmlns:a16="http://schemas.microsoft.com/office/drawing/2014/main" id="{379323DB-A424-04F0-9D10-8473DCF7F772}"/>
                </a:ext>
              </a:extLst>
            </p:cNvPr>
            <p:cNvSpPr/>
            <p:nvPr/>
          </p:nvSpPr>
          <p:spPr>
            <a:xfrm>
              <a:off x="14886361" y="4936430"/>
              <a:ext cx="2779560" cy="95097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Competition</a:t>
              </a:r>
            </a:p>
            <a:p>
              <a:pPr algn="ctr"/>
              <a:r>
                <a:rPr lang="en-IN" sz="2000" b="1" dirty="0">
                  <a:solidFill>
                    <a:srgbClr val="3E454B"/>
                  </a:solidFill>
                  <a:latin typeface="Arial"/>
                </a:rPr>
                <a:t>&amp; Others</a:t>
              </a:r>
            </a:p>
          </p:txBody>
        </p:sp>
        <p:sp>
          <p:nvSpPr>
            <p:cNvPr id="222" name="Shape 54">
              <a:extLst>
                <a:ext uri="{FF2B5EF4-FFF2-40B4-BE49-F238E27FC236}">
                  <a16:creationId xmlns:a16="http://schemas.microsoft.com/office/drawing/2014/main" id="{2FA5CBF2-213E-B917-DE95-A5E8C0250466}"/>
                </a:ext>
              </a:extLst>
            </p:cNvPr>
            <p:cNvSpPr/>
            <p:nvPr/>
          </p:nvSpPr>
          <p:spPr>
            <a:xfrm>
              <a:off x="8037720" y="3139928"/>
              <a:ext cx="2212560" cy="2212560"/>
            </a:xfrm>
            <a:prstGeom prst="ellipse">
              <a:avLst/>
            </a:prstGeom>
            <a:noFill/>
            <a:ln w="28575">
              <a:solidFill>
                <a:srgbClr val="D9544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Shape 55">
              <a:extLst>
                <a:ext uri="{FF2B5EF4-FFF2-40B4-BE49-F238E27FC236}">
                  <a16:creationId xmlns:a16="http://schemas.microsoft.com/office/drawing/2014/main" id="{DE67F5C4-A324-1967-B257-EB64496D46FB}"/>
                </a:ext>
              </a:extLst>
            </p:cNvPr>
            <p:cNvSpPr/>
            <p:nvPr/>
          </p:nvSpPr>
          <p:spPr>
            <a:xfrm flipV="1">
              <a:off x="9144000" y="3294728"/>
              <a:ext cx="360" cy="1328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Shape 56">
              <a:extLst>
                <a:ext uri="{FF2B5EF4-FFF2-40B4-BE49-F238E27FC236}">
                  <a16:creationId xmlns:a16="http://schemas.microsoft.com/office/drawing/2014/main" id="{7B1517A0-0CE9-1C28-4196-3AB6D080D041}"/>
                </a:ext>
              </a:extLst>
            </p:cNvPr>
            <p:cNvSpPr/>
            <p:nvPr/>
          </p:nvSpPr>
          <p:spPr>
            <a:xfrm flipV="1">
              <a:off x="9553320" y="3422168"/>
              <a:ext cx="66240" cy="1148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Shape 57">
              <a:extLst>
                <a:ext uri="{FF2B5EF4-FFF2-40B4-BE49-F238E27FC236}">
                  <a16:creationId xmlns:a16="http://schemas.microsoft.com/office/drawing/2014/main" id="{1CCF1066-1524-CFF0-F2A1-FEAF5A1E4C90}"/>
                </a:ext>
              </a:extLst>
            </p:cNvPr>
            <p:cNvSpPr/>
            <p:nvPr/>
          </p:nvSpPr>
          <p:spPr>
            <a:xfrm flipV="1">
              <a:off x="9852840" y="3770288"/>
              <a:ext cx="115200" cy="6660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0" rIns="90000" bIns="216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Shape 58">
              <a:extLst>
                <a:ext uri="{FF2B5EF4-FFF2-40B4-BE49-F238E27FC236}">
                  <a16:creationId xmlns:a16="http://schemas.microsoft.com/office/drawing/2014/main" id="{BAD07270-51E9-21C8-F5C0-589BCD0D32FC}"/>
                </a:ext>
              </a:extLst>
            </p:cNvPr>
            <p:cNvSpPr/>
            <p:nvPr/>
          </p:nvSpPr>
          <p:spPr>
            <a:xfrm>
              <a:off x="9962640" y="4246208"/>
              <a:ext cx="132840" cy="36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Shape 59">
              <a:extLst>
                <a:ext uri="{FF2B5EF4-FFF2-40B4-BE49-F238E27FC236}">
                  <a16:creationId xmlns:a16="http://schemas.microsoft.com/office/drawing/2014/main" id="{936EF1BA-8646-D979-20F9-1732C369B75A}"/>
                </a:ext>
              </a:extLst>
            </p:cNvPr>
            <p:cNvSpPr/>
            <p:nvPr/>
          </p:nvSpPr>
          <p:spPr>
            <a:xfrm>
              <a:off x="9852840" y="4655528"/>
              <a:ext cx="115200" cy="662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240" rIns="90000" bIns="2124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Shape 60">
              <a:extLst>
                <a:ext uri="{FF2B5EF4-FFF2-40B4-BE49-F238E27FC236}">
                  <a16:creationId xmlns:a16="http://schemas.microsoft.com/office/drawing/2014/main" id="{72B1AEE7-FFF7-ECB8-9B32-FBC85AD79DF9}"/>
                </a:ext>
              </a:extLst>
            </p:cNvPr>
            <p:cNvSpPr/>
            <p:nvPr/>
          </p:nvSpPr>
          <p:spPr>
            <a:xfrm>
              <a:off x="9553320" y="4955408"/>
              <a:ext cx="66240" cy="1148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Shape 61">
              <a:extLst>
                <a:ext uri="{FF2B5EF4-FFF2-40B4-BE49-F238E27FC236}">
                  <a16:creationId xmlns:a16="http://schemas.microsoft.com/office/drawing/2014/main" id="{D3E9C5B9-8BED-4132-368B-0BBEA0B995B1}"/>
                </a:ext>
              </a:extLst>
            </p:cNvPr>
            <p:cNvSpPr/>
            <p:nvPr/>
          </p:nvSpPr>
          <p:spPr>
            <a:xfrm>
              <a:off x="9144000" y="5064848"/>
              <a:ext cx="360" cy="1328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Shape 62">
              <a:extLst>
                <a:ext uri="{FF2B5EF4-FFF2-40B4-BE49-F238E27FC236}">
                  <a16:creationId xmlns:a16="http://schemas.microsoft.com/office/drawing/2014/main" id="{6F84C2E0-893C-AD0F-DCA2-401897D74411}"/>
                </a:ext>
              </a:extLst>
            </p:cNvPr>
            <p:cNvSpPr/>
            <p:nvPr/>
          </p:nvSpPr>
          <p:spPr>
            <a:xfrm flipH="1">
              <a:off x="8668080" y="4955408"/>
              <a:ext cx="66240" cy="1148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Shape 63">
              <a:extLst>
                <a:ext uri="{FF2B5EF4-FFF2-40B4-BE49-F238E27FC236}">
                  <a16:creationId xmlns:a16="http://schemas.microsoft.com/office/drawing/2014/main" id="{6C6158A0-4DB0-DD05-800C-FF83C36FA7B9}"/>
                </a:ext>
              </a:extLst>
            </p:cNvPr>
            <p:cNvSpPr/>
            <p:nvPr/>
          </p:nvSpPr>
          <p:spPr>
            <a:xfrm flipH="1">
              <a:off x="8319600" y="4655528"/>
              <a:ext cx="115200" cy="662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240" rIns="90000" bIns="2124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Shape 64">
              <a:extLst>
                <a:ext uri="{FF2B5EF4-FFF2-40B4-BE49-F238E27FC236}">
                  <a16:creationId xmlns:a16="http://schemas.microsoft.com/office/drawing/2014/main" id="{BE40E5FA-DBE2-4AC9-C248-7DE441FAEB07}"/>
                </a:ext>
              </a:extLst>
            </p:cNvPr>
            <p:cNvSpPr/>
            <p:nvPr/>
          </p:nvSpPr>
          <p:spPr>
            <a:xfrm flipH="1">
              <a:off x="8192160" y="4246208"/>
              <a:ext cx="132840" cy="36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Shape 65">
              <a:extLst>
                <a:ext uri="{FF2B5EF4-FFF2-40B4-BE49-F238E27FC236}">
                  <a16:creationId xmlns:a16="http://schemas.microsoft.com/office/drawing/2014/main" id="{CC3CCCFC-506E-4B4D-3E03-9D57688CB551}"/>
                </a:ext>
              </a:extLst>
            </p:cNvPr>
            <p:cNvSpPr/>
            <p:nvPr/>
          </p:nvSpPr>
          <p:spPr>
            <a:xfrm flipH="1" flipV="1">
              <a:off x="8319600" y="3770288"/>
              <a:ext cx="115200" cy="6660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1600" rIns="90000" bIns="216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Shape 66">
              <a:extLst>
                <a:ext uri="{FF2B5EF4-FFF2-40B4-BE49-F238E27FC236}">
                  <a16:creationId xmlns:a16="http://schemas.microsoft.com/office/drawing/2014/main" id="{930F2713-ADF4-A369-ACA1-7748EB78ACEF}"/>
                </a:ext>
              </a:extLst>
            </p:cNvPr>
            <p:cNvSpPr/>
            <p:nvPr/>
          </p:nvSpPr>
          <p:spPr>
            <a:xfrm flipH="1" flipV="1">
              <a:off x="8668080" y="3422168"/>
              <a:ext cx="66240" cy="114840"/>
            </a:xfrm>
            <a:prstGeom prst="line">
              <a:avLst/>
            </a:prstGeom>
            <a:ln w="11520">
              <a:solidFill>
                <a:srgbClr val="9CA5AB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Shape 67">
              <a:extLst>
                <a:ext uri="{FF2B5EF4-FFF2-40B4-BE49-F238E27FC236}">
                  <a16:creationId xmlns:a16="http://schemas.microsoft.com/office/drawing/2014/main" id="{F8C6BE14-E2CF-D666-569F-6A7E43589119}"/>
                </a:ext>
              </a:extLst>
            </p:cNvPr>
            <p:cNvSpPr/>
            <p:nvPr/>
          </p:nvSpPr>
          <p:spPr>
            <a:xfrm flipV="1">
              <a:off x="9144000" y="3624488"/>
              <a:ext cx="360" cy="648000"/>
            </a:xfrm>
            <a:prstGeom prst="line">
              <a:avLst/>
            </a:prstGeom>
            <a:ln w="25560">
              <a:solidFill>
                <a:srgbClr val="D9544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Shape 68">
              <a:extLst>
                <a:ext uri="{FF2B5EF4-FFF2-40B4-BE49-F238E27FC236}">
                  <a16:creationId xmlns:a16="http://schemas.microsoft.com/office/drawing/2014/main" id="{3EADCA71-2CEC-74ED-A9B7-A21956EF216C}"/>
                </a:ext>
              </a:extLst>
            </p:cNvPr>
            <p:cNvSpPr/>
            <p:nvPr/>
          </p:nvSpPr>
          <p:spPr>
            <a:xfrm flipV="1">
              <a:off x="9144000" y="3994568"/>
              <a:ext cx="474840" cy="251640"/>
            </a:xfrm>
            <a:prstGeom prst="line">
              <a:avLst/>
            </a:prstGeom>
            <a:ln w="25560">
              <a:solidFill>
                <a:srgbClr val="D9544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Shape 69">
              <a:extLst>
                <a:ext uri="{FF2B5EF4-FFF2-40B4-BE49-F238E27FC236}">
                  <a16:creationId xmlns:a16="http://schemas.microsoft.com/office/drawing/2014/main" id="{8247307C-EBD1-D69E-DA6B-8378C8013584}"/>
                </a:ext>
              </a:extLst>
            </p:cNvPr>
            <p:cNvSpPr/>
            <p:nvPr/>
          </p:nvSpPr>
          <p:spPr>
            <a:xfrm>
              <a:off x="9089280" y="4191488"/>
              <a:ext cx="109440" cy="109440"/>
            </a:xfrm>
            <a:prstGeom prst="ellipse">
              <a:avLst/>
            </a:prstGeom>
            <a:solidFill>
              <a:srgbClr val="D95445"/>
            </a:solidFill>
            <a:ln w="6480">
              <a:solidFill>
                <a:srgbClr val="D9544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2760" rIns="90000" bIns="32760" anchor="t">
              <a:noAutofit/>
            </a:bodyPr>
            <a:lstStyle/>
            <a:p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5B44C6FF-BC1D-B4FC-971C-AC1059BFDE0B}"/>
                </a:ext>
              </a:extLst>
            </p:cNvPr>
            <p:cNvGrpSpPr/>
            <p:nvPr/>
          </p:nvGrpSpPr>
          <p:grpSpPr>
            <a:xfrm>
              <a:off x="7527240" y="11601755"/>
              <a:ext cx="3233160" cy="1678680"/>
              <a:chOff x="7527240" y="12254906"/>
              <a:chExt cx="3233160" cy="1678680"/>
            </a:xfrm>
          </p:grpSpPr>
          <p:sp>
            <p:nvSpPr>
              <p:cNvPr id="251" name="Shape 70">
                <a:extLst>
                  <a:ext uri="{FF2B5EF4-FFF2-40B4-BE49-F238E27FC236}">
                    <a16:creationId xmlns:a16="http://schemas.microsoft.com/office/drawing/2014/main" id="{6DC2972D-6CE7-DD26-4FAE-C4DB74A46A7B}"/>
                  </a:ext>
                </a:extLst>
              </p:cNvPr>
              <p:cNvSpPr/>
              <p:nvPr/>
            </p:nvSpPr>
            <p:spPr>
              <a:xfrm>
                <a:off x="7527240" y="12254906"/>
                <a:ext cx="628920" cy="544680"/>
              </a:xfrm>
              <a:prstGeom prst="rect">
                <a:avLst/>
              </a:prstGeom>
              <a:solidFill>
                <a:srgbClr val="F4A13A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Shape 71">
                <a:extLst>
                  <a:ext uri="{FF2B5EF4-FFF2-40B4-BE49-F238E27FC236}">
                    <a16:creationId xmlns:a16="http://schemas.microsoft.com/office/drawing/2014/main" id="{B65F3E60-E9CC-1E74-3A89-2BD7E762C6CA}"/>
                  </a:ext>
                </a:extLst>
              </p:cNvPr>
              <p:cNvSpPr/>
              <p:nvPr/>
            </p:nvSpPr>
            <p:spPr>
              <a:xfrm>
                <a:off x="7527240" y="13388906"/>
                <a:ext cx="628920" cy="544680"/>
              </a:xfrm>
              <a:prstGeom prst="rect">
                <a:avLst/>
              </a:prstGeom>
              <a:solidFill>
                <a:srgbClr val="F4A13A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Shape 72">
                <a:extLst>
                  <a:ext uri="{FF2B5EF4-FFF2-40B4-BE49-F238E27FC236}">
                    <a16:creationId xmlns:a16="http://schemas.microsoft.com/office/drawing/2014/main" id="{91B0FCF2-39CA-6097-72D6-9EA8AC4E5F77}"/>
                  </a:ext>
                </a:extLst>
              </p:cNvPr>
              <p:cNvSpPr/>
              <p:nvPr/>
            </p:nvSpPr>
            <p:spPr>
              <a:xfrm>
                <a:off x="8094240" y="13593386"/>
                <a:ext cx="145800" cy="145800"/>
              </a:xfrm>
              <a:prstGeom prst="ellipse">
                <a:avLst/>
              </a:prstGeom>
              <a:solidFill>
                <a:srgbClr val="F4A13A"/>
              </a:solidFill>
              <a:ln w="756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Shape 73">
                <a:extLst>
                  <a:ext uri="{FF2B5EF4-FFF2-40B4-BE49-F238E27FC236}">
                    <a16:creationId xmlns:a16="http://schemas.microsoft.com/office/drawing/2014/main" id="{DC72CF3D-90B6-8BE2-8320-A8323D9F6129}"/>
                  </a:ext>
                </a:extLst>
              </p:cNvPr>
              <p:cNvSpPr/>
              <p:nvPr/>
            </p:nvSpPr>
            <p:spPr>
              <a:xfrm>
                <a:off x="8178480" y="12821906"/>
                <a:ext cx="628920" cy="544680"/>
              </a:xfrm>
              <a:prstGeom prst="rect">
                <a:avLst/>
              </a:prstGeom>
              <a:solidFill>
                <a:srgbClr val="F4A13A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5" name="Shape 74">
                <a:extLst>
                  <a:ext uri="{FF2B5EF4-FFF2-40B4-BE49-F238E27FC236}">
                    <a16:creationId xmlns:a16="http://schemas.microsoft.com/office/drawing/2014/main" id="{65815569-2B37-0FF6-83F5-CE15AB5E29C8}"/>
                  </a:ext>
                </a:extLst>
              </p:cNvPr>
              <p:cNvSpPr/>
              <p:nvPr/>
            </p:nvSpPr>
            <p:spPr>
              <a:xfrm>
                <a:off x="8745480" y="13026386"/>
                <a:ext cx="145800" cy="145800"/>
              </a:xfrm>
              <a:prstGeom prst="ellipse">
                <a:avLst/>
              </a:prstGeom>
              <a:solidFill>
                <a:srgbClr val="F4A13A"/>
              </a:solidFill>
              <a:ln w="756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6" name="Shape 75">
                <a:extLst>
                  <a:ext uri="{FF2B5EF4-FFF2-40B4-BE49-F238E27FC236}">
                    <a16:creationId xmlns:a16="http://schemas.microsoft.com/office/drawing/2014/main" id="{EAFE7142-91C2-69C3-FDEA-F7B24D5AF91F}"/>
                  </a:ext>
                </a:extLst>
              </p:cNvPr>
              <p:cNvSpPr/>
              <p:nvPr/>
            </p:nvSpPr>
            <p:spPr>
              <a:xfrm>
                <a:off x="8178480" y="13388906"/>
                <a:ext cx="628920" cy="544680"/>
              </a:xfrm>
              <a:prstGeom prst="rect">
                <a:avLst/>
              </a:prstGeom>
              <a:solidFill>
                <a:srgbClr val="F7B85F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Shape 76">
                <a:extLst>
                  <a:ext uri="{FF2B5EF4-FFF2-40B4-BE49-F238E27FC236}">
                    <a16:creationId xmlns:a16="http://schemas.microsoft.com/office/drawing/2014/main" id="{297560CF-E573-EDE4-CEF8-9D8EC4B78ADC}"/>
                  </a:ext>
                </a:extLst>
              </p:cNvPr>
              <p:cNvSpPr/>
              <p:nvPr/>
            </p:nvSpPr>
            <p:spPr>
              <a:xfrm>
                <a:off x="8829360" y="12254906"/>
                <a:ext cx="628920" cy="544680"/>
              </a:xfrm>
              <a:prstGeom prst="rect">
                <a:avLst/>
              </a:prstGeom>
              <a:solidFill>
                <a:srgbClr val="F4A13A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Shape 77">
                <a:extLst>
                  <a:ext uri="{FF2B5EF4-FFF2-40B4-BE49-F238E27FC236}">
                    <a16:creationId xmlns:a16="http://schemas.microsoft.com/office/drawing/2014/main" id="{B5B61FDF-2CD4-D9A9-A75A-5653810E0A46}"/>
                  </a:ext>
                </a:extLst>
              </p:cNvPr>
              <p:cNvSpPr/>
              <p:nvPr/>
            </p:nvSpPr>
            <p:spPr>
              <a:xfrm>
                <a:off x="9396360" y="12459386"/>
                <a:ext cx="145800" cy="145800"/>
              </a:xfrm>
              <a:prstGeom prst="ellipse">
                <a:avLst/>
              </a:prstGeom>
              <a:solidFill>
                <a:srgbClr val="F4A13A"/>
              </a:solidFill>
              <a:ln w="756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Shape 78">
                <a:extLst>
                  <a:ext uri="{FF2B5EF4-FFF2-40B4-BE49-F238E27FC236}">
                    <a16:creationId xmlns:a16="http://schemas.microsoft.com/office/drawing/2014/main" id="{49574E00-C5FA-30D5-A0AA-2BA38A8D7181}"/>
                  </a:ext>
                </a:extLst>
              </p:cNvPr>
              <p:cNvSpPr/>
              <p:nvPr/>
            </p:nvSpPr>
            <p:spPr>
              <a:xfrm>
                <a:off x="8829360" y="12821906"/>
                <a:ext cx="628920" cy="544680"/>
              </a:xfrm>
              <a:prstGeom prst="rect">
                <a:avLst/>
              </a:prstGeom>
              <a:solidFill>
                <a:srgbClr val="F7B85F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Shape 79">
                <a:extLst>
                  <a:ext uri="{FF2B5EF4-FFF2-40B4-BE49-F238E27FC236}">
                    <a16:creationId xmlns:a16="http://schemas.microsoft.com/office/drawing/2014/main" id="{D0FBDDAE-BF09-7EF0-A742-58D7C58EDC9A}"/>
                  </a:ext>
                </a:extLst>
              </p:cNvPr>
              <p:cNvSpPr/>
              <p:nvPr/>
            </p:nvSpPr>
            <p:spPr>
              <a:xfrm>
                <a:off x="9480600" y="12254906"/>
                <a:ext cx="628920" cy="544680"/>
              </a:xfrm>
              <a:prstGeom prst="rect">
                <a:avLst/>
              </a:prstGeom>
              <a:solidFill>
                <a:srgbClr val="F7B85F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Shape 80">
                <a:extLst>
                  <a:ext uri="{FF2B5EF4-FFF2-40B4-BE49-F238E27FC236}">
                    <a16:creationId xmlns:a16="http://schemas.microsoft.com/office/drawing/2014/main" id="{35CACD18-EBC1-A325-9B13-CA7F1F2B98F7}"/>
                  </a:ext>
                </a:extLst>
              </p:cNvPr>
              <p:cNvSpPr/>
              <p:nvPr/>
            </p:nvSpPr>
            <p:spPr>
              <a:xfrm>
                <a:off x="9480600" y="13388906"/>
                <a:ext cx="628920" cy="544680"/>
              </a:xfrm>
              <a:prstGeom prst="rect">
                <a:avLst/>
              </a:prstGeom>
              <a:solidFill>
                <a:srgbClr val="F7B85F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2" name="Shape 81">
                <a:extLst>
                  <a:ext uri="{FF2B5EF4-FFF2-40B4-BE49-F238E27FC236}">
                    <a16:creationId xmlns:a16="http://schemas.microsoft.com/office/drawing/2014/main" id="{46CF01F1-FC57-8AFA-79D8-17C1324D6186}"/>
                  </a:ext>
                </a:extLst>
              </p:cNvPr>
              <p:cNvSpPr/>
              <p:nvPr/>
            </p:nvSpPr>
            <p:spPr>
              <a:xfrm>
                <a:off x="10131480" y="12254906"/>
                <a:ext cx="628920" cy="544680"/>
              </a:xfrm>
              <a:prstGeom prst="rect">
                <a:avLst/>
              </a:prstGeom>
              <a:solidFill>
                <a:srgbClr val="F4A13A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Shape 82">
                <a:extLst>
                  <a:ext uri="{FF2B5EF4-FFF2-40B4-BE49-F238E27FC236}">
                    <a16:creationId xmlns:a16="http://schemas.microsoft.com/office/drawing/2014/main" id="{C2FC2714-6226-0F08-844A-F18F6CF6782C}"/>
                  </a:ext>
                </a:extLst>
              </p:cNvPr>
              <p:cNvSpPr/>
              <p:nvPr/>
            </p:nvSpPr>
            <p:spPr>
              <a:xfrm>
                <a:off x="10131480" y="12821906"/>
                <a:ext cx="628920" cy="544680"/>
              </a:xfrm>
              <a:prstGeom prst="rect">
                <a:avLst/>
              </a:prstGeom>
              <a:solidFill>
                <a:srgbClr val="F7B85F"/>
              </a:solidFill>
              <a:ln w="1008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Shape 83">
                <a:extLst>
                  <a:ext uri="{FF2B5EF4-FFF2-40B4-BE49-F238E27FC236}">
                    <a16:creationId xmlns:a16="http://schemas.microsoft.com/office/drawing/2014/main" id="{97A251BA-107E-C961-8DA7-457DBF8F7FC9}"/>
                  </a:ext>
                </a:extLst>
              </p:cNvPr>
              <p:cNvSpPr/>
              <p:nvPr/>
            </p:nvSpPr>
            <p:spPr>
              <a:xfrm>
                <a:off x="7646400" y="12515906"/>
                <a:ext cx="39060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Shape 84">
                <a:extLst>
                  <a:ext uri="{FF2B5EF4-FFF2-40B4-BE49-F238E27FC236}">
                    <a16:creationId xmlns:a16="http://schemas.microsoft.com/office/drawing/2014/main" id="{AF583CD0-E80C-85FE-822C-6B752F33AB36}"/>
                  </a:ext>
                </a:extLst>
              </p:cNvPr>
              <p:cNvSpPr/>
              <p:nvPr/>
            </p:nvSpPr>
            <p:spPr>
              <a:xfrm>
                <a:off x="7646400" y="12515906"/>
                <a:ext cx="360" cy="56124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Shape 85">
                <a:extLst>
                  <a:ext uri="{FF2B5EF4-FFF2-40B4-BE49-F238E27FC236}">
                    <a16:creationId xmlns:a16="http://schemas.microsoft.com/office/drawing/2014/main" id="{0E4A504F-F1CF-4BFD-62D0-07CF8B64C586}"/>
                  </a:ext>
                </a:extLst>
              </p:cNvPr>
              <p:cNvSpPr/>
              <p:nvPr/>
            </p:nvSpPr>
            <p:spPr>
              <a:xfrm>
                <a:off x="7646400" y="13077146"/>
                <a:ext cx="37764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Shape 86">
                <a:extLst>
                  <a:ext uri="{FF2B5EF4-FFF2-40B4-BE49-F238E27FC236}">
                    <a16:creationId xmlns:a16="http://schemas.microsoft.com/office/drawing/2014/main" id="{E76BC33A-DF1C-9423-F081-B8DB90D7F85D}"/>
                  </a:ext>
                </a:extLst>
              </p:cNvPr>
              <p:cNvSpPr/>
              <p:nvPr/>
            </p:nvSpPr>
            <p:spPr>
              <a:xfrm>
                <a:off x="8024040" y="13077146"/>
                <a:ext cx="360" cy="57852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Shape 87">
                <a:extLst>
                  <a:ext uri="{FF2B5EF4-FFF2-40B4-BE49-F238E27FC236}">
                    <a16:creationId xmlns:a16="http://schemas.microsoft.com/office/drawing/2014/main" id="{876CC1AC-936E-982B-584F-DDC0886F75FC}"/>
                  </a:ext>
                </a:extLst>
              </p:cNvPr>
              <p:cNvSpPr/>
              <p:nvPr/>
            </p:nvSpPr>
            <p:spPr>
              <a:xfrm>
                <a:off x="7646400" y="13655666"/>
                <a:ext cx="37764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Shape 88">
                <a:extLst>
                  <a:ext uri="{FF2B5EF4-FFF2-40B4-BE49-F238E27FC236}">
                    <a16:creationId xmlns:a16="http://schemas.microsoft.com/office/drawing/2014/main" id="{77AA67D3-BF92-3D8E-86AE-F87DB1C14E9C}"/>
                  </a:ext>
                </a:extLst>
              </p:cNvPr>
              <p:cNvSpPr/>
              <p:nvPr/>
            </p:nvSpPr>
            <p:spPr>
              <a:xfrm>
                <a:off x="8323560" y="12482066"/>
                <a:ext cx="360" cy="1224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Shape 89">
                <a:extLst>
                  <a:ext uri="{FF2B5EF4-FFF2-40B4-BE49-F238E27FC236}">
                    <a16:creationId xmlns:a16="http://schemas.microsoft.com/office/drawing/2014/main" id="{6D26EB34-D34F-547A-5A57-A703B9466E4F}"/>
                  </a:ext>
                </a:extLst>
              </p:cNvPr>
              <p:cNvSpPr/>
              <p:nvPr/>
            </p:nvSpPr>
            <p:spPr>
              <a:xfrm>
                <a:off x="8661960" y="12482066"/>
                <a:ext cx="360" cy="1224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Shape 90">
                <a:extLst>
                  <a:ext uri="{FF2B5EF4-FFF2-40B4-BE49-F238E27FC236}">
                    <a16:creationId xmlns:a16="http://schemas.microsoft.com/office/drawing/2014/main" id="{BB4DD621-65BD-E39E-54A5-06B8197F443B}"/>
                  </a:ext>
                </a:extLst>
              </p:cNvPr>
              <p:cNvSpPr/>
              <p:nvPr/>
            </p:nvSpPr>
            <p:spPr>
              <a:xfrm>
                <a:off x="8323560" y="13094426"/>
                <a:ext cx="33840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Shape 91">
                <a:extLst>
                  <a:ext uri="{FF2B5EF4-FFF2-40B4-BE49-F238E27FC236}">
                    <a16:creationId xmlns:a16="http://schemas.microsoft.com/office/drawing/2014/main" id="{59E82FE9-4621-F62E-A903-3D8F8F04677C}"/>
                  </a:ext>
                </a:extLst>
              </p:cNvPr>
              <p:cNvSpPr/>
              <p:nvPr/>
            </p:nvSpPr>
            <p:spPr>
              <a:xfrm>
                <a:off x="8974440" y="12482066"/>
                <a:ext cx="360" cy="1224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Shape 92">
                <a:extLst>
                  <a:ext uri="{FF2B5EF4-FFF2-40B4-BE49-F238E27FC236}">
                    <a16:creationId xmlns:a16="http://schemas.microsoft.com/office/drawing/2014/main" id="{E2BFE256-1A53-85C1-AFE1-346DEBBBC865}"/>
                  </a:ext>
                </a:extLst>
              </p:cNvPr>
              <p:cNvSpPr/>
              <p:nvPr/>
            </p:nvSpPr>
            <p:spPr>
              <a:xfrm>
                <a:off x="8974440" y="12482066"/>
                <a:ext cx="35172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Shape 93">
                <a:extLst>
                  <a:ext uri="{FF2B5EF4-FFF2-40B4-BE49-F238E27FC236}">
                    <a16:creationId xmlns:a16="http://schemas.microsoft.com/office/drawing/2014/main" id="{4BDF6D38-2E83-01A8-6C99-9A334E73CCED}"/>
                  </a:ext>
                </a:extLst>
              </p:cNvPr>
              <p:cNvSpPr/>
              <p:nvPr/>
            </p:nvSpPr>
            <p:spPr>
              <a:xfrm>
                <a:off x="8974440" y="13094426"/>
                <a:ext cx="29952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Shape 94">
                <a:extLst>
                  <a:ext uri="{FF2B5EF4-FFF2-40B4-BE49-F238E27FC236}">
                    <a16:creationId xmlns:a16="http://schemas.microsoft.com/office/drawing/2014/main" id="{CD472402-AAC9-6FC1-A523-C3971EF4EEEF}"/>
                  </a:ext>
                </a:extLst>
              </p:cNvPr>
              <p:cNvSpPr/>
              <p:nvPr/>
            </p:nvSpPr>
            <p:spPr>
              <a:xfrm>
                <a:off x="8974440" y="13706426"/>
                <a:ext cx="35172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Shape 95">
                <a:extLst>
                  <a:ext uri="{FF2B5EF4-FFF2-40B4-BE49-F238E27FC236}">
                    <a16:creationId xmlns:a16="http://schemas.microsoft.com/office/drawing/2014/main" id="{B79B193A-97B7-D85B-FDA1-4EEE2C51ECF2}"/>
                  </a:ext>
                </a:extLst>
              </p:cNvPr>
              <p:cNvSpPr/>
              <p:nvPr/>
            </p:nvSpPr>
            <p:spPr>
              <a:xfrm>
                <a:off x="9651600" y="12482066"/>
                <a:ext cx="360" cy="1224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Shape 96">
                <a:extLst>
                  <a:ext uri="{FF2B5EF4-FFF2-40B4-BE49-F238E27FC236}">
                    <a16:creationId xmlns:a16="http://schemas.microsoft.com/office/drawing/2014/main" id="{23DD6A41-0FEA-522F-FCC0-224354687F2A}"/>
                  </a:ext>
                </a:extLst>
              </p:cNvPr>
              <p:cNvSpPr/>
              <p:nvPr/>
            </p:nvSpPr>
            <p:spPr>
              <a:xfrm>
                <a:off x="9651600" y="13706426"/>
                <a:ext cx="32544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Shape 97">
                <a:extLst>
                  <a:ext uri="{FF2B5EF4-FFF2-40B4-BE49-F238E27FC236}">
                    <a16:creationId xmlns:a16="http://schemas.microsoft.com/office/drawing/2014/main" id="{6FCBC908-504F-9ED2-BD45-156C413BD2D2}"/>
                  </a:ext>
                </a:extLst>
              </p:cNvPr>
              <p:cNvSpPr/>
              <p:nvPr/>
            </p:nvSpPr>
            <p:spPr>
              <a:xfrm>
                <a:off x="10302840" y="12482066"/>
                <a:ext cx="360" cy="1224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Shape 98">
                <a:extLst>
                  <a:ext uri="{FF2B5EF4-FFF2-40B4-BE49-F238E27FC236}">
                    <a16:creationId xmlns:a16="http://schemas.microsoft.com/office/drawing/2014/main" id="{CA84DE42-BC04-7622-BD80-2D8876EE0EB7}"/>
                  </a:ext>
                </a:extLst>
              </p:cNvPr>
              <p:cNvSpPr/>
              <p:nvPr/>
            </p:nvSpPr>
            <p:spPr>
              <a:xfrm>
                <a:off x="10302840" y="13706426"/>
                <a:ext cx="325440" cy="360"/>
              </a:xfrm>
              <a:prstGeom prst="line">
                <a:avLst/>
              </a:prstGeom>
              <a:ln w="45720">
                <a:solidFill>
                  <a:srgbClr val="41474C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4640" rIns="90000" bIns="-44640" anchor="t" anchorCtr="1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Shape 99">
                <a:extLst>
                  <a:ext uri="{FF2B5EF4-FFF2-40B4-BE49-F238E27FC236}">
                    <a16:creationId xmlns:a16="http://schemas.microsoft.com/office/drawing/2014/main" id="{F94261F5-D24A-F904-E984-B612CD7F7784}"/>
                  </a:ext>
                </a:extLst>
              </p:cNvPr>
              <p:cNvSpPr/>
              <p:nvPr/>
            </p:nvSpPr>
            <p:spPr>
              <a:xfrm>
                <a:off x="7530120" y="12824786"/>
                <a:ext cx="623160" cy="539280"/>
              </a:xfrm>
              <a:prstGeom prst="rect">
                <a:avLst/>
              </a:prstGeom>
              <a:solidFill>
                <a:srgbClr val="FFFFFF"/>
              </a:solidFill>
              <a:ln w="15840">
                <a:solidFill>
                  <a:srgbClr val="8E9AA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Shape 100">
                <a:extLst>
                  <a:ext uri="{FF2B5EF4-FFF2-40B4-BE49-F238E27FC236}">
                    <a16:creationId xmlns:a16="http://schemas.microsoft.com/office/drawing/2014/main" id="{BAB11B47-0F79-1D11-F651-408AEF3C9B93}"/>
                  </a:ext>
                </a:extLst>
              </p:cNvPr>
              <p:cNvSpPr/>
              <p:nvPr/>
            </p:nvSpPr>
            <p:spPr>
              <a:xfrm>
                <a:off x="8181000" y="12257786"/>
                <a:ext cx="623160" cy="539280"/>
              </a:xfrm>
              <a:prstGeom prst="rect">
                <a:avLst/>
              </a:prstGeom>
              <a:solidFill>
                <a:srgbClr val="FFFFFF"/>
              </a:solidFill>
              <a:ln w="15840">
                <a:solidFill>
                  <a:srgbClr val="8E9AA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Shape 101">
                <a:extLst>
                  <a:ext uri="{FF2B5EF4-FFF2-40B4-BE49-F238E27FC236}">
                    <a16:creationId xmlns:a16="http://schemas.microsoft.com/office/drawing/2014/main" id="{839CDECA-F5AB-63F8-B3C4-2B1774FDFE99}"/>
                  </a:ext>
                </a:extLst>
              </p:cNvPr>
              <p:cNvSpPr/>
              <p:nvPr/>
            </p:nvSpPr>
            <p:spPr>
              <a:xfrm>
                <a:off x="8832240" y="13391786"/>
                <a:ext cx="623160" cy="539280"/>
              </a:xfrm>
              <a:prstGeom prst="rect">
                <a:avLst/>
              </a:prstGeom>
              <a:solidFill>
                <a:srgbClr val="FFFFFF"/>
              </a:solidFill>
              <a:ln w="15840">
                <a:solidFill>
                  <a:srgbClr val="8E9AA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Shape 102">
                <a:extLst>
                  <a:ext uri="{FF2B5EF4-FFF2-40B4-BE49-F238E27FC236}">
                    <a16:creationId xmlns:a16="http://schemas.microsoft.com/office/drawing/2014/main" id="{85CD1227-7A66-59D4-02C1-7D05FA8E219B}"/>
                  </a:ext>
                </a:extLst>
              </p:cNvPr>
              <p:cNvSpPr/>
              <p:nvPr/>
            </p:nvSpPr>
            <p:spPr>
              <a:xfrm>
                <a:off x="9483120" y="12824786"/>
                <a:ext cx="623160" cy="539280"/>
              </a:xfrm>
              <a:prstGeom prst="rect">
                <a:avLst/>
              </a:prstGeom>
              <a:solidFill>
                <a:srgbClr val="FFFFFF"/>
              </a:solidFill>
              <a:ln w="15840">
                <a:solidFill>
                  <a:srgbClr val="8E9AA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Shape 103">
                <a:extLst>
                  <a:ext uri="{FF2B5EF4-FFF2-40B4-BE49-F238E27FC236}">
                    <a16:creationId xmlns:a16="http://schemas.microsoft.com/office/drawing/2014/main" id="{15FD9B5A-68CD-9B25-3F25-444694E14909}"/>
                  </a:ext>
                </a:extLst>
              </p:cNvPr>
              <p:cNvSpPr/>
              <p:nvPr/>
            </p:nvSpPr>
            <p:spPr>
              <a:xfrm>
                <a:off x="10134360" y="13391786"/>
                <a:ext cx="623160" cy="539280"/>
              </a:xfrm>
              <a:prstGeom prst="rect">
                <a:avLst/>
              </a:prstGeom>
              <a:solidFill>
                <a:srgbClr val="FFFFFF"/>
              </a:solidFill>
              <a:ln w="15840">
                <a:solidFill>
                  <a:srgbClr val="8E9AA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0" name="Isosceles Triangle 239">
              <a:extLst>
                <a:ext uri="{FF2B5EF4-FFF2-40B4-BE49-F238E27FC236}">
                  <a16:creationId xmlns:a16="http://schemas.microsoft.com/office/drawing/2014/main" id="{B6B92433-D447-FD0B-BB38-FCD2D3FB18C2}"/>
                </a:ext>
              </a:extLst>
            </p:cNvPr>
            <p:cNvSpPr/>
            <p:nvPr/>
          </p:nvSpPr>
          <p:spPr>
            <a:xfrm flipV="1">
              <a:off x="511920" y="1500032"/>
              <a:ext cx="17154000" cy="7721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1" name="Isosceles Triangle 240">
              <a:extLst>
                <a:ext uri="{FF2B5EF4-FFF2-40B4-BE49-F238E27FC236}">
                  <a16:creationId xmlns:a16="http://schemas.microsoft.com/office/drawing/2014/main" id="{8857412C-B87A-671B-8301-A287EB8C118E}"/>
                </a:ext>
              </a:extLst>
            </p:cNvPr>
            <p:cNvSpPr/>
            <p:nvPr/>
          </p:nvSpPr>
          <p:spPr>
            <a:xfrm flipV="1">
              <a:off x="658568" y="6019049"/>
              <a:ext cx="17154000" cy="7721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4511F023-33A1-9BA9-1CC8-4DF04EABDBE8}"/>
                </a:ext>
              </a:extLst>
            </p:cNvPr>
            <p:cNvSpPr txBox="1"/>
            <p:nvPr/>
          </p:nvSpPr>
          <p:spPr>
            <a:xfrm>
              <a:off x="8763817" y="4537540"/>
              <a:ext cx="835560" cy="476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/>
                <a:t>AM</a:t>
              </a:r>
            </a:p>
          </p:txBody>
        </p:sp>
        <p:pic>
          <p:nvPicPr>
            <p:cNvPr id="243" name="Graphic 242" descr="Thought bubble outline">
              <a:extLst>
                <a:ext uri="{FF2B5EF4-FFF2-40B4-BE49-F238E27FC236}">
                  <a16:creationId xmlns:a16="http://schemas.microsoft.com/office/drawing/2014/main" id="{DAECE506-D848-73A9-68E1-8CEF4AF588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593979" y="7493995"/>
              <a:ext cx="914400" cy="914400"/>
            </a:xfrm>
            <a:prstGeom prst="rect">
              <a:avLst/>
            </a:prstGeom>
          </p:spPr>
        </p:pic>
        <p:pic>
          <p:nvPicPr>
            <p:cNvPr id="244" name="Graphic 243" descr="Question Mark outline">
              <a:extLst>
                <a:ext uri="{FF2B5EF4-FFF2-40B4-BE49-F238E27FC236}">
                  <a16:creationId xmlns:a16="http://schemas.microsoft.com/office/drawing/2014/main" id="{67023EB1-2342-9921-E1A7-F1658DC480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85972" y="7465522"/>
              <a:ext cx="665297" cy="665297"/>
            </a:xfrm>
            <a:prstGeom prst="rect">
              <a:avLst/>
            </a:prstGeom>
          </p:spPr>
        </p:pic>
        <p:sp>
          <p:nvSpPr>
            <p:cNvPr id="245" name="Shape 42">
              <a:extLst>
                <a:ext uri="{FF2B5EF4-FFF2-40B4-BE49-F238E27FC236}">
                  <a16:creationId xmlns:a16="http://schemas.microsoft.com/office/drawing/2014/main" id="{6A57A224-E0A3-7B96-EAEF-06A74AC36075}"/>
                </a:ext>
              </a:extLst>
            </p:cNvPr>
            <p:cNvSpPr/>
            <p:nvPr/>
          </p:nvSpPr>
          <p:spPr>
            <a:xfrm>
              <a:off x="4384733" y="4837638"/>
              <a:ext cx="2775532" cy="95913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Shape 43">
              <a:extLst>
                <a:ext uri="{FF2B5EF4-FFF2-40B4-BE49-F238E27FC236}">
                  <a16:creationId xmlns:a16="http://schemas.microsoft.com/office/drawing/2014/main" id="{84F98E50-33EE-2088-B525-53E544910DEA}"/>
                </a:ext>
              </a:extLst>
            </p:cNvPr>
            <p:cNvSpPr/>
            <p:nvPr/>
          </p:nvSpPr>
          <p:spPr>
            <a:xfrm>
              <a:off x="4413358" y="4846997"/>
              <a:ext cx="2736000" cy="72720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 44">
              <a:extLst>
                <a:ext uri="{FF2B5EF4-FFF2-40B4-BE49-F238E27FC236}">
                  <a16:creationId xmlns:a16="http://schemas.microsoft.com/office/drawing/2014/main" id="{13607BC9-486F-64D8-C702-DBD5FFFADC2A}"/>
                </a:ext>
              </a:extLst>
            </p:cNvPr>
            <p:cNvSpPr/>
            <p:nvPr/>
          </p:nvSpPr>
          <p:spPr>
            <a:xfrm>
              <a:off x="4625966" y="4956926"/>
              <a:ext cx="2322361" cy="8219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0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Risks</a:t>
              </a:r>
              <a:endPara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Shape 42">
              <a:extLst>
                <a:ext uri="{FF2B5EF4-FFF2-40B4-BE49-F238E27FC236}">
                  <a16:creationId xmlns:a16="http://schemas.microsoft.com/office/drawing/2014/main" id="{91394C40-0C24-6461-B123-8E1B0E2CB5C5}"/>
                </a:ext>
              </a:extLst>
            </p:cNvPr>
            <p:cNvSpPr/>
            <p:nvPr/>
          </p:nvSpPr>
          <p:spPr>
            <a:xfrm>
              <a:off x="10992722" y="4885440"/>
              <a:ext cx="3242002" cy="964939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4040">
              <a:solidFill>
                <a:srgbClr val="CCD4D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Shape 43">
              <a:extLst>
                <a:ext uri="{FF2B5EF4-FFF2-40B4-BE49-F238E27FC236}">
                  <a16:creationId xmlns:a16="http://schemas.microsoft.com/office/drawing/2014/main" id="{05B3BAF9-3AA2-7D72-6EA1-93B3C4C0BEA5}"/>
                </a:ext>
              </a:extLst>
            </p:cNvPr>
            <p:cNvSpPr/>
            <p:nvPr/>
          </p:nvSpPr>
          <p:spPr>
            <a:xfrm>
              <a:off x="11021248" y="4823316"/>
              <a:ext cx="3261361" cy="72721"/>
            </a:xfrm>
            <a:prstGeom prst="rect">
              <a:avLst/>
            </a:prstGeom>
            <a:solidFill>
              <a:srgbClr val="AEB9C1"/>
            </a:solidFill>
            <a:ln w="12600">
              <a:solidFill>
                <a:srgbClr val="AEB9C1">
                  <a:alpha val="0"/>
                </a:srgbClr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8080" rIns="90000" bIns="28080" anchor="t">
              <a:noAutofit/>
            </a:bodyPr>
            <a:lstStyle/>
            <a:p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Text 44">
              <a:extLst>
                <a:ext uri="{FF2B5EF4-FFF2-40B4-BE49-F238E27FC236}">
                  <a16:creationId xmlns:a16="http://schemas.microsoft.com/office/drawing/2014/main" id="{D3C59FA9-196D-7384-7422-DBADAB41310C}"/>
                </a:ext>
              </a:extLst>
            </p:cNvPr>
            <p:cNvSpPr/>
            <p:nvPr/>
          </p:nvSpPr>
          <p:spPr>
            <a:xfrm>
              <a:off x="10992721" y="4937217"/>
              <a:ext cx="3291189" cy="8774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400" b="1" u="none" strike="noStrike" dirty="0">
                  <a:solidFill>
                    <a:srgbClr val="3E454B"/>
                  </a:solidFill>
                  <a:effectLst/>
                  <a:uFillTx/>
                  <a:latin typeface="Arial"/>
                  <a:ea typeface="Arial"/>
                </a:rPr>
                <a:t>Assumptions</a:t>
              </a:r>
              <a:endParaRPr lang="en-US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81F4B0D-B7BA-C2F1-3339-2B0679EFEABD}"/>
              </a:ext>
            </a:extLst>
          </p:cNvPr>
          <p:cNvSpPr txBox="1"/>
          <p:nvPr/>
        </p:nvSpPr>
        <p:spPr>
          <a:xfrm>
            <a:off x="19714592" y="24258118"/>
            <a:ext cx="8293268" cy="7165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10000"/>
              <a:buFont typeface="Wingdings" panose="05000000000000000000" pitchFamily="2" charset="2"/>
              <a:buChar char="ü"/>
            </a:pPr>
            <a:r>
              <a:rPr lang="en-IN" sz="3200" b="1" dirty="0">
                <a:solidFill>
                  <a:srgbClr val="23384D"/>
                </a:solidFill>
                <a:latin typeface="Aptos Display"/>
              </a:rPr>
              <a:t> REVIEW INTEGRATED BUSINESS VALUE</a:t>
            </a:r>
            <a:endParaRPr sz="4000" b="1" dirty="0">
              <a:solidFill>
                <a:srgbClr val="23384D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D92C62-DA94-02DC-5E6E-CD71E5E6EB1E}"/>
              </a:ext>
            </a:extLst>
          </p:cNvPr>
          <p:cNvSpPr txBox="1"/>
          <p:nvPr/>
        </p:nvSpPr>
        <p:spPr>
          <a:xfrm>
            <a:off x="24193500" y="12968493"/>
            <a:ext cx="3652996" cy="773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IN" sz="4800" b="1" dirty="0"/>
              <a:t>= SEED</a:t>
            </a:r>
          </a:p>
        </p:txBody>
      </p:sp>
    </p:spTree>
    <p:extLst>
      <p:ext uri="{BB962C8B-B14F-4D97-AF65-F5344CB8AC3E}">
        <p14:creationId xmlns:p14="http://schemas.microsoft.com/office/powerpoint/2010/main" val="37596751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UXD4DQ5FARXZ-1534890728-21</_dlc_DocId>
    <_dlc_DocIdUrl xmlns="5fe9d420-80f7-4ada-bee1-a7a60088c9b2">
      <Url>https://eu001-sp.shell.com/sites/SPO002395/_layouts/15/DocIdRedir.aspx?ID=UXD4DQ5FARXZ-1534890728-21</Url>
      <Description>UXD4DQ5FARXZ-1534890728-21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E002A-7645-46A2-8C4A-738EDFAA7ED3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7a4d270-2e9e-45ec-b53e-707b7cbfe7c3"/>
    <ds:schemaRef ds:uri="http://schemas.openxmlformats.org/package/2006/metadata/core-properties"/>
    <ds:schemaRef ds:uri="http://purl.org/dc/elements/1.1/"/>
    <ds:schemaRef ds:uri="c642a6ca-8515-4142-b4ce-183d01f224d8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E32F586-23E5-46E3-8DE3-3D6CC2F12002}"/>
</file>

<file path=customXml/itemProps4.xml><?xml version="1.0" encoding="utf-8"?>
<ds:datastoreItem xmlns:ds="http://schemas.openxmlformats.org/officeDocument/2006/customXml" ds:itemID="{5930304B-6078-4E4C-BB80-613500AE107A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</TotalTime>
  <Words>247</Words>
  <Application>Microsoft Office PowerPoint</Application>
  <PresentationFormat>Custom</PresentationFormat>
  <Paragraphs>92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Times New Roman</vt:lpstr>
      <vt:lpstr>Wingdings</vt:lpstr>
      <vt:lpstr>Arial</vt:lpstr>
      <vt:lpstr>Aptos Display</vt:lpstr>
      <vt:lpstr>Futura Medium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MODI, AAKASH PTIN-FR/P/C</cp:lastModifiedBy>
  <cp:revision>11</cp:revision>
  <cp:lastPrinted>2017-04-25T09:06:38Z</cp:lastPrinted>
  <dcterms:created xsi:type="dcterms:W3CDTF">2009-11-25T14:32:06Z</dcterms:created>
  <dcterms:modified xsi:type="dcterms:W3CDTF">2026-09-01T06:19:19Z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869d8c14-4be6-402d-b450-680ffe5e7544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