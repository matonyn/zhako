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349" r:id="rId6"/>
  </p:sldIdLst>
  <p:sldSz cx="30275213" cy="42803763"/>
  <p:notesSz cx="9926638" cy="14355763"/>
  <p:embeddedFontLst>
    <p:embeddedFont>
      <p:font typeface="Futura Medium" panose="00000800000000000000"/>
      <p:regular r:id="rId9"/>
      <p:bold r:id="rId10"/>
      <p:italic r:id="rId11"/>
      <p:boldItalic r:id="rId12"/>
    </p:embeddedFont>
    <p:embeddedFont>
      <p:font typeface="ShellMedium" panose="020B0604020202020204" charset="0"/>
      <p:regular r:id="rId13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117"/>
    <a:srgbClr val="D42E12"/>
    <a:srgbClr val="FFEECA"/>
    <a:srgbClr val="8FD1E3"/>
    <a:srgbClr val="F49600"/>
    <a:srgbClr val="FFFFFF"/>
    <a:srgbClr val="CCE9DB"/>
    <a:srgbClr val="99CDB7"/>
    <a:srgbClr val="66B492"/>
    <a:srgbClr val="339B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01T16:28:14.535"/>
    <p1510:client id="{9EB29F01-CAF9-43A6-A4D5-D83A765B912F}" v="2" dt="2026-09-01T16:28:48.9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4522"/>
        <p:guide pos="31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3.fntdata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0000000-0000-0000-0000-000000000000}"/>
    <pc:docChg chg="modSld">
      <pc:chgData name="" userId="" providerId="" clId="Web-{00000000-0000-0000-0000-000000000000}" dt="2026-09-01T16:28:14.535" v="0" actId="14100"/>
      <pc:docMkLst>
        <pc:docMk/>
      </pc:docMkLst>
      <pc:sldChg chg="modSp">
        <pc:chgData name="" userId="" providerId="" clId="Web-{00000000-0000-0000-0000-000000000000}" dt="2026-09-01T16:28:14.535" v="0" actId="14100"/>
        <pc:sldMkLst>
          <pc:docMk/>
          <pc:sldMk cId="257835128" sldId="349"/>
        </pc:sldMkLst>
        <pc:picChg chg="mod">
          <ac:chgData name="" userId="" providerId="" clId="Web-{00000000-0000-0000-0000-000000000000}" dt="2026-09-01T16:28:14.535" v="0" actId="14100"/>
          <ac:picMkLst>
            <pc:docMk/>
            <pc:sldMk cId="257835128" sldId="349"/>
            <ac:picMk id="2" creationId="{54AB24AB-1C1F-680C-DB0C-B94F1F643C5E}"/>
          </ac:picMkLst>
        </pc:picChg>
      </pc:sldChg>
    </pc:docChg>
  </pc:docChgLst>
  <pc:docChgLst>
    <pc:chgData name="Llerena, Susana SNV-FR/S/E/O" userId="70c37d4e-d8fb-40c2-9796-68a292178d16" providerId="ADAL" clId="{4F146070-278B-4C09-AC93-CBA71DA1CFCC}"/>
    <pc:docChg chg="undo custSel modSld">
      <pc:chgData name="Llerena, Susana SNV-FR/S/E/O" userId="70c37d4e-d8fb-40c2-9796-68a292178d16" providerId="ADAL" clId="{4F146070-278B-4C09-AC93-CBA71DA1CFCC}" dt="2026-08-31T08:33:46.773" v="561" actId="108"/>
      <pc:docMkLst>
        <pc:docMk/>
      </pc:docMkLst>
      <pc:sldChg chg="addSp delSp modSp mod">
        <pc:chgData name="Llerena, Susana SNV-FR/S/E/O" userId="70c37d4e-d8fb-40c2-9796-68a292178d16" providerId="ADAL" clId="{4F146070-278B-4C09-AC93-CBA71DA1CFCC}" dt="2026-08-31T08:33:46.773" v="561" actId="108"/>
        <pc:sldMkLst>
          <pc:docMk/>
          <pc:sldMk cId="257835128" sldId="349"/>
        </pc:sldMkLst>
        <pc:spChg chg="mod topLvl">
          <ac:chgData name="Llerena, Susana SNV-FR/S/E/O" userId="70c37d4e-d8fb-40c2-9796-68a292178d16" providerId="ADAL" clId="{4F146070-278B-4C09-AC93-CBA71DA1CFCC}" dt="2026-08-31T05:38:08.869" v="466" actId="164"/>
          <ac:spMkLst>
            <pc:docMk/>
            <pc:sldMk cId="257835128" sldId="349"/>
            <ac:spMk id="11" creationId="{8DDB5787-4AA0-0C5D-C3B5-BEE9DFD8587C}"/>
          </ac:spMkLst>
        </pc:spChg>
        <pc:spChg chg="mod">
          <ac:chgData name="Llerena, Susana SNV-FR/S/E/O" userId="70c37d4e-d8fb-40c2-9796-68a292178d16" providerId="ADAL" clId="{4F146070-278B-4C09-AC93-CBA71DA1CFCC}" dt="2026-08-31T05:36:05.425" v="444" actId="165"/>
          <ac:spMkLst>
            <pc:docMk/>
            <pc:sldMk cId="257835128" sldId="349"/>
            <ac:spMk id="14" creationId="{86E8941C-ECFC-ABE4-10F4-0B028FBD7E12}"/>
          </ac:spMkLst>
        </pc:spChg>
        <pc:spChg chg="mod topLvl">
          <ac:chgData name="Llerena, Susana SNV-FR/S/E/O" userId="70c37d4e-d8fb-40c2-9796-68a292178d16" providerId="ADAL" clId="{4F146070-278B-4C09-AC93-CBA71DA1CFCC}" dt="2026-08-31T05:38:13.486" v="467" actId="164"/>
          <ac:spMkLst>
            <pc:docMk/>
            <pc:sldMk cId="257835128" sldId="349"/>
            <ac:spMk id="18" creationId="{B65B1D57-DD0E-DFF6-50D9-02553BDD243B}"/>
          </ac:spMkLst>
        </pc:spChg>
        <pc:spChg chg="mod">
          <ac:chgData name="Llerena, Susana SNV-FR/S/E/O" userId="70c37d4e-d8fb-40c2-9796-68a292178d16" providerId="ADAL" clId="{4F146070-278B-4C09-AC93-CBA71DA1CFCC}" dt="2026-08-31T05:36:54.132" v="453" actId="165"/>
          <ac:spMkLst>
            <pc:docMk/>
            <pc:sldMk cId="257835128" sldId="349"/>
            <ac:spMk id="20" creationId="{3DAE83D3-2C39-C095-A78D-A5026402CB8B}"/>
          </ac:spMkLst>
        </pc:spChg>
        <pc:spChg chg="mod topLvl">
          <ac:chgData name="Llerena, Susana SNV-FR/S/E/O" userId="70c37d4e-d8fb-40c2-9796-68a292178d16" providerId="ADAL" clId="{4F146070-278B-4C09-AC93-CBA71DA1CFCC}" dt="2026-08-31T05:38:17.975" v="468" actId="164"/>
          <ac:spMkLst>
            <pc:docMk/>
            <pc:sldMk cId="257835128" sldId="349"/>
            <ac:spMk id="26" creationId="{7284EDFA-D3D2-A22A-CB07-01989F04F49E}"/>
          </ac:spMkLst>
        </pc:spChg>
        <pc:spChg chg="mod">
          <ac:chgData name="Llerena, Susana SNV-FR/S/E/O" userId="70c37d4e-d8fb-40c2-9796-68a292178d16" providerId="ADAL" clId="{4F146070-278B-4C09-AC93-CBA71DA1CFCC}" dt="2026-08-28T10:44:57.614" v="186" actId="1076"/>
          <ac:spMkLst>
            <pc:docMk/>
            <pc:sldMk cId="257835128" sldId="349"/>
            <ac:spMk id="27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28T10:45:09.178" v="188" actId="123"/>
          <ac:spMkLst>
            <pc:docMk/>
            <pc:sldMk cId="257835128" sldId="349"/>
            <ac:spMk id="28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8:33:46.773" v="561" actId="108"/>
          <ac:spMkLst>
            <pc:docMk/>
            <pc:sldMk cId="257835128" sldId="349"/>
            <ac:spMk id="32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6:56:13.749" v="537" actId="164"/>
          <ac:spMkLst>
            <pc:docMk/>
            <pc:sldMk cId="257835128" sldId="349"/>
            <ac:spMk id="33" creationId="{49EE05D7-3634-122B-D7B1-CD5D27E3C7E3}"/>
          </ac:spMkLst>
        </pc:spChg>
        <pc:spChg chg="mod">
          <ac:chgData name="Llerena, Susana SNV-FR/S/E/O" userId="70c37d4e-d8fb-40c2-9796-68a292178d16" providerId="ADAL" clId="{4F146070-278B-4C09-AC93-CBA71DA1CFCC}" dt="2026-08-28T10:53:06.796" v="202" actId="20577"/>
          <ac:spMkLst>
            <pc:docMk/>
            <pc:sldMk cId="257835128" sldId="349"/>
            <ac:spMk id="37" creationId="{00000000-0000-0000-0000-000000000000}"/>
          </ac:spMkLst>
        </pc:spChg>
        <pc:spChg chg="mod topLvl">
          <ac:chgData name="Llerena, Susana SNV-FR/S/E/O" userId="70c37d4e-d8fb-40c2-9796-68a292178d16" providerId="ADAL" clId="{4F146070-278B-4C09-AC93-CBA71DA1CFCC}" dt="2026-08-31T06:56:13.749" v="537" actId="164"/>
          <ac:spMkLst>
            <pc:docMk/>
            <pc:sldMk cId="257835128" sldId="349"/>
            <ac:spMk id="38" creationId="{768D8D67-35EF-857F-0BD1-CA5A07F328DE}"/>
          </ac:spMkLst>
        </pc:spChg>
        <pc:spChg chg="mod">
          <ac:chgData name="Llerena, Susana SNV-FR/S/E/O" userId="70c37d4e-d8fb-40c2-9796-68a292178d16" providerId="ADAL" clId="{4F146070-278B-4C09-AC93-CBA71DA1CFCC}" dt="2026-08-31T08:33:36.689" v="560" actId="1076"/>
          <ac:spMkLst>
            <pc:docMk/>
            <pc:sldMk cId="257835128" sldId="349"/>
            <ac:spMk id="42" creationId="{00000000-0000-0000-0000-000000000000}"/>
          </ac:spMkLst>
        </pc:spChg>
        <pc:spChg chg="mod topLvl">
          <ac:chgData name="Llerena, Susana SNV-FR/S/E/O" userId="70c37d4e-d8fb-40c2-9796-68a292178d16" providerId="ADAL" clId="{4F146070-278B-4C09-AC93-CBA71DA1CFCC}" dt="2026-08-31T06:56:13.749" v="537" actId="164"/>
          <ac:spMkLst>
            <pc:docMk/>
            <pc:sldMk cId="257835128" sldId="349"/>
            <ac:spMk id="43" creationId="{D7A16EDE-81A2-C54A-15E8-2A78F936A299}"/>
          </ac:spMkLst>
        </pc:spChg>
        <pc:spChg chg="mod">
          <ac:chgData name="Llerena, Susana SNV-FR/S/E/O" userId="70c37d4e-d8fb-40c2-9796-68a292178d16" providerId="ADAL" clId="{4F146070-278B-4C09-AC93-CBA71DA1CFCC}" dt="2026-08-31T05:48:47.832" v="524" actId="20577"/>
          <ac:spMkLst>
            <pc:docMk/>
            <pc:sldMk cId="257835128" sldId="349"/>
            <ac:spMk id="44" creationId="{5C2095A7-5895-6729-BB24-047FC5485B02}"/>
          </ac:spMkLst>
        </pc:spChg>
        <pc:spChg chg="mod">
          <ac:chgData name="Llerena, Susana SNV-FR/S/E/O" userId="70c37d4e-d8fb-40c2-9796-68a292178d16" providerId="ADAL" clId="{4F146070-278B-4C09-AC93-CBA71DA1CFCC}" dt="2026-08-28T10:54:13.245" v="234" actId="20577"/>
          <ac:spMkLst>
            <pc:docMk/>
            <pc:sldMk cId="257835128" sldId="349"/>
            <ac:spMk id="47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0:20.132" v="284" actId="1076"/>
          <ac:spMkLst>
            <pc:docMk/>
            <pc:sldMk cId="257835128" sldId="349"/>
            <ac:spMk id="50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44:53.313" v="498" actId="14100"/>
          <ac:spMkLst>
            <pc:docMk/>
            <pc:sldMk cId="257835128" sldId="349"/>
            <ac:spMk id="51" creationId="{AE75F52D-6F1F-C6A4-216D-5FB1CBF9D745}"/>
          </ac:spMkLst>
        </pc:spChg>
        <pc:spChg chg="mod">
          <ac:chgData name="Llerena, Susana SNV-FR/S/E/O" userId="70c37d4e-d8fb-40c2-9796-68a292178d16" providerId="ADAL" clId="{4F146070-278B-4C09-AC93-CBA71DA1CFCC}" dt="2026-08-31T06:56:13.749" v="537" actId="164"/>
          <ac:spMkLst>
            <pc:docMk/>
            <pc:sldMk cId="257835128" sldId="349"/>
            <ac:spMk id="53" creationId="{784F4EF0-853E-8ABE-CD35-31149F097562}"/>
          </ac:spMkLst>
        </pc:spChg>
        <pc:spChg chg="add mod">
          <ac:chgData name="Llerena, Susana SNV-FR/S/E/O" userId="70c37d4e-d8fb-40c2-9796-68a292178d16" providerId="ADAL" clId="{4F146070-278B-4C09-AC93-CBA71DA1CFCC}" dt="2026-08-31T05:45:01.670" v="499" actId="14100"/>
          <ac:spMkLst>
            <pc:docMk/>
            <pc:sldMk cId="257835128" sldId="349"/>
            <ac:spMk id="55" creationId="{0759A3C3-D3A0-D2DB-34C8-2538DBBED770}"/>
          </ac:spMkLst>
        </pc:spChg>
        <pc:spChg chg="mod">
          <ac:chgData name="Llerena, Susana SNV-FR/S/E/O" userId="70c37d4e-d8fb-40c2-9796-68a292178d16" providerId="ADAL" clId="{4F146070-278B-4C09-AC93-CBA71DA1CFCC}" dt="2026-08-31T05:51:43.563" v="526" actId="1076"/>
          <ac:spMkLst>
            <pc:docMk/>
            <pc:sldMk cId="257835128" sldId="349"/>
            <ac:spMk id="56" creationId="{329E288A-D845-012E-6F37-1F0EDA3D788A}"/>
          </ac:spMkLst>
        </pc:spChg>
        <pc:spChg chg="mod">
          <ac:chgData name="Llerena, Susana SNV-FR/S/E/O" userId="70c37d4e-d8fb-40c2-9796-68a292178d16" providerId="ADAL" clId="{4F146070-278B-4C09-AC93-CBA71DA1CFCC}" dt="2026-08-31T05:51:43.563" v="526" actId="1076"/>
          <ac:spMkLst>
            <pc:docMk/>
            <pc:sldMk cId="257835128" sldId="349"/>
            <ac:spMk id="58" creationId="{14EEBDE7-F895-CB14-2679-1AA8875FB773}"/>
          </ac:spMkLst>
        </pc:spChg>
        <pc:spChg chg="add mod">
          <ac:chgData name="Llerena, Susana SNV-FR/S/E/O" userId="70c37d4e-d8fb-40c2-9796-68a292178d16" providerId="ADAL" clId="{4F146070-278B-4C09-AC93-CBA71DA1CFCC}" dt="2026-08-31T05:45:06.457" v="500" actId="1076"/>
          <ac:spMkLst>
            <pc:docMk/>
            <pc:sldMk cId="257835128" sldId="349"/>
            <ac:spMk id="59" creationId="{E8B0D16C-1880-74D6-ADC2-0A53353660D1}"/>
          </ac:spMkLst>
        </pc:spChg>
        <pc:spChg chg="mod topLvl">
          <ac:chgData name="Llerena, Susana SNV-FR/S/E/O" userId="70c37d4e-d8fb-40c2-9796-68a292178d16" providerId="ADAL" clId="{4F146070-278B-4C09-AC93-CBA71DA1CFCC}" dt="2026-08-31T07:02:53.070" v="553" actId="1076"/>
          <ac:spMkLst>
            <pc:docMk/>
            <pc:sldMk cId="257835128" sldId="349"/>
            <ac:spMk id="61" creationId="{0BED8E7B-5554-846A-A023-7F5389C47BC0}"/>
          </ac:spMkLst>
        </pc:spChg>
        <pc:spChg chg="add mod">
          <ac:chgData name="Llerena, Susana SNV-FR/S/E/O" userId="70c37d4e-d8fb-40c2-9796-68a292178d16" providerId="ADAL" clId="{4F146070-278B-4C09-AC93-CBA71DA1CFCC}" dt="2026-08-31T05:52:07.418" v="531" actId="6549"/>
          <ac:spMkLst>
            <pc:docMk/>
            <pc:sldMk cId="257835128" sldId="349"/>
            <ac:spMk id="62" creationId="{29E6D89E-A513-7062-5567-C9D3D1B072F3}"/>
          </ac:spMkLst>
        </pc:spChg>
        <pc:spChg chg="mod topLvl">
          <ac:chgData name="Llerena, Susana SNV-FR/S/E/O" userId="70c37d4e-d8fb-40c2-9796-68a292178d16" providerId="ADAL" clId="{4F146070-278B-4C09-AC93-CBA71DA1CFCC}" dt="2026-08-31T07:02:17.690" v="548" actId="1076"/>
          <ac:spMkLst>
            <pc:docMk/>
            <pc:sldMk cId="257835128" sldId="349"/>
            <ac:spMk id="63" creationId="{013FD176-7818-34F8-0981-A5557647A6B8}"/>
          </ac:spMkLst>
        </pc:spChg>
        <pc:spChg chg="mod topLvl">
          <ac:chgData name="Llerena, Susana SNV-FR/S/E/O" userId="70c37d4e-d8fb-40c2-9796-68a292178d16" providerId="ADAL" clId="{4F146070-278B-4C09-AC93-CBA71DA1CFCC}" dt="2026-08-31T07:02:00.014" v="545" actId="1076"/>
          <ac:spMkLst>
            <pc:docMk/>
            <pc:sldMk cId="257835128" sldId="349"/>
            <ac:spMk id="65" creationId="{45248CE5-5673-142A-1DAB-84B52923D0BE}"/>
          </ac:spMkLst>
        </pc:spChg>
        <pc:spChg chg="mod">
          <ac:chgData name="Llerena, Susana SNV-FR/S/E/O" userId="70c37d4e-d8fb-40c2-9796-68a292178d16" providerId="ADAL" clId="{4F146070-278B-4C09-AC93-CBA71DA1CFCC}" dt="2026-08-31T05:21:04.456" v="292" actId="1076"/>
          <ac:spMkLst>
            <pc:docMk/>
            <pc:sldMk cId="257835128" sldId="349"/>
            <ac:spMk id="70" creationId="{00000000-0000-0000-0000-000000000000}"/>
          </ac:spMkLst>
        </pc:spChg>
        <pc:spChg chg="mod topLvl">
          <ac:chgData name="Llerena, Susana SNV-FR/S/E/O" userId="70c37d4e-d8fb-40c2-9796-68a292178d16" providerId="ADAL" clId="{4F146070-278B-4C09-AC93-CBA71DA1CFCC}" dt="2026-08-31T06:56:04.883" v="536" actId="1076"/>
          <ac:spMkLst>
            <pc:docMk/>
            <pc:sldMk cId="257835128" sldId="349"/>
            <ac:spMk id="74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5:47.376" v="443" actId="1076"/>
          <ac:spMkLst>
            <pc:docMk/>
            <pc:sldMk cId="257835128" sldId="349"/>
            <ac:spMk id="75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5:16.183" v="438" actId="255"/>
          <ac:spMkLst>
            <pc:docMk/>
            <pc:sldMk cId="257835128" sldId="349"/>
            <ac:spMk id="76" creationId="{00000000-0000-0000-0000-000000000000}"/>
          </ac:spMkLst>
        </pc:spChg>
        <pc:spChg chg="mod topLvl">
          <ac:chgData name="Llerena, Susana SNV-FR/S/E/O" userId="70c37d4e-d8fb-40c2-9796-68a292178d16" providerId="ADAL" clId="{4F146070-278B-4C09-AC93-CBA71DA1CFCC}" dt="2026-08-31T07:02:14.476" v="547" actId="255"/>
          <ac:spMkLst>
            <pc:docMk/>
            <pc:sldMk cId="257835128" sldId="349"/>
            <ac:spMk id="92" creationId="{00000000-0000-0000-0000-000000000000}"/>
          </ac:spMkLst>
        </pc:spChg>
        <pc:spChg chg="mod topLvl">
          <ac:chgData name="Llerena, Susana SNV-FR/S/E/O" userId="70c37d4e-d8fb-40c2-9796-68a292178d16" providerId="ADAL" clId="{4F146070-278B-4C09-AC93-CBA71DA1CFCC}" dt="2026-08-31T07:03:28.415" v="559" actId="255"/>
          <ac:spMkLst>
            <pc:docMk/>
            <pc:sldMk cId="257835128" sldId="349"/>
            <ac:spMk id="96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1:19.007" v="293" actId="108"/>
          <ac:spMkLst>
            <pc:docMk/>
            <pc:sldMk cId="257835128" sldId="349"/>
            <ac:spMk id="100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28T12:43:53.920" v="255" actId="1076"/>
          <ac:spMkLst>
            <pc:docMk/>
            <pc:sldMk cId="257835128" sldId="349"/>
            <ac:spMk id="104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0:24.706" v="285" actId="1076"/>
          <ac:spMkLst>
            <pc:docMk/>
            <pc:sldMk cId="257835128" sldId="349"/>
            <ac:spMk id="105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5:21.238" v="439" actId="108"/>
          <ac:spMkLst>
            <pc:docMk/>
            <pc:sldMk cId="257835128" sldId="349"/>
            <ac:spMk id="106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8:51.937" v="476" actId="1076"/>
          <ac:spMkLst>
            <pc:docMk/>
            <pc:sldMk cId="257835128" sldId="349"/>
            <ac:spMk id="107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46:08.509" v="505" actId="2711"/>
          <ac:spMkLst>
            <pc:docMk/>
            <pc:sldMk cId="257835128" sldId="349"/>
            <ac:spMk id="121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46:17.855" v="506" actId="1076"/>
          <ac:spMkLst>
            <pc:docMk/>
            <pc:sldMk cId="257835128" sldId="349"/>
            <ac:spMk id="124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0:54.731" v="290" actId="255"/>
          <ac:spMkLst>
            <pc:docMk/>
            <pc:sldMk cId="257835128" sldId="349"/>
            <ac:spMk id="128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4:24.581" v="312" actId="14100"/>
          <ac:spMkLst>
            <pc:docMk/>
            <pc:sldMk cId="257835128" sldId="349"/>
            <ac:spMk id="132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4:15.796" v="309" actId="1076"/>
          <ac:spMkLst>
            <pc:docMk/>
            <pc:sldMk cId="257835128" sldId="349"/>
            <ac:spMk id="134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4:08.162" v="307" actId="1076"/>
          <ac:spMkLst>
            <pc:docMk/>
            <pc:sldMk cId="257835128" sldId="349"/>
            <ac:spMk id="136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4:08.162" v="307" actId="1076"/>
          <ac:spMkLst>
            <pc:docMk/>
            <pc:sldMk cId="257835128" sldId="349"/>
            <ac:spMk id="139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4:08.162" v="307" actId="1076"/>
          <ac:spMkLst>
            <pc:docMk/>
            <pc:sldMk cId="257835128" sldId="349"/>
            <ac:spMk id="142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5:12.521" v="317" actId="1076"/>
          <ac:spMkLst>
            <pc:docMk/>
            <pc:sldMk cId="257835128" sldId="349"/>
            <ac:spMk id="148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5:12.521" v="317" actId="1076"/>
          <ac:spMkLst>
            <pc:docMk/>
            <pc:sldMk cId="257835128" sldId="349"/>
            <ac:spMk id="153" creationId="{00000000-0000-0000-0000-000000000000}"/>
          </ac:spMkLst>
        </pc:spChg>
        <pc:spChg chg="del mod">
          <ac:chgData name="Llerena, Susana SNV-FR/S/E/O" userId="70c37d4e-d8fb-40c2-9796-68a292178d16" providerId="ADAL" clId="{4F146070-278B-4C09-AC93-CBA71DA1CFCC}" dt="2026-08-31T05:24:20.280" v="311" actId="478"/>
          <ac:spMkLst>
            <pc:docMk/>
            <pc:sldMk cId="257835128" sldId="349"/>
            <ac:spMk id="156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5:12.521" v="317" actId="1076"/>
          <ac:spMkLst>
            <pc:docMk/>
            <pc:sldMk cId="257835128" sldId="349"/>
            <ac:spMk id="158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8:16.984" v="404" actId="179"/>
          <ac:spMkLst>
            <pc:docMk/>
            <pc:sldMk cId="257835128" sldId="349"/>
            <ac:spMk id="164" creationId="{00000000-0000-0000-0000-000000000000}"/>
          </ac:spMkLst>
        </pc:spChg>
        <pc:spChg chg="del mod">
          <ac:chgData name="Llerena, Susana SNV-FR/S/E/O" userId="70c37d4e-d8fb-40c2-9796-68a292178d16" providerId="ADAL" clId="{4F146070-278B-4C09-AC93-CBA71DA1CFCC}" dt="2026-08-31T05:25:59.055" v="327" actId="478"/>
          <ac:spMkLst>
            <pc:docMk/>
            <pc:sldMk cId="257835128" sldId="349"/>
            <ac:spMk id="167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7:08.867" v="338" actId="1076"/>
          <ac:spMkLst>
            <pc:docMk/>
            <pc:sldMk cId="257835128" sldId="349"/>
            <ac:spMk id="169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0:20.544" v="425" actId="1076"/>
          <ac:spMkLst>
            <pc:docMk/>
            <pc:sldMk cId="257835128" sldId="349"/>
            <ac:spMk id="171" creationId="{00000000-0000-0000-0000-000000000000}"/>
          </ac:spMkLst>
        </pc:spChg>
        <pc:spChg chg="del mod">
          <ac:chgData name="Llerena, Susana SNV-FR/S/E/O" userId="70c37d4e-d8fb-40c2-9796-68a292178d16" providerId="ADAL" clId="{4F146070-278B-4C09-AC93-CBA71DA1CFCC}" dt="2026-08-31T05:28:27.497" v="406" actId="478"/>
          <ac:spMkLst>
            <pc:docMk/>
            <pc:sldMk cId="257835128" sldId="349"/>
            <ac:spMk id="174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0:08.540" v="424" actId="1076"/>
          <ac:spMkLst>
            <pc:docMk/>
            <pc:sldMk cId="257835128" sldId="349"/>
            <ac:spMk id="176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1:18.427" v="435" actId="14100"/>
          <ac:spMkLst>
            <pc:docMk/>
            <pc:sldMk cId="257835128" sldId="349"/>
            <ac:spMk id="178" creationId="{00000000-0000-0000-0000-000000000000}"/>
          </ac:spMkLst>
        </pc:spChg>
        <pc:spChg chg="del mod">
          <ac:chgData name="Llerena, Susana SNV-FR/S/E/O" userId="70c37d4e-d8fb-40c2-9796-68a292178d16" providerId="ADAL" clId="{4F146070-278B-4C09-AC93-CBA71DA1CFCC}" dt="2026-08-31T05:30:40.664" v="428" actId="478"/>
          <ac:spMkLst>
            <pc:docMk/>
            <pc:sldMk cId="257835128" sldId="349"/>
            <ac:spMk id="181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1:10.812" v="433" actId="14100"/>
          <ac:spMkLst>
            <pc:docMk/>
            <pc:sldMk cId="257835128" sldId="349"/>
            <ac:spMk id="183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48:08.747" v="516" actId="14100"/>
          <ac:spMkLst>
            <pc:docMk/>
            <pc:sldMk cId="257835128" sldId="349"/>
            <ac:spMk id="189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25:39.943" v="324" actId="1076"/>
          <ac:spMkLst>
            <pc:docMk/>
            <pc:sldMk cId="257835128" sldId="349"/>
            <ac:spMk id="190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37:11.744" v="457" actId="1076"/>
          <ac:spMkLst>
            <pc:docMk/>
            <pc:sldMk cId="257835128" sldId="349"/>
            <ac:spMk id="193" creationId="{D329604A-0163-76A5-9A8C-CAA8AE1DBA85}"/>
          </ac:spMkLst>
        </pc:spChg>
        <pc:spChg chg="mod">
          <ac:chgData name="Llerena, Susana SNV-FR/S/E/O" userId="70c37d4e-d8fb-40c2-9796-68a292178d16" providerId="ADAL" clId="{4F146070-278B-4C09-AC93-CBA71DA1CFCC}" dt="2026-08-31T05:48:56.757" v="525" actId="1076"/>
          <ac:spMkLst>
            <pc:docMk/>
            <pc:sldMk cId="257835128" sldId="349"/>
            <ac:spMk id="207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48:43.261" v="523" actId="113"/>
          <ac:spMkLst>
            <pc:docMk/>
            <pc:sldMk cId="257835128" sldId="349"/>
            <ac:spMk id="210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28T09:55:57.804" v="7" actId="165"/>
          <ac:spMkLst>
            <pc:docMk/>
            <pc:sldMk cId="257835128" sldId="349"/>
            <ac:spMk id="216" creationId="{45980BEC-B103-13B8-3E9E-9B3F48FD2C69}"/>
          </ac:spMkLst>
        </pc:spChg>
        <pc:spChg chg="mod">
          <ac:chgData name="Llerena, Susana SNV-FR/S/E/O" userId="70c37d4e-d8fb-40c2-9796-68a292178d16" providerId="ADAL" clId="{4F146070-278B-4C09-AC93-CBA71DA1CFCC}" dt="2026-08-31T05:35:29.675" v="440" actId="255"/>
          <ac:spMkLst>
            <pc:docMk/>
            <pc:sldMk cId="257835128" sldId="349"/>
            <ac:spMk id="243" creationId="{691E3F3E-D0A5-F988-225D-D6A6DBC43993}"/>
          </ac:spMkLst>
        </pc:spChg>
        <pc:spChg chg="mod">
          <ac:chgData name="Llerena, Susana SNV-FR/S/E/O" userId="70c37d4e-d8fb-40c2-9796-68a292178d16" providerId="ADAL" clId="{4F146070-278B-4C09-AC93-CBA71DA1CFCC}" dt="2026-08-31T05:45:37.863" v="503" actId="14100"/>
          <ac:spMkLst>
            <pc:docMk/>
            <pc:sldMk cId="257835128" sldId="349"/>
            <ac:spMk id="246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7:03:21.233" v="558" actId="255"/>
          <ac:spMkLst>
            <pc:docMk/>
            <pc:sldMk cId="257835128" sldId="349"/>
            <ac:spMk id="248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6:56:13.749" v="537" actId="164"/>
          <ac:spMkLst>
            <pc:docMk/>
            <pc:sldMk cId="257835128" sldId="349"/>
            <ac:spMk id="250" creationId="{00000000-0000-0000-0000-000000000000}"/>
          </ac:spMkLst>
        </pc:spChg>
        <pc:spChg chg="mod topLvl">
          <ac:chgData name="Llerena, Susana SNV-FR/S/E/O" userId="70c37d4e-d8fb-40c2-9796-68a292178d16" providerId="ADAL" clId="{4F146070-278B-4C09-AC93-CBA71DA1CFCC}" dt="2026-08-31T07:02:00.014" v="545" actId="1076"/>
          <ac:spMkLst>
            <pc:docMk/>
            <pc:sldMk cId="257835128" sldId="349"/>
            <ac:spMk id="255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52:54.097" v="532" actId="1076"/>
          <ac:spMkLst>
            <pc:docMk/>
            <pc:sldMk cId="257835128" sldId="349"/>
            <ac:spMk id="257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52:04.316" v="530" actId="6549"/>
          <ac:spMkLst>
            <pc:docMk/>
            <pc:sldMk cId="257835128" sldId="349"/>
            <ac:spMk id="258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51:43.563" v="526" actId="1076"/>
          <ac:spMkLst>
            <pc:docMk/>
            <pc:sldMk cId="257835128" sldId="349"/>
            <ac:spMk id="270" creationId="{00000000-0000-0000-0000-000000000000}"/>
          </ac:spMkLst>
        </pc:spChg>
        <pc:spChg chg="mod">
          <ac:chgData name="Llerena, Susana SNV-FR/S/E/O" userId="70c37d4e-d8fb-40c2-9796-68a292178d16" providerId="ADAL" clId="{4F146070-278B-4C09-AC93-CBA71DA1CFCC}" dt="2026-08-31T05:51:43.563" v="526" actId="1076"/>
          <ac:spMkLst>
            <pc:docMk/>
            <pc:sldMk cId="257835128" sldId="349"/>
            <ac:spMk id="273" creationId="{00000000-0000-0000-0000-000000000000}"/>
          </ac:spMkLst>
        </pc:spChg>
        <pc:grpChg chg="add del mod">
          <ac:chgData name="Llerena, Susana SNV-FR/S/E/O" userId="70c37d4e-d8fb-40c2-9796-68a292178d16" providerId="ADAL" clId="{4F146070-278B-4C09-AC93-CBA71DA1CFCC}" dt="2026-08-31T07:01:57.051" v="544" actId="165"/>
          <ac:grpSpMkLst>
            <pc:docMk/>
            <pc:sldMk cId="257835128" sldId="349"/>
            <ac:grpSpMk id="5" creationId="{549B7302-DFDD-A9F1-5E90-8A725EB94822}"/>
          </ac:grpSpMkLst>
        </pc:grpChg>
        <pc:grpChg chg="del mod">
          <ac:chgData name="Llerena, Susana SNV-FR/S/E/O" userId="70c37d4e-d8fb-40c2-9796-68a292178d16" providerId="ADAL" clId="{4F146070-278B-4C09-AC93-CBA71DA1CFCC}" dt="2026-08-31T05:36:05.425" v="444" actId="165"/>
          <ac:grpSpMkLst>
            <pc:docMk/>
            <pc:sldMk cId="257835128" sldId="349"/>
            <ac:grpSpMk id="5" creationId="{8A24EFC9-0806-C676-5173-7F1E57C0ABFD}"/>
          </ac:grpSpMkLst>
        </pc:grpChg>
        <pc:grpChg chg="mod topLvl">
          <ac:chgData name="Llerena, Susana SNV-FR/S/E/O" userId="70c37d4e-d8fb-40c2-9796-68a292178d16" providerId="ADAL" clId="{4F146070-278B-4C09-AC93-CBA71DA1CFCC}" dt="2026-08-31T05:38:08.869" v="466" actId="164"/>
          <ac:grpSpMkLst>
            <pc:docMk/>
            <pc:sldMk cId="257835128" sldId="349"/>
            <ac:grpSpMk id="13" creationId="{B574158F-3D10-F90B-91C1-B4E936B2AC62}"/>
          </ac:grpSpMkLst>
        </pc:grpChg>
        <pc:grpChg chg="del mod">
          <ac:chgData name="Llerena, Susana SNV-FR/S/E/O" userId="70c37d4e-d8fb-40c2-9796-68a292178d16" providerId="ADAL" clId="{4F146070-278B-4C09-AC93-CBA71DA1CFCC}" dt="2026-08-31T05:36:54.132" v="453" actId="165"/>
          <ac:grpSpMkLst>
            <pc:docMk/>
            <pc:sldMk cId="257835128" sldId="349"/>
            <ac:grpSpMk id="17" creationId="{89C71AB0-BC32-B59A-35FB-0421F3A961F8}"/>
          </ac:grpSpMkLst>
        </pc:grpChg>
        <pc:grpChg chg="add mod">
          <ac:chgData name="Llerena, Susana SNV-FR/S/E/O" userId="70c37d4e-d8fb-40c2-9796-68a292178d16" providerId="ADAL" clId="{4F146070-278B-4C09-AC93-CBA71DA1CFCC}" dt="2026-08-31T06:56:56.549" v="542" actId="14100"/>
          <ac:grpSpMkLst>
            <pc:docMk/>
            <pc:sldMk cId="257835128" sldId="349"/>
            <ac:grpSpMk id="17" creationId="{9F887C16-B370-84A2-8739-B4BAE883E6EB}"/>
          </ac:grpSpMkLst>
        </pc:grpChg>
        <pc:grpChg chg="mod topLvl">
          <ac:chgData name="Llerena, Susana SNV-FR/S/E/O" userId="70c37d4e-d8fb-40c2-9796-68a292178d16" providerId="ADAL" clId="{4F146070-278B-4C09-AC93-CBA71DA1CFCC}" dt="2026-08-31T05:38:13.486" v="467" actId="164"/>
          <ac:grpSpMkLst>
            <pc:docMk/>
            <pc:sldMk cId="257835128" sldId="349"/>
            <ac:grpSpMk id="19" creationId="{0289EBC4-D88F-2421-1C63-92CD7F454E32}"/>
          </ac:grpSpMkLst>
        </pc:grpChg>
        <pc:grpChg chg="del mod">
          <ac:chgData name="Llerena, Susana SNV-FR/S/E/O" userId="70c37d4e-d8fb-40c2-9796-68a292178d16" providerId="ADAL" clId="{4F146070-278B-4C09-AC93-CBA71DA1CFCC}" dt="2026-08-31T05:37:16.249" v="458" actId="165"/>
          <ac:grpSpMkLst>
            <pc:docMk/>
            <pc:sldMk cId="257835128" sldId="349"/>
            <ac:grpSpMk id="25" creationId="{629C30F6-193E-E680-3432-0DDFDE8B8590}"/>
          </ac:grpSpMkLst>
        </pc:grpChg>
        <pc:grpChg chg="add mod">
          <ac:chgData name="Llerena, Susana SNV-FR/S/E/O" userId="70c37d4e-d8fb-40c2-9796-68a292178d16" providerId="ADAL" clId="{4F146070-278B-4C09-AC93-CBA71DA1CFCC}" dt="2026-08-31T05:38:24.321" v="469" actId="1076"/>
          <ac:grpSpMkLst>
            <pc:docMk/>
            <pc:sldMk cId="257835128" sldId="349"/>
            <ac:grpSpMk id="29" creationId="{32554C1B-426F-4E1F-2B99-A742B18A4EB4}"/>
          </ac:grpSpMkLst>
        </pc:grpChg>
        <pc:grpChg chg="add mod">
          <ac:chgData name="Llerena, Susana SNV-FR/S/E/O" userId="70c37d4e-d8fb-40c2-9796-68a292178d16" providerId="ADAL" clId="{4F146070-278B-4C09-AC93-CBA71DA1CFCC}" dt="2026-08-31T05:38:24.321" v="469" actId="1076"/>
          <ac:grpSpMkLst>
            <pc:docMk/>
            <pc:sldMk cId="257835128" sldId="349"/>
            <ac:grpSpMk id="39" creationId="{E9F709CA-03F0-4FEB-1F0A-6356D0C1DEFB}"/>
          </ac:grpSpMkLst>
        </pc:grpChg>
        <pc:grpChg chg="add mod">
          <ac:chgData name="Llerena, Susana SNV-FR/S/E/O" userId="70c37d4e-d8fb-40c2-9796-68a292178d16" providerId="ADAL" clId="{4F146070-278B-4C09-AC93-CBA71DA1CFCC}" dt="2026-08-31T05:38:24.321" v="469" actId="1076"/>
          <ac:grpSpMkLst>
            <pc:docMk/>
            <pc:sldMk cId="257835128" sldId="349"/>
            <ac:grpSpMk id="49" creationId="{B04861FA-2190-9EFC-8E7C-4A4B1B2365D1}"/>
          </ac:grpSpMkLst>
        </pc:grpChg>
        <pc:grpChg chg="mod">
          <ac:chgData name="Llerena, Susana SNV-FR/S/E/O" userId="70c37d4e-d8fb-40c2-9796-68a292178d16" providerId="ADAL" clId="{4F146070-278B-4C09-AC93-CBA71DA1CFCC}" dt="2026-08-31T05:27:19.290" v="348" actId="1076"/>
          <ac:grpSpMkLst>
            <pc:docMk/>
            <pc:sldMk cId="257835128" sldId="349"/>
            <ac:grpSpMk id="235" creationId="{B076BE48-5388-0BA6-A191-BE59C4E44644}"/>
          </ac:grpSpMkLst>
        </pc:grpChg>
        <pc:grpChg chg="mod">
          <ac:chgData name="Llerena, Susana SNV-FR/S/E/O" userId="70c37d4e-d8fb-40c2-9796-68a292178d16" providerId="ADAL" clId="{4F146070-278B-4C09-AC93-CBA71DA1CFCC}" dt="2026-08-31T05:30:32.794" v="426" actId="1076"/>
          <ac:grpSpMkLst>
            <pc:docMk/>
            <pc:sldMk cId="257835128" sldId="349"/>
            <ac:grpSpMk id="236" creationId="{35965963-7496-62F6-F4AF-E19BBD70BED9}"/>
          </ac:grpSpMkLst>
        </pc:grpChg>
        <pc:grpChg chg="mod">
          <ac:chgData name="Llerena, Susana SNV-FR/S/E/O" userId="70c37d4e-d8fb-40c2-9796-68a292178d16" providerId="ADAL" clId="{4F146070-278B-4C09-AC93-CBA71DA1CFCC}" dt="2026-08-31T05:31:04.468" v="432" actId="1076"/>
          <ac:grpSpMkLst>
            <pc:docMk/>
            <pc:sldMk cId="257835128" sldId="349"/>
            <ac:grpSpMk id="237" creationId="{55CD4C2C-3B91-4B88-C35B-AA5263FF41BC}"/>
          </ac:grpSpMkLst>
        </pc:grpChg>
        <pc:grpChg chg="mod">
          <ac:chgData name="Llerena, Susana SNV-FR/S/E/O" userId="70c37d4e-d8fb-40c2-9796-68a292178d16" providerId="ADAL" clId="{4F146070-278B-4C09-AC93-CBA71DA1CFCC}" dt="2026-08-28T10:45:22.706" v="189" actId="1076"/>
          <ac:grpSpMkLst>
            <pc:docMk/>
            <pc:sldMk cId="257835128" sldId="349"/>
            <ac:grpSpMk id="238" creationId="{C0B73193-2B06-F8F7-961A-5AAA04FF7C63}"/>
          </ac:grpSpMkLst>
        </pc:grpChg>
        <pc:grpChg chg="mod">
          <ac:chgData name="Llerena, Susana SNV-FR/S/E/O" userId="70c37d4e-d8fb-40c2-9796-68a292178d16" providerId="ADAL" clId="{4F146070-278B-4C09-AC93-CBA71DA1CFCC}" dt="2026-08-28T10:45:22.706" v="189" actId="1076"/>
          <ac:grpSpMkLst>
            <pc:docMk/>
            <pc:sldMk cId="257835128" sldId="349"/>
            <ac:grpSpMk id="239" creationId="{FF55D16C-D1CD-A421-34DB-EA7DC4FCA887}"/>
          </ac:grpSpMkLst>
        </pc:grpChg>
        <pc:grpChg chg="mod">
          <ac:chgData name="Llerena, Susana SNV-FR/S/E/O" userId="70c37d4e-d8fb-40c2-9796-68a292178d16" providerId="ADAL" clId="{4F146070-278B-4C09-AC93-CBA71DA1CFCC}" dt="2026-08-28T10:53:39.461" v="228" actId="1076"/>
          <ac:grpSpMkLst>
            <pc:docMk/>
            <pc:sldMk cId="257835128" sldId="349"/>
            <ac:grpSpMk id="240" creationId="{26203F41-1125-1A0A-D837-8EB4B61CFBE0}"/>
          </ac:grpSpMkLst>
        </pc:grpChg>
        <pc:grpChg chg="mod">
          <ac:chgData name="Llerena, Susana SNV-FR/S/E/O" userId="70c37d4e-d8fb-40c2-9796-68a292178d16" providerId="ADAL" clId="{4F146070-278B-4C09-AC93-CBA71DA1CFCC}" dt="2026-08-28T10:53:44.148" v="229" actId="1076"/>
          <ac:grpSpMkLst>
            <pc:docMk/>
            <pc:sldMk cId="257835128" sldId="349"/>
            <ac:grpSpMk id="241" creationId="{013A3992-71AA-5B68-D55A-CE410862DAE0}"/>
          </ac:grpSpMkLst>
        </pc:grpChg>
        <pc:grpChg chg="mod">
          <ac:chgData name="Llerena, Susana SNV-FR/S/E/O" userId="70c37d4e-d8fb-40c2-9796-68a292178d16" providerId="ADAL" clId="{4F146070-278B-4C09-AC93-CBA71DA1CFCC}" dt="2026-08-31T06:56:13.749" v="537" actId="164"/>
          <ac:grpSpMkLst>
            <pc:docMk/>
            <pc:sldMk cId="257835128" sldId="349"/>
            <ac:grpSpMk id="244" creationId="{F82FC4E8-CC83-35E3-FF23-F5A964FC0523}"/>
          </ac:grpSpMkLst>
        </pc:grpChg>
        <pc:picChg chg="mod">
          <ac:chgData name="Llerena, Susana SNV-FR/S/E/O" userId="70c37d4e-d8fb-40c2-9796-68a292178d16" providerId="ADAL" clId="{4F146070-278B-4C09-AC93-CBA71DA1CFCC}" dt="2026-08-31T05:36:05.425" v="444" actId="165"/>
          <ac:picMkLst>
            <pc:docMk/>
            <pc:sldMk cId="257835128" sldId="349"/>
            <ac:picMk id="15" creationId="{A66206E4-C5BD-8191-A31A-C2A3C12AB9D9}"/>
          </ac:picMkLst>
        </pc:picChg>
        <pc:picChg chg="mod">
          <ac:chgData name="Llerena, Susana SNV-FR/S/E/O" userId="70c37d4e-d8fb-40c2-9796-68a292178d16" providerId="ADAL" clId="{4F146070-278B-4C09-AC93-CBA71DA1CFCC}" dt="2026-08-31T05:36:54.132" v="453" actId="165"/>
          <ac:picMkLst>
            <pc:docMk/>
            <pc:sldMk cId="257835128" sldId="349"/>
            <ac:picMk id="23" creationId="{82F35803-8E50-5C44-5ED4-F22FAA5FBB62}"/>
          </ac:picMkLst>
        </pc:picChg>
        <pc:picChg chg="mod topLvl">
          <ac:chgData name="Llerena, Susana SNV-FR/S/E/O" userId="70c37d4e-d8fb-40c2-9796-68a292178d16" providerId="ADAL" clId="{4F146070-278B-4C09-AC93-CBA71DA1CFCC}" dt="2026-08-31T05:38:17.975" v="468" actId="164"/>
          <ac:picMkLst>
            <pc:docMk/>
            <pc:sldMk cId="257835128" sldId="349"/>
            <ac:picMk id="34" creationId="{619AF03E-986B-B411-6B77-386E03D3EE49}"/>
          </ac:picMkLst>
        </pc:picChg>
      </pc:sldChg>
    </pc:docChg>
  </pc:docChgLst>
  <pc:docChgLst>
    <pc:chgData name="Dairova, Zhannat SI-FR/P" userId="7bf041ce-838c-4eaa-8319-0f58f2da6a52" providerId="ADAL" clId="{274A8B51-859E-4A15-A4FA-7E8B336403DD}"/>
    <pc:docChg chg="modSld">
      <pc:chgData name="Dairova, Zhannat SI-FR/P" userId="7bf041ce-838c-4eaa-8319-0f58f2da6a52" providerId="ADAL" clId="{274A8B51-859E-4A15-A4FA-7E8B336403DD}" dt="2026-09-01T16:28:48.937" v="1" actId="14100"/>
      <pc:docMkLst>
        <pc:docMk/>
      </pc:docMkLst>
      <pc:sldChg chg="modSp mod">
        <pc:chgData name="Dairova, Zhannat SI-FR/P" userId="7bf041ce-838c-4eaa-8319-0f58f2da6a52" providerId="ADAL" clId="{274A8B51-859E-4A15-A4FA-7E8B336403DD}" dt="2026-09-01T16:28:48.937" v="1" actId="14100"/>
        <pc:sldMkLst>
          <pc:docMk/>
          <pc:sldMk cId="257835128" sldId="349"/>
        </pc:sldMkLst>
        <pc:picChg chg="mod">
          <ac:chgData name="Dairova, Zhannat SI-FR/P" userId="7bf041ce-838c-4eaa-8319-0f58f2da6a52" providerId="ADAL" clId="{274A8B51-859E-4A15-A4FA-7E8B336403DD}" dt="2026-09-01T16:28:48.937" v="1" actId="14100"/>
          <ac:picMkLst>
            <pc:docMk/>
            <pc:sldMk cId="257835128" sldId="349"/>
            <ac:picMk id="2" creationId="{54AB24AB-1C1F-680C-DB0C-B94F1F643C5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01/09/2026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55A1B-D3B0-C2DD-3F62-F8C152A4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7471A-03F1-E927-6859-D6AB3AA0E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C529-345C-E0FD-A8F6-0DCAEC80A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578FA-75D1-7348-E3C3-7E4117A46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8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tiff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2096-CA38-7692-C4B0-E2FF22E6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ounded Rectangle 73">
            <a:extLst>
              <a:ext uri="{FF2B5EF4-FFF2-40B4-BE49-F238E27FC236}">
                <a16:creationId xmlns:a16="http://schemas.microsoft.com/office/drawing/2014/main" id="{D329604A-0163-76A5-9A8C-CAA8AE1DBA85}"/>
              </a:ext>
            </a:extLst>
          </p:cNvPr>
          <p:cNvSpPr/>
          <p:nvPr/>
        </p:nvSpPr>
        <p:spPr>
          <a:xfrm>
            <a:off x="1217538" y="13714430"/>
            <a:ext cx="8887968" cy="1014984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 b="1">
              <a:solidFill>
                <a:srgbClr val="2D2D2D"/>
              </a:solidFill>
              <a:latin typeface="ShellMedium" panose="00000600000000000000" pitchFamily="2" charset="0"/>
            </a:endParaRPr>
          </a:p>
        </p:txBody>
      </p:sp>
      <p:sp>
        <p:nvSpPr>
          <p:cNvPr id="189" name="Rectangle 188"/>
          <p:cNvSpPr/>
          <p:nvPr/>
        </p:nvSpPr>
        <p:spPr>
          <a:xfrm>
            <a:off x="929097" y="37347013"/>
            <a:ext cx="29048095" cy="4576521"/>
          </a:xfrm>
          <a:prstGeom prst="rect">
            <a:avLst/>
          </a:prstGeom>
          <a:noFill/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22960" y="11067389"/>
            <a:ext cx="29123640" cy="24963868"/>
          </a:xfrm>
          <a:prstGeom prst="rect">
            <a:avLst/>
          </a:prstGeom>
          <a:noFill/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54AB24AB-1C1F-680C-DB0C-B94F1F64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00" b="22800"/>
          <a:stretch/>
        </p:blipFill>
        <p:spPr>
          <a:xfrm>
            <a:off x="19649" y="0"/>
            <a:ext cx="30255564" cy="1065626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FE03099-EB5A-C255-D3DB-2E835FB461C6}"/>
              </a:ext>
            </a:extLst>
          </p:cNvPr>
          <p:cNvSpPr/>
          <p:nvPr/>
        </p:nvSpPr>
        <p:spPr>
          <a:xfrm>
            <a:off x="2087214" y="1065338"/>
            <a:ext cx="10066685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765BAB6-A531-34A0-A27B-7A86CCF82EFC}"/>
              </a:ext>
            </a:extLst>
          </p:cNvPr>
          <p:cNvSpPr/>
          <p:nvPr/>
        </p:nvSpPr>
        <p:spPr>
          <a:xfrm>
            <a:off x="2467692" y="1255577"/>
            <a:ext cx="13381907" cy="79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5617" b="1">
                <a:solidFill>
                  <a:srgbClr val="FFFFFF"/>
                </a:solidFill>
                <a:latin typeface="Aptos Display" pitchFamily="34" charset="0"/>
              </a:rPr>
              <a:t>COLLABORATION &amp; LEARNING</a:t>
            </a:r>
            <a:endParaRPr lang="en-US" sz="5617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D17CBA-3866-2A76-E03B-C4E1EC5F3F08}"/>
              </a:ext>
            </a:extLst>
          </p:cNvPr>
          <p:cNvSpPr/>
          <p:nvPr/>
        </p:nvSpPr>
        <p:spPr>
          <a:xfrm>
            <a:off x="1858929" y="4677935"/>
            <a:ext cx="19632659" cy="167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5400" b="0">
                <a:solidFill>
                  <a:srgbClr val="373737"/>
                </a:solidFill>
                <a:latin typeface="Arial"/>
              </a:rPr>
              <a:t>Connecting scenarios, models and market insight to make better decisions under uncertainty</a:t>
            </a:r>
            <a:endParaRPr lang="en-US" sz="54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E223A13-496C-8517-D77D-DA022C61EBA0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0806EFA-5908-888F-36AE-E2E0A61BF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115CB4B-7FC1-676A-3AC6-69EEFF07CEF0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20">
                <a:solidFill>
                  <a:srgbClr val="5F5F5F"/>
                </a:solidFill>
                <a:latin typeface="Aptos" panose="020B0004020202020204" pitchFamily="34" charset="0"/>
              </a:rPr>
              <a:t>Susana Llerena - </a:t>
            </a:r>
            <a:r>
              <a:rPr lang="en-US" sz="5620" b="0">
                <a:solidFill>
                  <a:srgbClr val="5F5F5F"/>
                </a:solidFill>
                <a:latin typeface="Aptos" panose="020B0004020202020204" pitchFamily="34" charset="0"/>
              </a:rPr>
              <a:t>Martin Haigh </a:t>
            </a:r>
            <a:endParaRPr sz="5620" b="0">
              <a:solidFill>
                <a:srgbClr val="5F5F5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27670C8-49D3-7DB1-33C7-8A25F401506D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3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3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F6B03A9-7737-5E4A-2465-9F3AD215B9A7}"/>
              </a:ext>
            </a:extLst>
          </p:cNvPr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5400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0"/>
          </a:p>
          <a:p>
            <a:pPr algn="ctr"/>
            <a:r>
              <a:rPr lang="en-US" sz="5400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0"/>
          </a:p>
          <a:p>
            <a:pPr algn="ctr"/>
            <a:r>
              <a:rPr lang="en-US" sz="5400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DAEE0EEE-0412-450C-8178-F292864BAD97}"/>
              </a:ext>
            </a:extLst>
          </p:cNvPr>
          <p:cNvSpPr/>
          <p:nvPr/>
        </p:nvSpPr>
        <p:spPr>
          <a:xfrm>
            <a:off x="1615297" y="42231285"/>
            <a:ext cx="6930389" cy="579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>
                <a:solidFill>
                  <a:srgbClr val="5A5A5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B5FE52C-383B-A4F2-1B2C-FD54036F6DC3}"/>
              </a:ext>
            </a:extLst>
          </p:cNvPr>
          <p:cNvSpPr/>
          <p:nvPr/>
        </p:nvSpPr>
        <p:spPr>
          <a:xfrm>
            <a:off x="22655725" y="42231285"/>
            <a:ext cx="5371051" cy="579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1100">
                <a:solidFill>
                  <a:srgbClr val="5A5A5A"/>
                </a:solidFill>
                <a:latin typeface="Arial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345A79-E3D2-0FFB-D739-FBC8162D5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sp>
        <p:nvSpPr>
          <p:cNvPr id="27" name="Rounded Rectangle 26"/>
          <p:cNvSpPr/>
          <p:nvPr/>
        </p:nvSpPr>
        <p:spPr>
          <a:xfrm>
            <a:off x="1132520" y="11269056"/>
            <a:ext cx="28666440" cy="2201057"/>
          </a:xfrm>
          <a:prstGeom prst="roundRect">
            <a:avLst>
              <a:gd name="adj" fmla="val 8000"/>
            </a:avLst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ShellMedium" panose="000006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76391" y="11274555"/>
            <a:ext cx="7914418" cy="2677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DD0000"/>
                </a:solidFill>
                <a:latin typeface="ShellMedium" panose="00000600000000000000" pitchFamily="2" charset="0"/>
              </a:rPr>
              <a:t>CHALLENGE</a:t>
            </a:r>
            <a:endParaRPr lang="en-US" sz="2800" b="1">
              <a:solidFill>
                <a:srgbClr val="DD0000"/>
              </a:solidFill>
              <a:latin typeface="ShellMedium" panose="00000600000000000000" pitchFamily="2" charset="0"/>
            </a:endParaRPr>
          </a:p>
          <a:p>
            <a:pPr algn="just">
              <a:defRPr/>
            </a:pPr>
            <a:r>
              <a:rPr kumimoji="0" lang="en-US" sz="280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hellMedium" panose="00000600000000000000" pitchFamily="2" charset="0"/>
              </a:rPr>
              <a:t>Energy decisions combine </a:t>
            </a:r>
            <a:r>
              <a:rPr lang="en-GB" sz="2800">
                <a:latin typeface="ShellMedium" panose="00000600000000000000" pitchFamily="2" charset="0"/>
              </a:rPr>
              <a:t>market dynamics, economic development, political choices, technology choices, CO</a:t>
            </a:r>
            <a:r>
              <a:rPr lang="en-GB" sz="2800" baseline="-25000">
                <a:latin typeface="ShellMedium" panose="00000600000000000000" pitchFamily="2" charset="0"/>
              </a:rPr>
              <a:t>2</a:t>
            </a:r>
            <a:r>
              <a:rPr lang="en-GB" sz="2800">
                <a:latin typeface="ShellMedium" panose="00000600000000000000" pitchFamily="2" charset="0"/>
              </a:rPr>
              <a:t> and physical system constraints.</a:t>
            </a:r>
            <a:endParaRPr lang="en-NL" sz="2800">
              <a:latin typeface="ShellMedium" panose="00000600000000000000" pitchFamily="2" charset="0"/>
            </a:endParaRPr>
          </a:p>
          <a:p>
            <a:pPr algn="l"/>
            <a:endParaRPr sz="2800" b="1">
              <a:solidFill>
                <a:srgbClr val="DD0000"/>
              </a:solidFill>
              <a:latin typeface="ShellMedium" panose="00000600000000000000" pitchFamily="2" charset="0"/>
            </a:endParaRPr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0B73193-2B06-F8F7-961A-5AAA04FF7C63}"/>
              </a:ext>
            </a:extLst>
          </p:cNvPr>
          <p:cNvGrpSpPr/>
          <p:nvPr/>
        </p:nvGrpSpPr>
        <p:grpSpPr>
          <a:xfrm>
            <a:off x="10031442" y="11816063"/>
            <a:ext cx="749808" cy="749808"/>
            <a:chOff x="9395108" y="12893481"/>
            <a:chExt cx="749808" cy="749808"/>
          </a:xfrm>
        </p:grpSpPr>
        <p:sp>
          <p:nvSpPr>
            <p:cNvPr id="30" name="Oval 29"/>
            <p:cNvSpPr/>
            <p:nvPr/>
          </p:nvSpPr>
          <p:spPr>
            <a:xfrm>
              <a:off x="9395108" y="12893481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395108" y="13022164"/>
              <a:ext cx="749808" cy="4924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ShellMedium" panose="00000600000000000000" pitchFamily="2" charset="0"/>
                </a:rPr>
                <a:t>1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0927554" y="11706335"/>
            <a:ext cx="3657600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3200" b="1">
                <a:latin typeface="ShellMedium" panose="00000600000000000000" pitchFamily="2" charset="0"/>
              </a:rPr>
              <a:t>FRAME</a:t>
            </a:r>
            <a:endParaRPr lang="en-US" sz="3200" b="1">
              <a:latin typeface="ShellMedium" panose="00000600000000000000" pitchFamily="2" charset="0"/>
            </a:endParaRPr>
          </a:p>
          <a:p>
            <a:pPr marL="0" marR="0" lvl="0" indent="0" algn="l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Scenarios</a:t>
            </a: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F55D16C-D1CD-A421-34DB-EA7DC4FCA887}"/>
              </a:ext>
            </a:extLst>
          </p:cNvPr>
          <p:cNvGrpSpPr/>
          <p:nvPr/>
        </p:nvGrpSpPr>
        <p:grpSpPr>
          <a:xfrm>
            <a:off x="13061231" y="11725595"/>
            <a:ext cx="841668" cy="749808"/>
            <a:chOff x="13708058" y="12871235"/>
            <a:chExt cx="749808" cy="749808"/>
          </a:xfrm>
        </p:grpSpPr>
        <p:sp>
          <p:nvSpPr>
            <p:cNvPr id="35" name="Oval 34"/>
            <p:cNvSpPr/>
            <p:nvPr/>
          </p:nvSpPr>
          <p:spPr>
            <a:xfrm>
              <a:off x="13708058" y="12871235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708058" y="12999918"/>
              <a:ext cx="749808" cy="4924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ShellMedium" panose="00000600000000000000" pitchFamily="2" charset="0"/>
                </a:rPr>
                <a:t>2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3957342" y="11615867"/>
            <a:ext cx="4605856" cy="15696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>
                <a:latin typeface="ShellMedium" panose="00000600000000000000" pitchFamily="2" charset="0"/>
              </a:rPr>
              <a:t>SIMULATE</a:t>
            </a:r>
            <a:endParaRPr sz="3200" b="1">
              <a:latin typeface="ShellMedium" panose="00000600000000000000" pitchFamily="2" charset="0"/>
            </a:endParaRPr>
          </a:p>
          <a:p>
            <a:pPr algn="l"/>
            <a:r>
              <a:rPr sz="3200" b="0">
                <a:latin typeface="ShellMedium" panose="00000600000000000000" pitchFamily="2" charset="0"/>
              </a:rPr>
              <a:t>WEM • GSM • Road Fleet</a:t>
            </a:r>
          </a:p>
        </p:txBody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6203F41-1125-1A0A-D837-8EB4B61CFBE0}"/>
              </a:ext>
            </a:extLst>
          </p:cNvPr>
          <p:cNvGrpSpPr/>
          <p:nvPr/>
        </p:nvGrpSpPr>
        <p:grpSpPr>
          <a:xfrm>
            <a:off x="18457442" y="11834657"/>
            <a:ext cx="749808" cy="749808"/>
            <a:chOff x="20189319" y="12924927"/>
            <a:chExt cx="749808" cy="749808"/>
          </a:xfrm>
        </p:grpSpPr>
        <p:sp>
          <p:nvSpPr>
            <p:cNvPr id="40" name="Oval 39"/>
            <p:cNvSpPr/>
            <p:nvPr/>
          </p:nvSpPr>
          <p:spPr>
            <a:xfrm>
              <a:off x="20189319" y="12924927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0189319" y="13053610"/>
              <a:ext cx="749808" cy="4924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ShellMedium" panose="00000600000000000000" pitchFamily="2" charset="0"/>
                </a:rPr>
                <a:t>3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9357576" y="11640493"/>
            <a:ext cx="4268023" cy="107721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3200" b="1">
                <a:latin typeface="ShellMedium" panose="00000600000000000000" pitchFamily="2" charset="0"/>
              </a:rPr>
              <a:t>OPTIMISE
 RTT • FESM</a:t>
            </a:r>
            <a:r>
              <a:rPr lang="en-NL" sz="3200" b="1">
                <a:latin typeface="ShellMedium" panose="00000600000000000000" pitchFamily="2" charset="0"/>
              </a:rPr>
              <a:t> •</a:t>
            </a:r>
            <a:r>
              <a:rPr lang="en-US" sz="3200" b="1">
                <a:latin typeface="ShellMedium" panose="00000600000000000000" pitchFamily="2" charset="0"/>
              </a:rPr>
              <a:t>  </a:t>
            </a:r>
            <a:r>
              <a:rPr lang="en-GB" sz="3200" b="1">
                <a:latin typeface="ShellMedium" panose="00000600000000000000" pitchFamily="2" charset="0"/>
              </a:rPr>
              <a:t>Power</a:t>
            </a:r>
            <a:endParaRPr lang="en-US" sz="3200" b="1">
              <a:solidFill>
                <a:srgbClr val="2D2D2D"/>
              </a:solidFill>
              <a:latin typeface="ShellMedium" panose="00000600000000000000" pitchFamily="2" charset="0"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13A3992-71AA-5B68-D55A-CE410862DAE0}"/>
              </a:ext>
            </a:extLst>
          </p:cNvPr>
          <p:cNvGrpSpPr/>
          <p:nvPr/>
        </p:nvGrpSpPr>
        <p:grpSpPr>
          <a:xfrm>
            <a:off x="23710744" y="11709888"/>
            <a:ext cx="766824" cy="706115"/>
            <a:chOff x="24666210" y="12871235"/>
            <a:chExt cx="749808" cy="749808"/>
          </a:xfrm>
        </p:grpSpPr>
        <p:sp>
          <p:nvSpPr>
            <p:cNvPr id="45" name="Oval 44"/>
            <p:cNvSpPr/>
            <p:nvPr/>
          </p:nvSpPr>
          <p:spPr>
            <a:xfrm>
              <a:off x="24666210" y="12871235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4666210" y="12999918"/>
              <a:ext cx="749808" cy="4924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ShellMedium" panose="00000600000000000000" pitchFamily="2" charset="0"/>
                </a:rPr>
                <a:t>4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24763281" y="11622266"/>
            <a:ext cx="4933040" cy="15696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3200" b="1">
                <a:solidFill>
                  <a:srgbClr val="5F5F5F"/>
                </a:solidFill>
                <a:latin typeface="ShellMedium" panose="00000600000000000000" pitchFamily="2" charset="0"/>
              </a:rPr>
              <a:t>METHODS &amp; REPORTING</a:t>
            </a:r>
          </a:p>
          <a:p>
            <a:r>
              <a:rPr lang="en-GB" sz="3200" b="1">
                <a:solidFill>
                  <a:srgbClr val="5F5F5F"/>
                </a:solidFill>
                <a:latin typeface="ShellMedium" panose="00000600000000000000" pitchFamily="2" charset="0"/>
              </a:rPr>
              <a:t>Geneva </a:t>
            </a:r>
            <a:r>
              <a:rPr lang="en-GB" sz="3200" b="1">
                <a:latin typeface="ShellMedium" panose="00000600000000000000" pitchFamily="2" charset="0"/>
              </a:rPr>
              <a:t>• LNG </a:t>
            </a:r>
            <a:r>
              <a:rPr lang="en-GB" sz="3200" b="1">
                <a:solidFill>
                  <a:srgbClr val="5F5F5F"/>
                </a:solidFill>
                <a:latin typeface="ShellMedium" panose="00000600000000000000" pitchFamily="2" charset="0"/>
              </a:rPr>
              <a:t>• System Dynamics • Statistics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19" y="14252900"/>
            <a:ext cx="8065008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ShellMedium" panose="00000600000000000000" pitchFamily="2" charset="0"/>
              </a:rPr>
              <a:t>1  BUILD A COHERENT VIEW OF THE FUTURE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04921" y="21295763"/>
            <a:ext cx="8275320" cy="25545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3200" b="1">
                <a:solidFill>
                  <a:srgbClr val="DD0000"/>
                </a:solidFill>
                <a:latin typeface="ShellMedium" panose="00000600000000000000" pitchFamily="2" charset="0"/>
              </a:rPr>
              <a:t>IMPACT</a:t>
            </a:r>
          </a:p>
          <a:p>
            <a:r>
              <a:rPr sz="3200">
                <a:latin typeface="ShellMedium" panose="00000600000000000000" pitchFamily="2" charset="0"/>
              </a:rPr>
              <a:t>Start from physical system fundamentals, then connect demand, supply, power, and mobility into a consistent view of possible futures.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1114705" y="13724626"/>
            <a:ext cx="8603702" cy="10149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1240508" y="14143873"/>
            <a:ext cx="8065008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ShellMedium" panose="00000600000000000000" pitchFamily="2" charset="0"/>
              </a:rPr>
              <a:t>3  DESIGN RESILIENT LOW-CARBON CHOICES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8746" y="14901729"/>
            <a:ext cx="8065008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DD0000"/>
                </a:solidFill>
                <a:latin typeface="ShellMedium" panose="00000600000000000000" pitchFamily="2" charset="0"/>
              </a:defRPr>
            </a:lvl1pPr>
          </a:lstStyle>
          <a:p>
            <a:r>
              <a:rPr err="1"/>
              <a:t>Optimisation</a:t>
            </a:r>
            <a:r>
              <a:t> + system </a:t>
            </a:r>
            <a:r>
              <a:rPr err="1"/>
              <a:t>behaviour</a:t>
            </a:r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7594137" y="19697323"/>
            <a:ext cx="1858327" cy="1297088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000" b="1">
                <a:solidFill>
                  <a:srgbClr val="2D2D2D"/>
                </a:solidFill>
                <a:latin typeface="ShellMedium" panose="00000600000000000000" pitchFamily="2" charset="0"/>
              </a:rPr>
              <a:t>POWER Fundamentals</a:t>
            </a:r>
            <a:endParaRPr sz="2000" b="1">
              <a:solidFill>
                <a:srgbClr val="2D2D2D"/>
              </a:solidFill>
              <a:latin typeface="ShellMedium" panose="00000600000000000000" pitchFamily="2" charset="0"/>
            </a:endParaRPr>
          </a:p>
        </p:txBody>
      </p:sp>
      <p:sp>
        <p:nvSpPr>
          <p:cNvPr id="121" name="Rounded Rectangle 120"/>
          <p:cNvSpPr/>
          <p:nvPr/>
        </p:nvSpPr>
        <p:spPr>
          <a:xfrm>
            <a:off x="25850436" y="16325130"/>
            <a:ext cx="3341807" cy="2455058"/>
          </a:xfrm>
          <a:prstGeom prst="roundRect">
            <a:avLst>
              <a:gd name="adj" fmla="val 12000"/>
            </a:avLst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404040"/>
                </a:solidFill>
              </a:defRPr>
            </a:pPr>
            <a:r>
              <a:rPr>
                <a:latin typeface="ShellMedium" panose="00000600000000000000" pitchFamily="2" charset="0"/>
              </a:rPr>
              <a:t>FUTURE ENERGY SYSTEM MODEL (FESM)</a:t>
            </a:r>
          </a:p>
          <a:p>
            <a:pPr algn="ctr">
              <a:defRPr sz="1600">
                <a:solidFill>
                  <a:srgbClr val="404040"/>
                </a:solidFill>
              </a:defRPr>
            </a:pPr>
            <a:r>
              <a:rPr>
                <a:latin typeface="ShellMedium" panose="00000600000000000000" pitchFamily="2" charset="0"/>
              </a:rPr>
              <a:t>technology • location • infrastructure • cost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1510050" y="19205448"/>
            <a:ext cx="4029963" cy="1231565"/>
          </a:xfrm>
          <a:prstGeom prst="roundRect">
            <a:avLst>
              <a:gd name="adj" fmla="val 12000"/>
            </a:avLst>
          </a:prstGeom>
          <a:solidFill>
            <a:srgbClr val="ED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2D2D2D"/>
                </a:solidFill>
                <a:latin typeface="ShellMedium" panose="00000600000000000000" pitchFamily="2" charset="0"/>
              </a:rPr>
              <a:t>SYSTEM DYNAMICS</a:t>
            </a:r>
          </a:p>
          <a:p>
            <a:pPr algn="ctr"/>
            <a:r>
              <a:rPr lang="en-US" sz="2000">
                <a:solidFill>
                  <a:srgbClr val="5F5F5F"/>
                </a:solidFill>
                <a:latin typeface="ShellMedium" panose="00000600000000000000" pitchFamily="2" charset="0"/>
              </a:rPr>
              <a:t>feedback • delays • </a:t>
            </a:r>
            <a:r>
              <a:rPr lang="en-US" sz="2000" err="1">
                <a:solidFill>
                  <a:srgbClr val="5F5F5F"/>
                </a:solidFill>
                <a:latin typeface="ShellMedium" panose="00000600000000000000" pitchFamily="2" charset="0"/>
              </a:rPr>
              <a:t>behaviour</a:t>
            </a:r>
            <a:endParaRPr sz="2000">
              <a:latin typeface="ShellMedium" panose="00000600000000000000" pitchFamily="2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1607018" y="21515334"/>
            <a:ext cx="8225486" cy="20621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GB" sz="3200" b="1">
                <a:solidFill>
                  <a:srgbClr val="DD0000"/>
                </a:solidFill>
                <a:latin typeface="ShellMedium" panose="00000600000000000000" pitchFamily="2" charset="0"/>
              </a:rPr>
              <a:t>IMPACT</a:t>
            </a:r>
          </a:p>
          <a:p>
            <a:pPr algn="l"/>
            <a:r>
              <a:rPr sz="3200" b="0">
                <a:latin typeface="ShellMedium" panose="00000600000000000000" pitchFamily="2" charset="0"/>
              </a:rPr>
              <a:t>Compare technology and location choices, then understand how feedback and system </a:t>
            </a:r>
            <a:r>
              <a:rPr sz="3200" b="0" err="1">
                <a:latin typeface="ShellMedium" panose="00000600000000000000" pitchFamily="2" charset="0"/>
              </a:rPr>
              <a:t>behaviour</a:t>
            </a:r>
            <a:r>
              <a:rPr sz="3200" b="0">
                <a:latin typeface="ShellMedium" panose="00000600000000000000" pitchFamily="2" charset="0"/>
              </a:rPr>
              <a:t> can change the outcome.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252295" y="24227721"/>
            <a:ext cx="28466112" cy="2993397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hellMedium" panose="00000600000000000000" pitchFamily="2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474929" y="24374064"/>
            <a:ext cx="12238416" cy="269304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GB" sz="3200" b="1">
                <a:solidFill>
                  <a:srgbClr val="FFCD00"/>
                </a:solidFill>
                <a:latin typeface="ShellMedium" panose="00000600000000000000" pitchFamily="2" charset="0"/>
              </a:rPr>
              <a:t>COMPLETE THE PICTURE</a:t>
            </a:r>
          </a:p>
          <a:p>
            <a:pPr algn="l"/>
            <a:endParaRPr lang="en-US" sz="2700" b="1">
              <a:solidFill>
                <a:srgbClr val="FFFFFF"/>
              </a:solidFill>
              <a:latin typeface="ShellMedium" panose="00000600000000000000" pitchFamily="2" charset="0"/>
            </a:endParaRPr>
          </a:p>
          <a:p>
            <a:pPr algn="l"/>
            <a:r>
              <a:rPr sz="2700" b="1">
                <a:solidFill>
                  <a:srgbClr val="FFFFFF"/>
                </a:solidFill>
                <a:latin typeface="ShellMedium" panose="00000600000000000000" pitchFamily="2" charset="0"/>
              </a:rPr>
              <a:t>CO₂ MODELLING + NET CARBON INTENSITY</a:t>
            </a:r>
            <a:endParaRPr lang="en-US" sz="2700" b="1">
              <a:solidFill>
                <a:srgbClr val="FFFFFF"/>
              </a:solidFill>
              <a:latin typeface="ShellMedium" panose="00000600000000000000" pitchFamily="2" charset="0"/>
            </a:endParaRPr>
          </a:p>
          <a:p>
            <a:r>
              <a:rPr lang="en-US" sz="2800">
                <a:solidFill>
                  <a:srgbClr val="FFFFFF"/>
                </a:solidFill>
                <a:latin typeface="ShellMedium" panose="00000600000000000000" pitchFamily="2" charset="0"/>
              </a:rPr>
              <a:t>Connect policy, abatement economics and lifecycle carbon performance to asset and portfolio decisions.</a:t>
            </a:r>
          </a:p>
          <a:p>
            <a:pPr algn="l"/>
            <a:endParaRPr sz="2700" b="1">
              <a:solidFill>
                <a:srgbClr val="FFFFFF"/>
              </a:solidFill>
              <a:latin typeface="ShellMedium" panose="00000600000000000000" pitchFamily="2" charset="0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14262800" y="24729102"/>
            <a:ext cx="4514286" cy="188393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2D2D2D"/>
                </a:solidFill>
                <a:latin typeface="ShellMedium" panose="00000600000000000000" pitchFamily="2" charset="0"/>
              </a:rPr>
              <a:t>POLICY &amp; PRICE</a:t>
            </a:r>
          </a:p>
          <a:p>
            <a:pPr algn="ctr"/>
            <a:r>
              <a:rPr lang="en-US" sz="3200">
                <a:solidFill>
                  <a:srgbClr val="5F5F5F"/>
                </a:solidFill>
                <a:latin typeface="ShellMedium" panose="00000600000000000000" pitchFamily="2" charset="0"/>
              </a:rPr>
              <a:t>ETS • CBAM • CO₂ PSVs</a:t>
            </a:r>
            <a:endParaRPr sz="2400">
              <a:latin typeface="ShellMedium" panose="00000600000000000000" pitchFamily="2" charset="0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19252907" y="24729102"/>
            <a:ext cx="4514286" cy="188393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ABATEMENT</a:t>
            </a:r>
          </a:p>
          <a:p>
            <a:pPr marL="0" marR="0" lvl="0" indent="0" algn="ctr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efficiency • electrification • CCS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4243014" y="24729102"/>
            <a:ext cx="4514286" cy="188393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IMPACT</a:t>
            </a:r>
          </a:p>
          <a:p>
            <a:pPr marL="0" marR="0" lvl="0" indent="0" algn="ctr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asset economics • NCI portfolio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17319" y="27374860"/>
            <a:ext cx="2770632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2D2D2D"/>
                </a:solidFill>
                <a:latin typeface="ShellMedium" panose="00000600000000000000" pitchFamily="2" charset="0"/>
              </a:rPr>
              <a:t>TOOLS THAT EXTEND THE LENS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446564" y="28043718"/>
            <a:ext cx="8778240" cy="1874519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TIME SERIES</a:t>
            </a:r>
          </a:p>
          <a:p>
            <a:pPr marL="0" marR="0" lvl="0" indent="0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patterns • trends • forecasting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931068" y="28061569"/>
            <a:ext cx="8778240" cy="1874519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L" sz="3200" b="1">
                <a:solidFill>
                  <a:schemeClr val="tx1">
                    <a:lumMod val="50000"/>
                  </a:schemeClr>
                </a:solidFill>
                <a:latin typeface="ShellMedium" panose="00000600000000000000" pitchFamily="2" charset="0"/>
                <a:cs typeface="Arial" panose="020B0604020202020204" pitchFamily="34" charset="0"/>
              </a:rPr>
              <a:t>DISCRETE EVENT SIMULATION</a:t>
            </a:r>
            <a:endParaRPr lang="en-US" sz="3200" b="1">
              <a:solidFill>
                <a:schemeClr val="tx1">
                  <a:lumMod val="50000"/>
                </a:schemeClr>
              </a:solidFill>
              <a:latin typeface="ShellMedium" panose="00000600000000000000" pitchFamily="2" charset="0"/>
              <a:cs typeface="Arial" panose="020B0604020202020204" pitchFamily="34" charset="0"/>
            </a:endParaRPr>
          </a:p>
          <a:p>
            <a:r>
              <a:rPr lang="en-GB" sz="3200">
                <a:solidFill>
                  <a:srgbClr val="5F5F5F"/>
                </a:solidFill>
                <a:latin typeface="ShellMedium" panose="00000600000000000000" pitchFamily="2" charset="0"/>
              </a:rPr>
              <a:t>logistics • variability • operability</a:t>
            </a:r>
            <a:endParaRPr sz="3200">
              <a:latin typeface="ShellMedium" panose="00000600000000000000" pitchFamily="2" charset="0"/>
            </a:endParaRPr>
          </a:p>
        </p:txBody>
      </p:sp>
      <p:sp>
        <p:nvSpPr>
          <p:cNvPr id="158" name="Rounded Rectangle 157"/>
          <p:cNvSpPr/>
          <p:nvPr/>
        </p:nvSpPr>
        <p:spPr>
          <a:xfrm>
            <a:off x="20415572" y="28072380"/>
            <a:ext cx="8778240" cy="1874519"/>
          </a:xfrm>
          <a:prstGeom prst="roundRect">
            <a:avLst>
              <a:gd name="adj" fmla="val 8000"/>
            </a:avLst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AGENT-BASED MODELLING</a:t>
            </a:r>
          </a:p>
          <a:p>
            <a:pPr marL="0" marR="0" lvl="0" indent="0" algn="l" defTabSz="46769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actors • markets • emergent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hellMedium" panose="00000600000000000000" pitchFamily="2" charset="0"/>
                <a:ea typeface="+mn-ea"/>
                <a:cs typeface="+mn-cs"/>
              </a:rPr>
              <a:t>behaviour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hellMedium" panose="00000600000000000000" pitchFamily="2" charset="0"/>
              <a:ea typeface="+mn-ea"/>
              <a:cs typeface="+mn-cs"/>
            </a:endParaRPr>
          </a:p>
        </p:txBody>
      </p:sp>
      <p:sp>
        <p:nvSpPr>
          <p:cNvPr id="164" name="Rounded Rectangle 163"/>
          <p:cNvSpPr/>
          <p:nvPr/>
        </p:nvSpPr>
        <p:spPr>
          <a:xfrm>
            <a:off x="1273759" y="37763897"/>
            <a:ext cx="8119682" cy="30530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>
                <a:solidFill>
                  <a:srgbClr val="2D2D2D"/>
                </a:solidFill>
                <a:latin typeface="ShellMedium" panose="00000600000000000000" pitchFamily="2" charset="0"/>
              </a:rPr>
              <a:t>         START WITH THE DECISION</a:t>
            </a:r>
          </a:p>
          <a:p>
            <a:pPr marL="985838">
              <a:defRPr/>
            </a:pPr>
            <a:r>
              <a:rPr lang="en-US" sz="3200">
                <a:solidFill>
                  <a:srgbClr val="2D2D2D"/>
                </a:solidFill>
                <a:latin typeface="ShellMedium" panose="00000600000000000000" pitchFamily="2" charset="0"/>
              </a:rPr>
              <a:t>Choose the question first — then select the lens.</a:t>
            </a:r>
          </a:p>
          <a:p>
            <a:pPr algn="ctr"/>
            <a:endParaRPr sz="3200">
              <a:latin typeface="ShellMedium" panose="00000600000000000000" pitchFamily="2" charset="0"/>
            </a:endParaRP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B076BE48-5388-0BA6-A191-BE59C4E44644}"/>
              </a:ext>
            </a:extLst>
          </p:cNvPr>
          <p:cNvGrpSpPr/>
          <p:nvPr/>
        </p:nvGrpSpPr>
        <p:grpSpPr>
          <a:xfrm>
            <a:off x="1517486" y="38145065"/>
            <a:ext cx="682886" cy="633910"/>
            <a:chOff x="1951561" y="36250502"/>
            <a:chExt cx="749808" cy="749808"/>
          </a:xfrm>
        </p:grpSpPr>
        <p:sp>
          <p:nvSpPr>
            <p:cNvPr id="165" name="Oval 164"/>
            <p:cNvSpPr/>
            <p:nvPr/>
          </p:nvSpPr>
          <p:spPr>
            <a:xfrm>
              <a:off x="1951561" y="36250502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1951561" y="36379185"/>
              <a:ext cx="749808" cy="4924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ShellMedium" panose="00000600000000000000" pitchFamily="2" charset="0"/>
                </a:rPr>
                <a:t>1</a:t>
              </a:r>
            </a:p>
          </p:txBody>
        </p:sp>
      </p:grpSp>
      <p:sp>
        <p:nvSpPr>
          <p:cNvPr id="169" name="Rounded Rectangle 168"/>
          <p:cNvSpPr/>
          <p:nvPr/>
        </p:nvSpPr>
        <p:spPr>
          <a:xfrm>
            <a:off x="2017229" y="39853810"/>
            <a:ext cx="6981551" cy="740667"/>
          </a:xfrm>
          <a:prstGeom prst="roundRect">
            <a:avLst>
              <a:gd name="adj" fmla="val 30000"/>
            </a:avLst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>
                <a:solidFill>
                  <a:srgbClr val="DD0000"/>
                </a:solidFill>
                <a:latin typeface="ShellMedium" panose="00000600000000000000" pitchFamily="2" charset="0"/>
              </a:rPr>
              <a:t>FRAME IT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330138" y="37818621"/>
            <a:ext cx="9331131" cy="3043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85838"/>
            <a:r>
              <a:rPr lang="en-US" sz="3200" b="1">
                <a:solidFill>
                  <a:srgbClr val="2D2D2D"/>
                </a:solidFill>
                <a:latin typeface="ShellMedium" panose="00000600000000000000" pitchFamily="2" charset="0"/>
              </a:rPr>
              <a:t>CONNECT DATA + JUDGEMENT</a:t>
            </a:r>
          </a:p>
          <a:p>
            <a:pPr marL="896938" lvl="0">
              <a:defRPr/>
            </a:pPr>
            <a:r>
              <a:rPr lang="en-US" sz="3200">
                <a:solidFill>
                  <a:srgbClr val="2D2D2D"/>
                </a:solidFill>
                <a:latin typeface="ShellMedium" panose="00000600000000000000" pitchFamily="2" charset="0"/>
              </a:rPr>
              <a:t>Use structured data for consistency; judgement for context.</a:t>
            </a:r>
          </a:p>
          <a:p>
            <a:pPr algn="ctr"/>
            <a:endParaRPr sz="3200">
              <a:latin typeface="ShellMedium" panose="00000600000000000000" pitchFamily="2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35965963-7496-62F6-F4AF-E19BBD70BED9}"/>
              </a:ext>
            </a:extLst>
          </p:cNvPr>
          <p:cNvGrpSpPr/>
          <p:nvPr/>
        </p:nvGrpSpPr>
        <p:grpSpPr>
          <a:xfrm>
            <a:off x="10618473" y="38194120"/>
            <a:ext cx="682886" cy="633910"/>
            <a:chOff x="11155680" y="35798760"/>
            <a:chExt cx="749808" cy="749808"/>
          </a:xfrm>
        </p:grpSpPr>
        <p:sp>
          <p:nvSpPr>
            <p:cNvPr id="172" name="Oval 171"/>
            <p:cNvSpPr/>
            <p:nvPr/>
          </p:nvSpPr>
          <p:spPr>
            <a:xfrm>
              <a:off x="11155680" y="35798760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11155680" y="35927443"/>
              <a:ext cx="749808" cy="4924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ShellMedium" panose="00000600000000000000" pitchFamily="2" charset="0"/>
                </a:rPr>
                <a:t>2</a:t>
              </a:r>
            </a:p>
          </p:txBody>
        </p:sp>
      </p:grpSp>
      <p:sp>
        <p:nvSpPr>
          <p:cNvPr id="176" name="Rounded Rectangle 175"/>
          <p:cNvSpPr/>
          <p:nvPr/>
        </p:nvSpPr>
        <p:spPr>
          <a:xfrm>
            <a:off x="11738185" y="39940185"/>
            <a:ext cx="7038901" cy="689294"/>
          </a:xfrm>
          <a:prstGeom prst="roundRect">
            <a:avLst>
              <a:gd name="adj" fmla="val 30000"/>
            </a:avLst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>
                <a:solidFill>
                  <a:srgbClr val="DD0000"/>
                </a:solidFill>
                <a:latin typeface="ShellMedium" panose="00000600000000000000" pitchFamily="2" charset="0"/>
              </a:rPr>
              <a:t>CONNECT IT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0450065" y="37818620"/>
            <a:ext cx="8119682" cy="30439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85838"/>
            <a:r>
              <a:rPr lang="en-US" sz="3200" b="1">
                <a:solidFill>
                  <a:srgbClr val="2D2D2D"/>
                </a:solidFill>
                <a:latin typeface="ShellMedium" panose="00000600000000000000" pitchFamily="2" charset="0"/>
              </a:rPr>
              <a:t>CONTEXT FOR STRATEGY</a:t>
            </a:r>
          </a:p>
          <a:p>
            <a:pPr marL="985838"/>
            <a:r>
              <a:rPr lang="en-US" sz="3200">
                <a:solidFill>
                  <a:srgbClr val="2D2D2D"/>
                </a:solidFill>
                <a:latin typeface="ShellMedium" panose="00000600000000000000" pitchFamily="2" charset="0"/>
              </a:rPr>
              <a:t>Show ranges, feedback and what remains robust.</a:t>
            </a:r>
          </a:p>
          <a:p>
            <a:pPr algn="ctr"/>
            <a:endParaRPr sz="3200">
              <a:latin typeface="ShellMedium" panose="00000600000000000000" pitchFamily="2" charset="0"/>
            </a:endParaRPr>
          </a:p>
        </p:txBody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55CD4C2C-3B91-4B88-C35B-AA5263FF41BC}"/>
              </a:ext>
            </a:extLst>
          </p:cNvPr>
          <p:cNvGrpSpPr/>
          <p:nvPr/>
        </p:nvGrpSpPr>
        <p:grpSpPr>
          <a:xfrm>
            <a:off x="20773262" y="38392759"/>
            <a:ext cx="682886" cy="633910"/>
            <a:chOff x="20619719" y="35798760"/>
            <a:chExt cx="749808" cy="749808"/>
          </a:xfrm>
        </p:grpSpPr>
        <p:sp>
          <p:nvSpPr>
            <p:cNvPr id="179" name="Oval 178"/>
            <p:cNvSpPr/>
            <p:nvPr/>
          </p:nvSpPr>
          <p:spPr>
            <a:xfrm>
              <a:off x="20619719" y="35798760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20619719" y="35927443"/>
              <a:ext cx="749808" cy="4924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>
                  <a:solidFill>
                    <a:srgbClr val="FFFFFF"/>
                  </a:solidFill>
                  <a:latin typeface="ShellMedium" panose="00000600000000000000" pitchFamily="2" charset="0"/>
                </a:rPr>
                <a:t>3</a:t>
              </a:r>
            </a:p>
          </p:txBody>
        </p:sp>
      </p:grpSp>
      <p:sp>
        <p:nvSpPr>
          <p:cNvPr id="183" name="Rounded Rectangle 182"/>
          <p:cNvSpPr/>
          <p:nvPr/>
        </p:nvSpPr>
        <p:spPr>
          <a:xfrm>
            <a:off x="20953257" y="40000150"/>
            <a:ext cx="7073520" cy="629329"/>
          </a:xfrm>
          <a:prstGeom prst="roundRect">
            <a:avLst>
              <a:gd name="adj" fmla="val 30000"/>
            </a:avLst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>
                <a:solidFill>
                  <a:srgbClr val="DD0000"/>
                </a:solidFill>
                <a:latin typeface="ShellMedium" panose="00000600000000000000" pitchFamily="2" charset="0"/>
              </a:rPr>
              <a:t>STRESS TEST IT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93364" y="41340235"/>
            <a:ext cx="25233472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5F5F5F"/>
                </a:solidFill>
                <a:latin typeface="ShellMedium" panose="00000600000000000000" pitchFamily="2" charset="0"/>
              </a:rPr>
              <a:t>Energy Systems Course  •  SCA Global Team F2F 2026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261BAF4-2B9C-BF4F-4DDD-0ACC3521DABC}"/>
              </a:ext>
            </a:extLst>
          </p:cNvPr>
          <p:cNvSpPr/>
          <p:nvPr/>
        </p:nvSpPr>
        <p:spPr>
          <a:xfrm>
            <a:off x="1896976" y="2748314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4147" b="1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Energy Systems Course</a:t>
            </a:r>
            <a:endParaRPr lang="en-US" sz="14147"/>
          </a:p>
        </p:txBody>
      </p:sp>
      <p:sp>
        <p:nvSpPr>
          <p:cNvPr id="190" name="Rectangle 189"/>
          <p:cNvSpPr/>
          <p:nvPr/>
        </p:nvSpPr>
        <p:spPr>
          <a:xfrm>
            <a:off x="929097" y="36193465"/>
            <a:ext cx="29048095" cy="91440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400" b="1">
                <a:solidFill>
                  <a:srgbClr val="333333"/>
                </a:solidFill>
                <a:latin typeface="Arial"/>
              </a:rPr>
              <a:t>KEY LEARNINGS</a:t>
            </a:r>
          </a:p>
        </p:txBody>
      </p:sp>
      <p:sp>
        <p:nvSpPr>
          <p:cNvPr id="192" name="Rectangle 191"/>
          <p:cNvSpPr/>
          <p:nvPr/>
        </p:nvSpPr>
        <p:spPr>
          <a:xfrm flipV="1">
            <a:off x="1188720" y="41616712"/>
            <a:ext cx="28157395" cy="11796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554C1B-426F-4E1F-2B99-A742B18A4EB4}"/>
              </a:ext>
            </a:extLst>
          </p:cNvPr>
          <p:cNvGrpSpPr/>
          <p:nvPr/>
        </p:nvGrpSpPr>
        <p:grpSpPr>
          <a:xfrm>
            <a:off x="1384476" y="16905871"/>
            <a:ext cx="3030864" cy="980616"/>
            <a:chOff x="1417319" y="16566112"/>
            <a:chExt cx="3030864" cy="98061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DB5787-4AA0-0C5D-C3B5-BEE9DFD8587C}"/>
                </a:ext>
              </a:extLst>
            </p:cNvPr>
            <p:cNvSpPr txBox="1"/>
            <p:nvPr/>
          </p:nvSpPr>
          <p:spPr bwMode="auto">
            <a:xfrm>
              <a:off x="1417319" y="16756286"/>
              <a:ext cx="219834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sz="2400">
                  <a:solidFill>
                    <a:srgbClr val="743A1E"/>
                  </a:solidFill>
                  <a:latin typeface="ShellMedium" panose="00000600000000000000" pitchFamily="2" charset="0"/>
                </a:rPr>
                <a:t>Archipelagos</a:t>
              </a:r>
              <a:endParaRPr lang="en-GB" sz="2400">
                <a:latin typeface="ShellMedium" panose="00000600000000000000" pitchFamily="2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74158F-3D10-F90B-91C1-B4E936B2AC62}"/>
                </a:ext>
              </a:extLst>
            </p:cNvPr>
            <p:cNvGrpSpPr/>
            <p:nvPr/>
          </p:nvGrpSpPr>
          <p:grpSpPr>
            <a:xfrm>
              <a:off x="3541170" y="16566112"/>
              <a:ext cx="907013" cy="980616"/>
              <a:chOff x="6953622" y="492579"/>
              <a:chExt cx="720000" cy="720000"/>
            </a:xfrm>
          </p:grpSpPr>
          <p:sp>
            <p:nvSpPr>
              <p:cNvPr id="14" name="Rectangle: Rounded Corners 19">
                <a:extLst>
                  <a:ext uri="{FF2B5EF4-FFF2-40B4-BE49-F238E27FC236}">
                    <a16:creationId xmlns:a16="http://schemas.microsoft.com/office/drawing/2014/main" id="{86E8941C-ECFC-ABE4-10F4-0B028FBD7E12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6953622" y="492579"/>
                <a:ext cx="720000" cy="720000"/>
              </a:xfrm>
              <a:prstGeom prst="roundRect">
                <a:avLst>
                  <a:gd name="adj" fmla="val 10704"/>
                </a:avLst>
              </a:prstGeom>
              <a:solidFill>
                <a:srgbClr val="743A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ShellMedium" panose="00000600000000000000" pitchFamily="2" charset="0"/>
                </a:endParaRPr>
              </a:p>
            </p:txBody>
          </p: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A66206E4-C5BD-8191-A31A-C2A3C12AB9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081052" y="614042"/>
                <a:ext cx="467684" cy="467684"/>
              </a:xfrm>
              <a:prstGeom prst="rect">
                <a:avLst/>
              </a:pr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9F709CA-03F0-4FEB-1F0A-6356D0C1DEFB}"/>
              </a:ext>
            </a:extLst>
          </p:cNvPr>
          <p:cNvGrpSpPr/>
          <p:nvPr/>
        </p:nvGrpSpPr>
        <p:grpSpPr>
          <a:xfrm>
            <a:off x="1956981" y="18045995"/>
            <a:ext cx="2410832" cy="970859"/>
            <a:chOff x="1989824" y="17706236"/>
            <a:chExt cx="2410832" cy="97085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65B1D57-DD0E-DFF6-50D9-02553BDD243B}"/>
                </a:ext>
              </a:extLst>
            </p:cNvPr>
            <p:cNvSpPr txBox="1"/>
            <p:nvPr/>
          </p:nvSpPr>
          <p:spPr bwMode="auto">
            <a:xfrm>
              <a:off x="1989824" y="17908995"/>
              <a:ext cx="1514959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 indent="0">
                <a:buFont typeface="Wingdings" panose="05000000000000000000" pitchFamily="2" charset="2"/>
                <a:buNone/>
              </a:pPr>
              <a:r>
                <a:rPr lang="en-GB" sz="2400">
                  <a:solidFill>
                    <a:srgbClr val="007FA2"/>
                  </a:solidFill>
                  <a:latin typeface="ShellMedium" panose="00000600000000000000" pitchFamily="2" charset="0"/>
                </a:rPr>
                <a:t>Horizon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289EBC4-D88F-2421-1C63-92CD7F454E32}"/>
                </a:ext>
              </a:extLst>
            </p:cNvPr>
            <p:cNvGrpSpPr/>
            <p:nvPr userDrawn="1"/>
          </p:nvGrpSpPr>
          <p:grpSpPr>
            <a:xfrm>
              <a:off x="3483217" y="17706236"/>
              <a:ext cx="917439" cy="970859"/>
              <a:chOff x="11149489" y="1956176"/>
              <a:chExt cx="720000" cy="720000"/>
            </a:xfrm>
          </p:grpSpPr>
          <p:sp>
            <p:nvSpPr>
              <p:cNvPr id="20" name="Rectangle: Rounded Corners 8">
                <a:extLst>
                  <a:ext uri="{FF2B5EF4-FFF2-40B4-BE49-F238E27FC236}">
                    <a16:creationId xmlns:a16="http://schemas.microsoft.com/office/drawing/2014/main" id="{3DAE83D3-2C39-C095-A78D-A5026402CB8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11149489" y="1956176"/>
                <a:ext cx="720000" cy="720000"/>
              </a:xfrm>
              <a:prstGeom prst="roundRect">
                <a:avLst>
                  <a:gd name="adj" fmla="val 10704"/>
                </a:avLst>
              </a:prstGeom>
              <a:solidFill>
                <a:srgbClr val="007F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err="1">
                  <a:latin typeface="ShellMedium" panose="00000600000000000000" pitchFamily="2" charset="0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82F35803-8E50-5C44-5ED4-F22FAA5FBB6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1243519" y="2107919"/>
                <a:ext cx="516879" cy="416514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04861FA-2190-9EFC-8E7C-4A4B1B2365D1}"/>
              </a:ext>
            </a:extLst>
          </p:cNvPr>
          <p:cNvGrpSpPr/>
          <p:nvPr/>
        </p:nvGrpSpPr>
        <p:grpSpPr>
          <a:xfrm>
            <a:off x="2201297" y="19263360"/>
            <a:ext cx="2197586" cy="936932"/>
            <a:chOff x="2234140" y="18923601"/>
            <a:chExt cx="2197586" cy="9369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84EDFA-D3D2-A22A-CB07-01989F04F49E}"/>
                </a:ext>
              </a:extLst>
            </p:cNvPr>
            <p:cNvSpPr txBox="1"/>
            <p:nvPr/>
          </p:nvSpPr>
          <p:spPr bwMode="auto">
            <a:xfrm>
              <a:off x="2234140" y="19113347"/>
              <a:ext cx="1173996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 indent="0">
                <a:buNone/>
              </a:pPr>
              <a:r>
                <a:rPr lang="en-GB" sz="2400">
                  <a:solidFill>
                    <a:srgbClr val="86207C"/>
                  </a:solidFill>
                  <a:latin typeface="ShellMedium" panose="00000600000000000000" pitchFamily="2" charset="0"/>
                </a:rPr>
                <a:t>Surge</a:t>
              </a:r>
              <a:r>
                <a:rPr lang="en-GB" sz="2400">
                  <a:solidFill>
                    <a:srgbClr val="641964"/>
                  </a:solidFill>
                  <a:latin typeface="ShellMedium" panose="00000600000000000000" pitchFamily="2" charset="0"/>
                </a:rPr>
                <a:t> 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19AF03E-986B-B411-6B77-386E03D3E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22233" y="18923601"/>
              <a:ext cx="909493" cy="936932"/>
            </a:xfrm>
            <a:prstGeom prst="rect">
              <a:avLst/>
            </a:prstGeom>
            <a:ln>
              <a:prstDash val="solid"/>
              <a:miter/>
            </a:ln>
            <a:effectLst/>
          </p:spPr>
        </p:pic>
      </p:grpSp>
      <p:sp>
        <p:nvSpPr>
          <p:cNvPr id="207" name="Rounded Rectangle 206"/>
          <p:cNvSpPr/>
          <p:nvPr/>
        </p:nvSpPr>
        <p:spPr>
          <a:xfrm>
            <a:off x="4948205" y="17454052"/>
            <a:ext cx="2114868" cy="1940404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400" b="1">
                <a:solidFill>
                  <a:srgbClr val="2D2D2D"/>
                </a:solidFill>
                <a:latin typeface="ShellMedium" panose="00000600000000000000" pitchFamily="2" charset="0"/>
              </a:rPr>
              <a:t>World Energy Model</a:t>
            </a:r>
          </a:p>
          <a:p>
            <a:pPr algn="ctr"/>
            <a:r>
              <a:rPr lang="en-GB" sz="2400">
                <a:solidFill>
                  <a:srgbClr val="5A5A5A"/>
                </a:solidFill>
                <a:latin typeface="ShellMedium" panose="00000600000000000000" pitchFamily="2" charset="0"/>
              </a:rPr>
              <a:t>(WEM)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7646283" y="17977156"/>
            <a:ext cx="1814870" cy="1321996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>
                <a:solidFill>
                  <a:srgbClr val="2D2D2D"/>
                </a:solidFill>
                <a:latin typeface="ShellMedium" panose="00000600000000000000" pitchFamily="2" charset="0"/>
              </a:rPr>
              <a:t>ROAD FLEET MODEL </a:t>
            </a:r>
            <a:r>
              <a:rPr lang="en-GB" sz="2000">
                <a:solidFill>
                  <a:srgbClr val="2D2D2D"/>
                </a:solidFill>
                <a:latin typeface="ShellMedium" panose="00000600000000000000" pitchFamily="2" charset="0"/>
              </a:rPr>
              <a:t>(RFM)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691E3F3E-D0A5-F988-225D-D6A6DBC43993}"/>
              </a:ext>
            </a:extLst>
          </p:cNvPr>
          <p:cNvSpPr txBox="1"/>
          <p:nvPr/>
        </p:nvSpPr>
        <p:spPr>
          <a:xfrm>
            <a:off x="1417319" y="15115908"/>
            <a:ext cx="8572188" cy="972574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l"/>
            <a:r>
              <a:rPr sz="2800">
                <a:solidFill>
                  <a:srgbClr val="DD0000"/>
                </a:solidFill>
                <a:latin typeface="ShellMedium" panose="00000600000000000000" pitchFamily="2" charset="0"/>
              </a:rPr>
              <a:t>The future is uncertain; disconnected assumptions can create bias and inconsistent stories.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21607019" y="16400318"/>
            <a:ext cx="3341808" cy="1994750"/>
          </a:xfrm>
          <a:prstGeom prst="roundRect">
            <a:avLst/>
          </a:prstGeom>
          <a:solidFill>
            <a:srgbClr val="F5F5F5"/>
          </a:solidFill>
          <a:ln w="2032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373737"/>
                </a:solidFill>
                <a:latin typeface="ShellMedium" panose="00000600000000000000" pitchFamily="2" charset="0"/>
              </a:rPr>
              <a:t>LNG FUNDAMENTALS</a:t>
            </a:r>
          </a:p>
          <a:p>
            <a:pPr algn="ctr"/>
            <a:r>
              <a:rPr sz="1600">
                <a:solidFill>
                  <a:srgbClr val="5A5A5A"/>
                </a:solidFill>
                <a:latin typeface="ShellMedium" panose="00000600000000000000" pitchFamily="2" charset="0"/>
              </a:rPr>
              <a:t>S/D • storage • arbitrage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83548" y="13780644"/>
            <a:ext cx="10354777" cy="1002965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5" name="TextBox 74"/>
          <p:cNvSpPr txBox="1"/>
          <p:nvPr/>
        </p:nvSpPr>
        <p:spPr>
          <a:xfrm>
            <a:off x="10539761" y="14116473"/>
            <a:ext cx="10057397" cy="9541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ShellMedium" panose="00000600000000000000" pitchFamily="2" charset="0"/>
              </a:rPr>
              <a:t>2  TURN MARKET SIGNALS INTO INSIGHT</a:t>
            </a:r>
            <a:r>
              <a:rPr lang="en-US" sz="2800" b="1">
                <a:solidFill>
                  <a:srgbClr val="2D2D2D"/>
                </a:solidFill>
                <a:latin typeface="ShellMedium" panose="00000600000000000000" pitchFamily="2" charset="0"/>
              </a:rPr>
              <a:t>, TRADE OFF &amp; VALUE</a:t>
            </a:r>
            <a:endParaRPr sz="2800" b="1">
              <a:solidFill>
                <a:srgbClr val="2D2D2D"/>
              </a:solidFill>
              <a:latin typeface="ShellMedium" panose="00000600000000000000" pitchFamily="2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642728" y="15057651"/>
            <a:ext cx="9054335" cy="9541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800">
                <a:solidFill>
                  <a:srgbClr val="DD0000"/>
                </a:solidFill>
                <a:latin typeface="ShellMedium" panose="00000600000000000000" pitchFamily="2" charset="0"/>
              </a:rPr>
              <a:t>Integrated market </a:t>
            </a:r>
            <a:r>
              <a:rPr sz="2800" b="0">
                <a:latin typeface="ShellMedium" panose="00000600000000000000" pitchFamily="2" charset="0"/>
              </a:rPr>
              <a:t> </a:t>
            </a:r>
            <a:r>
              <a:rPr sz="2800">
                <a:solidFill>
                  <a:srgbClr val="DD0000"/>
                </a:solidFill>
                <a:latin typeface="ShellMedium" panose="00000600000000000000" pitchFamily="2" charset="0"/>
              </a:rPr>
              <a:t>information</a:t>
            </a:r>
            <a:r>
              <a:rPr sz="2800" b="0">
                <a:latin typeface="ShellMedium" panose="00000600000000000000" pitchFamily="2" charset="0"/>
              </a:rPr>
              <a:t> → </a:t>
            </a:r>
            <a:r>
              <a:rPr sz="2800">
                <a:solidFill>
                  <a:srgbClr val="DD0000"/>
                </a:solidFill>
                <a:latin typeface="ShellMedium" panose="00000600000000000000" pitchFamily="2" charset="0"/>
              </a:rPr>
              <a:t>market tension → </a:t>
            </a:r>
            <a:r>
              <a:rPr lang="en-US" sz="2800">
                <a:solidFill>
                  <a:srgbClr val="DD0000"/>
                </a:solidFill>
                <a:latin typeface="ShellMedium" panose="00000600000000000000" pitchFamily="2" charset="0"/>
              </a:rPr>
              <a:t>decision</a:t>
            </a:r>
            <a:r>
              <a:rPr sz="2800">
                <a:solidFill>
                  <a:srgbClr val="DD0000"/>
                </a:solidFill>
                <a:latin typeface="ShellMedium" panose="00000600000000000000" pitchFamily="2" charset="0"/>
              </a:rPr>
              <a:t> insight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301359" y="21443765"/>
            <a:ext cx="8687176" cy="20621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3200" b="1">
                <a:solidFill>
                  <a:srgbClr val="DD0000"/>
                </a:solidFill>
                <a:latin typeface="ShellMedium" panose="00000600000000000000" pitchFamily="2" charset="0"/>
              </a:rPr>
              <a:t>IMPACT</a:t>
            </a:r>
            <a:r>
              <a:rPr sz="3200" b="0">
                <a:latin typeface="ShellMedium" panose="00000600000000000000" pitchFamily="2" charset="0"/>
              </a:rPr>
              <a:t>
Turn fragmented and imperfect information into a stronger market view, then identify near-term regional tensions and trading signals.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887C16-B370-84A2-8739-B4BAE883E6EB}"/>
              </a:ext>
            </a:extLst>
          </p:cNvPr>
          <p:cNvGrpSpPr/>
          <p:nvPr/>
        </p:nvGrpSpPr>
        <p:grpSpPr>
          <a:xfrm>
            <a:off x="11150257" y="16199916"/>
            <a:ext cx="8352393" cy="2702203"/>
            <a:chOff x="11600066" y="18592282"/>
            <a:chExt cx="8039274" cy="2336486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F82FC4E8-CC83-35E3-FF23-F5A964FC0523}"/>
                </a:ext>
              </a:extLst>
            </p:cNvPr>
            <p:cNvGrpSpPr/>
            <p:nvPr/>
          </p:nvGrpSpPr>
          <p:grpSpPr>
            <a:xfrm>
              <a:off x="11600066" y="18659556"/>
              <a:ext cx="1612763" cy="2238540"/>
              <a:chOff x="11061245" y="17370427"/>
              <a:chExt cx="2377616" cy="3756000"/>
            </a:xfrm>
          </p:grpSpPr>
          <p:sp>
            <p:nvSpPr>
              <p:cNvPr id="195" name="Rectangle: Rounded Corners 194">
                <a:extLst>
                  <a:ext uri="{FF2B5EF4-FFF2-40B4-BE49-F238E27FC236}">
                    <a16:creationId xmlns:a16="http://schemas.microsoft.com/office/drawing/2014/main" id="{789F5D88-C785-272B-1EBC-708A7289186D}"/>
                  </a:ext>
                </a:extLst>
              </p:cNvPr>
              <p:cNvSpPr/>
              <p:nvPr/>
            </p:nvSpPr>
            <p:spPr>
              <a:xfrm>
                <a:off x="11061245" y="17370427"/>
                <a:ext cx="2371144" cy="3756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hellMedium"/>
                  <a:ea typeface="+mn-ea"/>
                  <a:cs typeface="+mn-cs"/>
                </a:endParaRPr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3082F8FB-2CF2-303D-EDFA-AFE746E529B0}"/>
                  </a:ext>
                </a:extLst>
              </p:cNvPr>
              <p:cNvGrpSpPr/>
              <p:nvPr/>
            </p:nvGrpSpPr>
            <p:grpSpPr>
              <a:xfrm>
                <a:off x="11267358" y="19221425"/>
                <a:ext cx="2129678" cy="606153"/>
                <a:chOff x="2760234" y="3506846"/>
                <a:chExt cx="3228802" cy="918987"/>
              </a:xfrm>
            </p:grpSpPr>
            <p:pic>
              <p:nvPicPr>
                <p:cNvPr id="198" name="Graphic 197">
                  <a:extLst>
                    <a:ext uri="{FF2B5EF4-FFF2-40B4-BE49-F238E27FC236}">
                      <a16:creationId xmlns:a16="http://schemas.microsoft.com/office/drawing/2014/main" id="{FDA6A175-C655-77B5-84E6-588ED39168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60234" y="3506846"/>
                  <a:ext cx="918986" cy="918987"/>
                </a:xfrm>
                <a:prstGeom prst="rect">
                  <a:avLst/>
                </a:prstGeom>
              </p:spPr>
            </p:pic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E4B18A58-5341-CC7D-1A27-92BDEED0CEC1}"/>
                    </a:ext>
                  </a:extLst>
                </p:cNvPr>
                <p:cNvSpPr txBox="1"/>
                <p:nvPr/>
              </p:nvSpPr>
              <p:spPr bwMode="auto">
                <a:xfrm>
                  <a:off x="4034031" y="3630126"/>
                  <a:ext cx="1955005" cy="564266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ctr" defTabSz="357708" rtl="0" eaLnBrk="1" fontAlgn="auto" latinLnBrk="0" hangingPunct="1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DD1D21"/>
                    </a:buClr>
                    <a:buSzPct val="85000"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04040"/>
                      </a:solidFill>
                      <a:effectLst/>
                      <a:uLnTx/>
                      <a:uFillTx/>
                      <a:latin typeface="ShellMedium"/>
                      <a:ea typeface="+mn-ea"/>
                      <a:cs typeface="+mn-cs"/>
                    </a:rPr>
                    <a:t>Freight Rates</a:t>
                  </a:r>
                </a:p>
              </p:txBody>
            </p:sp>
          </p:grp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981C2792-E9AB-7FAA-79C0-1737F37D3701}"/>
                  </a:ext>
                </a:extLst>
              </p:cNvPr>
              <p:cNvGrpSpPr/>
              <p:nvPr/>
            </p:nvGrpSpPr>
            <p:grpSpPr>
              <a:xfrm>
                <a:off x="11329116" y="17370427"/>
                <a:ext cx="2011947" cy="3496331"/>
                <a:chOff x="1068262" y="1115733"/>
                <a:chExt cx="2932780" cy="5096545"/>
              </a:xfrm>
            </p:grpSpPr>
            <p:pic>
              <p:nvPicPr>
                <p:cNvPr id="201" name="Graphic 200">
                  <a:extLst>
                    <a:ext uri="{FF2B5EF4-FFF2-40B4-BE49-F238E27FC236}">
                      <a16:creationId xmlns:a16="http://schemas.microsoft.com/office/drawing/2014/main" id="{C27A8785-4064-FEE6-D655-B51AFAB0C5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8262" y="1115733"/>
                  <a:ext cx="914671" cy="914670"/>
                </a:xfrm>
                <a:prstGeom prst="rect">
                  <a:avLst/>
                </a:prstGeom>
              </p:spPr>
            </p:pic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50BFB8A-B970-842C-40A0-82F0C3640096}"/>
                    </a:ext>
                  </a:extLst>
                </p:cNvPr>
                <p:cNvSpPr txBox="1"/>
                <p:nvPr/>
              </p:nvSpPr>
              <p:spPr bwMode="auto">
                <a:xfrm>
                  <a:off x="2564854" y="1332846"/>
                  <a:ext cx="994538" cy="54252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ctr" defTabSz="357708" rtl="0" eaLnBrk="1" fontAlgn="auto" latinLnBrk="0" hangingPunct="1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DD1D21"/>
                    </a:buClr>
                    <a:buSzPct val="85000"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04040"/>
                      </a:solidFill>
                      <a:effectLst/>
                      <a:uLnTx/>
                      <a:uFillTx/>
                      <a:latin typeface="ShellMedium"/>
                      <a:ea typeface="+mn-ea"/>
                      <a:cs typeface="+mn-cs"/>
                    </a:rPr>
                    <a:t>Supply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B80F145D-2426-8F02-D6EF-CD502DA879ED}"/>
                    </a:ext>
                  </a:extLst>
                </p:cNvPr>
                <p:cNvSpPr txBox="1"/>
                <p:nvPr/>
              </p:nvSpPr>
              <p:spPr bwMode="auto">
                <a:xfrm>
                  <a:off x="2018593" y="4753780"/>
                  <a:ext cx="1982449" cy="54252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ctr" defTabSz="357708" rtl="0" eaLnBrk="1" fontAlgn="auto" latinLnBrk="0" hangingPunct="1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DD1D21"/>
                    </a:buClr>
                    <a:buSzPct val="85000"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04040"/>
                      </a:solidFill>
                      <a:effectLst/>
                      <a:uLnTx/>
                      <a:uFillTx/>
                      <a:latin typeface="ShellMedium"/>
                      <a:ea typeface="+mn-ea"/>
                      <a:cs typeface="+mn-cs"/>
                    </a:rPr>
                    <a:t>Trade Policies</a:t>
                  </a:r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45980BEC-B103-13B8-3E9E-9B3F48FD2C69}"/>
                    </a:ext>
                  </a:extLst>
                </p:cNvPr>
                <p:cNvSpPr txBox="1"/>
                <p:nvPr/>
              </p:nvSpPr>
              <p:spPr bwMode="auto">
                <a:xfrm>
                  <a:off x="2348453" y="5669753"/>
                  <a:ext cx="1322738" cy="542525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vert="horz" wrap="non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ctr" defTabSz="357708" rtl="0" eaLnBrk="1" fontAlgn="auto" latinLnBrk="0" hangingPunct="1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DD1D21"/>
                    </a:buClr>
                    <a:buSzPct val="85000"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04040"/>
                      </a:solidFill>
                      <a:effectLst/>
                      <a:uLnTx/>
                      <a:uFillTx/>
                      <a:latin typeface="ShellMedium"/>
                      <a:ea typeface="+mn-ea"/>
                      <a:cs typeface="+mn-cs"/>
                    </a:rPr>
                    <a:t>Flat Price</a:t>
                  </a:r>
                </a:p>
              </p:txBody>
            </p: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D8639A0F-0063-72DF-564B-6B28C0801CEB}"/>
                  </a:ext>
                </a:extLst>
              </p:cNvPr>
              <p:cNvGrpSpPr/>
              <p:nvPr/>
            </p:nvGrpSpPr>
            <p:grpSpPr>
              <a:xfrm>
                <a:off x="11327946" y="18689335"/>
                <a:ext cx="2110915" cy="481387"/>
                <a:chOff x="5765437" y="3668406"/>
                <a:chExt cx="3019519" cy="688592"/>
              </a:xfrm>
            </p:grpSpPr>
            <p:pic>
              <p:nvPicPr>
                <p:cNvPr id="218" name="Picture 217">
                  <a:extLst>
                    <a:ext uri="{FF2B5EF4-FFF2-40B4-BE49-F238E27FC236}">
                      <a16:creationId xmlns:a16="http://schemas.microsoft.com/office/drawing/2014/main" id="{22DB9D22-045E-EFB1-25BA-3BA7782851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65437" y="3668406"/>
                  <a:ext cx="666015" cy="688592"/>
                </a:xfrm>
                <a:prstGeom prst="rect">
                  <a:avLst/>
                </a:prstGeom>
              </p:spPr>
            </p:pic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4A18B6EB-818F-4F1E-4E3D-D0A78D318498}"/>
                    </a:ext>
                  </a:extLst>
                </p:cNvPr>
                <p:cNvSpPr txBox="1"/>
                <p:nvPr/>
              </p:nvSpPr>
              <p:spPr bwMode="auto">
                <a:xfrm>
                  <a:off x="6658193" y="3774129"/>
                  <a:ext cx="2126763" cy="53238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algn="ctr" defTabSz="357708" rtl="0" eaLnBrk="1" fontAlgn="auto" latinLnBrk="0" hangingPunct="1"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DD1D21"/>
                    </a:buClr>
                    <a:buSzPct val="85000"/>
                    <a:buFontTx/>
                    <a:buNone/>
                    <a:tabLst/>
                    <a:defRPr/>
                  </a:pPr>
                  <a:r>
                    <a:rPr kumimoji="0" lang="en-GB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404040"/>
                      </a:solidFill>
                      <a:effectLst/>
                      <a:uLnTx/>
                      <a:uFillTx/>
                      <a:latin typeface="ShellMedium"/>
                      <a:ea typeface="+mn-ea"/>
                      <a:cs typeface="+mn-cs"/>
                    </a:rPr>
                    <a:t>Availability</a:t>
                  </a:r>
                </a:p>
              </p:txBody>
            </p:sp>
          </p:grp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94FBE377-31EF-EC25-7253-396C981F5036}"/>
                  </a:ext>
                </a:extLst>
              </p:cNvPr>
              <p:cNvSpPr txBox="1"/>
              <p:nvPr/>
            </p:nvSpPr>
            <p:spPr bwMode="auto">
              <a:xfrm>
                <a:off x="12262124" y="18131731"/>
                <a:ext cx="836923" cy="37218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357708" rtl="0" eaLnBrk="1" fontAlgn="auto" latinLnBrk="0" hangingPunct="1">
                  <a:lnSpc>
                    <a:spcPct val="14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DD1D21"/>
                  </a:buClr>
                  <a:buSzPct val="85000"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04040"/>
                    </a:solidFill>
                    <a:effectLst/>
                    <a:uLnTx/>
                    <a:uFillTx/>
                    <a:latin typeface="ShellMedium"/>
                    <a:ea typeface="+mn-ea"/>
                    <a:cs typeface="+mn-cs"/>
                  </a:rPr>
                  <a:t>Demand</a:t>
                </a:r>
              </a:p>
            </p:txBody>
          </p:sp>
          <p:grpSp>
            <p:nvGrpSpPr>
              <p:cNvPr id="221" name="Group 220">
                <a:extLst>
                  <a:ext uri="{FF2B5EF4-FFF2-40B4-BE49-F238E27FC236}">
                    <a16:creationId xmlns:a16="http://schemas.microsoft.com/office/drawing/2014/main" id="{0C68D006-937B-797F-8EE3-BE05DD8AD2AD}"/>
                  </a:ext>
                </a:extLst>
              </p:cNvPr>
              <p:cNvGrpSpPr/>
              <p:nvPr/>
            </p:nvGrpSpPr>
            <p:grpSpPr>
              <a:xfrm>
                <a:off x="11280720" y="17997909"/>
                <a:ext cx="724273" cy="657759"/>
                <a:chOff x="1056605" y="2723606"/>
                <a:chExt cx="724273" cy="657759"/>
              </a:xfrm>
            </p:grpSpPr>
            <p:pic>
              <p:nvPicPr>
                <p:cNvPr id="222" name="Picture 221">
                  <a:extLst>
                    <a:ext uri="{FF2B5EF4-FFF2-40B4-BE49-F238E27FC236}">
                      <a16:creationId xmlns:a16="http://schemas.microsoft.com/office/drawing/2014/main" id="{7E8C9E0C-F334-77B4-BB40-213D41927A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56605" y="2723606"/>
                  <a:ext cx="404328" cy="413880"/>
                </a:xfrm>
                <a:prstGeom prst="rect">
                  <a:avLst/>
                </a:prstGeom>
              </p:spPr>
            </p:pic>
            <p:pic>
              <p:nvPicPr>
                <p:cNvPr id="223" name="Picture 222">
                  <a:extLst>
                    <a:ext uri="{FF2B5EF4-FFF2-40B4-BE49-F238E27FC236}">
                      <a16:creationId xmlns:a16="http://schemas.microsoft.com/office/drawing/2014/main" id="{D94E7EAA-1DE5-492C-35B4-8372E4356D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5131" y="3077679"/>
                  <a:ext cx="295118" cy="295118"/>
                </a:xfrm>
                <a:prstGeom prst="rect">
                  <a:avLst/>
                </a:prstGeom>
              </p:spPr>
            </p:pic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D0789A6C-7EFE-3EB0-4292-A4E291325BFF}"/>
                    </a:ext>
                  </a:extLst>
                </p:cNvPr>
                <p:cNvGrpSpPr/>
                <p:nvPr/>
              </p:nvGrpSpPr>
              <p:grpSpPr>
                <a:xfrm>
                  <a:off x="1061924" y="2736231"/>
                  <a:ext cx="718954" cy="645134"/>
                  <a:chOff x="1061924" y="2736231"/>
                  <a:chExt cx="718954" cy="645134"/>
                </a:xfrm>
              </p:grpSpPr>
              <p:pic>
                <p:nvPicPr>
                  <p:cNvPr id="225" name="Graphic 224">
                    <a:extLst>
                      <a:ext uri="{FF2B5EF4-FFF2-40B4-BE49-F238E27FC236}">
                        <a16:creationId xmlns:a16="http://schemas.microsoft.com/office/drawing/2014/main" id="{2A1F3EB1-DCB5-9DE2-25E4-37D8C045FC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cstate="screen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1924" y="3104917"/>
                    <a:ext cx="276448" cy="276448"/>
                  </a:xfrm>
                  <a:prstGeom prst="rect">
                    <a:avLst/>
                  </a:prstGeom>
                </p:spPr>
              </p:pic>
              <p:pic>
                <p:nvPicPr>
                  <p:cNvPr id="226" name="Graphic 225">
                    <a:extLst>
                      <a:ext uri="{FF2B5EF4-FFF2-40B4-BE49-F238E27FC236}">
                        <a16:creationId xmlns:a16="http://schemas.microsoft.com/office/drawing/2014/main" id="{2CD22FF6-CFC3-43BC-25F3-BA57D99A7E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27318" y="2736231"/>
                    <a:ext cx="353560" cy="35356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227" name="Graphic 226">
                <a:extLst>
                  <a:ext uri="{FF2B5EF4-FFF2-40B4-BE49-F238E27FC236}">
                    <a16:creationId xmlns:a16="http://schemas.microsoft.com/office/drawing/2014/main" id="{93D1D711-3CCA-1304-FE51-F99477374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324132" y="19819893"/>
                <a:ext cx="511146" cy="511146"/>
              </a:xfrm>
              <a:prstGeom prst="rect">
                <a:avLst/>
              </a:prstGeom>
            </p:spPr>
          </p:pic>
          <p:pic>
            <p:nvPicPr>
              <p:cNvPr id="228" name="Graphic 227">
                <a:extLst>
                  <a:ext uri="{FF2B5EF4-FFF2-40B4-BE49-F238E27FC236}">
                    <a16:creationId xmlns:a16="http://schemas.microsoft.com/office/drawing/2014/main" id="{6AD3C54B-7DB4-FE92-E2A7-9CC3B18A0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1349605" y="20353337"/>
                <a:ext cx="542148" cy="542148"/>
              </a:xfrm>
              <a:prstGeom prst="rect">
                <a:avLst/>
              </a:prstGeom>
            </p:spPr>
          </p:pic>
        </p:grpSp>
        <p:sp>
          <p:nvSpPr>
            <p:cNvPr id="33" name="Rounded Rectangle 245">
              <a:extLst>
                <a:ext uri="{FF2B5EF4-FFF2-40B4-BE49-F238E27FC236}">
                  <a16:creationId xmlns:a16="http://schemas.microsoft.com/office/drawing/2014/main" id="{49EE05D7-3634-122B-D7B1-CD5D27E3C7E3}"/>
                </a:ext>
              </a:extLst>
            </p:cNvPr>
            <p:cNvSpPr/>
            <p:nvPr/>
          </p:nvSpPr>
          <p:spPr>
            <a:xfrm>
              <a:off x="17044305" y="18592282"/>
              <a:ext cx="2595035" cy="1268251"/>
            </a:xfrm>
            <a:prstGeom prst="roundRect">
              <a:avLst/>
            </a:prstGeom>
            <a:solidFill>
              <a:srgbClr val="F5F5F5"/>
            </a:solidFill>
            <a:ln w="20320">
              <a:solidFill>
                <a:srgbClr val="F7C5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r>
                <a:rPr lang="en-US" sz="2000" b="1">
                  <a:solidFill>
                    <a:srgbClr val="373737"/>
                  </a:solidFill>
                  <a:latin typeface="ShellMedium" panose="00000600000000000000" pitchFamily="2" charset="0"/>
                </a:rPr>
                <a:t>Oil &amp; Chemical Screening Values (OCSV) </a:t>
              </a:r>
              <a:endParaRPr sz="2000">
                <a:solidFill>
                  <a:srgbClr val="5A5A5A"/>
                </a:solidFill>
                <a:latin typeface="ShellMedium" panose="00000600000000000000" pitchFamily="2" charset="0"/>
              </a:endParaRP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768D8D67-35EF-857F-0BD1-CA5A07F328DE}"/>
                </a:ext>
              </a:extLst>
            </p:cNvPr>
            <p:cNvSpPr/>
            <p:nvPr/>
          </p:nvSpPr>
          <p:spPr>
            <a:xfrm>
              <a:off x="16335416" y="19101333"/>
              <a:ext cx="638236" cy="436486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D7A16EDE-81A2-C54A-15E8-2A78F936A299}"/>
                </a:ext>
              </a:extLst>
            </p:cNvPr>
            <p:cNvSpPr/>
            <p:nvPr/>
          </p:nvSpPr>
          <p:spPr>
            <a:xfrm>
              <a:off x="13327292" y="19269120"/>
              <a:ext cx="638236" cy="436486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Rounded Rectangle 247"/>
            <p:cNvSpPr/>
            <p:nvPr/>
          </p:nvSpPr>
          <p:spPr>
            <a:xfrm>
              <a:off x="14086353" y="18689261"/>
              <a:ext cx="1891937" cy="2039714"/>
            </a:xfrm>
            <a:prstGeom prst="roundRect">
              <a:avLst/>
            </a:prstGeom>
            <a:solidFill>
              <a:srgbClr val="D237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9728" tIns="54864" rIns="109728" bIns="36576" rtlCol="0" anchor="ctr"/>
            <a:lstStyle/>
            <a:p>
              <a:pPr algn="ctr"/>
              <a:r>
                <a:rPr sz="1800">
                  <a:solidFill>
                    <a:srgbClr val="FFFFFF"/>
                  </a:solidFill>
                  <a:latin typeface="ShellMedium" panose="00000600000000000000" pitchFamily="2" charset="0"/>
                </a:rPr>
                <a:t>LONG-TERM </a:t>
              </a:r>
              <a:r>
                <a:rPr lang="en-GB" sz="1800">
                  <a:solidFill>
                    <a:srgbClr val="FFFFFF"/>
                  </a:solidFill>
                  <a:latin typeface="ShellMedium" panose="00000600000000000000" pitchFamily="2" charset="0"/>
                </a:rPr>
                <a:t>REGIONAL TENSION TOOL (RTT) </a:t>
              </a:r>
            </a:p>
            <a:p>
              <a:pPr algn="ctr"/>
              <a:r>
                <a:rPr sz="1500">
                  <a:solidFill>
                    <a:srgbClr val="FFFFFF"/>
                  </a:solidFill>
                  <a:latin typeface="ShellMedium" panose="00000600000000000000" pitchFamily="2" charset="0"/>
                </a:rPr>
                <a:t>scenario-driven tension</a:t>
              </a:r>
              <a:r>
                <a:rPr lang="en-US" sz="1500">
                  <a:solidFill>
                    <a:srgbClr val="FFFFFF"/>
                  </a:solidFill>
                  <a:latin typeface="ShellMedium" panose="00000600000000000000" pitchFamily="2" charset="0"/>
                </a:rPr>
                <a:t> to 2060</a:t>
              </a:r>
              <a:endParaRPr sz="1500">
                <a:solidFill>
                  <a:srgbClr val="FFFFFF"/>
                </a:solidFill>
                <a:latin typeface="ShellMedium" panose="00000600000000000000" pitchFamily="2" charset="0"/>
              </a:endParaRPr>
            </a:p>
          </p:txBody>
        </p:sp>
        <p:sp>
          <p:nvSpPr>
            <p:cNvPr id="250" name="Rounded Rectangle 249"/>
            <p:cNvSpPr/>
            <p:nvPr/>
          </p:nvSpPr>
          <p:spPr>
            <a:xfrm>
              <a:off x="17066876" y="20155393"/>
              <a:ext cx="2020464" cy="773375"/>
            </a:xfrm>
            <a:prstGeom prst="roundRect">
              <a:avLst/>
            </a:prstGeom>
            <a:solidFill>
              <a:srgbClr val="4646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9728" tIns="54864" rIns="109728" bIns="36576" rtlCol="0" anchor="ctr"/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ShellMedium" panose="00000600000000000000" pitchFamily="2" charset="0"/>
                </a:rPr>
                <a:t>STRATEGY INSIGHT</a:t>
              </a:r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784F4EF0-853E-8ABE-CD35-31149F097562}"/>
                </a:ext>
              </a:extLst>
            </p:cNvPr>
            <p:cNvSpPr/>
            <p:nvPr/>
          </p:nvSpPr>
          <p:spPr>
            <a:xfrm rot="1848065">
              <a:off x="16191515" y="20023649"/>
              <a:ext cx="700439" cy="436486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2" name="Rounded Rectangle 91"/>
          <p:cNvSpPr/>
          <p:nvPr/>
        </p:nvSpPr>
        <p:spPr>
          <a:xfrm>
            <a:off x="11242526" y="19541054"/>
            <a:ext cx="1729479" cy="1349803"/>
          </a:xfrm>
          <a:prstGeom prst="roundRect">
            <a:avLst>
              <a:gd name="adj" fmla="val 14000"/>
            </a:avLst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chemeClr val="tx1"/>
                </a:solidFill>
                <a:latin typeface="ShellMedium" panose="00000600000000000000" pitchFamily="2" charset="0"/>
              </a:rPr>
              <a:t>GENEVA
</a:t>
            </a:r>
            <a:r>
              <a:rPr lang="en-US" sz="1400">
                <a:solidFill>
                  <a:schemeClr val="tx1"/>
                </a:solidFill>
                <a:latin typeface="ShellMedium" panose="00000600000000000000" pitchFamily="2" charset="0"/>
              </a:rPr>
              <a:t>Curated market data on a common basis</a:t>
            </a:r>
            <a:endParaRPr lang="en-GB" sz="1400">
              <a:solidFill>
                <a:srgbClr val="464646"/>
              </a:solidFill>
              <a:latin typeface="ShellMedium" panose="00000600000000000000" pitchFamily="2" charset="0"/>
            </a:endParaRPr>
          </a:p>
          <a:p>
            <a:pPr algn="ctr"/>
            <a:endParaRPr sz="14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3882457" y="19965810"/>
            <a:ext cx="2184972" cy="1593077"/>
          </a:xfrm>
          <a:prstGeom prst="roundRect">
            <a:avLst>
              <a:gd name="adj" fmla="val 14000"/>
            </a:avLst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chemeClr val="tx1"/>
                </a:solidFill>
                <a:latin typeface="ShellMedium" panose="00000600000000000000" pitchFamily="2" charset="0"/>
              </a:rPr>
              <a:t>SHORT-TERM </a:t>
            </a:r>
            <a:r>
              <a:rPr lang="en-GB" sz="1800">
                <a:solidFill>
                  <a:schemeClr val="tx1"/>
                </a:solidFill>
                <a:latin typeface="ShellMedium" panose="00000600000000000000" pitchFamily="2" charset="0"/>
              </a:rPr>
              <a:t>REGIONAL TENSION TOOL</a:t>
            </a:r>
            <a:r>
              <a:rPr lang="en-US" sz="1800">
                <a:solidFill>
                  <a:schemeClr val="tx1"/>
                </a:solidFill>
                <a:latin typeface="ShellMedium" panose="00000600000000000000" pitchFamily="2" charset="0"/>
              </a:rPr>
              <a:t> (RTT)</a:t>
            </a:r>
            <a:r>
              <a:rPr sz="1500">
                <a:solidFill>
                  <a:schemeClr val="tx1"/>
                </a:solidFill>
                <a:latin typeface="ShellMedium" panose="00000600000000000000" pitchFamily="2" charset="0"/>
              </a:rPr>
              <a:t>
market tension</a:t>
            </a:r>
            <a:r>
              <a:rPr lang="en-US" sz="1500">
                <a:solidFill>
                  <a:schemeClr val="tx1"/>
                </a:solidFill>
                <a:latin typeface="ShellMedium" panose="00000600000000000000" pitchFamily="2" charset="0"/>
              </a:rPr>
              <a:t> – 24 months</a:t>
            </a:r>
            <a:endParaRPr sz="15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255" name="Rounded Rectangle 254"/>
          <p:cNvSpPr/>
          <p:nvPr/>
        </p:nvSpPr>
        <p:spPr>
          <a:xfrm>
            <a:off x="17078386" y="19455102"/>
            <a:ext cx="1832639" cy="1170299"/>
          </a:xfrm>
          <a:prstGeom prst="round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36576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hellMedium" panose="00000600000000000000" pitchFamily="2" charset="0"/>
              </a:rPr>
              <a:t>TRADING INSIGHT</a:t>
            </a: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0BED8E7B-5554-846A-A023-7F5389C47BC0}"/>
              </a:ext>
            </a:extLst>
          </p:cNvPr>
          <p:cNvSpPr/>
          <p:nvPr/>
        </p:nvSpPr>
        <p:spPr>
          <a:xfrm>
            <a:off x="13231982" y="19475180"/>
            <a:ext cx="3270024" cy="290523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013FD176-7818-34F8-0981-A5557647A6B8}"/>
              </a:ext>
            </a:extLst>
          </p:cNvPr>
          <p:cNvSpPr/>
          <p:nvPr/>
        </p:nvSpPr>
        <p:spPr>
          <a:xfrm rot="1072366">
            <a:off x="13098566" y="20492154"/>
            <a:ext cx="639885" cy="35572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45248CE5-5673-142A-1DAB-84B52923D0BE}"/>
              </a:ext>
            </a:extLst>
          </p:cNvPr>
          <p:cNvSpPr/>
          <p:nvPr/>
        </p:nvSpPr>
        <p:spPr>
          <a:xfrm rot="20619150">
            <a:off x="16206949" y="20382171"/>
            <a:ext cx="647892" cy="27370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ounded Rectangle 206">
            <a:extLst>
              <a:ext uri="{FF2B5EF4-FFF2-40B4-BE49-F238E27FC236}">
                <a16:creationId xmlns:a16="http://schemas.microsoft.com/office/drawing/2014/main" id="{5C2095A7-5895-6729-BB24-047FC5485B02}"/>
              </a:ext>
            </a:extLst>
          </p:cNvPr>
          <p:cNvSpPr/>
          <p:nvPr/>
        </p:nvSpPr>
        <p:spPr>
          <a:xfrm>
            <a:off x="7602827" y="16316970"/>
            <a:ext cx="1858326" cy="1253757"/>
          </a:xfrm>
          <a:prstGeom prst="roundRect">
            <a:avLst>
              <a:gd name="adj" fmla="val 2366"/>
            </a:avLst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GB" sz="2000" b="1">
                <a:solidFill>
                  <a:srgbClr val="2D2D2D"/>
                </a:solidFill>
                <a:latin typeface="ShellMedium" panose="00000600000000000000" pitchFamily="2" charset="0"/>
              </a:rPr>
              <a:t>Global Supply Model </a:t>
            </a:r>
          </a:p>
          <a:p>
            <a:pPr algn="ctr"/>
            <a:r>
              <a:rPr lang="en-GB" sz="2000">
                <a:solidFill>
                  <a:srgbClr val="2D2D2D"/>
                </a:solidFill>
                <a:latin typeface="ShellMedium" panose="00000600000000000000" pitchFamily="2" charset="0"/>
              </a:rPr>
              <a:t>(GSM)</a:t>
            </a:r>
            <a:endParaRPr lang="en-GB" sz="2000">
              <a:solidFill>
                <a:srgbClr val="5A5A5A"/>
              </a:solidFill>
              <a:latin typeface="ShellMedium" panose="00000600000000000000" pitchFamily="2" charset="0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1307591" y="30073443"/>
            <a:ext cx="27614880" cy="60939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>
              <a:defRPr sz="2300" b="1">
                <a:solidFill>
                  <a:srgbClr val="404040"/>
                </a:solidFill>
                <a:latin typeface="Arial"/>
              </a:defRPr>
            </a:pPr>
            <a:r>
              <a:rPr sz="3600">
                <a:latin typeface="ShellMedium" panose="00000600000000000000" pitchFamily="2" charset="0"/>
              </a:rPr>
              <a:t>COURSE AT A GLANCE</a:t>
            </a:r>
          </a:p>
        </p:txBody>
      </p:sp>
      <p:sp>
        <p:nvSpPr>
          <p:cNvPr id="257" name="Rectangle 256"/>
          <p:cNvSpPr/>
          <p:nvPr/>
        </p:nvSpPr>
        <p:spPr>
          <a:xfrm flipV="1">
            <a:off x="1307591" y="30678889"/>
            <a:ext cx="28144662" cy="80983"/>
          </a:xfrm>
          <a:prstGeom prst="rect">
            <a:avLst/>
          </a:prstGeom>
          <a:solidFill>
            <a:srgbClr val="FBC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Rounded Rectangle 257"/>
          <p:cNvSpPr/>
          <p:nvPr/>
        </p:nvSpPr>
        <p:spPr>
          <a:xfrm>
            <a:off x="1243588" y="30941559"/>
            <a:ext cx="4465320" cy="932688"/>
          </a:xfrm>
          <a:prstGeom prst="roundRect">
            <a:avLst/>
          </a:prstGeom>
          <a:solidFill>
            <a:srgbClr val="F4F4F4"/>
          </a:solidFill>
          <a:ln w="1397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ShellMedium" panose="00000600000000000000" pitchFamily="2" charset="0"/>
              </a:rPr>
              <a:t>3 days F2F</a:t>
            </a:r>
            <a:endParaRPr sz="28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270" name="Rounded Rectangle 269"/>
          <p:cNvSpPr/>
          <p:nvPr/>
        </p:nvSpPr>
        <p:spPr>
          <a:xfrm>
            <a:off x="20296589" y="30972536"/>
            <a:ext cx="4465320" cy="932688"/>
          </a:xfrm>
          <a:prstGeom prst="roundRect">
            <a:avLst/>
          </a:prstGeom>
          <a:solidFill>
            <a:srgbClr val="F4F4F4"/>
          </a:solidFill>
          <a:ln w="1397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ShellMedium" panose="00000600000000000000" pitchFamily="2" charset="0"/>
              </a:rPr>
              <a:t>Shell Internal </a:t>
            </a:r>
            <a:endParaRPr sz="28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273" name="Rounded Rectangle 272"/>
          <p:cNvSpPr/>
          <p:nvPr/>
        </p:nvSpPr>
        <p:spPr>
          <a:xfrm>
            <a:off x="25057867" y="30992000"/>
            <a:ext cx="4465320" cy="932688"/>
          </a:xfrm>
          <a:prstGeom prst="roundRect">
            <a:avLst/>
          </a:prstGeom>
          <a:solidFill>
            <a:srgbClr val="F4F4F4"/>
          </a:solidFill>
          <a:ln w="1397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ShellMedium" panose="00000600000000000000" pitchFamily="2" charset="0"/>
              </a:rPr>
              <a:t>10 years </a:t>
            </a:r>
            <a:endParaRPr sz="28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276" name="Rounded Rectangle 275"/>
          <p:cNvSpPr/>
          <p:nvPr/>
        </p:nvSpPr>
        <p:spPr>
          <a:xfrm>
            <a:off x="1093289" y="32305543"/>
            <a:ext cx="4314100" cy="3188412"/>
          </a:xfrm>
          <a:prstGeom prst="roundRect">
            <a:avLst/>
          </a:prstGeom>
          <a:solidFill>
            <a:srgbClr val="FFF9DD"/>
          </a:solidFill>
          <a:ln w="13970">
            <a:solidFill>
              <a:srgbClr val="FBCE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>
                <a:solidFill>
                  <a:srgbClr val="C00000"/>
                </a:solidFill>
                <a:latin typeface="ShellMedium" panose="00000600000000000000" pitchFamily="2" charset="0"/>
              </a:rPr>
              <a:t>CONNECTING SHELL MODELING COMMUNITY</a:t>
            </a:r>
          </a:p>
          <a:p>
            <a:r>
              <a:rPr lang="en-US" sz="2400">
                <a:solidFill>
                  <a:schemeClr val="tx1"/>
                </a:solidFill>
                <a:latin typeface="ShellMedium" panose="00000600000000000000" pitchFamily="2" charset="0"/>
              </a:rPr>
              <a:t>A shared space to connect Shell’s modelling community, build networks and understand how different models support decisions.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10781586" y="32054627"/>
            <a:ext cx="5088636" cy="22697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>
                <a:solidFill>
                  <a:schemeClr val="tx1"/>
                </a:solidFill>
                <a:latin typeface="ShellMedium" panose="00000600000000000000" pitchFamily="2" charset="0"/>
              </a:rPr>
              <a:t>“All speakers were all a sublime expert in their field. Good insight of the world energy system and Shell's role herein. I can understand some Shell decisions better with the knowledge I gained. Nice to have lunch with the team.”</a:t>
            </a:r>
            <a:endParaRPr/>
          </a:p>
        </p:txBody>
      </p:sp>
      <p:sp>
        <p:nvSpPr>
          <p:cNvPr id="48" name="Rounded Rectangle 281">
            <a:extLst>
              <a:ext uri="{FF2B5EF4-FFF2-40B4-BE49-F238E27FC236}">
                <a16:creationId xmlns:a16="http://schemas.microsoft.com/office/drawing/2014/main" id="{17CCD1C6-78D6-F13B-3943-C179E3FEC5F7}"/>
              </a:ext>
            </a:extLst>
          </p:cNvPr>
          <p:cNvSpPr/>
          <p:nvPr/>
        </p:nvSpPr>
        <p:spPr>
          <a:xfrm>
            <a:off x="10849344" y="34418599"/>
            <a:ext cx="5088636" cy="133749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L" sz="2000">
                <a:solidFill>
                  <a:schemeClr val="tx1"/>
                </a:solidFill>
                <a:latin typeface="ShellMedium" panose="00000600000000000000" pitchFamily="2" charset="0"/>
              </a:rPr>
              <a:t>“Variety of presenters. Possibility to ask questions. Networking with participants and presenters.”</a:t>
            </a:r>
          </a:p>
        </p:txBody>
      </p:sp>
      <p:sp>
        <p:nvSpPr>
          <p:cNvPr id="51" name="Rounded Rectangle 281">
            <a:extLst>
              <a:ext uri="{FF2B5EF4-FFF2-40B4-BE49-F238E27FC236}">
                <a16:creationId xmlns:a16="http://schemas.microsoft.com/office/drawing/2014/main" id="{AE75F52D-6F1F-C6A4-216D-5FB1CBF9D745}"/>
              </a:ext>
            </a:extLst>
          </p:cNvPr>
          <p:cNvSpPr/>
          <p:nvPr/>
        </p:nvSpPr>
        <p:spPr>
          <a:xfrm>
            <a:off x="26407229" y="32128429"/>
            <a:ext cx="3391731" cy="359767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L" sz="2000">
                <a:solidFill>
                  <a:schemeClr val="tx1"/>
                </a:solidFill>
                <a:latin typeface="ShellMedium" panose="00000600000000000000" pitchFamily="2" charset="0"/>
              </a:rPr>
              <a:t>“Presenters expertise, passion of the work they do, interactive sessions like dynamic thinking, real use cases of the model. Some content were extremely interesting and broaden perspectives”</a:t>
            </a:r>
          </a:p>
          <a:p>
            <a:endParaRPr lang="en-NL" sz="20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54" name="Rounded Rectangle 281">
            <a:extLst>
              <a:ext uri="{FF2B5EF4-FFF2-40B4-BE49-F238E27FC236}">
                <a16:creationId xmlns:a16="http://schemas.microsoft.com/office/drawing/2014/main" id="{A31C4BF8-37FC-A677-F756-A11E7F4A3F23}"/>
              </a:ext>
            </a:extLst>
          </p:cNvPr>
          <p:cNvSpPr/>
          <p:nvPr/>
        </p:nvSpPr>
        <p:spPr>
          <a:xfrm>
            <a:off x="5572323" y="32215212"/>
            <a:ext cx="5088636" cy="343362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L" sz="2000">
                <a:solidFill>
                  <a:schemeClr val="tx1"/>
                </a:solidFill>
                <a:latin typeface="ShellMedium" panose="00000600000000000000" pitchFamily="2" charset="0"/>
              </a:rPr>
              <a:t>“The best part of the course was putting our company and the business into context, understanding the bigger pictures and how decisions are supported by modelling and a tremendous amount of work that goes into it. Also underlining the fact that we need to be ahead of the curve to be successful. Best course I have attended so far in Shell”</a:t>
            </a:r>
          </a:p>
        </p:txBody>
      </p:sp>
      <p:sp>
        <p:nvSpPr>
          <p:cNvPr id="56" name="Rounded Rectangle 257">
            <a:extLst>
              <a:ext uri="{FF2B5EF4-FFF2-40B4-BE49-F238E27FC236}">
                <a16:creationId xmlns:a16="http://schemas.microsoft.com/office/drawing/2014/main" id="{329E288A-D845-012E-6F37-1F0EDA3D788A}"/>
              </a:ext>
            </a:extLst>
          </p:cNvPr>
          <p:cNvSpPr/>
          <p:nvPr/>
        </p:nvSpPr>
        <p:spPr>
          <a:xfrm>
            <a:off x="10642728" y="30959979"/>
            <a:ext cx="4465320" cy="932688"/>
          </a:xfrm>
          <a:prstGeom prst="roundRect">
            <a:avLst/>
          </a:prstGeom>
          <a:solidFill>
            <a:srgbClr val="F4F4F4"/>
          </a:solidFill>
          <a:ln w="1397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ShellMedium" panose="00000600000000000000" pitchFamily="2" charset="0"/>
              </a:rPr>
              <a:t>20 participants</a:t>
            </a:r>
            <a:endParaRPr sz="28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58" name="Rounded Rectangle 257">
            <a:extLst>
              <a:ext uri="{FF2B5EF4-FFF2-40B4-BE49-F238E27FC236}">
                <a16:creationId xmlns:a16="http://schemas.microsoft.com/office/drawing/2014/main" id="{14EEBDE7-F895-CB14-2679-1AA8875FB773}"/>
              </a:ext>
            </a:extLst>
          </p:cNvPr>
          <p:cNvSpPr/>
          <p:nvPr/>
        </p:nvSpPr>
        <p:spPr>
          <a:xfrm>
            <a:off x="15377839" y="30920398"/>
            <a:ext cx="4465320" cy="932688"/>
          </a:xfrm>
          <a:prstGeom prst="roundRect">
            <a:avLst/>
          </a:prstGeom>
          <a:solidFill>
            <a:srgbClr val="F4F4F4"/>
          </a:solidFill>
          <a:ln w="1397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ShellMedium" panose="00000600000000000000" pitchFamily="2" charset="0"/>
              </a:rPr>
              <a:t>The Hague</a:t>
            </a:r>
            <a:endParaRPr sz="28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55" name="Rounded Rectangle 281">
            <a:extLst>
              <a:ext uri="{FF2B5EF4-FFF2-40B4-BE49-F238E27FC236}">
                <a16:creationId xmlns:a16="http://schemas.microsoft.com/office/drawing/2014/main" id="{0759A3C3-D3A0-D2DB-34C8-2538DBBED770}"/>
              </a:ext>
            </a:extLst>
          </p:cNvPr>
          <p:cNvSpPr/>
          <p:nvPr/>
        </p:nvSpPr>
        <p:spPr>
          <a:xfrm>
            <a:off x="16089655" y="32031298"/>
            <a:ext cx="4314100" cy="320095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  <a:latin typeface="ShellMedium" panose="00000600000000000000" pitchFamily="2" charset="0"/>
              </a:rPr>
              <a:t>Great course!</a:t>
            </a:r>
          </a:p>
          <a:p>
            <a:r>
              <a:rPr lang="en-US" sz="2000">
                <a:solidFill>
                  <a:schemeClr val="tx1"/>
                </a:solidFill>
                <a:latin typeface="ShellMedium" panose="00000600000000000000" pitchFamily="2" charset="0"/>
              </a:rPr>
              <a:t>* Nice overview of various modelling efforts going on, with different approaches and applications</a:t>
            </a:r>
          </a:p>
          <a:p>
            <a:r>
              <a:rPr lang="en-US" sz="2000">
                <a:solidFill>
                  <a:schemeClr val="tx1"/>
                </a:solidFill>
                <a:latin typeface="ShellMedium" panose="00000600000000000000" pitchFamily="2" charset="0"/>
              </a:rPr>
              <a:t>* Very nice to get to know colleagues involved in modeling</a:t>
            </a:r>
          </a:p>
          <a:p>
            <a:r>
              <a:rPr lang="en-US" sz="2000">
                <a:solidFill>
                  <a:schemeClr val="tx1"/>
                </a:solidFill>
                <a:latin typeface="ShellMedium" panose="00000600000000000000" pitchFamily="2" charset="0"/>
              </a:rPr>
              <a:t>* More interactive sessions most appreciated</a:t>
            </a:r>
            <a:endParaRPr lang="en-NL" sz="20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59" name="Rounded Rectangle 281">
            <a:extLst>
              <a:ext uri="{FF2B5EF4-FFF2-40B4-BE49-F238E27FC236}">
                <a16:creationId xmlns:a16="http://schemas.microsoft.com/office/drawing/2014/main" id="{E8B0D16C-1880-74D6-ADC2-0A53353660D1}"/>
              </a:ext>
            </a:extLst>
          </p:cNvPr>
          <p:cNvSpPr/>
          <p:nvPr/>
        </p:nvSpPr>
        <p:spPr>
          <a:xfrm>
            <a:off x="20597158" y="32069576"/>
            <a:ext cx="5599604" cy="39116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  <a:latin typeface="ShellMedium" panose="00000600000000000000" pitchFamily="2" charset="0"/>
              </a:rPr>
              <a:t>I really like the opportunity to know a bit more about how different energy models are used for commercial purposes in other lines/areas of business (the ones which i normally don`t work myself with and never worked before), opportunity to network among other teams who are also doing different energy modelling globally. I also like how presentations were mixed (some more theoretical, than more practical, then more theoretical again </a:t>
            </a:r>
            <a:r>
              <a:rPr lang="en-US" sz="2000" err="1">
                <a:solidFill>
                  <a:schemeClr val="tx1"/>
                </a:solidFill>
                <a:latin typeface="ShellMedium" panose="00000600000000000000" pitchFamily="2" charset="0"/>
              </a:rPr>
              <a:t>etc</a:t>
            </a:r>
            <a:r>
              <a:rPr lang="en-US" sz="2000">
                <a:solidFill>
                  <a:schemeClr val="tx1"/>
                </a:solidFill>
                <a:latin typeface="ShellMedium" panose="00000600000000000000" pitchFamily="2" charset="0"/>
              </a:rPr>
              <a:t>).</a:t>
            </a:r>
            <a:endParaRPr lang="en-NL" sz="20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  <p:sp>
        <p:nvSpPr>
          <p:cNvPr id="62" name="Rounded Rectangle 257">
            <a:extLst>
              <a:ext uri="{FF2B5EF4-FFF2-40B4-BE49-F238E27FC236}">
                <a16:creationId xmlns:a16="http://schemas.microsoft.com/office/drawing/2014/main" id="{29E6D89E-A513-7062-5567-C9D3D1B072F3}"/>
              </a:ext>
            </a:extLst>
          </p:cNvPr>
          <p:cNvSpPr/>
          <p:nvPr/>
        </p:nvSpPr>
        <p:spPr>
          <a:xfrm>
            <a:off x="5925752" y="30959318"/>
            <a:ext cx="4465320" cy="932688"/>
          </a:xfrm>
          <a:prstGeom prst="roundRect">
            <a:avLst/>
          </a:prstGeom>
          <a:solidFill>
            <a:srgbClr val="F4F4F4"/>
          </a:solidFill>
          <a:ln w="1397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ShellMedium" panose="00000600000000000000" pitchFamily="2" charset="0"/>
              </a:rPr>
              <a:t>2 x year</a:t>
            </a:r>
            <a:endParaRPr sz="2800">
              <a:solidFill>
                <a:schemeClr val="tx1"/>
              </a:solidFill>
              <a:latin typeface="Shell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51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_dlc_DocIdUrl xmlns="5fe9d420-80f7-4ada-bee1-a7a60088c9b2">
      <Url>https://eu001-sp.shell.com/sites/SPO002395/_layouts/15/DocIdRedir.aspx?ID=UXD4DQ5FARXZ-1534890728-20</Url>
      <Description>UXD4DQ5FARXZ-1534890728-20</Description>
    </_dlc_DocIdUrl>
    <_dlc_DocId xmlns="5fe9d420-80f7-4ada-bee1-a7a60088c9b2">UXD4DQ5FARXZ-1534890728-20</_dlc_DocId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</documentManagement>
</p:properties>
</file>

<file path=customXml/itemProps1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310672-270C-45AB-BF86-9680580743BC}">
  <ds:schemaRefs>
    <ds:schemaRef ds:uri="5fe9d420-80f7-4ada-bee1-a7a60088c9b2"/>
    <ds:schemaRef ds:uri="d897dab9-547b-4d8a-9e98-e2c84c4ab1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6419EAF-62E9-41E8-962A-16555249A880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6CAE002A-7645-46A2-8C4A-738EDFAA7ED3}">
  <ds:schemaRefs>
    <ds:schemaRef ds:uri="5fe9d420-80f7-4ada-bee1-a7a60088c9b2"/>
    <ds:schemaRef ds:uri="d897dab9-547b-4d8a-9e98-e2c84c4ab18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Shell layouts with footer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revision>1</cp:revision>
  <cp:lastPrinted>2017-04-25T09:06:38Z</cp:lastPrinted>
  <dcterms:created xsi:type="dcterms:W3CDTF">2009-11-25T14:32:06Z</dcterms:created>
  <dcterms:modified xsi:type="dcterms:W3CDTF">2026-09-01T16:29:01Z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_dlc_policyId">
    <vt:lpwstr/>
  </property>
  <property fmtid="{D5CDD505-2E9C-101B-9397-08002B2CF9AE}" pid="5" name="ItemRetentionFormula">
    <vt:lpwstr/>
  </property>
  <property fmtid="{D5CDD505-2E9C-101B-9397-08002B2CF9AE}" pid="6" name="_dlc_DocIdItemGuid">
    <vt:lpwstr>e8425299-4387-4c00-8b7a-0e9ff6d6f708</vt:lpwstr>
  </property>
  <property fmtid="{D5CDD505-2E9C-101B-9397-08002B2CF9AE}" pid="7" name="Shell SharePoint SAEF KeepFileLocal">
    <vt:bool>false</vt:bool>
  </property>
  <property fmtid="{D5CDD505-2E9C-101B-9397-08002B2CF9AE}" pid="8" name="Shell SharePoint SAEF WorkgroupIDTaxHTField0">
    <vt:lpwstr>UIB Commercial, New Business ＆ LNG - 11947|52d8a608-ed1f-401e-8ffb-8cc5334b8b42</vt:lpwstr>
  </property>
  <property fmtid="{D5CDD505-2E9C-101B-9397-08002B2CF9AE}" pid="9" name="Shell SharePoint SAEF SecurityClassificationTaxHTField0">
    <vt:lpwstr>Restricted|21aa7f98-4035-4019-a764-107acb7269af</vt:lpwstr>
  </property>
  <property fmtid="{D5CDD505-2E9C-101B-9397-08002B2CF9AE}" pid="10" name="SME Areas">
    <vt:lpwstr/>
  </property>
  <property fmtid="{D5CDD505-2E9C-101B-9397-08002B2CF9AE}" pid="11" name="Shell SharePoint SAEF DocumentStatus">
    <vt:lpwstr>11;#Draft|1c86f377-7d91-4c95-bd5b-c18c83fe0aa5</vt:lpwstr>
  </property>
  <property fmtid="{D5CDD505-2E9C-101B-9397-08002B2CF9AE}" pid="12" name="SME Keywords">
    <vt:lpwstr/>
  </property>
  <property fmtid="{D5CDD505-2E9C-101B-9397-08002B2CF9AE}" pid="13" name="Shell SharePoint SAEF SiteCollectionName">
    <vt:lpwstr>Global Upstream Economics Portal</vt:lpwstr>
  </property>
  <property fmtid="{D5CDD505-2E9C-101B-9397-08002B2CF9AE}" pid="14" name="Order">
    <vt:r8>284000</vt:r8>
  </property>
  <property fmtid="{D5CDD505-2E9C-101B-9397-08002B2CF9AE}" pid="15" name="xd_Signature">
    <vt:bool>false</vt:bool>
  </property>
  <property fmtid="{D5CDD505-2E9C-101B-9397-08002B2CF9AE}" pid="16" name="Shell SharePoint SAEF GlobalFunctionTaxHTField0">
    <vt:lpwstr>Sustainable Development|2fbcccf5-c9b5-4b2d-984f-9a9b70c47e11</vt:lpwstr>
  </property>
  <property fmtid="{D5CDD505-2E9C-101B-9397-08002B2CF9AE}" pid="17" name="Shell SharePoint SAEF DocumentTypeTaxHTField0">
    <vt:lpwstr>Study results|073ec550-c791-4e3f-9683-953f7d5eb953</vt:lpwstr>
  </property>
  <property fmtid="{D5CDD505-2E9C-101B-9397-08002B2CF9AE}" pid="18" name="xd_ProgID">
    <vt:lpwstr/>
  </property>
  <property fmtid="{D5CDD505-2E9C-101B-9397-08002B2CF9AE}" pid="19" name="Shell SharePoint SAEF SiteOwner">
    <vt:lpwstr>Peter Grieve</vt:lpwstr>
  </property>
  <property fmtid="{D5CDD505-2E9C-101B-9397-08002B2CF9AE}" pid="20" name="Shell SharePoint SAEF LanguageTaxHTField0">
    <vt:lpwstr>English|bd3ad5ee-f0c3-40aa-8cc8-36ef09940af3</vt:lpwstr>
  </property>
  <property fmtid="{D5CDD505-2E9C-101B-9397-08002B2CF9AE}" pid="21" name="Shell SharePoint SAEF CountryOfJurisdictionTaxHTField0">
    <vt:lpwstr>NETHERLANDS|54565ecb-470f-40ea-a584-819150a65a13</vt:lpwstr>
  </property>
  <property fmtid="{D5CDD505-2E9C-101B-9397-08002B2CF9AE}" pid="22" name="ComplianceAssetId">
    <vt:lpwstr/>
  </property>
  <property fmtid="{D5CDD505-2E9C-101B-9397-08002B2CF9AE}" pid="23" name="TemplateUrl">
    <vt:lpwstr/>
  </property>
  <property fmtid="{D5CDD505-2E9C-101B-9397-08002B2CF9AE}" pid="24" name="Shell SharePoint SAEF BusinessUnitRegionTaxHTField0">
    <vt:lpwstr>Upstream International|dabf15d9-4f75-4ed1-b8a1-a0c3e2a85888</vt:lpwstr>
  </property>
  <property fmtid="{D5CDD505-2E9C-101B-9397-08002B2CF9AE}" pid="25" name="Shell SharePoint SAEF DocumentStatusTaxHTField0">
    <vt:lpwstr>Draft|1c86f377-7d91-4c95-bd5b-c18c83fe0aa5</vt:lpwstr>
  </property>
  <property fmtid="{D5CDD505-2E9C-101B-9397-08002B2CF9AE}" pid="26" name="Shell SharePoint SAEF BusinessProcessTaxHTField0">
    <vt:lpwstr>Develop New Business|8f030812-6a49-4616-837f-b8f0f1d07b9c</vt:lpwstr>
  </property>
  <property fmtid="{D5CDD505-2E9C-101B-9397-08002B2CF9AE}" pid="27" name="Shell SharePoint SAEF BusinessTaxHTField0">
    <vt:lpwstr>Upstream International|dabf15d9-4f75-4ed1-b8a1-a0c3e2a85888</vt:lpwstr>
  </property>
  <property fmtid="{D5CDD505-2E9C-101B-9397-08002B2CF9AE}" pid="28" name="Shell SharePoint SAEF Collection">
    <vt:bool>false</vt:bool>
  </property>
  <property fmtid="{D5CDD505-2E9C-101B-9397-08002B2CF9AE}" pid="29" name="_ExtendedDescription">
    <vt:lpwstr/>
  </property>
  <property fmtid="{D5CDD505-2E9C-101B-9397-08002B2CF9AE}" pid="30" name="Shell SharePoint SAEF ExportControlClassificationTaxHTField0">
    <vt:lpwstr>Non-US content - Non Controlled|2ac8835e-0587-4096-a6e2-1f68da1e6cb3</vt:lpwstr>
  </property>
  <property fmtid="{D5CDD505-2E9C-101B-9397-08002B2CF9AE}" pid="31" name="TriggerFlowInfo">
    <vt:lpwstr/>
  </property>
  <property fmtid="{D5CDD505-2E9C-101B-9397-08002B2CF9AE}" pid="32" name="Shell SharePoint SAEF LegalEntityTaxHTField0">
    <vt:lpwstr>SIEP|ca814f84-fd49-4cca-9dd4-ac559012442b</vt:lpwstr>
  </property>
  <property fmtid="{D5CDD505-2E9C-101B-9397-08002B2CF9AE}" pid="33" name="MediaServiceImageTags">
    <vt:lpwstr/>
  </property>
  <property fmtid="{D5CDD505-2E9C-101B-9397-08002B2CF9AE}" pid="34" name="Shell_x0020_SharePoint_x0020_SIS_x0020_ProcessArea">
    <vt:lpwstr/>
  </property>
  <property fmtid="{D5CDD505-2E9C-101B-9397-08002B2CF9AE}" pid="35" name="Shell SharePoint SAEF LegalEntity">
    <vt:lpwstr>137;#SIEP|ca814f84-fd49-4cca-9dd4-ac559012442b</vt:lpwstr>
  </property>
  <property fmtid="{D5CDD505-2E9C-101B-9397-08002B2CF9AE}" pid="36" name="Shell_x0020_SharePoint_x0020_SAEF_x0020_BusinessUnitRegion">
    <vt:lpwstr>82;#Upstream International|dabf15d9-4f75-4ed1-b8a1-a0c3e2a85888</vt:lpwstr>
  </property>
  <property fmtid="{D5CDD505-2E9C-101B-9397-08002B2CF9AE}" pid="37" name="Shell SharePoint SAEF Language">
    <vt:lpwstr>6;#English|bd3ad5ee-f0c3-40aa-8cc8-36ef09940af3</vt:lpwstr>
  </property>
  <property fmtid="{D5CDD505-2E9C-101B-9397-08002B2CF9AE}" pid="38" name="Shell SharePoint SAEF CountryOfJurisdiction">
    <vt:lpwstr>45;#NETHERLANDS|54565ecb-470f-40ea-a584-819150a65a13</vt:lpwstr>
  </property>
  <property fmtid="{D5CDD505-2E9C-101B-9397-08002B2CF9AE}" pid="39" name="Shell SharePoint SAEF BusinessProcess">
    <vt:lpwstr>84;#Develop New Business|8f030812-6a49-4616-837f-b8f0f1d07b9c</vt:lpwstr>
  </property>
  <property fmtid="{D5CDD505-2E9C-101B-9397-08002B2CF9AE}" pid="40" name="Shell_x0020_SharePoint_x0020_SAEF_x0020_DocumentStatus">
    <vt:lpwstr>11;#Draft|1c86f377-7d91-4c95-bd5b-c18c83fe0aa5</vt:lpwstr>
  </property>
  <property fmtid="{D5CDD505-2E9C-101B-9397-08002B2CF9AE}" pid="41" name="Shell_x0020_SharePoint_x0020_SAEF_x0020_DocumentType">
    <vt:lpwstr>278;#Study results|073ec550-c791-4e3f-9683-953f7d5eb953</vt:lpwstr>
  </property>
  <property fmtid="{D5CDD505-2E9C-101B-9397-08002B2CF9AE}" pid="42" name="Shell SharePoint SAEF Business">
    <vt:lpwstr>82;#Upstream International|dabf15d9-4f75-4ed1-b8a1-a0c3e2a85888</vt:lpwstr>
  </property>
  <property fmtid="{D5CDD505-2E9C-101B-9397-08002B2CF9AE}" pid="43" name="Shell_x0020_SharePoint_x0020_SAEF_x0020_ExportControlClassification">
    <vt:lpwstr>9;#Non-US content - Non Controlled|2ac8835e-0587-4096-a6e2-1f68da1e6cb3</vt:lpwstr>
  </property>
  <property fmtid="{D5CDD505-2E9C-101B-9397-08002B2CF9AE}" pid="44" name="Shell_x0020_SharePoint_x0020_SAEF_x0020_GlobalFunction">
    <vt:lpwstr>111;#Sustainable Development|2fbcccf5-c9b5-4b2d-984f-9a9b70c47e11</vt:lpwstr>
  </property>
  <property fmtid="{D5CDD505-2E9C-101B-9397-08002B2CF9AE}" pid="45" name="Shell SharePoint SAEF BusinessUnitRegion">
    <vt:lpwstr>82;#Upstream International|dabf15d9-4f75-4ed1-b8a1-a0c3e2a85888</vt:lpwstr>
  </property>
  <property fmtid="{D5CDD505-2E9C-101B-9397-08002B2CF9AE}" pid="46" name="ContentTypeId">
    <vt:lpwstr>0x0101006F0A470EEB1140E7AA14F4CE8A50B54C0001CB1477F4DD432AA86DD56CC3887AF400F644A78CBFDAD44983885002DC8B3358</vt:lpwstr>
  </property>
  <property fmtid="{D5CDD505-2E9C-101B-9397-08002B2CF9AE}" pid="47" name="Shell SharePoint SAEF ExportControlClassification">
    <vt:lpwstr>9;#Non-US content - Non Controlled|2ac8835e-0587-4096-a6e2-1f68da1e6cb3</vt:lpwstr>
  </property>
  <property fmtid="{D5CDD505-2E9C-101B-9397-08002B2CF9AE}" pid="48" name="Shell_x0020_SharePoint_x0020_SAEF_x0020_LegalEntity">
    <vt:lpwstr>137;#SIEP|ca814f84-fd49-4cca-9dd4-ac559012442b</vt:lpwstr>
  </property>
  <property fmtid="{D5CDD505-2E9C-101B-9397-08002B2CF9AE}" pid="49" name="Shell SharePoint SIS Organization">
    <vt:lpwstr/>
  </property>
  <property fmtid="{D5CDD505-2E9C-101B-9397-08002B2CF9AE}" pid="50" name="Shell SharePoint SAEF DocumentType">
    <vt:lpwstr>278;#Study results|073ec550-c791-4e3f-9683-953f7d5eb953</vt:lpwstr>
  </property>
  <property fmtid="{D5CDD505-2E9C-101B-9397-08002B2CF9AE}" pid="51" name="Shell_x0020_SharePoint_x0020_SAEF_x0020_BusinessProcess">
    <vt:lpwstr>84;#Develop New Business|8f030812-6a49-4616-837f-b8f0f1d07b9c</vt:lpwstr>
  </property>
  <property fmtid="{D5CDD505-2E9C-101B-9397-08002B2CF9AE}" pid="52" name="Shell_x0020_SharePoint_x0020_SAEF_x0020_CountryOfJurisdiction">
    <vt:lpwstr>45;#NETHERLANDS|54565ecb-470f-40ea-a584-819150a65a13</vt:lpwstr>
  </property>
  <property fmtid="{D5CDD505-2E9C-101B-9397-08002B2CF9AE}" pid="53" name="Shell SharePoint SAEF GlobalFunction">
    <vt:lpwstr>111;#Sustainable Development|2fbcccf5-c9b5-4b2d-984f-9a9b70c47e11</vt:lpwstr>
  </property>
  <property fmtid="{D5CDD505-2E9C-101B-9397-08002B2CF9AE}" pid="54" name="Shell_x0020_SharePoint_x0020_SAEF_x0020_Language">
    <vt:lpwstr>6;#English|bd3ad5ee-f0c3-40aa-8cc8-36ef09940af3</vt:lpwstr>
  </property>
  <property fmtid="{D5CDD505-2E9C-101B-9397-08002B2CF9AE}" pid="55" name="SAEFSecurityClassification">
    <vt:lpwstr>1;#Restricted|21aa7f98-4035-4019-a764-107acb7269af</vt:lpwstr>
  </property>
  <property fmtid="{D5CDD505-2E9C-101B-9397-08002B2CF9AE}" pid="56" name="Shell_x0020_SharePoint_x0020_SIS_x0020_Organization">
    <vt:lpwstr/>
  </property>
  <property fmtid="{D5CDD505-2E9C-101B-9397-08002B2CF9AE}" pid="57" name="Shell SharePoint SIS ProcessArea">
    <vt:lpwstr/>
  </property>
  <property fmtid="{D5CDD505-2E9C-101B-9397-08002B2CF9AE}" pid="58" name="Shell_x0020_SharePoint_x0020_SAEF_x0020_Business">
    <vt:lpwstr>82;#Upstream International|dabf15d9-4f75-4ed1-b8a1-a0c3e2a85888</vt:lpwstr>
  </property>
</Properties>
</file>