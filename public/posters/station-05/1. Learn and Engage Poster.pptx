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7"/>
  </p:notesMasterIdLst>
  <p:sldIdLst>
    <p:sldId id="349" r:id="rId6"/>
  </p:sldIdLst>
  <p:sldSz cx="21809075" cy="30814963"/>
  <p:notesSz cx="30814963" cy="218090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1D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BA4264-934A-4E23-B16F-C7FDB13E62D7}" v="22" dt="2026-09-01T13:32:55.535"/>
    <p1510:client id="{F8008B3E-B584-4722-B565-F618415D0B9F}" v="34" dt="2026-09-01T16:27:19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" d="100"/>
          <a:sy n="15" d="100"/>
        </p:scale>
        <p:origin x="217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utkan, Aygun SIBV-FR/S/S" userId="6db6c5d3-8436-4848-a4a3-9232f1a7631a" providerId="ADAL" clId="{405BBA4B-2C2A-4112-A994-15B80C156DE8}"/>
    <pc:docChg chg="custSel modSld">
      <pc:chgData name="Boutkan, Aygun SIBV-FR/S/S" userId="6db6c5d3-8436-4848-a4a3-9232f1a7631a" providerId="ADAL" clId="{405BBA4B-2C2A-4112-A994-15B80C156DE8}" dt="2026-09-01T13:32:55.535" v="21" actId="14100"/>
      <pc:docMkLst>
        <pc:docMk/>
      </pc:docMkLst>
      <pc:sldChg chg="addSp delSp modSp mod">
        <pc:chgData name="Boutkan, Aygun SIBV-FR/S/S" userId="6db6c5d3-8436-4848-a4a3-9232f1a7631a" providerId="ADAL" clId="{405BBA4B-2C2A-4112-A994-15B80C156DE8}" dt="2026-09-01T13:32:55.535" v="21" actId="14100"/>
        <pc:sldMkLst>
          <pc:docMk/>
          <pc:sldMk cId="0" sldId="257"/>
        </pc:sldMkLst>
        <pc:spChg chg="mod">
          <ac:chgData name="Boutkan, Aygun SIBV-FR/S/S" userId="6db6c5d3-8436-4848-a4a3-9232f1a7631a" providerId="ADAL" clId="{405BBA4B-2C2A-4112-A994-15B80C156DE8}" dt="2026-09-01T13:31:20.386" v="0" actId="14100"/>
          <ac:spMkLst>
            <pc:docMk/>
            <pc:sldMk cId="0" sldId="257"/>
            <ac:spMk id="2" creationId="{00000000-0000-0000-0000-000000000000}"/>
          </ac:spMkLst>
        </pc:spChg>
        <pc:spChg chg="mod">
          <ac:chgData name="Boutkan, Aygun SIBV-FR/S/S" userId="6db6c5d3-8436-4848-a4a3-9232f1a7631a" providerId="ADAL" clId="{405BBA4B-2C2A-4112-A994-15B80C156DE8}" dt="2026-09-01T13:31:31.828" v="3" actId="14100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Boutkan, Aygun SIBV-FR/S/S" userId="6db6c5d3-8436-4848-a4a3-9232f1a7631a" providerId="ADAL" clId="{405BBA4B-2C2A-4112-A994-15B80C156DE8}" dt="2026-09-01T13:32:55.535" v="21" actId="14100"/>
          <ac:spMkLst>
            <pc:docMk/>
            <pc:sldMk cId="0" sldId="257"/>
            <ac:spMk id="15" creationId="{ACCC0F0B-B6B0-E014-6A7C-6A4D04A58C4E}"/>
          </ac:spMkLst>
        </pc:spChg>
        <pc:spChg chg="add mod">
          <ac:chgData name="Boutkan, Aygun SIBV-FR/S/S" userId="6db6c5d3-8436-4848-a4a3-9232f1a7631a" providerId="ADAL" clId="{405BBA4B-2C2A-4112-A994-15B80C156DE8}" dt="2026-09-01T13:32:51.909" v="20" actId="1037"/>
          <ac:spMkLst>
            <pc:docMk/>
            <pc:sldMk cId="0" sldId="257"/>
            <ac:spMk id="17" creationId="{DC0488A5-26CC-DE34-9435-3519C23916E9}"/>
          </ac:spMkLst>
        </pc:spChg>
        <pc:spChg chg="mod">
          <ac:chgData name="Boutkan, Aygun SIBV-FR/S/S" userId="6db6c5d3-8436-4848-a4a3-9232f1a7631a" providerId="ADAL" clId="{405BBA4B-2C2A-4112-A994-15B80C156DE8}" dt="2026-09-01T13:32:20.432" v="9" actId="21"/>
          <ac:spMkLst>
            <pc:docMk/>
            <pc:sldMk cId="0" sldId="257"/>
            <ac:spMk id="118" creationId="{00000000-0000-0000-0000-000000000000}"/>
          </ac:spMkLst>
        </pc:spChg>
        <pc:grpChg chg="del">
          <ac:chgData name="Boutkan, Aygun SIBV-FR/S/S" userId="6db6c5d3-8436-4848-a4a3-9232f1a7631a" providerId="ADAL" clId="{405BBA4B-2C2A-4112-A994-15B80C156DE8}" dt="2026-09-01T13:32:23.518" v="10" actId="478"/>
          <ac:grpSpMkLst>
            <pc:docMk/>
            <pc:sldMk cId="0" sldId="257"/>
            <ac:grpSpMk id="75" creationId="{AFADBD82-5288-D70E-C3EF-2ABE739C3B1A}"/>
          </ac:grpSpMkLst>
        </pc:grpChg>
      </pc:sldChg>
    </pc:docChg>
  </pc:docChgLst>
  <pc:docChgLst>
    <pc:chgData name="Dairova, Zhannat SI-FR/P" userId="7bf041ce-838c-4eaa-8319-0f58f2da6a52" providerId="ADAL" clId="{274A8B51-859E-4A15-A4FA-7E8B336403DD}"/>
    <pc:docChg chg="undo custSel addSld delSld modSld">
      <pc:chgData name="Dairova, Zhannat SI-FR/P" userId="7bf041ce-838c-4eaa-8319-0f58f2da6a52" providerId="ADAL" clId="{274A8B51-859E-4A15-A4FA-7E8B336403DD}" dt="2026-09-01T16:27:19.401" v="32" actId="47"/>
      <pc:docMkLst>
        <pc:docMk/>
      </pc:docMkLst>
      <pc:sldChg chg="del">
        <pc:chgData name="Dairova, Zhannat SI-FR/P" userId="7bf041ce-838c-4eaa-8319-0f58f2da6a52" providerId="ADAL" clId="{274A8B51-859E-4A15-A4FA-7E8B336403DD}" dt="2026-09-01T16:27:19.401" v="32" actId="47"/>
        <pc:sldMkLst>
          <pc:docMk/>
          <pc:sldMk cId="0" sldId="257"/>
        </pc:sldMkLst>
      </pc:sldChg>
      <pc:sldChg chg="addSp delSp modSp add mod modNotes">
        <pc:chgData name="Dairova, Zhannat SI-FR/P" userId="7bf041ce-838c-4eaa-8319-0f58f2da6a52" providerId="ADAL" clId="{274A8B51-859E-4A15-A4FA-7E8B336403DD}" dt="2026-09-01T16:27:04.728" v="31" actId="1076"/>
        <pc:sldMkLst>
          <pc:docMk/>
          <pc:sldMk cId="257835128" sldId="349"/>
        </pc:sldMkLst>
        <pc:spChg chg="mod">
          <ac:chgData name="Dairova, Zhannat SI-FR/P" userId="7bf041ce-838c-4eaa-8319-0f58f2da6a52" providerId="ADAL" clId="{274A8B51-859E-4A15-A4FA-7E8B336403DD}" dt="2026-09-01T16:23:51.222" v="7"/>
          <ac:spMkLst>
            <pc:docMk/>
            <pc:sldMk cId="257835128" sldId="349"/>
            <ac:spMk id="5" creationId="{2C192760-6EBF-B302-A763-C2031E4D1105}"/>
          </ac:spMkLst>
        </pc:spChg>
        <pc:spChg chg="mod">
          <ac:chgData name="Dairova, Zhannat SI-FR/P" userId="7bf041ce-838c-4eaa-8319-0f58f2da6a52" providerId="ADAL" clId="{274A8B51-859E-4A15-A4FA-7E8B336403DD}" dt="2026-09-01T16:26:59.465" v="30" actId="1076"/>
          <ac:spMkLst>
            <pc:docMk/>
            <pc:sldMk cId="257835128" sldId="349"/>
            <ac:spMk id="6" creationId="{9BD17CBA-3866-2A76-E03B-C4E1EC5F3F08}"/>
          </ac:spMkLst>
        </pc:spChg>
        <pc:spChg chg="mod">
          <ac:chgData name="Dairova, Zhannat SI-FR/P" userId="7bf041ce-838c-4eaa-8319-0f58f2da6a52" providerId="ADAL" clId="{274A8B51-859E-4A15-A4FA-7E8B336403DD}" dt="2026-09-01T16:23:29.120" v="2"/>
          <ac:spMkLst>
            <pc:docMk/>
            <pc:sldMk cId="257835128" sldId="349"/>
            <ac:spMk id="9" creationId="{F115CB4B-7FC1-676A-3AC6-69EEFF07CEF0}"/>
          </ac:spMkLst>
        </pc:spChg>
        <pc:spChg chg="add del mod">
          <ac:chgData name="Dairova, Zhannat SI-FR/P" userId="7bf041ce-838c-4eaa-8319-0f58f2da6a52" providerId="ADAL" clId="{274A8B51-859E-4A15-A4FA-7E8B336403DD}" dt="2026-09-01T16:25:26.232" v="23" actId="14100"/>
          <ac:spMkLst>
            <pc:docMk/>
            <pc:sldMk cId="257835128" sldId="349"/>
            <ac:spMk id="13" creationId="{4B8A1315-535E-A891-1C62-5586D18F0A8D}"/>
          </ac:spMkLst>
        </pc:spChg>
        <pc:spChg chg="add del mod">
          <ac:chgData name="Dairova, Zhannat SI-FR/P" userId="7bf041ce-838c-4eaa-8319-0f58f2da6a52" providerId="ADAL" clId="{274A8B51-859E-4A15-A4FA-7E8B336403DD}" dt="2026-09-01T16:25:55.489" v="27" actId="1076"/>
          <ac:spMkLst>
            <pc:docMk/>
            <pc:sldMk cId="257835128" sldId="349"/>
            <ac:spMk id="14" creationId="{27A63F22-17E6-223E-F8DC-F1C9B5BCCD79}"/>
          </ac:spMkLst>
        </pc:spChg>
        <pc:spChg chg="add del">
          <ac:chgData name="Dairova, Zhannat SI-FR/P" userId="7bf041ce-838c-4eaa-8319-0f58f2da6a52" providerId="ADAL" clId="{274A8B51-859E-4A15-A4FA-7E8B336403DD}" dt="2026-09-01T16:24:57.074" v="18" actId="478"/>
          <ac:spMkLst>
            <pc:docMk/>
            <pc:sldMk cId="257835128" sldId="349"/>
            <ac:spMk id="15" creationId="{84689089-0044-C528-54FC-96FCF8E11D04}"/>
          </ac:spMkLst>
        </pc:spChg>
        <pc:spChg chg="add del">
          <ac:chgData name="Dairova, Zhannat SI-FR/P" userId="7bf041ce-838c-4eaa-8319-0f58f2da6a52" providerId="ADAL" clId="{274A8B51-859E-4A15-A4FA-7E8B336403DD}" dt="2026-09-01T16:24:32.512" v="14" actId="478"/>
          <ac:spMkLst>
            <pc:docMk/>
            <pc:sldMk cId="257835128" sldId="349"/>
            <ac:spMk id="16" creationId="{6199FC88-C219-B8F5-64A8-115A26D237C9}"/>
          </ac:spMkLst>
        </pc:spChg>
        <pc:spChg chg="add del">
          <ac:chgData name="Dairova, Zhannat SI-FR/P" userId="7bf041ce-838c-4eaa-8319-0f58f2da6a52" providerId="ADAL" clId="{274A8B51-859E-4A15-A4FA-7E8B336403DD}" dt="2026-09-01T16:24:32.512" v="14" actId="478"/>
          <ac:spMkLst>
            <pc:docMk/>
            <pc:sldMk cId="257835128" sldId="349"/>
            <ac:spMk id="17" creationId="{F47D6864-86E0-B1AB-61B1-D3C48D550480}"/>
          </ac:spMkLst>
        </pc:spChg>
        <pc:spChg chg="add del">
          <ac:chgData name="Dairova, Zhannat SI-FR/P" userId="7bf041ce-838c-4eaa-8319-0f58f2da6a52" providerId="ADAL" clId="{274A8B51-859E-4A15-A4FA-7E8B336403DD}" dt="2026-09-01T16:24:32.512" v="14" actId="478"/>
          <ac:spMkLst>
            <pc:docMk/>
            <pc:sldMk cId="257835128" sldId="349"/>
            <ac:spMk id="18" creationId="{20FA3B1D-BEA9-1BCC-BBF6-5F74E0C28FD2}"/>
          </ac:spMkLst>
        </pc:spChg>
        <pc:spChg chg="add del">
          <ac:chgData name="Dairova, Zhannat SI-FR/P" userId="7bf041ce-838c-4eaa-8319-0f58f2da6a52" providerId="ADAL" clId="{274A8B51-859E-4A15-A4FA-7E8B336403DD}" dt="2026-09-01T16:24:32.512" v="14" actId="478"/>
          <ac:spMkLst>
            <pc:docMk/>
            <pc:sldMk cId="257835128" sldId="349"/>
            <ac:spMk id="20" creationId="{4FBE4C6A-0FA5-5F61-180A-566902BA471E}"/>
          </ac:spMkLst>
        </pc:spChg>
        <pc:spChg chg="add del">
          <ac:chgData name="Dairova, Zhannat SI-FR/P" userId="7bf041ce-838c-4eaa-8319-0f58f2da6a52" providerId="ADAL" clId="{274A8B51-859E-4A15-A4FA-7E8B336403DD}" dt="2026-09-01T16:24:29.195" v="13" actId="478"/>
          <ac:spMkLst>
            <pc:docMk/>
            <pc:sldMk cId="257835128" sldId="349"/>
            <ac:spMk id="23" creationId="{173BD3E0-A5EF-D06B-5547-EA14FCC500A0}"/>
          </ac:spMkLst>
        </pc:spChg>
        <pc:spChg chg="mod">
          <ac:chgData name="Dairova, Zhannat SI-FR/P" userId="7bf041ce-838c-4eaa-8319-0f58f2da6a52" providerId="ADAL" clId="{274A8B51-859E-4A15-A4FA-7E8B336403DD}" dt="2026-09-01T16:24:19.792" v="11" actId="1076"/>
          <ac:spMkLst>
            <pc:docMk/>
            <pc:sldMk cId="257835128" sldId="349"/>
            <ac:spMk id="27" creationId="{87CDF4A7-5708-1A2D-0537-CC0BE274F947}"/>
          </ac:spMkLst>
        </pc:spChg>
        <pc:spChg chg="mod">
          <ac:chgData name="Dairova, Zhannat SI-FR/P" userId="7bf041ce-838c-4eaa-8319-0f58f2da6a52" providerId="ADAL" clId="{274A8B51-859E-4A15-A4FA-7E8B336403DD}" dt="2026-09-01T16:24:19.792" v="11" actId="1076"/>
          <ac:spMkLst>
            <pc:docMk/>
            <pc:sldMk cId="257835128" sldId="349"/>
            <ac:spMk id="30" creationId="{4AE535AF-1F9B-BAF7-9196-3F8C894BF6A5}"/>
          </ac:spMkLst>
        </pc:spChg>
        <pc:spChg chg="mod">
          <ac:chgData name="Dairova, Zhannat SI-FR/P" userId="7bf041ce-838c-4eaa-8319-0f58f2da6a52" providerId="ADAL" clId="{274A8B51-859E-4A15-A4FA-7E8B336403DD}" dt="2026-09-01T16:24:19.792" v="11" actId="1076"/>
          <ac:spMkLst>
            <pc:docMk/>
            <pc:sldMk cId="257835128" sldId="349"/>
            <ac:spMk id="31" creationId="{0EB74019-E04F-2553-EE9A-E04B635C143A}"/>
          </ac:spMkLst>
        </pc:spChg>
        <pc:spChg chg="add mod">
          <ac:chgData name="Dairova, Zhannat SI-FR/P" userId="7bf041ce-838c-4eaa-8319-0f58f2da6a52" providerId="ADAL" clId="{274A8B51-859E-4A15-A4FA-7E8B336403DD}" dt="2026-09-01T16:24:19.792" v="11" actId="1076"/>
          <ac:spMkLst>
            <pc:docMk/>
            <pc:sldMk cId="257835128" sldId="349"/>
            <ac:spMk id="37" creationId="{C28C00E8-C6FE-9FB5-FC7B-6E6E0C2CD7F3}"/>
          </ac:spMkLst>
        </pc:spChg>
        <pc:spChg chg="mod">
          <ac:chgData name="Dairova, Zhannat SI-FR/P" userId="7bf041ce-838c-4eaa-8319-0f58f2da6a52" providerId="ADAL" clId="{274A8B51-859E-4A15-A4FA-7E8B336403DD}" dt="2026-09-01T16:24:19.792" v="11" actId="1076"/>
          <ac:spMkLst>
            <pc:docMk/>
            <pc:sldMk cId="257835128" sldId="349"/>
            <ac:spMk id="40" creationId="{0B6A467A-2633-C393-CAD6-2046D29043F8}"/>
          </ac:spMkLst>
        </pc:spChg>
        <pc:spChg chg="mod">
          <ac:chgData name="Dairova, Zhannat SI-FR/P" userId="7bf041ce-838c-4eaa-8319-0f58f2da6a52" providerId="ADAL" clId="{274A8B51-859E-4A15-A4FA-7E8B336403DD}" dt="2026-09-01T16:24:19.792" v="11" actId="1076"/>
          <ac:spMkLst>
            <pc:docMk/>
            <pc:sldMk cId="257835128" sldId="349"/>
            <ac:spMk id="42" creationId="{3E7E812D-2545-1E6F-12AD-C0457530DE64}"/>
          </ac:spMkLst>
        </pc:spChg>
        <pc:spChg chg="add mod">
          <ac:chgData name="Dairova, Zhannat SI-FR/P" userId="7bf041ce-838c-4eaa-8319-0f58f2da6a52" providerId="ADAL" clId="{274A8B51-859E-4A15-A4FA-7E8B336403DD}" dt="2026-09-01T16:24:19.792" v="11" actId="1076"/>
          <ac:spMkLst>
            <pc:docMk/>
            <pc:sldMk cId="257835128" sldId="349"/>
            <ac:spMk id="43" creationId="{222CD1AC-38DF-7810-6372-AD572ABE52CD}"/>
          </ac:spMkLst>
        </pc:spChg>
        <pc:spChg chg="mod">
          <ac:chgData name="Dairova, Zhannat SI-FR/P" userId="7bf041ce-838c-4eaa-8319-0f58f2da6a52" providerId="ADAL" clId="{274A8B51-859E-4A15-A4FA-7E8B336403DD}" dt="2026-09-01T16:24:19.792" v="11" actId="1076"/>
          <ac:spMkLst>
            <pc:docMk/>
            <pc:sldMk cId="257835128" sldId="349"/>
            <ac:spMk id="60" creationId="{CA942987-4A36-E1FE-5CFB-AFE27DBED891}"/>
          </ac:spMkLst>
        </pc:spChg>
        <pc:spChg chg="add mod">
          <ac:chgData name="Dairova, Zhannat SI-FR/P" userId="7bf041ce-838c-4eaa-8319-0f58f2da6a52" providerId="ADAL" clId="{274A8B51-859E-4A15-A4FA-7E8B336403DD}" dt="2026-09-01T16:24:19.792" v="11" actId="1076"/>
          <ac:spMkLst>
            <pc:docMk/>
            <pc:sldMk cId="257835128" sldId="349"/>
            <ac:spMk id="62" creationId="{6F0D56D8-F15C-952B-F9DD-5E64D0EFBA15}"/>
          </ac:spMkLst>
        </pc:spChg>
        <pc:spChg chg="mod">
          <ac:chgData name="Dairova, Zhannat SI-FR/P" userId="7bf041ce-838c-4eaa-8319-0f58f2da6a52" providerId="ADAL" clId="{274A8B51-859E-4A15-A4FA-7E8B336403DD}" dt="2026-09-01T16:24:05.892" v="9"/>
          <ac:spMkLst>
            <pc:docMk/>
            <pc:sldMk cId="257835128" sldId="349"/>
            <ac:spMk id="73" creationId="{D1944F21-AB75-822D-2990-302E60F78EE4}"/>
          </ac:spMkLst>
        </pc:spChg>
        <pc:spChg chg="mod">
          <ac:chgData name="Dairova, Zhannat SI-FR/P" userId="7bf041ce-838c-4eaa-8319-0f58f2da6a52" providerId="ADAL" clId="{274A8B51-859E-4A15-A4FA-7E8B336403DD}" dt="2026-09-01T16:24:05.892" v="9"/>
          <ac:spMkLst>
            <pc:docMk/>
            <pc:sldMk cId="257835128" sldId="349"/>
            <ac:spMk id="74" creationId="{50D40FD0-5EDE-7DD9-882C-093EAAA09C1E}"/>
          </ac:spMkLst>
        </pc:spChg>
        <pc:spChg chg="mod">
          <ac:chgData name="Dairova, Zhannat SI-FR/P" userId="7bf041ce-838c-4eaa-8319-0f58f2da6a52" providerId="ADAL" clId="{274A8B51-859E-4A15-A4FA-7E8B336403DD}" dt="2026-09-01T16:24:05.892" v="9"/>
          <ac:spMkLst>
            <pc:docMk/>
            <pc:sldMk cId="257835128" sldId="349"/>
            <ac:spMk id="75" creationId="{8DA56F7B-6687-3CA3-C44C-1EF6C160DEC2}"/>
          </ac:spMkLst>
        </pc:spChg>
        <pc:spChg chg="mod">
          <ac:chgData name="Dairova, Zhannat SI-FR/P" userId="7bf041ce-838c-4eaa-8319-0f58f2da6a52" providerId="ADAL" clId="{274A8B51-859E-4A15-A4FA-7E8B336403DD}" dt="2026-09-01T16:24:05.892" v="9"/>
          <ac:spMkLst>
            <pc:docMk/>
            <pc:sldMk cId="257835128" sldId="349"/>
            <ac:spMk id="89" creationId="{F7AC2B61-EE1C-A402-90A9-304CAC359029}"/>
          </ac:spMkLst>
        </pc:spChg>
        <pc:spChg chg="mod">
          <ac:chgData name="Dairova, Zhannat SI-FR/P" userId="7bf041ce-838c-4eaa-8319-0f58f2da6a52" providerId="ADAL" clId="{274A8B51-859E-4A15-A4FA-7E8B336403DD}" dt="2026-09-01T16:24:05.892" v="9"/>
          <ac:spMkLst>
            <pc:docMk/>
            <pc:sldMk cId="257835128" sldId="349"/>
            <ac:spMk id="99" creationId="{BC857C7F-0E8B-E1F0-7D55-43FCB2440AA5}"/>
          </ac:spMkLst>
        </pc:spChg>
        <pc:spChg chg="mod">
          <ac:chgData name="Dairova, Zhannat SI-FR/P" userId="7bf041ce-838c-4eaa-8319-0f58f2da6a52" providerId="ADAL" clId="{274A8B51-859E-4A15-A4FA-7E8B336403DD}" dt="2026-09-01T16:24:05.892" v="9"/>
          <ac:spMkLst>
            <pc:docMk/>
            <pc:sldMk cId="257835128" sldId="349"/>
            <ac:spMk id="100" creationId="{B78B28C7-8829-67B9-FAF9-89A1EC5A67D3}"/>
          </ac:spMkLst>
        </pc:spChg>
        <pc:spChg chg="mod">
          <ac:chgData name="Dairova, Zhannat SI-FR/P" userId="7bf041ce-838c-4eaa-8319-0f58f2da6a52" providerId="ADAL" clId="{274A8B51-859E-4A15-A4FA-7E8B336403DD}" dt="2026-09-01T16:24:05.892" v="9"/>
          <ac:spMkLst>
            <pc:docMk/>
            <pc:sldMk cId="257835128" sldId="349"/>
            <ac:spMk id="106" creationId="{54AEB120-BF11-C70E-0533-D6B3D79D022F}"/>
          </ac:spMkLst>
        </pc:spChg>
        <pc:spChg chg="mod">
          <ac:chgData name="Dairova, Zhannat SI-FR/P" userId="7bf041ce-838c-4eaa-8319-0f58f2da6a52" providerId="ADAL" clId="{274A8B51-859E-4A15-A4FA-7E8B336403DD}" dt="2026-09-01T16:24:19.792" v="11" actId="1076"/>
          <ac:spMkLst>
            <pc:docMk/>
            <pc:sldMk cId="257835128" sldId="349"/>
            <ac:spMk id="109" creationId="{72A382C3-E4A3-0829-FB1B-FED45AA5E908}"/>
          </ac:spMkLst>
        </pc:spChg>
        <pc:spChg chg="add mod">
          <ac:chgData name="Dairova, Zhannat SI-FR/P" userId="7bf041ce-838c-4eaa-8319-0f58f2da6a52" providerId="ADAL" clId="{274A8B51-859E-4A15-A4FA-7E8B336403DD}" dt="2026-09-01T16:25:13.287" v="21" actId="1076"/>
          <ac:spMkLst>
            <pc:docMk/>
            <pc:sldMk cId="257835128" sldId="349"/>
            <ac:spMk id="113" creationId="{0250CB4D-95AA-C70C-73A7-07D548A0E4E3}"/>
          </ac:spMkLst>
        </pc:spChg>
        <pc:spChg chg="mod">
          <ac:chgData name="Dairova, Zhannat SI-FR/P" userId="7bf041ce-838c-4eaa-8319-0f58f2da6a52" providerId="ADAL" clId="{274A8B51-859E-4A15-A4FA-7E8B336403DD}" dt="2026-09-01T16:25:13.287" v="21" actId="1076"/>
          <ac:spMkLst>
            <pc:docMk/>
            <pc:sldMk cId="257835128" sldId="349"/>
            <ac:spMk id="114" creationId="{973D9E53-2656-9E45-823B-1BEFFE983479}"/>
          </ac:spMkLst>
        </pc:spChg>
        <pc:spChg chg="mod">
          <ac:chgData name="Dairova, Zhannat SI-FR/P" userId="7bf041ce-838c-4eaa-8319-0f58f2da6a52" providerId="ADAL" clId="{274A8B51-859E-4A15-A4FA-7E8B336403DD}" dt="2026-09-01T16:25:13.287" v="21" actId="1076"/>
          <ac:spMkLst>
            <pc:docMk/>
            <pc:sldMk cId="257835128" sldId="349"/>
            <ac:spMk id="115" creationId="{FC722A88-68E6-A107-834E-8DB44CD9ED56}"/>
          </ac:spMkLst>
        </pc:spChg>
        <pc:spChg chg="mod">
          <ac:chgData name="Dairova, Zhannat SI-FR/P" userId="7bf041ce-838c-4eaa-8319-0f58f2da6a52" providerId="ADAL" clId="{274A8B51-859E-4A15-A4FA-7E8B336403DD}" dt="2026-09-01T16:25:55.489" v="27" actId="1076"/>
          <ac:spMkLst>
            <pc:docMk/>
            <pc:sldMk cId="257835128" sldId="349"/>
            <ac:spMk id="116" creationId="{4F3C2469-1DFF-67E4-0C42-12011175A403}"/>
          </ac:spMkLst>
        </pc:spChg>
        <pc:spChg chg="mod">
          <ac:chgData name="Dairova, Zhannat SI-FR/P" userId="7bf041ce-838c-4eaa-8319-0f58f2da6a52" providerId="ADAL" clId="{274A8B51-859E-4A15-A4FA-7E8B336403DD}" dt="2026-09-01T16:25:59.921" v="28" actId="1076"/>
          <ac:spMkLst>
            <pc:docMk/>
            <pc:sldMk cId="257835128" sldId="349"/>
            <ac:spMk id="119" creationId="{B4CCCA8C-DFB4-5D7C-2521-5611656091DE}"/>
          </ac:spMkLst>
        </pc:spChg>
        <pc:spChg chg="add mod">
          <ac:chgData name="Dairova, Zhannat SI-FR/P" userId="7bf041ce-838c-4eaa-8319-0f58f2da6a52" providerId="ADAL" clId="{274A8B51-859E-4A15-A4FA-7E8B336403DD}" dt="2026-09-01T16:24:39.629" v="15"/>
          <ac:spMkLst>
            <pc:docMk/>
            <pc:sldMk cId="257835128" sldId="349"/>
            <ac:spMk id="123" creationId="{01C58523-A73E-1A60-1065-343BEE72545D}"/>
          </ac:spMkLst>
        </pc:spChg>
        <pc:spChg chg="mod">
          <ac:chgData name="Dairova, Zhannat SI-FR/P" userId="7bf041ce-838c-4eaa-8319-0f58f2da6a52" providerId="ADAL" clId="{274A8B51-859E-4A15-A4FA-7E8B336403DD}" dt="2026-09-01T16:24:50.762" v="17" actId="1076"/>
          <ac:spMkLst>
            <pc:docMk/>
            <pc:sldMk cId="257835128" sldId="349"/>
            <ac:spMk id="125" creationId="{1EB19258-89B1-99C3-C74D-C0B5CF4A4541}"/>
          </ac:spMkLst>
        </pc:spChg>
        <pc:spChg chg="mod">
          <ac:chgData name="Dairova, Zhannat SI-FR/P" userId="7bf041ce-838c-4eaa-8319-0f58f2da6a52" providerId="ADAL" clId="{274A8B51-859E-4A15-A4FA-7E8B336403DD}" dt="2026-09-01T16:24:50.762" v="17" actId="1076"/>
          <ac:spMkLst>
            <pc:docMk/>
            <pc:sldMk cId="257835128" sldId="349"/>
            <ac:spMk id="129" creationId="{54F8C6B5-50EE-B8B0-C157-B521C67B0574}"/>
          </ac:spMkLst>
        </pc:spChg>
        <pc:spChg chg="add mod">
          <ac:chgData name="Dairova, Zhannat SI-FR/P" userId="7bf041ce-838c-4eaa-8319-0f58f2da6a52" providerId="ADAL" clId="{274A8B51-859E-4A15-A4FA-7E8B336403DD}" dt="2026-09-01T16:24:39.629" v="15"/>
          <ac:spMkLst>
            <pc:docMk/>
            <pc:sldMk cId="257835128" sldId="349"/>
            <ac:spMk id="130" creationId="{14319941-2B4B-EBBD-D738-06DBA54E7D25}"/>
          </ac:spMkLst>
        </pc:spChg>
        <pc:spChg chg="add mod">
          <ac:chgData name="Dairova, Zhannat SI-FR/P" userId="7bf041ce-838c-4eaa-8319-0f58f2da6a52" providerId="ADAL" clId="{274A8B51-859E-4A15-A4FA-7E8B336403DD}" dt="2026-09-01T16:24:39.629" v="15"/>
          <ac:spMkLst>
            <pc:docMk/>
            <pc:sldMk cId="257835128" sldId="349"/>
            <ac:spMk id="131" creationId="{EF35CBBC-7FF2-6C83-AB0D-A671031CB048}"/>
          </ac:spMkLst>
        </pc:spChg>
        <pc:spChg chg="mod">
          <ac:chgData name="Dairova, Zhannat SI-FR/P" userId="7bf041ce-838c-4eaa-8319-0f58f2da6a52" providerId="ADAL" clId="{274A8B51-859E-4A15-A4FA-7E8B336403DD}" dt="2026-09-01T16:24:50.762" v="17" actId="1076"/>
          <ac:spMkLst>
            <pc:docMk/>
            <pc:sldMk cId="257835128" sldId="349"/>
            <ac:spMk id="133" creationId="{D421A876-ED2A-316D-0309-B94966BFFFCD}"/>
          </ac:spMkLst>
        </pc:spChg>
        <pc:spChg chg="mod">
          <ac:chgData name="Dairova, Zhannat SI-FR/P" userId="7bf041ce-838c-4eaa-8319-0f58f2da6a52" providerId="ADAL" clId="{274A8B51-859E-4A15-A4FA-7E8B336403DD}" dt="2026-09-01T16:24:50.762" v="17" actId="1076"/>
          <ac:spMkLst>
            <pc:docMk/>
            <pc:sldMk cId="257835128" sldId="349"/>
            <ac:spMk id="136" creationId="{0EFAF568-FB54-317D-993D-84F6B82BE9D3}"/>
          </ac:spMkLst>
        </pc:spChg>
        <pc:spChg chg="mod">
          <ac:chgData name="Dairova, Zhannat SI-FR/P" userId="7bf041ce-838c-4eaa-8319-0f58f2da6a52" providerId="ADAL" clId="{274A8B51-859E-4A15-A4FA-7E8B336403DD}" dt="2026-09-01T16:24:50.762" v="17" actId="1076"/>
          <ac:spMkLst>
            <pc:docMk/>
            <pc:sldMk cId="257835128" sldId="349"/>
            <ac:spMk id="142" creationId="{9F0B179C-196F-7974-9AFE-EBCBD970E067}"/>
          </ac:spMkLst>
        </pc:spChg>
        <pc:spChg chg="add mod">
          <ac:chgData name="Dairova, Zhannat SI-FR/P" userId="7bf041ce-838c-4eaa-8319-0f58f2da6a52" providerId="ADAL" clId="{274A8B51-859E-4A15-A4FA-7E8B336403DD}" dt="2026-09-01T16:24:50.762" v="17" actId="1076"/>
          <ac:spMkLst>
            <pc:docMk/>
            <pc:sldMk cId="257835128" sldId="349"/>
            <ac:spMk id="143" creationId="{5219F23E-4C58-BB93-ED94-7ECE1F82503B}"/>
          </ac:spMkLst>
        </pc:spChg>
        <pc:spChg chg="add mod">
          <ac:chgData name="Dairova, Zhannat SI-FR/P" userId="7bf041ce-838c-4eaa-8319-0f58f2da6a52" providerId="ADAL" clId="{274A8B51-859E-4A15-A4FA-7E8B336403DD}" dt="2026-09-01T16:24:39.629" v="15"/>
          <ac:spMkLst>
            <pc:docMk/>
            <pc:sldMk cId="257835128" sldId="349"/>
            <ac:spMk id="144" creationId="{901EA4E3-1D22-6A78-FCA0-936421015339}"/>
          </ac:spMkLst>
        </pc:spChg>
        <pc:spChg chg="add mod">
          <ac:chgData name="Dairova, Zhannat SI-FR/P" userId="7bf041ce-838c-4eaa-8319-0f58f2da6a52" providerId="ADAL" clId="{274A8B51-859E-4A15-A4FA-7E8B336403DD}" dt="2026-09-01T16:24:39.629" v="15"/>
          <ac:spMkLst>
            <pc:docMk/>
            <pc:sldMk cId="257835128" sldId="349"/>
            <ac:spMk id="145" creationId="{08914798-03EC-A759-0762-4F696F374B3C}"/>
          </ac:spMkLst>
        </pc:spChg>
        <pc:spChg chg="mod">
          <ac:chgData name="Dairova, Zhannat SI-FR/P" userId="7bf041ce-838c-4eaa-8319-0f58f2da6a52" providerId="ADAL" clId="{274A8B51-859E-4A15-A4FA-7E8B336403DD}" dt="2026-09-01T16:24:50.762" v="17" actId="1076"/>
          <ac:spMkLst>
            <pc:docMk/>
            <pc:sldMk cId="257835128" sldId="349"/>
            <ac:spMk id="146" creationId="{D7081694-7C48-B5E8-F043-DF2B8E40EF3A}"/>
          </ac:spMkLst>
        </pc:spChg>
        <pc:spChg chg="mod">
          <ac:chgData name="Dairova, Zhannat SI-FR/P" userId="7bf041ce-838c-4eaa-8319-0f58f2da6a52" providerId="ADAL" clId="{274A8B51-859E-4A15-A4FA-7E8B336403DD}" dt="2026-09-01T16:24:50.762" v="17" actId="1076"/>
          <ac:spMkLst>
            <pc:docMk/>
            <pc:sldMk cId="257835128" sldId="349"/>
            <ac:spMk id="147" creationId="{3A87D8B7-C5FD-B6A8-71FD-0E21120103FA}"/>
          </ac:spMkLst>
        </pc:spChg>
        <pc:spChg chg="mod">
          <ac:chgData name="Dairova, Zhannat SI-FR/P" userId="7bf041ce-838c-4eaa-8319-0f58f2da6a52" providerId="ADAL" clId="{274A8B51-859E-4A15-A4FA-7E8B336403DD}" dt="2026-09-01T16:24:50.762" v="17" actId="1076"/>
          <ac:spMkLst>
            <pc:docMk/>
            <pc:sldMk cId="257835128" sldId="349"/>
            <ac:spMk id="148" creationId="{6E0E95BA-CFFE-9728-3952-9043A999AE9A}"/>
          </ac:spMkLst>
        </pc:spChg>
        <pc:spChg chg="add mod">
          <ac:chgData name="Dairova, Zhannat SI-FR/P" userId="7bf041ce-838c-4eaa-8319-0f58f2da6a52" providerId="ADAL" clId="{274A8B51-859E-4A15-A4FA-7E8B336403DD}" dt="2026-09-01T16:24:50.762" v="17" actId="1076"/>
          <ac:spMkLst>
            <pc:docMk/>
            <pc:sldMk cId="257835128" sldId="349"/>
            <ac:spMk id="151" creationId="{51706088-B311-9F32-E28C-E6919AFDF6CC}"/>
          </ac:spMkLst>
        </pc:spChg>
        <pc:spChg chg="add mod">
          <ac:chgData name="Dairova, Zhannat SI-FR/P" userId="7bf041ce-838c-4eaa-8319-0f58f2da6a52" providerId="ADAL" clId="{274A8B51-859E-4A15-A4FA-7E8B336403DD}" dt="2026-09-01T16:24:39.629" v="15"/>
          <ac:spMkLst>
            <pc:docMk/>
            <pc:sldMk cId="257835128" sldId="349"/>
            <ac:spMk id="152" creationId="{8CA030EA-4DB5-63ED-E2E1-899B4D7500B3}"/>
          </ac:spMkLst>
        </pc:spChg>
        <pc:spChg chg="mod">
          <ac:chgData name="Dairova, Zhannat SI-FR/P" userId="7bf041ce-838c-4eaa-8319-0f58f2da6a52" providerId="ADAL" clId="{274A8B51-859E-4A15-A4FA-7E8B336403DD}" dt="2026-09-01T16:24:39.629" v="15"/>
          <ac:spMkLst>
            <pc:docMk/>
            <pc:sldMk cId="257835128" sldId="349"/>
            <ac:spMk id="167" creationId="{90C3868A-284D-F942-243C-A182FF59A2F1}"/>
          </ac:spMkLst>
        </pc:spChg>
        <pc:spChg chg="mod">
          <ac:chgData name="Dairova, Zhannat SI-FR/P" userId="7bf041ce-838c-4eaa-8319-0f58f2da6a52" providerId="ADAL" clId="{274A8B51-859E-4A15-A4FA-7E8B336403DD}" dt="2026-09-01T16:25:37.441" v="24" actId="1076"/>
          <ac:spMkLst>
            <pc:docMk/>
            <pc:sldMk cId="257835128" sldId="349"/>
            <ac:spMk id="201" creationId="{59708DAC-BBD3-AD02-73F1-DEA86209F805}"/>
          </ac:spMkLst>
        </pc:spChg>
        <pc:spChg chg="mod">
          <ac:chgData name="Dairova, Zhannat SI-FR/P" userId="7bf041ce-838c-4eaa-8319-0f58f2da6a52" providerId="ADAL" clId="{274A8B51-859E-4A15-A4FA-7E8B336403DD}" dt="2026-09-01T16:25:37.441" v="24" actId="1076"/>
          <ac:spMkLst>
            <pc:docMk/>
            <pc:sldMk cId="257835128" sldId="349"/>
            <ac:spMk id="202" creationId="{DB9795A2-6157-4306-913C-88286D4260AE}"/>
          </ac:spMkLst>
        </pc:spChg>
        <pc:spChg chg="add mod">
          <ac:chgData name="Dairova, Zhannat SI-FR/P" userId="7bf041ce-838c-4eaa-8319-0f58f2da6a52" providerId="ADAL" clId="{274A8B51-859E-4A15-A4FA-7E8B336403DD}" dt="2026-09-01T16:27:04.728" v="31" actId="1076"/>
          <ac:spMkLst>
            <pc:docMk/>
            <pc:sldMk cId="257835128" sldId="349"/>
            <ac:spMk id="204" creationId="{5AD70507-E6CA-8651-E068-0C1F7A70EB5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469A17-5214-4084-A9D2-5BB639F30D3F}" type="doc">
      <dgm:prSet loTypeId="urn:microsoft.com/office/officeart/2005/8/layout/cycle7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EED4B5D9-1D0E-4E66-B0E1-E1DA974F1C4D}">
      <dgm:prSet phldrT="[Text]" phldr="0"/>
      <dgm:spPr/>
      <dgm:t>
        <a:bodyPr/>
        <a:lstStyle/>
        <a:p>
          <a:r>
            <a:rPr lang="en-GB">
              <a:solidFill>
                <a:schemeClr val="tx1">
                  <a:lumMod val="75000"/>
                  <a:lumOff val="25000"/>
                </a:schemeClr>
              </a:solidFill>
            </a:rPr>
            <a:t>CONNECT PEOPLE</a:t>
          </a:r>
        </a:p>
      </dgm:t>
    </dgm:pt>
    <dgm:pt modelId="{DDDBF44D-268A-4B28-99BA-782B37911617}" type="parTrans" cxnId="{251AFAAF-64D3-41EE-9CBC-C1C0347EF62E}">
      <dgm:prSet/>
      <dgm:spPr/>
      <dgm:t>
        <a:bodyPr/>
        <a:lstStyle/>
        <a:p>
          <a:endParaRPr lang="en-GB"/>
        </a:p>
      </dgm:t>
    </dgm:pt>
    <dgm:pt modelId="{106B8AC8-10B9-4074-8471-7F01C07956BA}" type="sibTrans" cxnId="{251AFAAF-64D3-41EE-9CBC-C1C0347EF62E}">
      <dgm:prSet/>
      <dgm:spPr/>
      <dgm:t>
        <a:bodyPr/>
        <a:lstStyle/>
        <a:p>
          <a:endParaRPr lang="en-GB"/>
        </a:p>
      </dgm:t>
    </dgm:pt>
    <dgm:pt modelId="{6D377A4E-02A8-48FE-868B-7D2424BDE71D}">
      <dgm:prSet phldrT="[Text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>
              <a:solidFill>
                <a:schemeClr val="tx1">
                  <a:lumMod val="75000"/>
                  <a:lumOff val="25000"/>
                </a:schemeClr>
              </a:solidFill>
            </a:rPr>
            <a:t>EXCHANGE PERSPECTIVES</a:t>
          </a:r>
        </a:p>
      </dgm:t>
    </dgm:pt>
    <dgm:pt modelId="{8D468CBE-5D1C-456A-ABDB-44322116D182}" type="parTrans" cxnId="{924EA800-7796-4DC4-847A-B9008AAD3E6F}">
      <dgm:prSet/>
      <dgm:spPr/>
      <dgm:t>
        <a:bodyPr/>
        <a:lstStyle/>
        <a:p>
          <a:endParaRPr lang="en-GB"/>
        </a:p>
      </dgm:t>
    </dgm:pt>
    <dgm:pt modelId="{92A28AC4-C1D5-4CFE-B52C-66ECFC4BF0D4}" type="sibTrans" cxnId="{924EA800-7796-4DC4-847A-B9008AAD3E6F}">
      <dgm:prSet/>
      <dgm:spPr/>
      <dgm:t>
        <a:bodyPr/>
        <a:lstStyle/>
        <a:p>
          <a:endParaRPr lang="en-GB"/>
        </a:p>
      </dgm:t>
    </dgm:pt>
    <dgm:pt modelId="{87748692-BF05-46B8-BF21-C013E29467AB}">
      <dgm:prSet phldrT="[Text]"/>
      <dgm:spPr/>
      <dgm:t>
        <a:bodyPr/>
        <a:lstStyle/>
        <a:p>
          <a:r>
            <a:rPr lang="en-GB">
              <a:solidFill>
                <a:sysClr val="windowText" lastClr="000000"/>
              </a:solidFill>
            </a:rPr>
            <a:t>APPLY KNOWLEDGE SHARING</a:t>
          </a:r>
        </a:p>
      </dgm:t>
    </dgm:pt>
    <dgm:pt modelId="{468EEFB8-EF8F-4049-90A5-88631DA59C3F}" type="parTrans" cxnId="{EE3DC1B0-9921-4CB6-A3AE-1B53FDF5AB3B}">
      <dgm:prSet/>
      <dgm:spPr/>
      <dgm:t>
        <a:bodyPr/>
        <a:lstStyle/>
        <a:p>
          <a:endParaRPr lang="en-GB"/>
        </a:p>
      </dgm:t>
    </dgm:pt>
    <dgm:pt modelId="{BEA17AB5-81F6-4F2E-A22A-A35090E69C46}" type="sibTrans" cxnId="{EE3DC1B0-9921-4CB6-A3AE-1B53FDF5AB3B}">
      <dgm:prSet/>
      <dgm:spPr/>
      <dgm:t>
        <a:bodyPr/>
        <a:lstStyle/>
        <a:p>
          <a:endParaRPr lang="en-GB"/>
        </a:p>
      </dgm:t>
    </dgm:pt>
    <dgm:pt modelId="{99F441E8-CB8F-4693-9F33-BF551BDC8192}" type="pres">
      <dgm:prSet presAssocID="{3C469A17-5214-4084-A9D2-5BB639F30D3F}" presName="Name0" presStyleCnt="0">
        <dgm:presLayoutVars>
          <dgm:dir/>
          <dgm:resizeHandles val="exact"/>
        </dgm:presLayoutVars>
      </dgm:prSet>
      <dgm:spPr/>
    </dgm:pt>
    <dgm:pt modelId="{C53E6825-E649-4849-8801-594415C80CA6}" type="pres">
      <dgm:prSet presAssocID="{EED4B5D9-1D0E-4E66-B0E1-E1DA974F1C4D}" presName="node" presStyleLbl="node1" presStyleIdx="0" presStyleCnt="3">
        <dgm:presLayoutVars>
          <dgm:bulletEnabled val="1"/>
        </dgm:presLayoutVars>
      </dgm:prSet>
      <dgm:spPr/>
    </dgm:pt>
    <dgm:pt modelId="{7B23A0A3-C11D-4202-B0EC-9B752DC4B94E}" type="pres">
      <dgm:prSet presAssocID="{106B8AC8-10B9-4074-8471-7F01C07956BA}" presName="sibTrans" presStyleLbl="sibTrans2D1" presStyleIdx="0" presStyleCnt="3"/>
      <dgm:spPr/>
    </dgm:pt>
    <dgm:pt modelId="{904F5453-DDF8-415B-85E3-9475BE39495C}" type="pres">
      <dgm:prSet presAssocID="{106B8AC8-10B9-4074-8471-7F01C07956BA}" presName="connectorText" presStyleLbl="sibTrans2D1" presStyleIdx="0" presStyleCnt="3"/>
      <dgm:spPr/>
    </dgm:pt>
    <dgm:pt modelId="{9A92740C-CB03-4468-A655-8B67302FE749}" type="pres">
      <dgm:prSet presAssocID="{6D377A4E-02A8-48FE-868B-7D2424BDE71D}" presName="node" presStyleLbl="node1" presStyleIdx="1" presStyleCnt="3">
        <dgm:presLayoutVars>
          <dgm:bulletEnabled val="1"/>
        </dgm:presLayoutVars>
      </dgm:prSet>
      <dgm:spPr/>
    </dgm:pt>
    <dgm:pt modelId="{2260D22A-414E-4C2C-8244-4280327F15BD}" type="pres">
      <dgm:prSet presAssocID="{92A28AC4-C1D5-4CFE-B52C-66ECFC4BF0D4}" presName="sibTrans" presStyleLbl="sibTrans2D1" presStyleIdx="1" presStyleCnt="3"/>
      <dgm:spPr/>
    </dgm:pt>
    <dgm:pt modelId="{3AFB1F52-1E55-48CB-A93B-7DCDFAEA85AE}" type="pres">
      <dgm:prSet presAssocID="{92A28AC4-C1D5-4CFE-B52C-66ECFC4BF0D4}" presName="connectorText" presStyleLbl="sibTrans2D1" presStyleIdx="1" presStyleCnt="3"/>
      <dgm:spPr/>
    </dgm:pt>
    <dgm:pt modelId="{64589B68-8CB7-4449-AD19-0AB283395957}" type="pres">
      <dgm:prSet presAssocID="{87748692-BF05-46B8-BF21-C013E29467AB}" presName="node" presStyleLbl="node1" presStyleIdx="2" presStyleCnt="3">
        <dgm:presLayoutVars>
          <dgm:bulletEnabled val="1"/>
        </dgm:presLayoutVars>
      </dgm:prSet>
      <dgm:spPr/>
    </dgm:pt>
    <dgm:pt modelId="{23D29ADD-23BC-4AFC-B292-50B397AFD966}" type="pres">
      <dgm:prSet presAssocID="{BEA17AB5-81F6-4F2E-A22A-A35090E69C46}" presName="sibTrans" presStyleLbl="sibTrans2D1" presStyleIdx="2" presStyleCnt="3"/>
      <dgm:spPr/>
    </dgm:pt>
    <dgm:pt modelId="{50BC3E9B-0556-4244-AED3-3A880176D6F1}" type="pres">
      <dgm:prSet presAssocID="{BEA17AB5-81F6-4F2E-A22A-A35090E69C46}" presName="connectorText" presStyleLbl="sibTrans2D1" presStyleIdx="2" presStyleCnt="3"/>
      <dgm:spPr/>
    </dgm:pt>
  </dgm:ptLst>
  <dgm:cxnLst>
    <dgm:cxn modelId="{924EA800-7796-4DC4-847A-B9008AAD3E6F}" srcId="{3C469A17-5214-4084-A9D2-5BB639F30D3F}" destId="{6D377A4E-02A8-48FE-868B-7D2424BDE71D}" srcOrd="1" destOrd="0" parTransId="{8D468CBE-5D1C-456A-ABDB-44322116D182}" sibTransId="{92A28AC4-C1D5-4CFE-B52C-66ECFC4BF0D4}"/>
    <dgm:cxn modelId="{F0D1B820-13BE-4C40-983C-EB1738B4684B}" type="presOf" srcId="{EED4B5D9-1D0E-4E66-B0E1-E1DA974F1C4D}" destId="{C53E6825-E649-4849-8801-594415C80CA6}" srcOrd="0" destOrd="0" presId="urn:microsoft.com/office/officeart/2005/8/layout/cycle7"/>
    <dgm:cxn modelId="{652E5F2C-668C-4971-BE51-FF581EABC715}" type="presOf" srcId="{87748692-BF05-46B8-BF21-C013E29467AB}" destId="{64589B68-8CB7-4449-AD19-0AB283395957}" srcOrd="0" destOrd="0" presId="urn:microsoft.com/office/officeart/2005/8/layout/cycle7"/>
    <dgm:cxn modelId="{CB33F43A-98F6-4BA5-9F88-A5039B5F947D}" type="presOf" srcId="{BEA17AB5-81F6-4F2E-A22A-A35090E69C46}" destId="{50BC3E9B-0556-4244-AED3-3A880176D6F1}" srcOrd="1" destOrd="0" presId="urn:microsoft.com/office/officeart/2005/8/layout/cycle7"/>
    <dgm:cxn modelId="{BF12EF68-485C-42CA-8D60-31401983739F}" type="presOf" srcId="{106B8AC8-10B9-4074-8471-7F01C07956BA}" destId="{904F5453-DDF8-415B-85E3-9475BE39495C}" srcOrd="1" destOrd="0" presId="urn:microsoft.com/office/officeart/2005/8/layout/cycle7"/>
    <dgm:cxn modelId="{CA73AA51-2687-48CC-BB48-35CB894BDE7C}" type="presOf" srcId="{106B8AC8-10B9-4074-8471-7F01C07956BA}" destId="{7B23A0A3-C11D-4202-B0EC-9B752DC4B94E}" srcOrd="0" destOrd="0" presId="urn:microsoft.com/office/officeart/2005/8/layout/cycle7"/>
    <dgm:cxn modelId="{8A0653AC-C468-41A7-8085-C7BF7722E557}" type="presOf" srcId="{BEA17AB5-81F6-4F2E-A22A-A35090E69C46}" destId="{23D29ADD-23BC-4AFC-B292-50B397AFD966}" srcOrd="0" destOrd="0" presId="urn:microsoft.com/office/officeart/2005/8/layout/cycle7"/>
    <dgm:cxn modelId="{251AFAAF-64D3-41EE-9CBC-C1C0347EF62E}" srcId="{3C469A17-5214-4084-A9D2-5BB639F30D3F}" destId="{EED4B5D9-1D0E-4E66-B0E1-E1DA974F1C4D}" srcOrd="0" destOrd="0" parTransId="{DDDBF44D-268A-4B28-99BA-782B37911617}" sibTransId="{106B8AC8-10B9-4074-8471-7F01C07956BA}"/>
    <dgm:cxn modelId="{EE3DC1B0-9921-4CB6-A3AE-1B53FDF5AB3B}" srcId="{3C469A17-5214-4084-A9D2-5BB639F30D3F}" destId="{87748692-BF05-46B8-BF21-C013E29467AB}" srcOrd="2" destOrd="0" parTransId="{468EEFB8-EF8F-4049-90A5-88631DA59C3F}" sibTransId="{BEA17AB5-81F6-4F2E-A22A-A35090E69C46}"/>
    <dgm:cxn modelId="{012B0EBB-1EBF-420F-8550-861E0D23A57B}" type="presOf" srcId="{6D377A4E-02A8-48FE-868B-7D2424BDE71D}" destId="{9A92740C-CB03-4468-A655-8B67302FE749}" srcOrd="0" destOrd="0" presId="urn:microsoft.com/office/officeart/2005/8/layout/cycle7"/>
    <dgm:cxn modelId="{D90798BC-990A-4197-90BB-52722CA1BDEA}" type="presOf" srcId="{92A28AC4-C1D5-4CFE-B52C-66ECFC4BF0D4}" destId="{2260D22A-414E-4C2C-8244-4280327F15BD}" srcOrd="0" destOrd="0" presId="urn:microsoft.com/office/officeart/2005/8/layout/cycle7"/>
    <dgm:cxn modelId="{6A070DC0-23E0-42E5-B5AD-2378FDDCEC65}" type="presOf" srcId="{3C469A17-5214-4084-A9D2-5BB639F30D3F}" destId="{99F441E8-CB8F-4693-9F33-BF551BDC8192}" srcOrd="0" destOrd="0" presId="urn:microsoft.com/office/officeart/2005/8/layout/cycle7"/>
    <dgm:cxn modelId="{B95319D1-DC11-4622-8EC4-F28FBE0EE4D8}" type="presOf" srcId="{92A28AC4-C1D5-4CFE-B52C-66ECFC4BF0D4}" destId="{3AFB1F52-1E55-48CB-A93B-7DCDFAEA85AE}" srcOrd="1" destOrd="0" presId="urn:microsoft.com/office/officeart/2005/8/layout/cycle7"/>
    <dgm:cxn modelId="{AB0D4CC3-D362-41EF-9A0C-576A5C31DA02}" type="presParOf" srcId="{99F441E8-CB8F-4693-9F33-BF551BDC8192}" destId="{C53E6825-E649-4849-8801-594415C80CA6}" srcOrd="0" destOrd="0" presId="urn:microsoft.com/office/officeart/2005/8/layout/cycle7"/>
    <dgm:cxn modelId="{385215FC-F66B-45F4-A7AB-DCFC62D7B027}" type="presParOf" srcId="{99F441E8-CB8F-4693-9F33-BF551BDC8192}" destId="{7B23A0A3-C11D-4202-B0EC-9B752DC4B94E}" srcOrd="1" destOrd="0" presId="urn:microsoft.com/office/officeart/2005/8/layout/cycle7"/>
    <dgm:cxn modelId="{E24A0E39-B2C4-4217-BBD9-5892CA278163}" type="presParOf" srcId="{7B23A0A3-C11D-4202-B0EC-9B752DC4B94E}" destId="{904F5453-DDF8-415B-85E3-9475BE39495C}" srcOrd="0" destOrd="0" presId="urn:microsoft.com/office/officeart/2005/8/layout/cycle7"/>
    <dgm:cxn modelId="{74A4C0BB-9FE8-43BD-9FAE-8A5DAD7E9E17}" type="presParOf" srcId="{99F441E8-CB8F-4693-9F33-BF551BDC8192}" destId="{9A92740C-CB03-4468-A655-8B67302FE749}" srcOrd="2" destOrd="0" presId="urn:microsoft.com/office/officeart/2005/8/layout/cycle7"/>
    <dgm:cxn modelId="{2D38FA96-3CA3-4A1A-9AD6-1F3C7DFC1633}" type="presParOf" srcId="{99F441E8-CB8F-4693-9F33-BF551BDC8192}" destId="{2260D22A-414E-4C2C-8244-4280327F15BD}" srcOrd="3" destOrd="0" presId="urn:microsoft.com/office/officeart/2005/8/layout/cycle7"/>
    <dgm:cxn modelId="{8229C8CA-E450-4FCB-878F-68ED25BCF327}" type="presParOf" srcId="{2260D22A-414E-4C2C-8244-4280327F15BD}" destId="{3AFB1F52-1E55-48CB-A93B-7DCDFAEA85AE}" srcOrd="0" destOrd="0" presId="urn:microsoft.com/office/officeart/2005/8/layout/cycle7"/>
    <dgm:cxn modelId="{9D998930-45FC-4313-8BEB-59E0F431F25E}" type="presParOf" srcId="{99F441E8-CB8F-4693-9F33-BF551BDC8192}" destId="{64589B68-8CB7-4449-AD19-0AB283395957}" srcOrd="4" destOrd="0" presId="urn:microsoft.com/office/officeart/2005/8/layout/cycle7"/>
    <dgm:cxn modelId="{C9942708-4FB0-4AA7-8871-BFCFBDF03604}" type="presParOf" srcId="{99F441E8-CB8F-4693-9F33-BF551BDC8192}" destId="{23D29ADD-23BC-4AFC-B292-50B397AFD966}" srcOrd="5" destOrd="0" presId="urn:microsoft.com/office/officeart/2005/8/layout/cycle7"/>
    <dgm:cxn modelId="{74A394A4-5ED4-40EF-A5DA-C7D70D7CF3DE}" type="presParOf" srcId="{23D29ADD-23BC-4AFC-B292-50B397AFD966}" destId="{50BC3E9B-0556-4244-AED3-3A880176D6F1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3E6825-E649-4849-8801-594415C80CA6}">
      <dsp:nvSpPr>
        <dsp:cNvPr id="0" name=""/>
        <dsp:cNvSpPr/>
      </dsp:nvSpPr>
      <dsp:spPr>
        <a:xfrm>
          <a:off x="2030490" y="227002"/>
          <a:ext cx="2456957" cy="122847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>
              <a:solidFill>
                <a:schemeClr val="tx1">
                  <a:lumMod val="75000"/>
                  <a:lumOff val="25000"/>
                </a:schemeClr>
              </a:solidFill>
            </a:rPr>
            <a:t>CONNECT PEOPLE</a:t>
          </a:r>
        </a:p>
      </dsp:txBody>
      <dsp:txXfrm>
        <a:off x="2066471" y="262983"/>
        <a:ext cx="2384995" cy="1156516"/>
      </dsp:txXfrm>
    </dsp:sp>
    <dsp:sp modelId="{7B23A0A3-C11D-4202-B0EC-9B752DC4B94E}">
      <dsp:nvSpPr>
        <dsp:cNvPr id="0" name=""/>
        <dsp:cNvSpPr/>
      </dsp:nvSpPr>
      <dsp:spPr>
        <a:xfrm rot="3600000">
          <a:off x="3632891" y="2383888"/>
          <a:ext cx="1281691" cy="429967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>
        <a:off x="3761881" y="2469881"/>
        <a:ext cx="1023711" cy="257981"/>
      </dsp:txXfrm>
    </dsp:sp>
    <dsp:sp modelId="{9A92740C-CB03-4468-A655-8B67302FE749}">
      <dsp:nvSpPr>
        <dsp:cNvPr id="0" name=""/>
        <dsp:cNvSpPr/>
      </dsp:nvSpPr>
      <dsp:spPr>
        <a:xfrm>
          <a:off x="4060026" y="3742262"/>
          <a:ext cx="2456957" cy="1228478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>
              <a:solidFill>
                <a:schemeClr val="tx1">
                  <a:lumMod val="75000"/>
                  <a:lumOff val="25000"/>
                </a:schemeClr>
              </a:solidFill>
            </a:rPr>
            <a:t>EXCHANGE PERSPECTIVES</a:t>
          </a:r>
        </a:p>
      </dsp:txBody>
      <dsp:txXfrm>
        <a:off x="4096007" y="3778243"/>
        <a:ext cx="2384995" cy="1156516"/>
      </dsp:txXfrm>
    </dsp:sp>
    <dsp:sp modelId="{2260D22A-414E-4C2C-8244-4280327F15BD}">
      <dsp:nvSpPr>
        <dsp:cNvPr id="0" name=""/>
        <dsp:cNvSpPr/>
      </dsp:nvSpPr>
      <dsp:spPr>
        <a:xfrm rot="10800000">
          <a:off x="2618123" y="4141517"/>
          <a:ext cx="1281691" cy="429967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 rot="10800000">
        <a:off x="2747113" y="4227510"/>
        <a:ext cx="1023711" cy="257981"/>
      </dsp:txXfrm>
    </dsp:sp>
    <dsp:sp modelId="{64589B68-8CB7-4449-AD19-0AB283395957}">
      <dsp:nvSpPr>
        <dsp:cNvPr id="0" name=""/>
        <dsp:cNvSpPr/>
      </dsp:nvSpPr>
      <dsp:spPr>
        <a:xfrm>
          <a:off x="954" y="3742262"/>
          <a:ext cx="2456957" cy="122847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>
              <a:solidFill>
                <a:sysClr val="windowText" lastClr="000000"/>
              </a:solidFill>
            </a:rPr>
            <a:t>APPLY KNOWLEDGE SHARING</a:t>
          </a:r>
        </a:p>
      </dsp:txBody>
      <dsp:txXfrm>
        <a:off x="36935" y="3778243"/>
        <a:ext cx="2384995" cy="1156516"/>
      </dsp:txXfrm>
    </dsp:sp>
    <dsp:sp modelId="{23D29ADD-23BC-4AFC-B292-50B397AFD966}">
      <dsp:nvSpPr>
        <dsp:cNvPr id="0" name=""/>
        <dsp:cNvSpPr/>
      </dsp:nvSpPr>
      <dsp:spPr>
        <a:xfrm rot="18000000">
          <a:off x="1603355" y="2383888"/>
          <a:ext cx="1281691" cy="429967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>
        <a:off x="1732345" y="2469881"/>
        <a:ext cx="1023711" cy="2579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55A1B-D3B0-C2DD-3F62-F8C152A40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7471A-03F1-E927-6859-D6AB3AA0E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6C529-345C-E0FD-A8F6-0DCAEC80A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578FA-75D1-7348-E3C3-7E4117A469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81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808440" cy="6720840"/>
          </a:xfrm>
          <a:prstGeom prst="rect">
            <a:avLst/>
          </a:prstGeom>
          <a:solidFill>
            <a:srgbClr val="F9C800"/>
          </a:solidFill>
          <a:ln w="12700">
            <a:solidFill>
              <a:srgbClr val="F9C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720840"/>
            <a:ext cx="21808440" cy="64008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27934920"/>
            <a:ext cx="21808440" cy="64008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05840" y="30220920"/>
            <a:ext cx="19796760" cy="0"/>
          </a:xfrm>
          <a:prstGeom prst="line">
            <a:avLst/>
          </a:prstGeom>
          <a:noFill/>
          <a:ln w="12700">
            <a:solidFill>
              <a:srgbClr val="B7B7B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05840" y="303123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Shape. Connect. Accelerate.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0424160" y="30312360"/>
            <a:ext cx="1037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 Global Team F2F 2026  |  7–8 September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214080" y="30312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214080" y="30312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13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diagramData" Target="../diagrams/data1.xml"/><Relationship Id="rId12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diagramDrawing" Target="../diagrams/drawing1.xml"/><Relationship Id="rId5" Type="http://schemas.openxmlformats.org/officeDocument/2006/relationships/image" Target="../media/image3.tiff"/><Relationship Id="rId15" Type="http://schemas.openxmlformats.org/officeDocument/2006/relationships/image" Target="../media/image8.svg"/><Relationship Id="rId10" Type="http://schemas.openxmlformats.org/officeDocument/2006/relationships/diagramColors" Target="../diagrams/colors1.xml"/><Relationship Id="rId4" Type="http://schemas.openxmlformats.org/officeDocument/2006/relationships/image" Target="../media/image2.svg"/><Relationship Id="rId9" Type="http://schemas.openxmlformats.org/officeDocument/2006/relationships/diagramQuickStyle" Target="../diagrams/quickStyle1.xml"/><Relationship Id="rId1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22096-CA38-7692-C4B0-E2FF22E6D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48c52803bb.png">
            <a:extLst>
              <a:ext uri="{FF2B5EF4-FFF2-40B4-BE49-F238E27FC236}">
                <a16:creationId xmlns:a16="http://schemas.microsoft.com/office/drawing/2014/main" id="{54AB24AB-1C1F-680C-DB0C-B94F1F643C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800" b="22800"/>
          <a:stretch/>
        </p:blipFill>
        <p:spPr>
          <a:xfrm>
            <a:off x="6786" y="1"/>
            <a:ext cx="21795503" cy="7450373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FE03099-EB5A-C255-D3DB-2E835FB461C6}"/>
              </a:ext>
            </a:extLst>
          </p:cNvPr>
          <p:cNvSpPr/>
          <p:nvPr/>
        </p:nvSpPr>
        <p:spPr>
          <a:xfrm>
            <a:off x="1509397" y="766950"/>
            <a:ext cx="7247132" cy="821733"/>
          </a:xfrm>
          <a:prstGeom prst="roundRect">
            <a:avLst>
              <a:gd name="adj" fmla="val 3333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 sz="27579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765BAB6-A531-34A0-A27B-7A86CCF82EFC}"/>
              </a:ext>
            </a:extLst>
          </p:cNvPr>
          <p:cNvSpPr/>
          <p:nvPr/>
        </p:nvSpPr>
        <p:spPr>
          <a:xfrm>
            <a:off x="1783308" y="903906"/>
            <a:ext cx="9633802" cy="5752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4044" b="1">
                <a:solidFill>
                  <a:srgbClr val="FFFFFF"/>
                </a:solidFill>
                <a:latin typeface="Aptos Display" pitchFamily="34" charset="0"/>
              </a:rPr>
              <a:t>COLLABORATION &amp; LEARNING</a:t>
            </a:r>
            <a:endParaRPr lang="en-US" sz="4044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C192760-6EBF-B302-A763-C2031E4D1105}"/>
              </a:ext>
            </a:extLst>
          </p:cNvPr>
          <p:cNvSpPr/>
          <p:nvPr/>
        </p:nvSpPr>
        <p:spPr>
          <a:xfrm>
            <a:off x="1509398" y="2273459"/>
            <a:ext cx="13969449" cy="1287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10184" b="1">
                <a:solidFill>
                  <a:srgbClr val="2F3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 &amp; ENGAGE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BD17CBA-3866-2A76-E03B-C4E1EC5F3F08}"/>
              </a:ext>
            </a:extLst>
          </p:cNvPr>
          <p:cNvSpPr/>
          <p:nvPr/>
        </p:nvSpPr>
        <p:spPr>
          <a:xfrm>
            <a:off x="1509398" y="3944232"/>
            <a:ext cx="13832494" cy="8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 lang="en-GB" sz="4044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community where people connect across teams, learn through shared perspectives and apply insight in practice.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E223A13-496C-8517-D77D-DA022C61EBA0}"/>
              </a:ext>
            </a:extLst>
          </p:cNvPr>
          <p:cNvSpPr/>
          <p:nvPr/>
        </p:nvSpPr>
        <p:spPr>
          <a:xfrm>
            <a:off x="1509397" y="4875611"/>
            <a:ext cx="13777712" cy="0"/>
          </a:xfrm>
          <a:prstGeom prst="line">
            <a:avLst/>
          </a:prstGeom>
          <a:noFill/>
          <a:ln w="12700">
            <a:solidFill>
              <a:srgbClr val="E9571F"/>
            </a:solidFill>
            <a:prstDash val="solid"/>
          </a:ln>
        </p:spPr>
        <p:txBody>
          <a:bodyPr/>
          <a:lstStyle/>
          <a:p>
            <a:endParaRPr lang="en-GB" sz="27579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D0806EFA-5908-888F-36AE-E2E0A61BF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9397" y="5423434"/>
            <a:ext cx="903906" cy="602603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F115CB4B-7FC1-676A-3AC6-69EEFF07CEF0}"/>
              </a:ext>
            </a:extLst>
          </p:cNvPr>
          <p:cNvSpPr/>
          <p:nvPr/>
        </p:nvSpPr>
        <p:spPr>
          <a:xfrm>
            <a:off x="2495476" y="5450824"/>
            <a:ext cx="13147718" cy="76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GB" sz="4044" b="1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Aygun Boutkan  |  Scenarios Project Advisor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27670C8-49D3-7DB1-33C7-8A25F401506D}"/>
              </a:ext>
            </a:extLst>
          </p:cNvPr>
          <p:cNvSpPr/>
          <p:nvPr/>
        </p:nvSpPr>
        <p:spPr>
          <a:xfrm>
            <a:off x="1509398" y="6436903"/>
            <a:ext cx="13832494" cy="684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834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 Global Team F2F 2026   |   7–8 September</a:t>
            </a:r>
            <a:endParaRPr lang="en-US" sz="3834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F6B03A9-7737-5E4A-2465-9F3AD215B9A7}"/>
              </a:ext>
            </a:extLst>
          </p:cNvPr>
          <p:cNvSpPr/>
          <p:nvPr/>
        </p:nvSpPr>
        <p:spPr>
          <a:xfrm>
            <a:off x="17177093" y="3889533"/>
            <a:ext cx="3286930" cy="17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3894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</a:t>
            </a:r>
            <a:endParaRPr lang="en-US" sz="3894"/>
          </a:p>
          <a:p>
            <a:pPr algn="ctr"/>
            <a:r>
              <a:rPr lang="en-US" sz="3894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</a:t>
            </a:r>
            <a:endParaRPr lang="en-US" sz="3894"/>
          </a:p>
          <a:p>
            <a:pPr algn="ctr"/>
            <a:r>
              <a:rPr lang="en-US" sz="3894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</a:t>
            </a:r>
            <a:endParaRPr lang="en-US" sz="3894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4B8A1315-535E-A891-1C62-5586D18F0A8D}"/>
              </a:ext>
            </a:extLst>
          </p:cNvPr>
          <p:cNvSpPr/>
          <p:nvPr/>
        </p:nvSpPr>
        <p:spPr>
          <a:xfrm>
            <a:off x="-14546" y="7779066"/>
            <a:ext cx="21795502" cy="15914216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 sz="27579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27A63F22-17E6-223E-F8DC-F1C9B5BCCD79}"/>
              </a:ext>
            </a:extLst>
          </p:cNvPr>
          <p:cNvSpPr/>
          <p:nvPr/>
        </p:nvSpPr>
        <p:spPr>
          <a:xfrm>
            <a:off x="28120" y="7425617"/>
            <a:ext cx="21752836" cy="1287381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 sz="27579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DAEE0EEE-0412-450C-8178-F292864BAD97}"/>
              </a:ext>
            </a:extLst>
          </p:cNvPr>
          <p:cNvSpPr/>
          <p:nvPr/>
        </p:nvSpPr>
        <p:spPr>
          <a:xfrm>
            <a:off x="1235486" y="30075403"/>
            <a:ext cx="5478216" cy="493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546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Shape. Connect. Accelerate.</a:t>
            </a:r>
            <a:endParaRPr lang="en-US" sz="2546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3B5FE52C-383B-A4F2-1B2C-FD54036F6DC3}"/>
              </a:ext>
            </a:extLst>
          </p:cNvPr>
          <p:cNvSpPr/>
          <p:nvPr/>
        </p:nvSpPr>
        <p:spPr>
          <a:xfrm>
            <a:off x="16382753" y="30075403"/>
            <a:ext cx="4245617" cy="493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2546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September 7–8, 2026</a:t>
            </a:r>
            <a:endParaRPr lang="en-US" sz="2546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345A79-E3D2-0FFB-D739-FBC8162D51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7093" y="997283"/>
            <a:ext cx="3100175" cy="3100175"/>
          </a:xfrm>
          <a:prstGeom prst="rect">
            <a:avLst/>
          </a:prstGeom>
          <a:ln>
            <a:noFill/>
          </a:ln>
        </p:spPr>
      </p:pic>
      <p:sp>
        <p:nvSpPr>
          <p:cNvPr id="113" name="Rectangle 112">
            <a:extLst>
              <a:ext uri="{FF2B5EF4-FFF2-40B4-BE49-F238E27FC236}">
                <a16:creationId xmlns:a16="http://schemas.microsoft.com/office/drawing/2014/main" id="{0250CB4D-95AA-C70C-73A7-07D548A0E4E3}"/>
              </a:ext>
            </a:extLst>
          </p:cNvPr>
          <p:cNvSpPr/>
          <p:nvPr/>
        </p:nvSpPr>
        <p:spPr>
          <a:xfrm>
            <a:off x="3218" y="23435597"/>
            <a:ext cx="21808440" cy="3514449"/>
          </a:xfrm>
          <a:prstGeom prst="rect">
            <a:avLst/>
          </a:prstGeom>
          <a:solidFill>
            <a:srgbClr val="FFF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73D9E53-2656-9E45-823B-1BEFFE983479}"/>
              </a:ext>
            </a:extLst>
          </p:cNvPr>
          <p:cNvSpPr/>
          <p:nvPr/>
        </p:nvSpPr>
        <p:spPr>
          <a:xfrm>
            <a:off x="-14547" y="18464414"/>
            <a:ext cx="21808440" cy="4782313"/>
          </a:xfrm>
          <a:prstGeom prst="rect">
            <a:avLst/>
          </a:prstGeom>
          <a:solidFill>
            <a:srgbClr val="F1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hellBook" panose="00000500000000000000" pitchFamily="2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C722A88-68E6-A107-834E-8DB44CD9ED56}"/>
              </a:ext>
            </a:extLst>
          </p:cNvPr>
          <p:cNvSpPr/>
          <p:nvPr/>
        </p:nvSpPr>
        <p:spPr>
          <a:xfrm>
            <a:off x="-14547" y="15081135"/>
            <a:ext cx="21808440" cy="3154680"/>
          </a:xfrm>
          <a:prstGeom prst="rect">
            <a:avLst/>
          </a:prstGeom>
          <a:solidFill>
            <a:srgbClr val="FFF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 7">
            <a:extLst>
              <a:ext uri="{FF2B5EF4-FFF2-40B4-BE49-F238E27FC236}">
                <a16:creationId xmlns:a16="http://schemas.microsoft.com/office/drawing/2014/main" id="{4F3C2469-1DFF-67E4-0C42-12011175A403}"/>
              </a:ext>
            </a:extLst>
          </p:cNvPr>
          <p:cNvSpPr/>
          <p:nvPr/>
        </p:nvSpPr>
        <p:spPr>
          <a:xfrm>
            <a:off x="1180705" y="7782042"/>
            <a:ext cx="1979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>
                <a:solidFill>
                  <a:srgbClr val="2F3033"/>
                </a:solidFill>
                <a:latin typeface="ShellBook"/>
              </a:rPr>
              <a:t>CONNECTING PEOPLE THROUGH KNOWLEDGE</a:t>
            </a:r>
            <a:endParaRPr lang="en-GB" sz="4000">
              <a:latin typeface="ShellBook" panose="00000500000000000000" pitchFamily="2" charset="0"/>
            </a:endParaRPr>
          </a:p>
        </p:txBody>
      </p:sp>
      <p:sp>
        <p:nvSpPr>
          <p:cNvPr id="117" name="Shape 8">
            <a:extLst>
              <a:ext uri="{FF2B5EF4-FFF2-40B4-BE49-F238E27FC236}">
                <a16:creationId xmlns:a16="http://schemas.microsoft.com/office/drawing/2014/main" id="{F5358AB3-C98E-86B7-65E8-0071F54C5377}"/>
              </a:ext>
            </a:extLst>
          </p:cNvPr>
          <p:cNvSpPr/>
          <p:nvPr/>
        </p:nvSpPr>
        <p:spPr>
          <a:xfrm>
            <a:off x="1180705" y="9187051"/>
            <a:ext cx="8412480" cy="5486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18" name="Image 1" descr="/mnt/data/poster_work/learn_engage_visual.png">
            <a:extLst>
              <a:ext uri="{FF2B5EF4-FFF2-40B4-BE49-F238E27FC236}">
                <a16:creationId xmlns:a16="http://schemas.microsoft.com/office/drawing/2014/main" id="{B768EB3E-A6D6-774A-A4B0-2F484622D3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966" b="1966"/>
          <a:stretch/>
        </p:blipFill>
        <p:spPr>
          <a:xfrm>
            <a:off x="1317865" y="9324211"/>
            <a:ext cx="8138160" cy="5212080"/>
          </a:xfrm>
          <a:prstGeom prst="rect">
            <a:avLst/>
          </a:prstGeom>
        </p:spPr>
      </p:pic>
      <p:sp>
        <p:nvSpPr>
          <p:cNvPr id="119" name="Text 9">
            <a:extLst>
              <a:ext uri="{FF2B5EF4-FFF2-40B4-BE49-F238E27FC236}">
                <a16:creationId xmlns:a16="http://schemas.microsoft.com/office/drawing/2014/main" id="{B4CCCA8C-DFB4-5D7C-2521-5611656091DE}"/>
              </a:ext>
            </a:extLst>
          </p:cNvPr>
          <p:cNvSpPr/>
          <p:nvPr/>
        </p:nvSpPr>
        <p:spPr>
          <a:xfrm>
            <a:off x="9798925" y="8839583"/>
            <a:ext cx="60637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DD1D21"/>
                </a:solidFill>
                <a:latin typeface="ShellBook"/>
              </a:rPr>
              <a:t>WHY JOIN?</a:t>
            </a:r>
            <a:endParaRPr lang="en-GB" sz="3200">
              <a:latin typeface="ShellBook" panose="00000500000000000000" pitchFamily="2" charset="0"/>
            </a:endParaRPr>
          </a:p>
        </p:txBody>
      </p:sp>
      <p:sp>
        <p:nvSpPr>
          <p:cNvPr id="120" name="Text 34">
            <a:extLst>
              <a:ext uri="{FF2B5EF4-FFF2-40B4-BE49-F238E27FC236}">
                <a16:creationId xmlns:a16="http://schemas.microsoft.com/office/drawing/2014/main" id="{F52EF99E-BFA4-0B02-DFC2-7AA2E6251F49}"/>
              </a:ext>
            </a:extLst>
          </p:cNvPr>
          <p:cNvSpPr/>
          <p:nvPr/>
        </p:nvSpPr>
        <p:spPr>
          <a:xfrm>
            <a:off x="1217280" y="18540058"/>
            <a:ext cx="19796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>
                <a:solidFill>
                  <a:srgbClr val="2F3033"/>
                </a:solidFill>
                <a:latin typeface="ShellBook" panose="00000500000000000000" pitchFamily="2" charset="0"/>
              </a:rPr>
              <a:t>THE LEARN &amp; ENGAGE RHYTHM</a:t>
            </a:r>
            <a:endParaRPr lang="en-GB" sz="3200">
              <a:latin typeface="ShellBook" panose="00000500000000000000" pitchFamily="2" charset="0"/>
            </a:endParaRPr>
          </a:p>
        </p:txBody>
      </p:sp>
      <p:sp>
        <p:nvSpPr>
          <p:cNvPr id="121" name="Text 65">
            <a:extLst>
              <a:ext uri="{FF2B5EF4-FFF2-40B4-BE49-F238E27FC236}">
                <a16:creationId xmlns:a16="http://schemas.microsoft.com/office/drawing/2014/main" id="{72A9FB55-B798-E94F-06AB-E8754635BC41}"/>
              </a:ext>
            </a:extLst>
          </p:cNvPr>
          <p:cNvSpPr/>
          <p:nvPr/>
        </p:nvSpPr>
        <p:spPr>
          <a:xfrm>
            <a:off x="1272145" y="29388827"/>
            <a:ext cx="19796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2F3033"/>
                </a:solidFill>
                <a:latin typeface="ShellBook"/>
              </a:rPr>
              <a:t>LEARNINGS</a:t>
            </a:r>
            <a:r>
              <a:rPr lang="en-GB" sz="1800" b="1">
                <a:solidFill>
                  <a:srgbClr val="2F3033"/>
                </a:solidFill>
                <a:latin typeface="ShellBook"/>
              </a:rPr>
              <a:t> AT A GLANCE   |   20 FEATURED CONVERSATIONS   • FUTURE-FOCUSED THEMES   •   GLOBAL PARTICIPATION   •   INTERNAL + EXTERNAL VOICES</a:t>
            </a:r>
            <a:endParaRPr lang="en-GB" sz="2400">
              <a:latin typeface="ShellBook" panose="00000500000000000000" pitchFamily="2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AE8CB97-5C94-428C-EF28-043D424563DB}"/>
              </a:ext>
            </a:extLst>
          </p:cNvPr>
          <p:cNvSpPr txBox="1"/>
          <p:nvPr/>
        </p:nvSpPr>
        <p:spPr>
          <a:xfrm>
            <a:off x="1180705" y="15404971"/>
            <a:ext cx="1979676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400" b="1">
                <a:solidFill>
                  <a:srgbClr val="2F3033"/>
                </a:solidFill>
                <a:latin typeface="ShellBook"/>
              </a:rPr>
              <a:t>FOUR INGREDIENTS OF A GREAT SESSION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1C58523-A73E-1A60-1065-343BEE72545D}"/>
              </a:ext>
            </a:extLst>
          </p:cNvPr>
          <p:cNvSpPr/>
          <p:nvPr/>
        </p:nvSpPr>
        <p:spPr>
          <a:xfrm>
            <a:off x="1180705" y="16072482"/>
            <a:ext cx="19796760" cy="32004"/>
          </a:xfrm>
          <a:prstGeom prst="rect">
            <a:avLst/>
          </a:prstGeom>
          <a:solidFill>
            <a:srgbClr val="DD1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3BA6E19B-9BEA-37CF-5B93-856028CD32E7}"/>
              </a:ext>
            </a:extLst>
          </p:cNvPr>
          <p:cNvSpPr/>
          <p:nvPr/>
        </p:nvSpPr>
        <p:spPr>
          <a:xfrm>
            <a:off x="1180705" y="16127347"/>
            <a:ext cx="658368" cy="658368"/>
          </a:xfrm>
          <a:prstGeom prst="ellipse">
            <a:avLst/>
          </a:prstGeom>
          <a:solidFill>
            <a:srgbClr val="DD1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900" b="1" i="0">
                <a:solidFill>
                  <a:srgbClr val="FFFFFF"/>
                </a:solidFill>
                <a:latin typeface="ShellBook"/>
              </a:rPr>
              <a:t>01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1EB19258-89B1-99C3-C74D-C0B5CF4A4541}"/>
              </a:ext>
            </a:extLst>
          </p:cNvPr>
          <p:cNvSpPr txBox="1"/>
          <p:nvPr/>
        </p:nvSpPr>
        <p:spPr>
          <a:xfrm>
            <a:off x="1985377" y="16109059"/>
            <a:ext cx="37947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2500" b="1" i="0">
                <a:solidFill>
                  <a:srgbClr val="DD1D21"/>
                </a:solidFill>
                <a:latin typeface="ShellBook"/>
              </a:rPr>
              <a:t>PURPOSE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FC22394-3E26-7644-F472-4E503A040379}"/>
              </a:ext>
            </a:extLst>
          </p:cNvPr>
          <p:cNvSpPr txBox="1"/>
          <p:nvPr/>
        </p:nvSpPr>
        <p:spPr>
          <a:xfrm>
            <a:off x="2241408" y="16903937"/>
            <a:ext cx="361188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100" b="0">
                <a:solidFill>
                  <a:srgbClr val="2F3033"/>
                </a:solidFill>
                <a:latin typeface="ShellBook"/>
              </a:rPr>
              <a:t>What will people take away?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>
                <a:solidFill>
                  <a:srgbClr val="FF0000"/>
                </a:solidFill>
                <a:latin typeface="ShellBook"/>
              </a:rPr>
              <a:t>OUTCOME  •  RELEVANCE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GB" sz="2100" b="0">
              <a:solidFill>
                <a:srgbClr val="2F3033"/>
              </a:solidFill>
              <a:latin typeface="ShellBook"/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DBE601D5-8F82-5C91-EDE6-F0C1A40B5173}"/>
              </a:ext>
            </a:extLst>
          </p:cNvPr>
          <p:cNvSpPr/>
          <p:nvPr/>
        </p:nvSpPr>
        <p:spPr>
          <a:xfrm>
            <a:off x="6255625" y="16127347"/>
            <a:ext cx="658368" cy="658368"/>
          </a:xfrm>
          <a:prstGeom prst="ellipse">
            <a:avLst/>
          </a:prstGeom>
          <a:solidFill>
            <a:srgbClr val="DD1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900" b="1" i="0">
                <a:solidFill>
                  <a:srgbClr val="FFFFFF"/>
                </a:solidFill>
                <a:latin typeface="ShellBook"/>
              </a:rPr>
              <a:t>02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DBF1BDA-27CB-2E23-F7BC-0DE5B744C774}"/>
              </a:ext>
            </a:extLst>
          </p:cNvPr>
          <p:cNvSpPr txBox="1"/>
          <p:nvPr/>
        </p:nvSpPr>
        <p:spPr>
          <a:xfrm>
            <a:off x="7060297" y="16109059"/>
            <a:ext cx="37947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2500" b="1" i="0">
                <a:solidFill>
                  <a:srgbClr val="DD1D21"/>
                </a:solidFill>
                <a:latin typeface="ShellBook"/>
              </a:rPr>
              <a:t>FORMAT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4F8C6B5-50EE-B8B0-C157-B521C67B0574}"/>
              </a:ext>
            </a:extLst>
          </p:cNvPr>
          <p:cNvSpPr txBox="1"/>
          <p:nvPr/>
        </p:nvSpPr>
        <p:spPr>
          <a:xfrm>
            <a:off x="7164776" y="16903937"/>
            <a:ext cx="3876428" cy="91440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100" b="0">
                <a:solidFill>
                  <a:srgbClr val="2F3033"/>
                </a:solidFill>
                <a:latin typeface="ShellBook"/>
              </a:rPr>
              <a:t>How will people participate?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0">
                <a:solidFill>
                  <a:srgbClr val="FF0000"/>
                </a:solidFill>
                <a:latin typeface="ShellBook"/>
              </a:rPr>
              <a:t>CONVERSATION  •  INTERACTION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GB" sz="2100" b="0">
              <a:solidFill>
                <a:srgbClr val="2F3033"/>
              </a:solidFill>
              <a:latin typeface="ShellBook"/>
            </a:endParaRP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14319941-2B4B-EBBD-D738-06DBA54E7D25}"/>
              </a:ext>
            </a:extLst>
          </p:cNvPr>
          <p:cNvSpPr/>
          <p:nvPr/>
        </p:nvSpPr>
        <p:spPr>
          <a:xfrm>
            <a:off x="11330545" y="16127347"/>
            <a:ext cx="658368" cy="658368"/>
          </a:xfrm>
          <a:prstGeom prst="ellipse">
            <a:avLst/>
          </a:prstGeom>
          <a:solidFill>
            <a:srgbClr val="DD1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900" b="1" i="0">
                <a:solidFill>
                  <a:srgbClr val="FFFFFF"/>
                </a:solidFill>
                <a:latin typeface="ShellBook"/>
              </a:rPr>
              <a:t>03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F35CBBC-7FF2-6C83-AB0D-A671031CB048}"/>
              </a:ext>
            </a:extLst>
          </p:cNvPr>
          <p:cNvSpPr txBox="1"/>
          <p:nvPr/>
        </p:nvSpPr>
        <p:spPr>
          <a:xfrm>
            <a:off x="12135217" y="16109059"/>
            <a:ext cx="37947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2500" b="1" i="0">
                <a:solidFill>
                  <a:srgbClr val="DD1D21"/>
                </a:solidFill>
                <a:latin typeface="ShellBook"/>
              </a:rPr>
              <a:t>AUDIENCE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2A40EFA-9556-B4C2-98BE-B2A109A346B1}"/>
              </a:ext>
            </a:extLst>
          </p:cNvPr>
          <p:cNvSpPr txBox="1"/>
          <p:nvPr/>
        </p:nvSpPr>
        <p:spPr>
          <a:xfrm>
            <a:off x="12391249" y="16903937"/>
            <a:ext cx="3611880" cy="90000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100" b="0">
                <a:solidFill>
                  <a:srgbClr val="2F3033"/>
                </a:solidFill>
                <a:latin typeface="ShellBook"/>
              </a:rPr>
              <a:t>Whose perspectives matter?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0">
                <a:solidFill>
                  <a:srgbClr val="FF0000"/>
                </a:solidFill>
                <a:latin typeface="ShellBook"/>
              </a:rPr>
              <a:t>EXPERIENCE  •  DIVERSITY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GB" sz="2100" b="0">
              <a:solidFill>
                <a:srgbClr val="2F3033"/>
              </a:solidFill>
              <a:latin typeface="ShellBook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D421A876-ED2A-316D-0309-B94966BFFFCD}"/>
              </a:ext>
            </a:extLst>
          </p:cNvPr>
          <p:cNvSpPr/>
          <p:nvPr/>
        </p:nvSpPr>
        <p:spPr>
          <a:xfrm>
            <a:off x="16405465" y="16127347"/>
            <a:ext cx="658368" cy="658368"/>
          </a:xfrm>
          <a:prstGeom prst="ellipse">
            <a:avLst/>
          </a:prstGeom>
          <a:solidFill>
            <a:srgbClr val="DD1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900" b="1" i="0">
                <a:solidFill>
                  <a:srgbClr val="FFFFFF"/>
                </a:solidFill>
                <a:latin typeface="ShellBook"/>
              </a:rPr>
              <a:t>04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C884A8A-0BFA-1E85-FB0E-9D54D2CB6BBC}"/>
              </a:ext>
            </a:extLst>
          </p:cNvPr>
          <p:cNvSpPr txBox="1"/>
          <p:nvPr/>
        </p:nvSpPr>
        <p:spPr>
          <a:xfrm>
            <a:off x="17210137" y="16109059"/>
            <a:ext cx="37947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2500" b="1" i="0">
                <a:solidFill>
                  <a:srgbClr val="DD1D21"/>
                </a:solidFill>
                <a:latin typeface="ShellBook"/>
              </a:rPr>
              <a:t>EXPERIENCE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1565525-7372-3F05-E98A-AAB015852A1C}"/>
              </a:ext>
            </a:extLst>
          </p:cNvPr>
          <p:cNvSpPr txBox="1"/>
          <p:nvPr/>
        </p:nvSpPr>
        <p:spPr>
          <a:xfrm>
            <a:off x="17466168" y="16903937"/>
            <a:ext cx="4327725" cy="91440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100" b="0">
                <a:solidFill>
                  <a:srgbClr val="2F3033"/>
                </a:solidFill>
                <a:latin typeface="ShellBook"/>
              </a:rPr>
              <a:t>How will people connect?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0">
                <a:solidFill>
                  <a:srgbClr val="FF0000"/>
                </a:solidFill>
                <a:latin typeface="ShellBook"/>
              </a:rPr>
              <a:t>CONNECTION  •  CONTRIBUTION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0EFAF568-FB54-317D-993D-84F6B82BE9D3}"/>
              </a:ext>
            </a:extLst>
          </p:cNvPr>
          <p:cNvSpPr/>
          <p:nvPr/>
        </p:nvSpPr>
        <p:spPr>
          <a:xfrm>
            <a:off x="1180705" y="27100123"/>
            <a:ext cx="19814526" cy="2057400"/>
          </a:xfrm>
          <a:prstGeom prst="rect">
            <a:avLst/>
          </a:prstGeom>
          <a:solidFill>
            <a:srgbClr val="DD1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9766B50-8F27-8BBF-294F-6947412ABD37}"/>
              </a:ext>
            </a:extLst>
          </p:cNvPr>
          <p:cNvSpPr txBox="1"/>
          <p:nvPr/>
        </p:nvSpPr>
        <p:spPr>
          <a:xfrm>
            <a:off x="1683625" y="27347011"/>
            <a:ext cx="190195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200" b="1">
                <a:solidFill>
                  <a:srgbClr val="FFFFFF"/>
                </a:solidFill>
                <a:latin typeface="ShellBook"/>
              </a:rPr>
              <a:t>JOIN THE CONVERSATION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4CA42AF-B2EF-5751-00EF-83DF899FC4F2}"/>
              </a:ext>
            </a:extLst>
          </p:cNvPr>
          <p:cNvSpPr txBox="1"/>
          <p:nvPr/>
        </p:nvSpPr>
        <p:spPr>
          <a:xfrm>
            <a:off x="1683625" y="27950515"/>
            <a:ext cx="19019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GB" sz="2700" b="1">
                <a:solidFill>
                  <a:srgbClr val="FFFFFF"/>
                </a:solidFill>
                <a:latin typeface="ShellBook"/>
              </a:rPr>
              <a:t>BRING A QUESTION   •   SHARE KNOWLEDGE •   LEAVE WITH ONE INSIGHT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3F3E6AD-D282-6A7F-3A26-4BE594E29777}"/>
              </a:ext>
            </a:extLst>
          </p:cNvPr>
          <p:cNvSpPr txBox="1"/>
          <p:nvPr/>
        </p:nvSpPr>
        <p:spPr>
          <a:xfrm>
            <a:off x="1198470" y="23562182"/>
            <a:ext cx="1979676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400" b="1">
                <a:solidFill>
                  <a:srgbClr val="2F3033"/>
                </a:solidFill>
                <a:latin typeface="ShellBook"/>
              </a:rPr>
              <a:t>FEATURED CONVERSATIONS + IMPACT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9C439E8-0E7F-A9DD-C4B1-FA0FD679A893}"/>
              </a:ext>
            </a:extLst>
          </p:cNvPr>
          <p:cNvSpPr/>
          <p:nvPr/>
        </p:nvSpPr>
        <p:spPr>
          <a:xfrm>
            <a:off x="1198470" y="24229694"/>
            <a:ext cx="19796760" cy="32004"/>
          </a:xfrm>
          <a:prstGeom prst="rect">
            <a:avLst/>
          </a:prstGeom>
          <a:solidFill>
            <a:srgbClr val="DD1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A8BF779-ED93-A4C8-31CA-C79D0BC14BEF}"/>
              </a:ext>
            </a:extLst>
          </p:cNvPr>
          <p:cNvSpPr/>
          <p:nvPr/>
        </p:nvSpPr>
        <p:spPr>
          <a:xfrm>
            <a:off x="13222830" y="24476582"/>
            <a:ext cx="91440" cy="2148840"/>
          </a:xfrm>
          <a:prstGeom prst="rect">
            <a:avLst/>
          </a:prstGeom>
          <a:solidFill>
            <a:srgbClr val="DD1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F0B179C-196F-7974-9AFE-EBCBD970E067}"/>
              </a:ext>
            </a:extLst>
          </p:cNvPr>
          <p:cNvSpPr txBox="1"/>
          <p:nvPr/>
        </p:nvSpPr>
        <p:spPr>
          <a:xfrm>
            <a:off x="1198470" y="24476582"/>
            <a:ext cx="117043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>
                <a:solidFill>
                  <a:srgbClr val="DD1D21"/>
                </a:solidFill>
                <a:latin typeface="ShellBook"/>
              </a:rPr>
              <a:t>FEATURED CONVERSATIONS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219F23E-4C58-BB93-ED94-7ECE1F82503B}"/>
              </a:ext>
            </a:extLst>
          </p:cNvPr>
          <p:cNvSpPr txBox="1"/>
          <p:nvPr/>
        </p:nvSpPr>
        <p:spPr>
          <a:xfrm>
            <a:off x="1198470" y="25025222"/>
            <a:ext cx="5806440" cy="160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GB" sz="2100" b="0">
                <a:solidFill>
                  <a:srgbClr val="2F3033"/>
                </a:solidFill>
                <a:latin typeface="ShellBook"/>
              </a:rPr>
              <a:t>•  Geopolitical Insights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GB" sz="2100" b="0">
                <a:solidFill>
                  <a:srgbClr val="2F3033"/>
                </a:solidFill>
                <a:latin typeface="ShellBook"/>
              </a:rPr>
              <a:t>•  IEA World Energy Outlook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100" b="0">
                <a:solidFill>
                  <a:srgbClr val="2F3033"/>
                </a:solidFill>
                <a:latin typeface="ShellBook"/>
              </a:rPr>
              <a:t>•  Global Economic Outlook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01EA4E3-1D22-6A78-FCA0-936421015339}"/>
              </a:ext>
            </a:extLst>
          </p:cNvPr>
          <p:cNvSpPr txBox="1"/>
          <p:nvPr/>
        </p:nvSpPr>
        <p:spPr>
          <a:xfrm>
            <a:off x="13725750" y="24476582"/>
            <a:ext cx="70408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>
                <a:solidFill>
                  <a:srgbClr val="DD1D21"/>
                </a:solidFill>
                <a:latin typeface="ShellBook"/>
              </a:rPr>
              <a:t>IMPACT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8914798-03EC-A759-0762-4F696F374B3C}"/>
              </a:ext>
            </a:extLst>
          </p:cNvPr>
          <p:cNvSpPr txBox="1"/>
          <p:nvPr/>
        </p:nvSpPr>
        <p:spPr>
          <a:xfrm>
            <a:off x="13725750" y="24997790"/>
            <a:ext cx="7086600" cy="1691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900" b="1">
                <a:solidFill>
                  <a:srgbClr val="2F3033"/>
                </a:solidFill>
                <a:latin typeface="ShellBook"/>
              </a:rPr>
              <a:t>BROADER PERSPECTIVES  </a:t>
            </a:r>
            <a:r>
              <a:rPr lang="en-GB" sz="1800" b="0">
                <a:solidFill>
                  <a:srgbClr val="2F3033"/>
                </a:solidFill>
                <a:latin typeface="ShellBook"/>
              </a:rPr>
              <a:t>Understanding the forces shaping the future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900" b="1">
                <a:solidFill>
                  <a:srgbClr val="2F3033"/>
                </a:solidFill>
                <a:latin typeface="ShellBook"/>
              </a:rPr>
              <a:t>STRONGER CONNECTIONS  </a:t>
            </a:r>
            <a:r>
              <a:rPr lang="en-GB" sz="1800" b="0">
                <a:solidFill>
                  <a:srgbClr val="2F3033"/>
                </a:solidFill>
                <a:latin typeface="ShellBook"/>
              </a:rPr>
              <a:t>Building relationships across teams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900" b="1">
                <a:solidFill>
                  <a:srgbClr val="2F3033"/>
                </a:solidFill>
                <a:latin typeface="ShellBook"/>
              </a:rPr>
              <a:t>ACTIONABLE INSIGHTS  </a:t>
            </a:r>
            <a:r>
              <a:rPr lang="en-GB" sz="1800" b="0">
                <a:solidFill>
                  <a:srgbClr val="2F3033"/>
                </a:solidFill>
                <a:latin typeface="ShellBook"/>
              </a:rPr>
              <a:t>Turning learning into practical next steps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D7081694-7C48-B5E8-F043-DF2B8E40EF3A}"/>
              </a:ext>
            </a:extLst>
          </p:cNvPr>
          <p:cNvSpPr txBox="1"/>
          <p:nvPr/>
        </p:nvSpPr>
        <p:spPr>
          <a:xfrm>
            <a:off x="6913470" y="25025222"/>
            <a:ext cx="60807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F3033"/>
                </a:solidFill>
                <a:latin typeface="ShellBook"/>
              </a:rPr>
              <a:t>•  Energy Security Scenarios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F3033"/>
                </a:solidFill>
                <a:latin typeface="ShellBook"/>
              </a:rPr>
              <a:t>•  Enhanced Geothermal Systems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F3033"/>
                </a:solidFill>
                <a:latin typeface="ShellBook"/>
              </a:rPr>
              <a:t>•  BloombergNEF New Energy Outlook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3A87D8B7-C5FD-B6A8-71FD-0E21120103FA}"/>
              </a:ext>
            </a:extLst>
          </p:cNvPr>
          <p:cNvSpPr/>
          <p:nvPr/>
        </p:nvSpPr>
        <p:spPr>
          <a:xfrm>
            <a:off x="5917297" y="16163923"/>
            <a:ext cx="16459" cy="1316736"/>
          </a:xfrm>
          <a:prstGeom prst="rect">
            <a:avLst/>
          </a:prstGeom>
          <a:solidFill>
            <a:srgbClr val="DD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6E0E95BA-CFFE-9728-3952-9043A999AE9A}"/>
              </a:ext>
            </a:extLst>
          </p:cNvPr>
          <p:cNvSpPr/>
          <p:nvPr/>
        </p:nvSpPr>
        <p:spPr>
          <a:xfrm>
            <a:off x="10992217" y="16163923"/>
            <a:ext cx="16459" cy="1316736"/>
          </a:xfrm>
          <a:prstGeom prst="rect">
            <a:avLst/>
          </a:prstGeom>
          <a:solidFill>
            <a:srgbClr val="DD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ADDDF26B-6371-E99D-B23B-CE77BB754E50}"/>
              </a:ext>
            </a:extLst>
          </p:cNvPr>
          <p:cNvSpPr/>
          <p:nvPr/>
        </p:nvSpPr>
        <p:spPr>
          <a:xfrm>
            <a:off x="16067137" y="16163923"/>
            <a:ext cx="16459" cy="1316736"/>
          </a:xfrm>
          <a:prstGeom prst="rect">
            <a:avLst/>
          </a:prstGeom>
          <a:solidFill>
            <a:srgbClr val="DD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C2A60EB4-5377-C8C6-73F5-DBE041C7242C}"/>
              </a:ext>
            </a:extLst>
          </p:cNvPr>
          <p:cNvSpPr/>
          <p:nvPr/>
        </p:nvSpPr>
        <p:spPr>
          <a:xfrm>
            <a:off x="1180705" y="16820982"/>
            <a:ext cx="950608" cy="987553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D1D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51706088-B311-9F32-E28C-E6919AFDF6CC}"/>
              </a:ext>
            </a:extLst>
          </p:cNvPr>
          <p:cNvSpPr/>
          <p:nvPr/>
        </p:nvSpPr>
        <p:spPr>
          <a:xfrm>
            <a:off x="6255625" y="16820983"/>
            <a:ext cx="900000" cy="90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D1D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8CA030EA-4DB5-63ED-E2E1-899B4D7500B3}"/>
              </a:ext>
            </a:extLst>
          </p:cNvPr>
          <p:cNvSpPr/>
          <p:nvPr/>
        </p:nvSpPr>
        <p:spPr>
          <a:xfrm>
            <a:off x="11330545" y="16820983"/>
            <a:ext cx="1080000" cy="108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D1D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5889CF1B-7D80-3B26-1DFC-49A4BB231539}"/>
              </a:ext>
            </a:extLst>
          </p:cNvPr>
          <p:cNvSpPr/>
          <p:nvPr/>
        </p:nvSpPr>
        <p:spPr>
          <a:xfrm>
            <a:off x="16437469" y="16883480"/>
            <a:ext cx="1080000" cy="108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D1D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4" name="Diagram 153">
            <a:extLst>
              <a:ext uri="{FF2B5EF4-FFF2-40B4-BE49-F238E27FC236}">
                <a16:creationId xmlns:a16="http://schemas.microsoft.com/office/drawing/2014/main" id="{C54EA2CB-16B4-61F5-E10F-F4B6880342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5339819"/>
              </p:ext>
            </p:extLst>
          </p:nvPr>
        </p:nvGraphicFramePr>
        <p:xfrm>
          <a:off x="14902741" y="8912732"/>
          <a:ext cx="6517938" cy="5197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55" name="Graphic 154" descr="Meeting with solid fill">
            <a:extLst>
              <a:ext uri="{FF2B5EF4-FFF2-40B4-BE49-F238E27FC236}">
                <a16:creationId xmlns:a16="http://schemas.microsoft.com/office/drawing/2014/main" id="{76A877A8-E847-A739-EA03-7F249F59C9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70038" y="16848416"/>
            <a:ext cx="914400" cy="914400"/>
          </a:xfrm>
          <a:prstGeom prst="rect">
            <a:avLst/>
          </a:prstGeom>
        </p:spPr>
      </p:pic>
      <p:pic>
        <p:nvPicPr>
          <p:cNvPr id="156" name="Graphic 155" descr="Teacher with solid fill">
            <a:extLst>
              <a:ext uri="{FF2B5EF4-FFF2-40B4-BE49-F238E27FC236}">
                <a16:creationId xmlns:a16="http://schemas.microsoft.com/office/drawing/2014/main" id="{AF598599-DEB7-F9F2-D668-A19EFCF33B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21894" y="16820983"/>
            <a:ext cx="914400" cy="914400"/>
          </a:xfrm>
          <a:prstGeom prst="rect">
            <a:avLst/>
          </a:prstGeom>
        </p:spPr>
      </p:pic>
      <p:pic>
        <p:nvPicPr>
          <p:cNvPr id="157" name="Graphic 156" descr="Bullseye with solid fill">
            <a:extLst>
              <a:ext uri="{FF2B5EF4-FFF2-40B4-BE49-F238E27FC236}">
                <a16:creationId xmlns:a16="http://schemas.microsoft.com/office/drawing/2014/main" id="{8F7DBDD7-8F6D-2918-6DBC-83971A1CFE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02051" y="16866704"/>
            <a:ext cx="914400" cy="914400"/>
          </a:xfrm>
          <a:prstGeom prst="rect">
            <a:avLst/>
          </a:prstGeom>
        </p:spPr>
      </p:pic>
      <p:pic>
        <p:nvPicPr>
          <p:cNvPr id="158" name="Graphic 157" descr="Ui Ux with solid fill">
            <a:extLst>
              <a:ext uri="{FF2B5EF4-FFF2-40B4-BE49-F238E27FC236}">
                <a16:creationId xmlns:a16="http://schemas.microsoft.com/office/drawing/2014/main" id="{26E4C524-1EAD-72A1-9EE9-B3A0C368D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490463" y="16990148"/>
            <a:ext cx="914400" cy="914400"/>
          </a:xfrm>
          <a:prstGeom prst="rect">
            <a:avLst/>
          </a:prstGeom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3548581F-9534-B8E9-CD34-10BD399119E7}"/>
              </a:ext>
            </a:extLst>
          </p:cNvPr>
          <p:cNvSpPr txBox="1"/>
          <p:nvPr/>
        </p:nvSpPr>
        <p:spPr>
          <a:xfrm>
            <a:off x="9798925" y="9558002"/>
            <a:ext cx="505587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600">
                <a:solidFill>
                  <a:srgbClr val="2F3033"/>
                </a:solidFill>
                <a:latin typeface="ShellBook" panose="00000500000000000000" pitchFamily="2" charset="0"/>
                <a:ea typeface="Arial" pitchFamily="34" charset="-122"/>
                <a:cs typeface="Arial" pitchFamily="34" charset="-120"/>
              </a:rPr>
              <a:t>The Learn &amp; Engage sessions bring people together from various teams, around relevant and impactful topics. It helps break down silos, brings in multiple perspectives and balances learning with knowledge sharing. </a:t>
            </a:r>
            <a:r>
              <a:rPr lang="en-GB" sz="2600">
                <a:solidFill>
                  <a:srgbClr val="2F3033"/>
                </a:solidFill>
                <a:latin typeface="ShellBook" panose="00000500000000000000" pitchFamily="2" charset="0"/>
                <a:ea typeface="Arial" pitchFamily="34" charset="-122"/>
                <a:cs typeface="Arial" pitchFamily="34" charset="-120"/>
              </a:rPr>
              <a:t>The Lear and Engage sessions are informal and interactive, peer-to-peer sessions to connect, ask questions, gain a deeper understanding, and engage and share knowledge</a:t>
            </a:r>
            <a:endParaRPr lang="en-US" sz="2600">
              <a:latin typeface="ShellBook" panose="00000500000000000000" pitchFamily="2" charset="0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E4DD6761-6F99-8C63-D028-118BD52A8A0D}"/>
              </a:ext>
            </a:extLst>
          </p:cNvPr>
          <p:cNvGrpSpPr/>
          <p:nvPr/>
        </p:nvGrpSpPr>
        <p:grpSpPr>
          <a:xfrm>
            <a:off x="1202051" y="19888430"/>
            <a:ext cx="19809569" cy="3115878"/>
            <a:chOff x="1042415" y="18425160"/>
            <a:chExt cx="19809569" cy="3115878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14EB65C9-D834-3A9E-E17C-B191F748F314}"/>
                </a:ext>
              </a:extLst>
            </p:cNvPr>
            <p:cNvSpPr/>
            <p:nvPr/>
          </p:nvSpPr>
          <p:spPr>
            <a:xfrm>
              <a:off x="1453895" y="19431000"/>
              <a:ext cx="18882360" cy="41148"/>
            </a:xfrm>
            <a:prstGeom prst="rect">
              <a:avLst/>
            </a:prstGeom>
            <a:solidFill>
              <a:srgbClr val="CDCFD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ShellBook" panose="00000500000000000000" pitchFamily="2" charset="0"/>
              </a:endParaRPr>
            </a:p>
          </p:txBody>
        </p:sp>
        <p:sp>
          <p:nvSpPr>
            <p:cNvPr id="162" name="Rounded Rectangle 159">
              <a:extLst>
                <a:ext uri="{FF2B5EF4-FFF2-40B4-BE49-F238E27FC236}">
                  <a16:creationId xmlns:a16="http://schemas.microsoft.com/office/drawing/2014/main" id="{189B38B3-AE0A-E8DA-D91C-269257BEB78B}"/>
                </a:ext>
              </a:extLst>
            </p:cNvPr>
            <p:cNvSpPr/>
            <p:nvPr/>
          </p:nvSpPr>
          <p:spPr>
            <a:xfrm>
              <a:off x="1042415" y="18425160"/>
              <a:ext cx="2720993" cy="251460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ADA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ShellBook" panose="00000500000000000000" pitchFamily="2" charset="0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D5FCF326-30A5-D54B-393E-B4EFE72DC53A}"/>
                </a:ext>
              </a:extLst>
            </p:cNvPr>
            <p:cNvSpPr/>
            <p:nvPr/>
          </p:nvSpPr>
          <p:spPr>
            <a:xfrm>
              <a:off x="1060704" y="18443448"/>
              <a:ext cx="2684417" cy="91440"/>
            </a:xfrm>
            <a:prstGeom prst="rect">
              <a:avLst/>
            </a:prstGeom>
            <a:solidFill>
              <a:srgbClr val="DD1C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ShellBook" panose="00000500000000000000" pitchFamily="2" charset="0"/>
              </a:endParaRP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3C79C9FF-368D-C02E-E459-37ABCEDAA513}"/>
                </a:ext>
              </a:extLst>
            </p:cNvPr>
            <p:cNvSpPr/>
            <p:nvPr/>
          </p:nvSpPr>
          <p:spPr>
            <a:xfrm>
              <a:off x="1188719" y="18726912"/>
              <a:ext cx="502920" cy="502920"/>
            </a:xfrm>
            <a:prstGeom prst="ellipse">
              <a:avLst/>
            </a:prstGeom>
            <a:solidFill>
              <a:srgbClr val="DD1C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Arial"/>
                </a:defRPr>
              </a:pPr>
              <a:r>
                <a:rPr sz="2000" b="1">
                  <a:latin typeface="ShellBook" panose="00000500000000000000" pitchFamily="2" charset="0"/>
                </a:rPr>
                <a:t>1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1A1D8699-8FAF-21C2-CE92-13026D787218}"/>
                </a:ext>
              </a:extLst>
            </p:cNvPr>
            <p:cNvSpPr txBox="1"/>
            <p:nvPr/>
          </p:nvSpPr>
          <p:spPr>
            <a:xfrm>
              <a:off x="1700784" y="18726912"/>
              <a:ext cx="139974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50" b="1">
                  <a:solidFill>
                    <a:srgbClr val="323436"/>
                  </a:solidFill>
                  <a:latin typeface="Arial"/>
                </a:defRPr>
              </a:pPr>
              <a:r>
                <a:rPr sz="2000" b="1">
                  <a:latin typeface="ShellBook" panose="00000500000000000000" pitchFamily="2" charset="0"/>
                </a:rPr>
                <a:t>DISCOVER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B4AF8F77-91D9-D823-8FD6-6D40D8D08606}"/>
                </a:ext>
              </a:extLst>
            </p:cNvPr>
            <p:cNvSpPr txBox="1"/>
            <p:nvPr/>
          </p:nvSpPr>
          <p:spPr>
            <a:xfrm>
              <a:off x="1188719" y="19522440"/>
              <a:ext cx="259878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770">
                  <a:solidFill>
                    <a:srgbClr val="696C6E"/>
                  </a:solidFill>
                  <a:latin typeface="Arial"/>
                </a:defRPr>
              </a:pPr>
              <a:r>
                <a:rPr lang="en-GB" sz="2000">
                  <a:latin typeface="ShellBook" panose="00000500000000000000" pitchFamily="2" charset="0"/>
                </a:rPr>
                <a:t>Learn from each other</a:t>
              </a:r>
              <a:endParaRPr sz="2000">
                <a:latin typeface="ShellBook" panose="00000500000000000000" pitchFamily="2" charset="0"/>
              </a:endParaRPr>
            </a:p>
          </p:txBody>
        </p:sp>
        <p:sp>
          <p:nvSpPr>
            <p:cNvPr id="167" name="Rounded Rectangle 164">
              <a:extLst>
                <a:ext uri="{FF2B5EF4-FFF2-40B4-BE49-F238E27FC236}">
                  <a16:creationId xmlns:a16="http://schemas.microsoft.com/office/drawing/2014/main" id="{90C3868A-284D-F942-243C-A182FF59A2F1}"/>
                </a:ext>
              </a:extLst>
            </p:cNvPr>
            <p:cNvSpPr/>
            <p:nvPr/>
          </p:nvSpPr>
          <p:spPr>
            <a:xfrm>
              <a:off x="3873137" y="18425160"/>
              <a:ext cx="2720993" cy="251460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ADA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ShellBook" panose="00000500000000000000" pitchFamily="2" charset="0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6F0D922F-FF0C-A342-E36D-A18F6FC5F681}"/>
                </a:ext>
              </a:extLst>
            </p:cNvPr>
            <p:cNvSpPr/>
            <p:nvPr/>
          </p:nvSpPr>
          <p:spPr>
            <a:xfrm>
              <a:off x="3891425" y="18443448"/>
              <a:ext cx="2684417" cy="91440"/>
            </a:xfrm>
            <a:prstGeom prst="rect">
              <a:avLst/>
            </a:prstGeom>
            <a:solidFill>
              <a:srgbClr val="FBC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ShellBook" panose="00000500000000000000" pitchFamily="2" charset="0"/>
              </a:endParaRPr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572A7FB6-2642-C488-EA9F-13079F018416}"/>
                </a:ext>
              </a:extLst>
            </p:cNvPr>
            <p:cNvSpPr/>
            <p:nvPr/>
          </p:nvSpPr>
          <p:spPr>
            <a:xfrm>
              <a:off x="4019441" y="18726912"/>
              <a:ext cx="502920" cy="502920"/>
            </a:xfrm>
            <a:prstGeom prst="ellipse">
              <a:avLst/>
            </a:prstGeom>
            <a:solidFill>
              <a:srgbClr val="32343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Arial"/>
                </a:defRPr>
              </a:pPr>
              <a:r>
                <a:rPr sz="2000" b="1">
                  <a:latin typeface="ShellBook" panose="00000500000000000000" pitchFamily="2" charset="0"/>
                </a:rPr>
                <a:t>2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FB08AEE9-1ED9-0B7D-97C1-2A46A797873C}"/>
                </a:ext>
              </a:extLst>
            </p:cNvPr>
            <p:cNvSpPr txBox="1"/>
            <p:nvPr/>
          </p:nvSpPr>
          <p:spPr>
            <a:xfrm>
              <a:off x="4531505" y="18726912"/>
              <a:ext cx="1444626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50" b="1">
                  <a:solidFill>
                    <a:srgbClr val="323436"/>
                  </a:solidFill>
                  <a:latin typeface="Arial"/>
                </a:defRPr>
              </a:pPr>
              <a:r>
                <a:rPr sz="2000" b="1">
                  <a:latin typeface="ShellBook" panose="00000500000000000000" pitchFamily="2" charset="0"/>
                </a:rPr>
                <a:t>CONNECT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4AB56FD1-B11A-CBE0-BF31-965C6C3007AA}"/>
                </a:ext>
              </a:extLst>
            </p:cNvPr>
            <p:cNvSpPr txBox="1"/>
            <p:nvPr/>
          </p:nvSpPr>
          <p:spPr>
            <a:xfrm>
              <a:off x="4019441" y="19522440"/>
              <a:ext cx="260359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770">
                  <a:solidFill>
                    <a:srgbClr val="696C6E"/>
                  </a:solidFill>
                  <a:latin typeface="Arial"/>
                </a:defRPr>
              </a:pPr>
              <a:r>
                <a:rPr sz="2000">
                  <a:latin typeface="ShellBook" panose="00000500000000000000" pitchFamily="2" charset="0"/>
                </a:rPr>
                <a:t>Bring people together</a:t>
              </a:r>
            </a:p>
          </p:txBody>
        </p:sp>
        <p:sp>
          <p:nvSpPr>
            <p:cNvPr id="172" name="Rounded Rectangle 169">
              <a:extLst>
                <a:ext uri="{FF2B5EF4-FFF2-40B4-BE49-F238E27FC236}">
                  <a16:creationId xmlns:a16="http://schemas.microsoft.com/office/drawing/2014/main" id="{75A47136-22A6-7FFD-48D5-1118F63CE8C8}"/>
                </a:ext>
              </a:extLst>
            </p:cNvPr>
            <p:cNvSpPr/>
            <p:nvPr/>
          </p:nvSpPr>
          <p:spPr>
            <a:xfrm>
              <a:off x="6703858" y="18425160"/>
              <a:ext cx="2720993" cy="251460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ADA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ShellBook" panose="00000500000000000000" pitchFamily="2" charset="0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7FD985AA-E3BE-8506-227C-DF8DB6F88B03}"/>
                </a:ext>
              </a:extLst>
            </p:cNvPr>
            <p:cNvSpPr/>
            <p:nvPr/>
          </p:nvSpPr>
          <p:spPr>
            <a:xfrm>
              <a:off x="6722146" y="18443448"/>
              <a:ext cx="2684417" cy="91440"/>
            </a:xfrm>
            <a:prstGeom prst="rect">
              <a:avLst/>
            </a:prstGeom>
            <a:solidFill>
              <a:srgbClr val="FBC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ShellBook" panose="00000500000000000000" pitchFamily="2" charset="0"/>
              </a:endParaRPr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868871F4-CA02-B4EE-7868-58EBDD5C12FA}"/>
                </a:ext>
              </a:extLst>
            </p:cNvPr>
            <p:cNvSpPr/>
            <p:nvPr/>
          </p:nvSpPr>
          <p:spPr>
            <a:xfrm>
              <a:off x="6850162" y="18726912"/>
              <a:ext cx="502920" cy="502920"/>
            </a:xfrm>
            <a:prstGeom prst="ellipse">
              <a:avLst/>
            </a:prstGeom>
            <a:solidFill>
              <a:srgbClr val="32343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Arial"/>
                </a:defRPr>
              </a:pPr>
              <a:r>
                <a:rPr sz="2000" b="1">
                  <a:latin typeface="ShellBook" panose="00000500000000000000" pitchFamily="2" charset="0"/>
                </a:rPr>
                <a:t>3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0B2380D4-5B1D-8AE0-251E-828B2529F5C0}"/>
                </a:ext>
              </a:extLst>
            </p:cNvPr>
            <p:cNvSpPr txBox="1"/>
            <p:nvPr/>
          </p:nvSpPr>
          <p:spPr>
            <a:xfrm>
              <a:off x="7362226" y="18726912"/>
              <a:ext cx="1553630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50" b="1">
                  <a:solidFill>
                    <a:srgbClr val="323436"/>
                  </a:solidFill>
                  <a:latin typeface="Arial"/>
                </a:defRPr>
              </a:pPr>
              <a:r>
                <a:rPr sz="2000" b="1">
                  <a:latin typeface="ShellBook" panose="00000500000000000000" pitchFamily="2" charset="0"/>
                </a:rPr>
                <a:t>EXCHANGE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8FAE5FC-F359-395D-4B4D-D689095D8A4F}"/>
                </a:ext>
              </a:extLst>
            </p:cNvPr>
            <p:cNvSpPr txBox="1"/>
            <p:nvPr/>
          </p:nvSpPr>
          <p:spPr>
            <a:xfrm>
              <a:off x="6850162" y="19522440"/>
              <a:ext cx="3248005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770">
                  <a:solidFill>
                    <a:srgbClr val="696C6E"/>
                  </a:solidFill>
                  <a:latin typeface="Arial"/>
                </a:defRPr>
              </a:pPr>
              <a:r>
                <a:rPr sz="2000">
                  <a:latin typeface="ShellBook" panose="00000500000000000000" pitchFamily="2" charset="0"/>
                </a:rPr>
                <a:t>Share </a:t>
              </a:r>
              <a:r>
                <a:rPr lang="en-GB" sz="2000">
                  <a:latin typeface="ShellBook" panose="00000500000000000000" pitchFamily="2" charset="0"/>
                </a:rPr>
                <a:t>different </a:t>
              </a:r>
              <a:r>
                <a:rPr sz="2000">
                  <a:latin typeface="ShellBook" panose="00000500000000000000" pitchFamily="2" charset="0"/>
                </a:rPr>
                <a:t>perspectives</a:t>
              </a:r>
            </a:p>
          </p:txBody>
        </p:sp>
        <p:sp>
          <p:nvSpPr>
            <p:cNvPr id="177" name="Rounded Rectangle 174">
              <a:extLst>
                <a:ext uri="{FF2B5EF4-FFF2-40B4-BE49-F238E27FC236}">
                  <a16:creationId xmlns:a16="http://schemas.microsoft.com/office/drawing/2014/main" id="{F445796B-6D70-E221-F620-70ED18590CB9}"/>
                </a:ext>
              </a:extLst>
            </p:cNvPr>
            <p:cNvSpPr/>
            <p:nvPr/>
          </p:nvSpPr>
          <p:spPr>
            <a:xfrm>
              <a:off x="9534579" y="18425160"/>
              <a:ext cx="2720993" cy="251460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ADA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ShellBook" panose="00000500000000000000" pitchFamily="2" charset="0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4E5E0820-CEC7-3DC3-A830-7AD2EAC8B3F6}"/>
                </a:ext>
              </a:extLst>
            </p:cNvPr>
            <p:cNvSpPr/>
            <p:nvPr/>
          </p:nvSpPr>
          <p:spPr>
            <a:xfrm>
              <a:off x="9552867" y="18443448"/>
              <a:ext cx="2684417" cy="91440"/>
            </a:xfrm>
            <a:prstGeom prst="rect">
              <a:avLst/>
            </a:prstGeom>
            <a:solidFill>
              <a:srgbClr val="FBC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ShellBook" panose="00000500000000000000" pitchFamily="2" charset="0"/>
              </a:endParaRP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39EE38D3-565F-94CC-6D5F-6E57A5802D91}"/>
                </a:ext>
              </a:extLst>
            </p:cNvPr>
            <p:cNvSpPr/>
            <p:nvPr/>
          </p:nvSpPr>
          <p:spPr>
            <a:xfrm>
              <a:off x="9680883" y="18726912"/>
              <a:ext cx="502920" cy="502920"/>
            </a:xfrm>
            <a:prstGeom prst="ellipse">
              <a:avLst/>
            </a:prstGeom>
            <a:solidFill>
              <a:srgbClr val="32343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Arial"/>
                </a:defRPr>
              </a:pPr>
              <a:r>
                <a:rPr sz="2000" b="1">
                  <a:latin typeface="ShellBook" panose="00000500000000000000" pitchFamily="2" charset="0"/>
                </a:rPr>
                <a:t>4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1486EB0-D8AC-01D5-CAB1-7E541171FCC2}"/>
                </a:ext>
              </a:extLst>
            </p:cNvPr>
            <p:cNvSpPr txBox="1"/>
            <p:nvPr/>
          </p:nvSpPr>
          <p:spPr>
            <a:xfrm>
              <a:off x="10192947" y="18726912"/>
              <a:ext cx="942887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50" b="1">
                  <a:solidFill>
                    <a:srgbClr val="323436"/>
                  </a:solidFill>
                  <a:latin typeface="Arial"/>
                </a:defRPr>
              </a:pPr>
              <a:r>
                <a:rPr sz="2000" b="1">
                  <a:latin typeface="ShellBook" panose="00000500000000000000" pitchFamily="2" charset="0"/>
                </a:rPr>
                <a:t>LEARN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83165055-B4FF-3305-94ED-1316A80693A3}"/>
                </a:ext>
              </a:extLst>
            </p:cNvPr>
            <p:cNvSpPr txBox="1"/>
            <p:nvPr/>
          </p:nvSpPr>
          <p:spPr>
            <a:xfrm>
              <a:off x="9680883" y="19522440"/>
              <a:ext cx="2382383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770">
                  <a:solidFill>
                    <a:srgbClr val="696C6E"/>
                  </a:solidFill>
                  <a:latin typeface="Arial"/>
                </a:defRPr>
              </a:pPr>
              <a:r>
                <a:rPr sz="2000">
                  <a:latin typeface="ShellBook" panose="00000500000000000000" pitchFamily="2" charset="0"/>
                </a:rPr>
                <a:t>Build understanding</a:t>
              </a:r>
            </a:p>
          </p:txBody>
        </p:sp>
        <p:sp>
          <p:nvSpPr>
            <p:cNvPr id="182" name="Rounded Rectangle 179">
              <a:extLst>
                <a:ext uri="{FF2B5EF4-FFF2-40B4-BE49-F238E27FC236}">
                  <a16:creationId xmlns:a16="http://schemas.microsoft.com/office/drawing/2014/main" id="{01C29A35-16D3-1B8C-E266-94C120C06F3E}"/>
                </a:ext>
              </a:extLst>
            </p:cNvPr>
            <p:cNvSpPr/>
            <p:nvPr/>
          </p:nvSpPr>
          <p:spPr>
            <a:xfrm>
              <a:off x="12365300" y="18425160"/>
              <a:ext cx="2720993" cy="251460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ADA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ShellBook" panose="00000500000000000000" pitchFamily="2" charset="0"/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69E821BF-98E1-8DC8-90EC-99CE0ECFAF4A}"/>
                </a:ext>
              </a:extLst>
            </p:cNvPr>
            <p:cNvSpPr/>
            <p:nvPr/>
          </p:nvSpPr>
          <p:spPr>
            <a:xfrm>
              <a:off x="12383588" y="18443448"/>
              <a:ext cx="2684417" cy="91440"/>
            </a:xfrm>
            <a:prstGeom prst="rect">
              <a:avLst/>
            </a:prstGeom>
            <a:solidFill>
              <a:srgbClr val="FBC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ShellBook" panose="00000500000000000000" pitchFamily="2" charset="0"/>
              </a:endParaRPr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F3D9D836-C4B6-6D6B-7599-AD1EA370BD1D}"/>
                </a:ext>
              </a:extLst>
            </p:cNvPr>
            <p:cNvSpPr/>
            <p:nvPr/>
          </p:nvSpPr>
          <p:spPr>
            <a:xfrm>
              <a:off x="12511604" y="18726912"/>
              <a:ext cx="502920" cy="502920"/>
            </a:xfrm>
            <a:prstGeom prst="ellipse">
              <a:avLst/>
            </a:prstGeom>
            <a:solidFill>
              <a:srgbClr val="32343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Arial"/>
                </a:defRPr>
              </a:pPr>
              <a:r>
                <a:rPr sz="2000" b="1">
                  <a:latin typeface="ShellBook" panose="00000500000000000000" pitchFamily="2" charset="0"/>
                </a:rPr>
                <a:t>5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1F2D2054-2D6E-8469-A402-51BEB3F95958}"/>
                </a:ext>
              </a:extLst>
            </p:cNvPr>
            <p:cNvSpPr txBox="1"/>
            <p:nvPr/>
          </p:nvSpPr>
          <p:spPr>
            <a:xfrm>
              <a:off x="13023668" y="18726912"/>
              <a:ext cx="854721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50" b="1">
                  <a:solidFill>
                    <a:srgbClr val="323436"/>
                  </a:solidFill>
                  <a:latin typeface="Arial"/>
                </a:defRPr>
              </a:pPr>
              <a:r>
                <a:rPr sz="2000" b="1">
                  <a:latin typeface="ShellBook" panose="00000500000000000000" pitchFamily="2" charset="0"/>
                </a:rPr>
                <a:t>APPLY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EA76D3F1-2E22-CA81-CC26-ECFD2A9B0489}"/>
                </a:ext>
              </a:extLst>
            </p:cNvPr>
            <p:cNvSpPr txBox="1"/>
            <p:nvPr/>
          </p:nvSpPr>
          <p:spPr>
            <a:xfrm>
              <a:off x="12511604" y="19522440"/>
              <a:ext cx="219803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770">
                  <a:solidFill>
                    <a:srgbClr val="696C6E"/>
                  </a:solidFill>
                  <a:latin typeface="Arial"/>
                </a:defRPr>
              </a:pPr>
              <a:r>
                <a:rPr sz="2000">
                  <a:latin typeface="ShellBook" panose="00000500000000000000" pitchFamily="2" charset="0"/>
                </a:rPr>
                <a:t>Put insight to work</a:t>
              </a:r>
            </a:p>
          </p:txBody>
        </p:sp>
        <p:sp>
          <p:nvSpPr>
            <p:cNvPr id="187" name="Rounded Rectangle 184">
              <a:extLst>
                <a:ext uri="{FF2B5EF4-FFF2-40B4-BE49-F238E27FC236}">
                  <a16:creationId xmlns:a16="http://schemas.microsoft.com/office/drawing/2014/main" id="{AC86A743-780F-54E1-34D0-82C623D07B35}"/>
                </a:ext>
              </a:extLst>
            </p:cNvPr>
            <p:cNvSpPr/>
            <p:nvPr/>
          </p:nvSpPr>
          <p:spPr>
            <a:xfrm>
              <a:off x="15196021" y="18425160"/>
              <a:ext cx="2720993" cy="251460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ADA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ShellBook" panose="00000500000000000000" pitchFamily="2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E8ADDE6F-F72F-9A4B-6F94-8F03E4C93956}"/>
                </a:ext>
              </a:extLst>
            </p:cNvPr>
            <p:cNvSpPr/>
            <p:nvPr/>
          </p:nvSpPr>
          <p:spPr>
            <a:xfrm>
              <a:off x="15214309" y="18443448"/>
              <a:ext cx="2684417" cy="91440"/>
            </a:xfrm>
            <a:prstGeom prst="rect">
              <a:avLst/>
            </a:prstGeom>
            <a:solidFill>
              <a:srgbClr val="FBC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ShellBook" panose="00000500000000000000" pitchFamily="2" charset="0"/>
              </a:endParaRP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28F2B0E3-42F2-7A8D-C484-2E45A063ED02}"/>
                </a:ext>
              </a:extLst>
            </p:cNvPr>
            <p:cNvSpPr/>
            <p:nvPr/>
          </p:nvSpPr>
          <p:spPr>
            <a:xfrm>
              <a:off x="15342325" y="18726912"/>
              <a:ext cx="502920" cy="502920"/>
            </a:xfrm>
            <a:prstGeom prst="ellipse">
              <a:avLst/>
            </a:prstGeom>
            <a:solidFill>
              <a:srgbClr val="32343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Arial"/>
                </a:defRPr>
              </a:pPr>
              <a:r>
                <a:rPr sz="2000" b="1">
                  <a:latin typeface="ShellBook" panose="00000500000000000000" pitchFamily="2" charset="0"/>
                </a:rPr>
                <a:t>6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BF9CAEC5-C8A5-525F-8D44-AE9F0CC63E9B}"/>
                </a:ext>
              </a:extLst>
            </p:cNvPr>
            <p:cNvSpPr txBox="1"/>
            <p:nvPr/>
          </p:nvSpPr>
          <p:spPr>
            <a:xfrm>
              <a:off x="15854389" y="18726912"/>
              <a:ext cx="1261884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50" b="1">
                  <a:solidFill>
                    <a:srgbClr val="323436"/>
                  </a:solidFill>
                  <a:latin typeface="Arial"/>
                </a:defRPr>
              </a:pPr>
              <a:r>
                <a:rPr sz="2000" b="1">
                  <a:latin typeface="ShellBook" panose="00000500000000000000" pitchFamily="2" charset="0"/>
                </a:rPr>
                <a:t>IMPROVE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7E73279C-BFD3-2F09-B8B6-0825AD0001BD}"/>
                </a:ext>
              </a:extLst>
            </p:cNvPr>
            <p:cNvSpPr txBox="1"/>
            <p:nvPr/>
          </p:nvSpPr>
          <p:spPr>
            <a:xfrm>
              <a:off x="15342325" y="19522440"/>
              <a:ext cx="2743059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770">
                  <a:solidFill>
                    <a:srgbClr val="696C6E"/>
                  </a:solidFill>
                  <a:latin typeface="Arial"/>
                </a:defRPr>
              </a:pPr>
              <a:r>
                <a:rPr sz="2000">
                  <a:latin typeface="ShellBook" panose="00000500000000000000" pitchFamily="2" charset="0"/>
                </a:rPr>
                <a:t>Refine through practice</a:t>
              </a:r>
            </a:p>
          </p:txBody>
        </p:sp>
        <p:sp>
          <p:nvSpPr>
            <p:cNvPr id="192" name="Rounded Rectangle 189">
              <a:extLst>
                <a:ext uri="{FF2B5EF4-FFF2-40B4-BE49-F238E27FC236}">
                  <a16:creationId xmlns:a16="http://schemas.microsoft.com/office/drawing/2014/main" id="{E9B217FA-7BC9-328D-6A0D-26C3C67B444D}"/>
                </a:ext>
              </a:extLst>
            </p:cNvPr>
            <p:cNvSpPr/>
            <p:nvPr/>
          </p:nvSpPr>
          <p:spPr>
            <a:xfrm>
              <a:off x="18026742" y="18425160"/>
              <a:ext cx="2720993" cy="251460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ADA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ShellBook" panose="00000500000000000000" pitchFamily="2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7979CC82-F5FE-F1F2-86F1-9656358D4BEE}"/>
                </a:ext>
              </a:extLst>
            </p:cNvPr>
            <p:cNvSpPr/>
            <p:nvPr/>
          </p:nvSpPr>
          <p:spPr>
            <a:xfrm>
              <a:off x="18045030" y="18443448"/>
              <a:ext cx="2684417" cy="91440"/>
            </a:xfrm>
            <a:prstGeom prst="rect">
              <a:avLst/>
            </a:prstGeom>
            <a:solidFill>
              <a:srgbClr val="DD1C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ShellBook" panose="00000500000000000000" pitchFamily="2" charset="0"/>
              </a:endParaRPr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37797329-E353-0054-29B9-1FB51CD056D9}"/>
                </a:ext>
              </a:extLst>
            </p:cNvPr>
            <p:cNvSpPr/>
            <p:nvPr/>
          </p:nvSpPr>
          <p:spPr>
            <a:xfrm>
              <a:off x="18173046" y="18726912"/>
              <a:ext cx="502920" cy="502920"/>
            </a:xfrm>
            <a:prstGeom prst="ellipse">
              <a:avLst/>
            </a:prstGeom>
            <a:solidFill>
              <a:srgbClr val="DD1C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>
                  <a:solidFill>
                    <a:srgbClr val="FFFFFF"/>
                  </a:solidFill>
                  <a:latin typeface="Arial"/>
                </a:defRPr>
              </a:pPr>
              <a:r>
                <a:rPr sz="2000" b="1">
                  <a:latin typeface="ShellBook" panose="00000500000000000000" pitchFamily="2" charset="0"/>
                </a:rPr>
                <a:t>7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CFD388AA-F5B3-7F88-4A3C-0D1EC170362B}"/>
                </a:ext>
              </a:extLst>
            </p:cNvPr>
            <p:cNvSpPr txBox="1"/>
            <p:nvPr/>
          </p:nvSpPr>
          <p:spPr>
            <a:xfrm>
              <a:off x="18685110" y="18726912"/>
              <a:ext cx="1261884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50" b="1">
                  <a:solidFill>
                    <a:srgbClr val="323436"/>
                  </a:solidFill>
                  <a:latin typeface="Arial"/>
                </a:defRPr>
              </a:pPr>
              <a:r>
                <a:rPr sz="2000" b="1">
                  <a:latin typeface="ShellBook" panose="00000500000000000000" pitchFamily="2" charset="0"/>
                </a:rPr>
                <a:t>ENGAGE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5E7C1D8-CE90-70D0-7E27-4E9572B8F037}"/>
                </a:ext>
              </a:extLst>
            </p:cNvPr>
            <p:cNvSpPr txBox="1"/>
            <p:nvPr/>
          </p:nvSpPr>
          <p:spPr>
            <a:xfrm>
              <a:off x="18173046" y="19522440"/>
              <a:ext cx="267893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770">
                  <a:solidFill>
                    <a:srgbClr val="696C6E"/>
                  </a:solidFill>
                  <a:latin typeface="Arial"/>
                </a:defRPr>
              </a:pPr>
              <a:r>
                <a:rPr sz="2000">
                  <a:latin typeface="ShellBook" panose="00000500000000000000" pitchFamily="2" charset="0"/>
                </a:rPr>
                <a:t>Keep the cycle moving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A34CD338-0199-35D9-8255-5FC9E9386FFB}"/>
                </a:ext>
              </a:extLst>
            </p:cNvPr>
            <p:cNvSpPr txBox="1"/>
            <p:nvPr/>
          </p:nvSpPr>
          <p:spPr>
            <a:xfrm>
              <a:off x="11078100" y="21140928"/>
              <a:ext cx="9669635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800" b="1">
                  <a:solidFill>
                    <a:srgbClr val="DD1C22"/>
                  </a:solidFill>
                  <a:latin typeface="Arial"/>
                </a:defRPr>
              </a:pPr>
              <a:r>
                <a:rPr sz="2000">
                  <a:latin typeface="ShellBook" panose="00000500000000000000" pitchFamily="2" charset="0"/>
                </a:rPr>
                <a:t>REPEAT  •  EACH SESSION BUILDS CONNECTION, CAPABILITY AND MOMENTUM</a:t>
              </a:r>
            </a:p>
          </p:txBody>
        </p:sp>
      </p:grpSp>
      <p:sp>
        <p:nvSpPr>
          <p:cNvPr id="198" name="Rectangle 197">
            <a:extLst>
              <a:ext uri="{FF2B5EF4-FFF2-40B4-BE49-F238E27FC236}">
                <a16:creationId xmlns:a16="http://schemas.microsoft.com/office/drawing/2014/main" id="{F189A1D4-82A1-AE4E-171E-CD73D512CDA4}"/>
              </a:ext>
            </a:extLst>
          </p:cNvPr>
          <p:cNvSpPr/>
          <p:nvPr/>
        </p:nvSpPr>
        <p:spPr>
          <a:xfrm>
            <a:off x="1217280" y="19117925"/>
            <a:ext cx="19705320" cy="32004"/>
          </a:xfrm>
          <a:prstGeom prst="rect">
            <a:avLst/>
          </a:prstGeom>
          <a:solidFill>
            <a:srgbClr val="DD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hellBook" panose="00000500000000000000" pitchFamily="2" charset="0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8F586FF5-CA82-3EF2-C1B5-64F278CDCD68}"/>
              </a:ext>
            </a:extLst>
          </p:cNvPr>
          <p:cNvSpPr txBox="1"/>
          <p:nvPr/>
        </p:nvSpPr>
        <p:spPr>
          <a:xfrm>
            <a:off x="1217280" y="19181933"/>
            <a:ext cx="77620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96C6E"/>
                </a:solidFill>
                <a:latin typeface="Arial"/>
              </a:defRPr>
            </a:pPr>
            <a:r>
              <a:rPr sz="2000">
                <a:latin typeface="ShellBook" panose="00000500000000000000" pitchFamily="2" charset="0"/>
              </a:rPr>
              <a:t>A SIMPLE CYCLE THAT TURNS CURIOSITY INTO SHARED PRACTICE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E0F1029D-1AEB-8FA3-6F2C-2701BF25C99F}"/>
              </a:ext>
            </a:extLst>
          </p:cNvPr>
          <p:cNvSpPr txBox="1"/>
          <p:nvPr/>
        </p:nvSpPr>
        <p:spPr>
          <a:xfrm>
            <a:off x="14902741" y="14398588"/>
            <a:ext cx="7350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3600" b="1">
                <a:solidFill>
                  <a:srgbClr val="FF0000"/>
                </a:solidFill>
                <a:latin typeface="ShellBook" panose="00000500000000000000" pitchFamily="2" charset="0"/>
              </a:rPr>
              <a:t>LEAR AND ENGAGE TOGETHER</a:t>
            </a:r>
          </a:p>
        </p:txBody>
      </p:sp>
      <p:sp>
        <p:nvSpPr>
          <p:cNvPr id="201" name="Shape 0">
            <a:extLst>
              <a:ext uri="{FF2B5EF4-FFF2-40B4-BE49-F238E27FC236}">
                <a16:creationId xmlns:a16="http://schemas.microsoft.com/office/drawing/2014/main" id="{59708DAC-BBD3-AD02-73F1-DEA86209F805}"/>
              </a:ext>
            </a:extLst>
          </p:cNvPr>
          <p:cNvSpPr/>
          <p:nvPr/>
        </p:nvSpPr>
        <p:spPr>
          <a:xfrm>
            <a:off x="7875067" y="29970249"/>
            <a:ext cx="8530398" cy="678566"/>
          </a:xfrm>
          <a:prstGeom prst="rect">
            <a:avLst/>
          </a:prstGeom>
          <a:solidFill>
            <a:srgbClr val="DD1D21"/>
          </a:solidFill>
          <a:ln w="12700">
            <a:solidFill>
              <a:srgbClr val="DD1D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2" name="Text 1">
            <a:extLst>
              <a:ext uri="{FF2B5EF4-FFF2-40B4-BE49-F238E27FC236}">
                <a16:creationId xmlns:a16="http://schemas.microsoft.com/office/drawing/2014/main" id="{DB9795A2-6157-4306-913C-88286D4260AE}"/>
              </a:ext>
            </a:extLst>
          </p:cNvPr>
          <p:cNvSpPr/>
          <p:nvPr/>
        </p:nvSpPr>
        <p:spPr>
          <a:xfrm>
            <a:off x="7815433" y="30089121"/>
            <a:ext cx="8530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2800" b="1">
                <a:solidFill>
                  <a:srgbClr val="FFFFFF"/>
                </a:solidFill>
                <a:latin typeface="ShellBook" panose="00000500000000000000" pitchFamily="2" charset="0"/>
                <a:ea typeface="Arial" pitchFamily="34" charset="-122"/>
                <a:cs typeface="Arial" pitchFamily="34" charset="-120"/>
              </a:rPr>
              <a:t>Contact Aygun Boutkan  |  Scenarios Project Advisor</a:t>
            </a:r>
          </a:p>
        </p:txBody>
      </p:sp>
      <p:sp>
        <p:nvSpPr>
          <p:cNvPr id="204" name="Text 3">
            <a:extLst>
              <a:ext uri="{FF2B5EF4-FFF2-40B4-BE49-F238E27FC236}">
                <a16:creationId xmlns:a16="http://schemas.microsoft.com/office/drawing/2014/main" id="{5AD70507-E6CA-8651-E068-0C1F7A70EB51}"/>
              </a:ext>
            </a:extLst>
          </p:cNvPr>
          <p:cNvSpPr/>
          <p:nvPr/>
        </p:nvSpPr>
        <p:spPr>
          <a:xfrm>
            <a:off x="1509397" y="3322723"/>
            <a:ext cx="1325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 b="1">
                <a:solidFill>
                  <a:srgbClr val="DD1D21"/>
                </a:solidFill>
                <a:latin typeface="ShellBook"/>
              </a:rPr>
              <a:t>Connect. Learn. Apply.</a:t>
            </a:r>
            <a:endParaRPr lang="en-GB" sz="2400">
              <a:latin typeface="ShellBook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35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Shell Document" ma:contentTypeID="0x0101006F0A470EEB1140E7AA14F4CE8A50B54C0001CB1477F4DD432AA86DD56CC3887AF400F644A78CBFDAD44983885002DC8B3358" ma:contentTypeVersion="5" ma:contentTypeDescription="Shell Document Content Type" ma:contentTypeScope="" ma:versionID="9972982cb723cf5df02987a4cb397dc7">
  <xsd:schema xmlns:xsd="http://www.w3.org/2001/XMLSchema" xmlns:xs="http://www.w3.org/2001/XMLSchema" xmlns:p="http://schemas.microsoft.com/office/2006/metadata/properties" xmlns:ns1="http://schemas.microsoft.com/sharepoint/v3" xmlns:ns2="5fe9d420-80f7-4ada-bee1-a7a60088c9b2" xmlns:ns3="d897dab9-547b-4d8a-9e98-e2c84c4ab18d" targetNamespace="http://schemas.microsoft.com/office/2006/metadata/properties" ma:root="true" ma:fieldsID="11b7afb5536d3e270a25d7434dfd5e62" ns1:_="" ns2:_="" ns3:_="">
    <xsd:import namespace="http://schemas.microsoft.com/sharepoint/v3"/>
    <xsd:import namespace="5fe9d420-80f7-4ada-bee1-a7a60088c9b2"/>
    <xsd:import namespace="d897dab9-547b-4d8a-9e98-e2c84c4ab1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SAEFSecurityClassificationTaxHTField0" minOccurs="0"/>
                <xsd:element ref="ns2:ice2f7984e9548f9a31773f854109466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AEFSecurityClassificationTaxHTField0" ma:index="11" nillable="true" ma:displayName="Security Classification_0" ma:hidden="true" ma:internalName="SAEFSecurityClassificationTaxHTField0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420-80f7-4ada-bee1-a7a60088c9b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ice2f7984e9548f9a31773f854109466" ma:index="12" ma:taxonomy="true" ma:internalName="ice2f7984e9548f9a31773f854109466" ma:taxonomyFieldName="SAEFSecurityClassification" ma:displayName="Security Classification" ma:default="5;#Confidential|e4bc29b2-6e76-48cc-b090-8b544c0802ae" ma:fieldId="{2ce2f798-4e95-48f9-a317-73f854109466}" ma:sspId="e3aebf70-341c-4d91-bdd3-aba9df361687" ma:termSetId="daf890f0-167e-4ee2-a9fd-a81536ed816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c7126bf2-9056-4401-894f-d1136f5f3720}" ma:internalName="TaxCatchAll" ma:showField="CatchAllData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c7126bf2-9056-4401-894f-d1136f5f3720}" ma:internalName="TaxCatchAllLabel" ma:readOnly="true" ma:showField="CatchAllDataLabel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7dab9-547b-4d8a-9e98-e2c84c4ab1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fe9d420-80f7-4ada-bee1-a7a60088c9b2">
      <Value>5</Value>
    </TaxCatchAll>
    <SAEFSecurityClassificationTaxHTField0 xmlns="http://schemas.microsoft.com/sharepoint/v3" xsi:nil="true"/>
    <ice2f7984e9548f9a31773f854109466 xmlns="5fe9d420-80f7-4ada-bee1-a7a60088c9b2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Confidential</TermName>
          <TermId xmlns="http://schemas.microsoft.com/office/infopath/2007/PartnerControls">e4bc29b2-6e76-48cc-b090-8b544c0802ae</TermId>
        </TermInfo>
      </Terms>
    </ice2f7984e9548f9a31773f854109466>
    <_dlc_DocId xmlns="5fe9d420-80f7-4ada-bee1-a7a60088c9b2">UXD4DQ5FARXZ-1534890728-27</_dlc_DocId>
    <_dlc_DocIdUrl xmlns="5fe9d420-80f7-4ada-bee1-a7a60088c9b2">
      <Url>https://eu001-sp.shell.com/sites/SPO002395/_layouts/15/DocIdRedir.aspx?ID=UXD4DQ5FARXZ-1534890728-27</Url>
      <Description>UXD4DQ5FARXZ-1534890728-27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21F153-41D5-4AE3-A889-3FCF2373CC66}">
  <ds:schemaRefs>
    <ds:schemaRef ds:uri="5fe9d420-80f7-4ada-bee1-a7a60088c9b2"/>
    <ds:schemaRef ds:uri="d897dab9-547b-4d8a-9e98-e2c84c4ab18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002BA2B-C522-4823-8AE4-559BF295E545}">
  <ds:schemaRefs>
    <ds:schemaRef ds:uri="5fe9d420-80f7-4ada-bee1-a7a60088c9b2"/>
    <ds:schemaRef ds:uri="d897dab9-547b-4d8a-9e98-e2c84c4ab18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2BB032C-5905-47C7-8CE3-5FC84D3DA534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35C59334-0A22-47FB-869E-A8324A0C3EA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Microsoft Office PowerPoint</Application>
  <PresentationFormat>Custom</PresentationFormat>
  <Paragraphs>76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ShellBook</vt:lpstr>
      <vt:lpstr>Office Theme</vt:lpstr>
      <vt:lpstr>PowerPoint Presentation</vt:lpstr>
    </vt:vector>
  </TitlesOfParts>
  <Company>Shell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 &amp; Engage: Connect. Share. Grow.</dc:title>
  <dc:subject>Learn &amp; Engage poster</dc:subject>
  <dc:creator>Boutkan, Aygun SIBV-FR/S/S</dc:creator>
  <cp:lastModifiedBy>Dairova, Zhannat SI-FR/P</cp:lastModifiedBy>
  <cp:revision>2</cp:revision>
  <dcterms:created xsi:type="dcterms:W3CDTF">2026-09-01T09:43:38Z</dcterms:created>
  <dcterms:modified xsi:type="dcterms:W3CDTF">2026-09-05T22:36:44Z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0x0101006F0A470EEB1140E7AA14F4CE8A50B54C0001CB1477F4DD432AA86DD56CC3887AF400F644A78CBFDAD44983885002DC8B3358</vt:lpwstr>
  </property>
  <property fmtid="{D5CDD505-2E9C-101B-9397-08002B2CF9AE}" pid="3" name="_dlc_DocIdItemGuid">
    <vt:lpwstr>baf758c8-95cb-4d2d-a760-d888eae089d0</vt:lpwstr>
  </property>
  <property fmtid="{D5CDD505-2E9C-101B-9397-08002B2CF9AE}" pid="4" name="SAEFSecurityClassification">
    <vt:lpwstr>5;#Confidential|e4bc29b2-6e76-48cc-b090-8b544c0802ae</vt:lpwstr>
  </property>
</Properties>
</file>