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handoutMasters/handoutMaster1.xml" ContentType="application/vnd.openxmlformats-officedocument.presentationml.handoutMaster+xml"/>
  <Override PartName="/ppt/slideMasters/slideMaster1.xml" ContentType="application/vnd.openxmlformats-officedocument.presentationml.slide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notesMasters/notesMaster1.xml" ContentType="application/vnd.openxmlformats-officedocument.presentationml.notesMaster+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49" r:id="rId5"/>
  </p:sldIdLst>
  <p:sldSz cx="30275213" cy="42803763"/>
  <p:notesSz cx="9926638" cy="14355763"/>
  <p:embeddedFontLst>
    <p:embeddedFont>
      <p:font typeface="Futura Medium" panose="00000800000000000000"/>
      <p:regular r:id="rId8"/>
      <p:bold r:id="rId9"/>
      <p:italic r:id="rId10"/>
      <p:boldItalic r:id="rId11"/>
    </p:embeddedFont>
    <p:embeddedFont>
      <p:font typeface="ShellHeavy" panose="00000700000000000000" pitchFamily="2" charset="0"/>
      <p:bold r:id="rId12"/>
    </p:embeddedFont>
    <p:embeddedFont>
      <p:font typeface="ShellMedium" panose="00000600000000000000" pitchFamily="2" charset="0"/>
      <p:regular r:id="rId13"/>
    </p:embeddedFont>
  </p:embeddedFont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ECC"/>
    <a:srgbClr val="F7D117"/>
    <a:srgbClr val="D42E12"/>
    <a:srgbClr val="8FD1E3"/>
    <a:srgbClr val="FFEECA"/>
    <a:srgbClr val="F49600"/>
    <a:srgbClr val="FFFFFF"/>
    <a:srgbClr val="CCE9DB"/>
    <a:srgbClr val="99CDB7"/>
    <a:srgbClr val="66B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D4AAC-56B4-41B9-B0B9-E4FCD75DDE18}" v="51" dt="2026-08-31T12:56:25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622" autoAdjust="0"/>
  </p:normalViewPr>
  <p:slideViewPr>
    <p:cSldViewPr snapToGrid="0">
      <p:cViewPr>
        <p:scale>
          <a:sx n="30" d="100"/>
          <a:sy n="30" d="100"/>
        </p:scale>
        <p:origin x="2261" y="-1339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er, Olivier CH SNV-FR/S/E" userId="a5528dcf-269e-4539-958d-ecdb88040a09" providerId="ADAL" clId="{C3B848EA-3D90-4E8E-8175-E2F22A8D7B7E}"/>
    <pc:docChg chg="undo custSel modSld sldOrd modNotesMaster">
      <pc:chgData name="Kenter, Olivier CH SNV-FR/S/E" userId="a5528dcf-269e-4539-958d-ecdb88040a09" providerId="ADAL" clId="{C3B848EA-3D90-4E8E-8175-E2F22A8D7B7E}" dt="2026-08-31T12:58:43.731" v="4803" actId="1036"/>
      <pc:docMkLst>
        <pc:docMk/>
      </pc:docMkLst>
      <pc:sldChg chg="addSp delSp modSp mod ord modNotes">
        <pc:chgData name="Kenter, Olivier CH SNV-FR/S/E" userId="a5528dcf-269e-4539-958d-ecdb88040a09" providerId="ADAL" clId="{C3B848EA-3D90-4E8E-8175-E2F22A8D7B7E}" dt="2026-08-31T12:58:43.731" v="4803" actId="1036"/>
        <pc:sldMkLst>
          <pc:docMk/>
          <pc:sldMk cId="257835128" sldId="349"/>
        </pc:sldMkLst>
        <pc:spChg chg="mod">
          <ac:chgData name="Kenter, Olivier CH SNV-FR/S/E" userId="a5528dcf-269e-4539-958d-ecdb88040a09" providerId="ADAL" clId="{C3B848EA-3D90-4E8E-8175-E2F22A8D7B7E}" dt="2026-08-26T13:47:03.001" v="53" actId="20577"/>
          <ac:spMkLst>
            <pc:docMk/>
            <pc:sldMk cId="257835128" sldId="349"/>
            <ac:spMk id="5" creationId="{2C192760-6EBF-B302-A763-C2031E4D1105}"/>
          </ac:spMkLst>
        </pc:spChg>
        <pc:spChg chg="mod">
          <ac:chgData name="Kenter, Olivier CH SNV-FR/S/E" userId="a5528dcf-269e-4539-958d-ecdb88040a09" providerId="ADAL" clId="{C3B848EA-3D90-4E8E-8175-E2F22A8D7B7E}" dt="2026-08-28T15:46:49.989" v="258" actId="20577"/>
          <ac:spMkLst>
            <pc:docMk/>
            <pc:sldMk cId="257835128" sldId="349"/>
            <ac:spMk id="6" creationId="{9BD17CBA-3866-2A76-E03B-C4E1EC5F3F08}"/>
          </ac:spMkLst>
        </pc:spChg>
        <pc:spChg chg="mod">
          <ac:chgData name="Kenter, Olivier CH SNV-FR/S/E" userId="a5528dcf-269e-4539-958d-ecdb88040a09" providerId="ADAL" clId="{C3B848EA-3D90-4E8E-8175-E2F22A8D7B7E}" dt="2026-08-26T13:46:24.579" v="37" actId="20577"/>
          <ac:spMkLst>
            <pc:docMk/>
            <pc:sldMk cId="257835128" sldId="349"/>
            <ac:spMk id="9" creationId="{F115CB4B-7FC1-676A-3AC6-69EEFF07CEF0}"/>
          </ac:spMkLst>
        </pc:spChg>
        <pc:spChg chg="mod">
          <ac:chgData name="Kenter, Olivier CH SNV-FR/S/E" userId="a5528dcf-269e-4539-958d-ecdb88040a09" providerId="ADAL" clId="{C3B848EA-3D90-4E8E-8175-E2F22A8D7B7E}" dt="2026-08-31T12:11:45.157" v="3827" actId="1036"/>
          <ac:spMkLst>
            <pc:docMk/>
            <pc:sldMk cId="257835128" sldId="349"/>
            <ac:spMk id="14" creationId="{27A63F22-17E6-223E-F8DC-F1C9B5BCCD79}"/>
          </ac:spMkLst>
        </pc:spChg>
        <pc:spChg chg="mod">
          <ac:chgData name="Kenter, Olivier CH SNV-FR/S/E" userId="a5528dcf-269e-4539-958d-ecdb88040a09" providerId="ADAL" clId="{C3B848EA-3D90-4E8E-8175-E2F22A8D7B7E}" dt="2026-08-31T12:17:42.170" v="3878" actId="27636"/>
          <ac:spMkLst>
            <pc:docMk/>
            <pc:sldMk cId="257835128" sldId="349"/>
            <ac:spMk id="15" creationId="{84689089-0044-C528-54FC-96FCF8E11D04}"/>
          </ac:spMkLst>
        </pc:spChg>
        <pc:spChg chg="del">
          <ac:chgData name="Kenter, Olivier CH SNV-FR/S/E" userId="a5528dcf-269e-4539-958d-ecdb88040a09" providerId="ADAL" clId="{C3B848EA-3D90-4E8E-8175-E2F22A8D7B7E}" dt="2026-08-31T12:09:09.602" v="3742" actId="478"/>
          <ac:spMkLst>
            <pc:docMk/>
            <pc:sldMk cId="257835128" sldId="349"/>
            <ac:spMk id="16" creationId="{6199FC88-C219-B8F5-64A8-115A26D237C9}"/>
          </ac:spMkLst>
        </pc:spChg>
        <pc:spChg chg="del mod">
          <ac:chgData name="Kenter, Olivier CH SNV-FR/S/E" userId="a5528dcf-269e-4539-958d-ecdb88040a09" providerId="ADAL" clId="{C3B848EA-3D90-4E8E-8175-E2F22A8D7B7E}" dt="2026-08-31T12:09:04.242" v="3740" actId="478"/>
          <ac:spMkLst>
            <pc:docMk/>
            <pc:sldMk cId="257835128" sldId="349"/>
            <ac:spMk id="17" creationId="{F47D6864-86E0-B1AB-61B1-D3C48D550480}"/>
          </ac:spMkLst>
        </pc:spChg>
        <pc:spChg chg="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18" creationId="{20FA3B1D-BEA9-1BCC-BBF6-5F74E0C28FD2}"/>
          </ac:spMkLst>
        </pc:spChg>
        <pc:spChg chg="del">
          <ac:chgData name="Kenter, Olivier CH SNV-FR/S/E" userId="a5528dcf-269e-4539-958d-ecdb88040a09" providerId="ADAL" clId="{C3B848EA-3D90-4E8E-8175-E2F22A8D7B7E}" dt="2026-08-31T12:09:08.007" v="3741" actId="478"/>
          <ac:spMkLst>
            <pc:docMk/>
            <pc:sldMk cId="257835128" sldId="349"/>
            <ac:spMk id="20" creationId="{4FBE4C6A-0FA5-5F61-180A-566902BA471E}"/>
          </ac:spMkLst>
        </pc:spChg>
        <pc:spChg chg="del mod">
          <ac:chgData name="Kenter, Olivier CH SNV-FR/S/E" userId="a5528dcf-269e-4539-958d-ecdb88040a09" providerId="ADAL" clId="{C3B848EA-3D90-4E8E-8175-E2F22A8D7B7E}" dt="2026-08-31T10:57:14.509" v="522" actId="478"/>
          <ac:spMkLst>
            <pc:docMk/>
            <pc:sldMk cId="257835128" sldId="349"/>
            <ac:spMk id="23" creationId="{173BD3E0-A5EF-D06B-5547-EA14FCC500A0}"/>
          </ac:spMkLst>
        </pc:spChg>
        <pc:spChg chg="add mod">
          <ac:chgData name="Kenter, Olivier CH SNV-FR/S/E" userId="a5528dcf-269e-4539-958d-ecdb88040a09" providerId="ADAL" clId="{C3B848EA-3D90-4E8E-8175-E2F22A8D7B7E}" dt="2026-08-31T11:25:07.351" v="1884" actId="164"/>
          <ac:spMkLst>
            <pc:docMk/>
            <pc:sldMk cId="257835128" sldId="349"/>
            <ac:spMk id="31" creationId="{9902CAD6-42A2-CB0D-61DD-FF02C4689ED7}"/>
          </ac:spMkLst>
        </pc:spChg>
        <pc:spChg chg="add mod">
          <ac:chgData name="Kenter, Olivier CH SNV-FR/S/E" userId="a5528dcf-269e-4539-958d-ecdb88040a09" providerId="ADAL" clId="{C3B848EA-3D90-4E8E-8175-E2F22A8D7B7E}" dt="2026-08-31T11:25:07.351" v="1884" actId="164"/>
          <ac:spMkLst>
            <pc:docMk/>
            <pc:sldMk cId="257835128" sldId="349"/>
            <ac:spMk id="32" creationId="{A906E239-2DDE-036D-928B-39DE553A7203}"/>
          </ac:spMkLst>
        </pc:spChg>
        <pc:spChg chg="add mod">
          <ac:chgData name="Kenter, Olivier CH SNV-FR/S/E" userId="a5528dcf-269e-4539-958d-ecdb88040a09" providerId="ADAL" clId="{C3B848EA-3D90-4E8E-8175-E2F22A8D7B7E}" dt="2026-08-31T11:25:07.351" v="1884" actId="164"/>
          <ac:spMkLst>
            <pc:docMk/>
            <pc:sldMk cId="257835128" sldId="349"/>
            <ac:spMk id="33" creationId="{7A6D08E5-5E47-27D4-CCC6-33DD63E56173}"/>
          </ac:spMkLst>
        </pc:spChg>
        <pc:spChg chg="add mod">
          <ac:chgData name="Kenter, Olivier CH SNV-FR/S/E" userId="a5528dcf-269e-4539-958d-ecdb88040a09" providerId="ADAL" clId="{C3B848EA-3D90-4E8E-8175-E2F22A8D7B7E}" dt="2026-08-31T11:25:07.351" v="1884" actId="164"/>
          <ac:spMkLst>
            <pc:docMk/>
            <pc:sldMk cId="257835128" sldId="349"/>
            <ac:spMk id="34" creationId="{B4020895-3D6C-58CD-BC70-79FD7A9C7CE7}"/>
          </ac:spMkLst>
        </pc:spChg>
        <pc:spChg chg="add del mod">
          <ac:chgData name="Kenter, Olivier CH SNV-FR/S/E" userId="a5528dcf-269e-4539-958d-ecdb88040a09" providerId="ADAL" clId="{C3B848EA-3D90-4E8E-8175-E2F22A8D7B7E}" dt="2026-08-31T12:29:00.443" v="4120" actId="478"/>
          <ac:spMkLst>
            <pc:docMk/>
            <pc:sldMk cId="257835128" sldId="349"/>
            <ac:spMk id="38" creationId="{02EBE6F9-5BBD-844E-FE44-61E45F4A5573}"/>
          </ac:spMkLst>
        </pc:spChg>
        <pc:spChg chg="add del mod topLvl">
          <ac:chgData name="Kenter, Olivier CH SNV-FR/S/E" userId="a5528dcf-269e-4539-958d-ecdb88040a09" providerId="ADAL" clId="{C3B848EA-3D90-4E8E-8175-E2F22A8D7B7E}" dt="2026-08-31T10:58:21.062" v="530" actId="478"/>
          <ac:spMkLst>
            <pc:docMk/>
            <pc:sldMk cId="257835128" sldId="349"/>
            <ac:spMk id="38" creationId="{BF6B5C33-A53B-C904-2BA2-DAEBC288BCB5}"/>
          </ac:spMkLst>
        </pc:spChg>
        <pc:spChg chg="mod">
          <ac:chgData name="Kenter, Olivier CH SNV-FR/S/E" userId="a5528dcf-269e-4539-958d-ecdb88040a09" providerId="ADAL" clId="{C3B848EA-3D90-4E8E-8175-E2F22A8D7B7E}" dt="2026-08-31T12:32:28.568" v="4211"/>
          <ac:spMkLst>
            <pc:docMk/>
            <pc:sldMk cId="257835128" sldId="349"/>
            <ac:spMk id="40" creationId="{7E14DE50-2EC8-D20A-2586-1D96707C360C}"/>
          </ac:spMkLst>
        </pc:spChg>
        <pc:spChg chg="mod">
          <ac:chgData name="Kenter, Olivier CH SNV-FR/S/E" userId="a5528dcf-269e-4539-958d-ecdb88040a09" providerId="ADAL" clId="{C3B848EA-3D90-4E8E-8175-E2F22A8D7B7E}" dt="2026-08-31T12:32:28.568" v="4211"/>
          <ac:spMkLst>
            <pc:docMk/>
            <pc:sldMk cId="257835128" sldId="349"/>
            <ac:spMk id="41" creationId="{5CCC09B8-D1F7-7DEF-B236-912D8433A582}"/>
          </ac:spMkLst>
        </pc:spChg>
        <pc:spChg chg="add mod">
          <ac:chgData name="Kenter, Olivier CH SNV-FR/S/E" userId="a5528dcf-269e-4539-958d-ecdb88040a09" providerId="ADAL" clId="{C3B848EA-3D90-4E8E-8175-E2F22A8D7B7E}" dt="2026-08-31T12:58:28.036" v="4779" actId="1036"/>
          <ac:spMkLst>
            <pc:docMk/>
            <pc:sldMk cId="257835128" sldId="349"/>
            <ac:spMk id="42" creationId="{65B6B8C6-9239-A9CA-39AC-1F9EBF2D91F8}"/>
          </ac:spMkLst>
        </pc:spChg>
        <pc:spChg chg="add mod">
          <ac:chgData name="Kenter, Olivier CH SNV-FR/S/E" userId="a5528dcf-269e-4539-958d-ecdb88040a09" providerId="ADAL" clId="{C3B848EA-3D90-4E8E-8175-E2F22A8D7B7E}" dt="2026-08-31T12:58:28.036" v="4779" actId="1036"/>
          <ac:spMkLst>
            <pc:docMk/>
            <pc:sldMk cId="257835128" sldId="349"/>
            <ac:spMk id="44" creationId="{5A5F9133-3F0C-A49C-AE05-AAAA90E022C3}"/>
          </ac:spMkLst>
        </pc:spChg>
        <pc:spChg chg="add mod">
          <ac:chgData name="Kenter, Olivier CH SNV-FR/S/E" userId="a5528dcf-269e-4539-958d-ecdb88040a09" providerId="ADAL" clId="{C3B848EA-3D90-4E8E-8175-E2F22A8D7B7E}" dt="2026-08-31T12:58:28.036" v="4779" actId="1036"/>
          <ac:spMkLst>
            <pc:docMk/>
            <pc:sldMk cId="257835128" sldId="349"/>
            <ac:spMk id="50" creationId="{DEE695B9-821B-32E7-B028-CC1ECA6603E3}"/>
          </ac:spMkLst>
        </pc:spChg>
        <pc:spChg chg="add mod">
          <ac:chgData name="Kenter, Olivier CH SNV-FR/S/E" userId="a5528dcf-269e-4539-958d-ecdb88040a09" providerId="ADAL" clId="{C3B848EA-3D90-4E8E-8175-E2F22A8D7B7E}" dt="2026-08-31T12:47:42.810" v="4581" actId="1076"/>
          <ac:spMkLst>
            <pc:docMk/>
            <pc:sldMk cId="257835128" sldId="349"/>
            <ac:spMk id="52" creationId="{1779D5B8-7BE3-B084-D2F8-D1BF4C420055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53" creationId="{83D44874-01AC-03F3-59B4-01646BAABD32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55" creationId="{DA5D7286-82BB-1D71-2953-99A57471C198}"/>
          </ac:spMkLst>
        </pc:spChg>
        <pc:spChg chg="mod">
          <ac:chgData name="Kenter, Olivier CH SNV-FR/S/E" userId="a5528dcf-269e-4539-958d-ecdb88040a09" providerId="ADAL" clId="{C3B848EA-3D90-4E8E-8175-E2F22A8D7B7E}" dt="2026-08-31T11:33:37.244" v="2262" actId="6549"/>
          <ac:spMkLst>
            <pc:docMk/>
            <pc:sldMk cId="257835128" sldId="349"/>
            <ac:spMk id="59" creationId="{40B1BA13-C395-3F41-06F9-997E809A735E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59" creationId="{743A21C1-8683-5D86-8D38-E4808075C4A3}"/>
          </ac:spMkLst>
        </pc:spChg>
        <pc:spChg chg="add 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61" creationId="{EB9C9C5E-7A83-46C2-3225-D2BF55ADF84C}"/>
          </ac:spMkLst>
        </pc:spChg>
        <pc:spChg chg="add mod">
          <ac:chgData name="Kenter, Olivier CH SNV-FR/S/E" userId="a5528dcf-269e-4539-958d-ecdb88040a09" providerId="ADAL" clId="{C3B848EA-3D90-4E8E-8175-E2F22A8D7B7E}" dt="2026-08-31T11:50:41.135" v="2970" actId="1038"/>
          <ac:spMkLst>
            <pc:docMk/>
            <pc:sldMk cId="257835128" sldId="349"/>
            <ac:spMk id="62" creationId="{1E9702E2-11FE-C684-0882-7D50EA4D7306}"/>
          </ac:spMkLst>
        </pc:spChg>
        <pc:spChg chg="add 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63" creationId="{69FDBB3E-1ED8-3101-43E2-86AD348BA86B}"/>
          </ac:spMkLst>
        </pc:spChg>
        <pc:spChg chg="mod">
          <ac:chgData name="Kenter, Olivier CH SNV-FR/S/E" userId="a5528dcf-269e-4539-958d-ecdb88040a09" providerId="ADAL" clId="{C3B848EA-3D90-4E8E-8175-E2F22A8D7B7E}" dt="2026-08-31T11:32:14.381" v="2161" actId="1076"/>
          <ac:spMkLst>
            <pc:docMk/>
            <pc:sldMk cId="257835128" sldId="349"/>
            <ac:spMk id="67" creationId="{3192957D-97CC-5158-48F5-8AB94EEF94A9}"/>
          </ac:spMkLst>
        </pc:spChg>
        <pc:spChg chg="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68" creationId="{176FEC98-9179-14FC-D98E-A7F00913DE28}"/>
          </ac:spMkLst>
        </pc:spChg>
        <pc:spChg chg="add 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69" creationId="{64BD9D39-1626-6096-31FB-DA4FC38C80AA}"/>
          </ac:spMkLst>
        </pc:spChg>
        <pc:spChg chg="mod">
          <ac:chgData name="Kenter, Olivier CH SNV-FR/S/E" userId="a5528dcf-269e-4539-958d-ecdb88040a09" providerId="ADAL" clId="{C3B848EA-3D90-4E8E-8175-E2F22A8D7B7E}" dt="2026-08-31T11:32:14.381" v="2161" actId="1076"/>
          <ac:spMkLst>
            <pc:docMk/>
            <pc:sldMk cId="257835128" sldId="349"/>
            <ac:spMk id="70" creationId="{BD3DE1C4-5441-9CD2-3D6F-81C0EC450D33}"/>
          </ac:spMkLst>
        </pc:spChg>
        <pc:spChg chg="add del mod">
          <ac:chgData name="Kenter, Olivier CH SNV-FR/S/E" userId="a5528dcf-269e-4539-958d-ecdb88040a09" providerId="ADAL" clId="{C3B848EA-3D90-4E8E-8175-E2F22A8D7B7E}" dt="2026-08-31T12:17:42.087" v="3877" actId="26606"/>
          <ac:spMkLst>
            <pc:docMk/>
            <pc:sldMk cId="257835128" sldId="349"/>
            <ac:spMk id="71" creationId="{FE4F8772-3A5C-2C4F-CB3E-384F0DB7D5FC}"/>
          </ac:spMkLst>
        </pc:spChg>
        <pc:spChg chg="mod">
          <ac:chgData name="Kenter, Olivier CH SNV-FR/S/E" userId="a5528dcf-269e-4539-958d-ecdb88040a09" providerId="ADAL" clId="{C3B848EA-3D90-4E8E-8175-E2F22A8D7B7E}" dt="2026-08-31T11:32:14.381" v="2161" actId="1076"/>
          <ac:spMkLst>
            <pc:docMk/>
            <pc:sldMk cId="257835128" sldId="349"/>
            <ac:spMk id="72" creationId="{33E3018A-F7F3-053F-00BF-67D84FE36F4B}"/>
          </ac:spMkLst>
        </pc:spChg>
        <pc:spChg chg="add del mod">
          <ac:chgData name="Kenter, Olivier CH SNV-FR/S/E" userId="a5528dcf-269e-4539-958d-ecdb88040a09" providerId="ADAL" clId="{C3B848EA-3D90-4E8E-8175-E2F22A8D7B7E}" dt="2026-08-31T12:17:42.087" v="3877" actId="26606"/>
          <ac:spMkLst>
            <pc:docMk/>
            <pc:sldMk cId="257835128" sldId="349"/>
            <ac:spMk id="73" creationId="{A04BA8AF-C599-405D-9796-6119DBB00F56}"/>
          </ac:spMkLst>
        </pc:spChg>
        <pc:spChg chg="add del mod">
          <ac:chgData name="Kenter, Olivier CH SNV-FR/S/E" userId="a5528dcf-269e-4539-958d-ecdb88040a09" providerId="ADAL" clId="{C3B848EA-3D90-4E8E-8175-E2F22A8D7B7E}" dt="2026-08-31T12:17:42.087" v="3877" actId="26606"/>
          <ac:spMkLst>
            <pc:docMk/>
            <pc:sldMk cId="257835128" sldId="349"/>
            <ac:spMk id="75" creationId="{EBE88530-8F6E-F819-5E42-3188AE6B5764}"/>
          </ac:spMkLst>
        </pc:spChg>
        <pc:spChg chg="add mod">
          <ac:chgData name="Kenter, Olivier CH SNV-FR/S/E" userId="a5528dcf-269e-4539-958d-ecdb88040a09" providerId="ADAL" clId="{C3B848EA-3D90-4E8E-8175-E2F22A8D7B7E}" dt="2026-08-31T11:50:41.135" v="2970" actId="1038"/>
          <ac:spMkLst>
            <pc:docMk/>
            <pc:sldMk cId="257835128" sldId="349"/>
            <ac:spMk id="84" creationId="{3B80BFD2-2191-C622-7290-EE9A11D49EA0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89" creationId="{7CC1F545-D496-2062-B42F-912F09790C9B}"/>
          </ac:spMkLst>
        </pc:spChg>
        <pc:spChg chg="mod">
          <ac:chgData name="Kenter, Olivier CH SNV-FR/S/E" userId="a5528dcf-269e-4539-958d-ecdb88040a09" providerId="ADAL" clId="{C3B848EA-3D90-4E8E-8175-E2F22A8D7B7E}" dt="2026-08-31T11:32:14.381" v="2161" actId="1076"/>
          <ac:spMkLst>
            <pc:docMk/>
            <pc:sldMk cId="257835128" sldId="349"/>
            <ac:spMk id="93" creationId="{6AD19B60-B7FC-EBE5-6D6B-232D6577B047}"/>
          </ac:spMkLst>
        </pc:spChg>
        <pc:spChg chg="add mod">
          <ac:chgData name="Kenter, Olivier CH SNV-FR/S/E" userId="a5528dcf-269e-4539-958d-ecdb88040a09" providerId="ADAL" clId="{C3B848EA-3D90-4E8E-8175-E2F22A8D7B7E}" dt="2026-08-31T11:50:41.135" v="2970" actId="1038"/>
          <ac:spMkLst>
            <pc:docMk/>
            <pc:sldMk cId="257835128" sldId="349"/>
            <ac:spMk id="94" creationId="{54750A82-635C-59B1-8974-E46F32487615}"/>
          </ac:spMkLst>
        </pc:spChg>
        <pc:spChg chg="mod">
          <ac:chgData name="Kenter, Olivier CH SNV-FR/S/E" userId="a5528dcf-269e-4539-958d-ecdb88040a09" providerId="ADAL" clId="{C3B848EA-3D90-4E8E-8175-E2F22A8D7B7E}" dt="2026-08-31T11:38:24.312" v="2457" actId="20577"/>
          <ac:spMkLst>
            <pc:docMk/>
            <pc:sldMk cId="257835128" sldId="349"/>
            <ac:spMk id="95" creationId="{625192C5-DC96-9ACA-D073-DDBC9B5A5DE1}"/>
          </ac:spMkLst>
        </pc:spChg>
        <pc:spChg chg="add mod">
          <ac:chgData name="Kenter, Olivier CH SNV-FR/S/E" userId="a5528dcf-269e-4539-958d-ecdb88040a09" providerId="ADAL" clId="{C3B848EA-3D90-4E8E-8175-E2F22A8D7B7E}" dt="2026-08-31T11:50:41.135" v="2970" actId="1038"/>
          <ac:spMkLst>
            <pc:docMk/>
            <pc:sldMk cId="257835128" sldId="349"/>
            <ac:spMk id="96" creationId="{8AAB39C1-7C8D-952E-8E2F-0FBE254693FA}"/>
          </ac:spMkLst>
        </pc:spChg>
        <pc:spChg chg="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98" creationId="{655830E3-9F20-8FA0-A543-41400ED96011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99" creationId="{E21CF2A9-8C1D-ACEF-9538-9BD4814D910E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100" creationId="{02686C35-2228-C733-A2C9-93DC889DDDCA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103" creationId="{DB74B5B0-D457-6C2F-97ED-E4B057BB4772}"/>
          </ac:spMkLst>
        </pc:spChg>
        <pc:spChg chg="add del mod">
          <ac:chgData name="Kenter, Olivier CH SNV-FR/S/E" userId="a5528dcf-269e-4539-958d-ecdb88040a09" providerId="ADAL" clId="{C3B848EA-3D90-4E8E-8175-E2F22A8D7B7E}" dt="2026-08-31T11:00:54.084" v="631" actId="478"/>
          <ac:spMkLst>
            <pc:docMk/>
            <pc:sldMk cId="257835128" sldId="349"/>
            <ac:spMk id="117" creationId="{67ECD92F-091F-AE2F-2A5A-1495C78F64EA}"/>
          </ac:spMkLst>
        </pc:spChg>
        <pc:spChg chg="add del mod">
          <ac:chgData name="Kenter, Olivier CH SNV-FR/S/E" userId="a5528dcf-269e-4539-958d-ecdb88040a09" providerId="ADAL" clId="{C3B848EA-3D90-4E8E-8175-E2F22A8D7B7E}" dt="2026-08-31T11:01:15.988" v="639" actId="478"/>
          <ac:spMkLst>
            <pc:docMk/>
            <pc:sldMk cId="257835128" sldId="349"/>
            <ac:spMk id="119" creationId="{28E409C4-0B33-4548-0273-2857881D76E5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120" creationId="{228BB8C5-68B3-F650-9DA4-D5640F694FA3}"/>
          </ac:spMkLst>
        </pc:spChg>
        <pc:spChg chg="add del mod">
          <ac:chgData name="Kenter, Olivier CH SNV-FR/S/E" userId="a5528dcf-269e-4539-958d-ecdb88040a09" providerId="ADAL" clId="{C3B848EA-3D90-4E8E-8175-E2F22A8D7B7E}" dt="2026-08-31T11:01:01.262" v="635" actId="478"/>
          <ac:spMkLst>
            <pc:docMk/>
            <pc:sldMk cId="257835128" sldId="349"/>
            <ac:spMk id="121" creationId="{331B9D22-07D7-5DCA-B05C-EAF48F78D864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121" creationId="{5E0AC34D-2EC6-8651-24F4-675176BF2802}"/>
          </ac:spMkLst>
        </pc:spChg>
        <pc:spChg chg="add del mod">
          <ac:chgData name="Kenter, Olivier CH SNV-FR/S/E" userId="a5528dcf-269e-4539-958d-ecdb88040a09" providerId="ADAL" clId="{C3B848EA-3D90-4E8E-8175-E2F22A8D7B7E}" dt="2026-08-31T11:01:15.355" v="638" actId="478"/>
          <ac:spMkLst>
            <pc:docMk/>
            <pc:sldMk cId="257835128" sldId="349"/>
            <ac:spMk id="123" creationId="{4D2C546A-521B-85FD-0C70-659E30289282}"/>
          </ac:spMkLst>
        </pc:spChg>
        <pc:spChg chg="add del mod">
          <ac:chgData name="Kenter, Olivier CH SNV-FR/S/E" userId="a5528dcf-269e-4539-958d-ecdb88040a09" providerId="ADAL" clId="{C3B848EA-3D90-4E8E-8175-E2F22A8D7B7E}" dt="2026-08-31T12:49:19.960" v="4659" actId="478"/>
          <ac:spMkLst>
            <pc:docMk/>
            <pc:sldMk cId="257835128" sldId="349"/>
            <ac:spMk id="124" creationId="{585B4E31-5B0A-AB98-079D-3AEB0576203F}"/>
          </ac:spMkLst>
        </pc:spChg>
        <pc:spChg chg="add del mod">
          <ac:chgData name="Kenter, Olivier CH SNV-FR/S/E" userId="a5528dcf-269e-4539-958d-ecdb88040a09" providerId="ADAL" clId="{C3B848EA-3D90-4E8E-8175-E2F22A8D7B7E}" dt="2026-08-31T11:00:55.547" v="632" actId="478"/>
          <ac:spMkLst>
            <pc:docMk/>
            <pc:sldMk cId="257835128" sldId="349"/>
            <ac:spMk id="125" creationId="{4883BD63-3900-6A90-18D6-BFCF05F8B42C}"/>
          </ac:spMkLst>
        </pc:spChg>
        <pc:spChg chg="add del mod">
          <ac:chgData name="Kenter, Olivier CH SNV-FR/S/E" userId="a5528dcf-269e-4539-958d-ecdb88040a09" providerId="ADAL" clId="{C3B848EA-3D90-4E8E-8175-E2F22A8D7B7E}" dt="2026-08-31T11:01:24.739" v="643" actId="478"/>
          <ac:spMkLst>
            <pc:docMk/>
            <pc:sldMk cId="257835128" sldId="349"/>
            <ac:spMk id="127" creationId="{6366059D-9453-5DD1-AAD3-FCB87C51C492}"/>
          </ac:spMkLst>
        </pc:spChg>
        <pc:spChg chg="add del mod">
          <ac:chgData name="Kenter, Olivier CH SNV-FR/S/E" userId="a5528dcf-269e-4539-958d-ecdb88040a09" providerId="ADAL" clId="{C3B848EA-3D90-4E8E-8175-E2F22A8D7B7E}" dt="2026-08-31T11:01:02.780" v="636" actId="478"/>
          <ac:spMkLst>
            <pc:docMk/>
            <pc:sldMk cId="257835128" sldId="349"/>
            <ac:spMk id="129" creationId="{F644F279-C90B-065C-0F2A-7C75E60A688C}"/>
          </ac:spMkLst>
        </pc:spChg>
        <pc:spChg chg="mod">
          <ac:chgData name="Kenter, Olivier CH SNV-FR/S/E" userId="a5528dcf-269e-4539-958d-ecdb88040a09" providerId="ADAL" clId="{C3B848EA-3D90-4E8E-8175-E2F22A8D7B7E}" dt="2026-08-31T12:56:25.659" v="4695"/>
          <ac:spMkLst>
            <pc:docMk/>
            <pc:sldMk cId="257835128" sldId="349"/>
            <ac:spMk id="130" creationId="{40A810F2-0506-72A1-CCDA-C6C362D695EF}"/>
          </ac:spMkLst>
        </pc:spChg>
        <pc:spChg chg="mod">
          <ac:chgData name="Kenter, Olivier CH SNV-FR/S/E" userId="a5528dcf-269e-4539-958d-ecdb88040a09" providerId="ADAL" clId="{C3B848EA-3D90-4E8E-8175-E2F22A8D7B7E}" dt="2026-08-31T12:56:25.659" v="4695"/>
          <ac:spMkLst>
            <pc:docMk/>
            <pc:sldMk cId="257835128" sldId="349"/>
            <ac:spMk id="131" creationId="{4C858F92-67EC-04EA-B00E-763F7F5AECF7}"/>
          </ac:spMkLst>
        </pc:spChg>
        <pc:spChg chg="add del mod">
          <ac:chgData name="Kenter, Olivier CH SNV-FR/S/E" userId="a5528dcf-269e-4539-958d-ecdb88040a09" providerId="ADAL" clId="{C3B848EA-3D90-4E8E-8175-E2F22A8D7B7E}" dt="2026-08-31T11:01:15.355" v="638" actId="478"/>
          <ac:spMkLst>
            <pc:docMk/>
            <pc:sldMk cId="257835128" sldId="349"/>
            <ac:spMk id="131" creationId="{7E09711D-2600-7E90-E48A-91509D85F2FE}"/>
          </ac:spMkLst>
        </pc:spChg>
        <pc:spChg chg="add mod">
          <ac:chgData name="Kenter, Olivier CH SNV-FR/S/E" userId="a5528dcf-269e-4539-958d-ecdb88040a09" providerId="ADAL" clId="{C3B848EA-3D90-4E8E-8175-E2F22A8D7B7E}" dt="2026-08-31T12:58:28.036" v="4779" actId="1036"/>
          <ac:spMkLst>
            <pc:docMk/>
            <pc:sldMk cId="257835128" sldId="349"/>
            <ac:spMk id="132" creationId="{02355AE0-9484-5374-A999-C1125E6321F6}"/>
          </ac:spMkLst>
        </pc:spChg>
        <pc:spChg chg="add mod">
          <ac:chgData name="Kenter, Olivier CH SNV-FR/S/E" userId="a5528dcf-269e-4539-958d-ecdb88040a09" providerId="ADAL" clId="{C3B848EA-3D90-4E8E-8175-E2F22A8D7B7E}" dt="2026-08-31T11:04:35.568" v="725" actId="164"/>
          <ac:spMkLst>
            <pc:docMk/>
            <pc:sldMk cId="257835128" sldId="349"/>
            <ac:spMk id="136" creationId="{F5752484-451E-6682-FFF2-4CD650FC8FC7}"/>
          </ac:spMkLst>
        </pc:spChg>
        <pc:spChg chg="add mod">
          <ac:chgData name="Kenter, Olivier CH SNV-FR/S/E" userId="a5528dcf-269e-4539-958d-ecdb88040a09" providerId="ADAL" clId="{C3B848EA-3D90-4E8E-8175-E2F22A8D7B7E}" dt="2026-08-31T11:04:35.568" v="725" actId="164"/>
          <ac:spMkLst>
            <pc:docMk/>
            <pc:sldMk cId="257835128" sldId="349"/>
            <ac:spMk id="137" creationId="{8385A158-3FBA-E893-D2B0-7911D5C2723E}"/>
          </ac:spMkLst>
        </pc:spChg>
        <pc:spChg chg="add mod">
          <ac:chgData name="Kenter, Olivier CH SNV-FR/S/E" userId="a5528dcf-269e-4539-958d-ecdb88040a09" providerId="ADAL" clId="{C3B848EA-3D90-4E8E-8175-E2F22A8D7B7E}" dt="2026-08-31T11:04:35.568" v="725" actId="164"/>
          <ac:spMkLst>
            <pc:docMk/>
            <pc:sldMk cId="257835128" sldId="349"/>
            <ac:spMk id="138" creationId="{7AF45105-01AD-1732-0571-CBCDCEDDBCB2}"/>
          </ac:spMkLst>
        </pc:spChg>
        <pc:spChg chg="add mod topLvl">
          <ac:chgData name="Kenter, Olivier CH SNV-FR/S/E" userId="a5528dcf-269e-4539-958d-ecdb88040a09" providerId="ADAL" clId="{C3B848EA-3D90-4E8E-8175-E2F22A8D7B7E}" dt="2026-08-31T11:04:03.966" v="692" actId="164"/>
          <ac:spMkLst>
            <pc:docMk/>
            <pc:sldMk cId="257835128" sldId="349"/>
            <ac:spMk id="139" creationId="{4B2C13DA-D630-B15A-03F1-10824D059613}"/>
          </ac:spMkLst>
        </pc:spChg>
        <pc:spChg chg="add mod topLvl">
          <ac:chgData name="Kenter, Olivier CH SNV-FR/S/E" userId="a5528dcf-269e-4539-958d-ecdb88040a09" providerId="ADAL" clId="{C3B848EA-3D90-4E8E-8175-E2F22A8D7B7E}" dt="2026-08-31T11:04:03.966" v="692" actId="164"/>
          <ac:spMkLst>
            <pc:docMk/>
            <pc:sldMk cId="257835128" sldId="349"/>
            <ac:spMk id="140" creationId="{4EAA295D-F37C-0269-DB07-7E2D078BC4F2}"/>
          </ac:spMkLst>
        </pc:spChg>
        <pc:spChg chg="add mod topLvl">
          <ac:chgData name="Kenter, Olivier CH SNV-FR/S/E" userId="a5528dcf-269e-4539-958d-ecdb88040a09" providerId="ADAL" clId="{C3B848EA-3D90-4E8E-8175-E2F22A8D7B7E}" dt="2026-08-31T11:04:03.966" v="692" actId="164"/>
          <ac:spMkLst>
            <pc:docMk/>
            <pc:sldMk cId="257835128" sldId="349"/>
            <ac:spMk id="141" creationId="{1FB8D80C-5446-BB11-0233-4424B2831FF3}"/>
          </ac:spMkLst>
        </pc:spChg>
        <pc:spChg chg="add mod topLvl">
          <ac:chgData name="Kenter, Olivier CH SNV-FR/S/E" userId="a5528dcf-269e-4539-958d-ecdb88040a09" providerId="ADAL" clId="{C3B848EA-3D90-4E8E-8175-E2F22A8D7B7E}" dt="2026-08-31T11:04:03.966" v="692" actId="164"/>
          <ac:spMkLst>
            <pc:docMk/>
            <pc:sldMk cId="257835128" sldId="349"/>
            <ac:spMk id="142" creationId="{D4622D01-D9BE-DE63-D9AA-1597D79610AE}"/>
          </ac:spMkLst>
        </pc:spChg>
        <pc:spChg chg="add del mod">
          <ac:chgData name="Kenter, Olivier CH SNV-FR/S/E" userId="a5528dcf-269e-4539-958d-ecdb88040a09" providerId="ADAL" clId="{C3B848EA-3D90-4E8E-8175-E2F22A8D7B7E}" dt="2026-08-31T11:05:55.971" v="750" actId="478"/>
          <ac:spMkLst>
            <pc:docMk/>
            <pc:sldMk cId="257835128" sldId="349"/>
            <ac:spMk id="144" creationId="{1C0BD228-77D1-8BF7-5745-BD6473877FC8}"/>
          </ac:spMkLst>
        </pc:spChg>
        <pc:spChg chg="add del mod">
          <ac:chgData name="Kenter, Olivier CH SNV-FR/S/E" userId="a5528dcf-269e-4539-958d-ecdb88040a09" providerId="ADAL" clId="{C3B848EA-3D90-4E8E-8175-E2F22A8D7B7E}" dt="2026-08-31T11:06:21.846" v="754" actId="478"/>
          <ac:spMkLst>
            <pc:docMk/>
            <pc:sldMk cId="257835128" sldId="349"/>
            <ac:spMk id="145" creationId="{3477C3F6-DD7D-6569-90D0-5C2301382E5C}"/>
          </ac:spMkLst>
        </pc:spChg>
        <pc:spChg chg="mod">
          <ac:chgData name="Kenter, Olivier CH SNV-FR/S/E" userId="a5528dcf-269e-4539-958d-ecdb88040a09" providerId="ADAL" clId="{C3B848EA-3D90-4E8E-8175-E2F22A8D7B7E}" dt="2026-08-31T11:07:03.621" v="788" actId="1076"/>
          <ac:spMkLst>
            <pc:docMk/>
            <pc:sldMk cId="257835128" sldId="349"/>
            <ac:spMk id="148" creationId="{042490AC-3BEB-2ACC-607B-0624B386699C}"/>
          </ac:spMkLst>
        </pc:spChg>
        <pc:spChg chg="add del mod">
          <ac:chgData name="Kenter, Olivier CH SNV-FR/S/E" userId="a5528dcf-269e-4539-958d-ecdb88040a09" providerId="ADAL" clId="{C3B848EA-3D90-4E8E-8175-E2F22A8D7B7E}" dt="2026-08-31T12:11:38.384" v="3819" actId="1036"/>
          <ac:spMkLst>
            <pc:docMk/>
            <pc:sldMk cId="257835128" sldId="349"/>
            <ac:spMk id="149" creationId="{44B813D8-8F36-E0E6-D25C-DF8E840555A2}"/>
          </ac:spMkLst>
        </pc:spChg>
        <pc:spChg chg="add del mod">
          <ac:chgData name="Kenter, Olivier CH SNV-FR/S/E" userId="a5528dcf-269e-4539-958d-ecdb88040a09" providerId="ADAL" clId="{C3B848EA-3D90-4E8E-8175-E2F22A8D7B7E}" dt="2026-08-31T11:08:54.095" v="875" actId="478"/>
          <ac:spMkLst>
            <pc:docMk/>
            <pc:sldMk cId="257835128" sldId="349"/>
            <ac:spMk id="153" creationId="{43FFC95E-C583-039C-DA03-E5DEB795237C}"/>
          </ac:spMkLst>
        </pc:spChg>
        <pc:spChg chg="add del mod">
          <ac:chgData name="Kenter, Olivier CH SNV-FR/S/E" userId="a5528dcf-269e-4539-958d-ecdb88040a09" providerId="ADAL" clId="{C3B848EA-3D90-4E8E-8175-E2F22A8D7B7E}" dt="2026-08-31T11:09:12.363" v="877" actId="478"/>
          <ac:spMkLst>
            <pc:docMk/>
            <pc:sldMk cId="257835128" sldId="349"/>
            <ac:spMk id="157" creationId="{CEA3DF50-2E95-886E-0DA7-FE11F1A4D12B}"/>
          </ac:spMkLst>
        </pc:spChg>
        <pc:spChg chg="add del mod">
          <ac:chgData name="Kenter, Olivier CH SNV-FR/S/E" userId="a5528dcf-269e-4539-958d-ecdb88040a09" providerId="ADAL" clId="{C3B848EA-3D90-4E8E-8175-E2F22A8D7B7E}" dt="2026-08-31T11:09:14.045" v="878" actId="478"/>
          <ac:spMkLst>
            <pc:docMk/>
            <pc:sldMk cId="257835128" sldId="349"/>
            <ac:spMk id="161" creationId="{A54E9CF0-3989-6A1B-C1E1-7390484BDA24}"/>
          </ac:spMkLst>
        </pc:spChg>
        <pc:spChg chg="add del mod">
          <ac:chgData name="Kenter, Olivier CH SNV-FR/S/E" userId="a5528dcf-269e-4539-958d-ecdb88040a09" providerId="ADAL" clId="{C3B848EA-3D90-4E8E-8175-E2F22A8D7B7E}" dt="2026-08-31T11:57:45.977" v="3202" actId="478"/>
          <ac:spMkLst>
            <pc:docMk/>
            <pc:sldMk cId="257835128" sldId="349"/>
            <ac:spMk id="162" creationId="{8E6F5F7F-22CA-7D42-52E8-1F3B156658C4}"/>
          </ac:spMkLst>
        </pc:spChg>
        <pc:spChg chg="add del">
          <ac:chgData name="Kenter, Olivier CH SNV-FR/S/E" userId="a5528dcf-269e-4539-958d-ecdb88040a09" providerId="ADAL" clId="{C3B848EA-3D90-4E8E-8175-E2F22A8D7B7E}" dt="2026-08-31T11:00:47.332" v="630" actId="478"/>
          <ac:spMkLst>
            <pc:docMk/>
            <pc:sldMk cId="257835128" sldId="349"/>
            <ac:spMk id="171" creationId="{7EF47560-0B8E-E501-971C-7A745076045A}"/>
          </ac:spMkLst>
        </pc:spChg>
        <pc:spChg chg="add mod">
          <ac:chgData name="Kenter, Olivier CH SNV-FR/S/E" userId="a5528dcf-269e-4539-958d-ecdb88040a09" providerId="ADAL" clId="{C3B848EA-3D90-4E8E-8175-E2F22A8D7B7E}" dt="2026-08-31T12:11:38.384" v="3819" actId="1036"/>
          <ac:spMkLst>
            <pc:docMk/>
            <pc:sldMk cId="257835128" sldId="349"/>
            <ac:spMk id="175" creationId="{1F395636-E9F8-4119-F98A-71CE3BA48382}"/>
          </ac:spMkLst>
        </pc:spChg>
        <pc:spChg chg="add mod">
          <ac:chgData name="Kenter, Olivier CH SNV-FR/S/E" userId="a5528dcf-269e-4539-958d-ecdb88040a09" providerId="ADAL" clId="{C3B848EA-3D90-4E8E-8175-E2F22A8D7B7E}" dt="2026-08-31T12:11:38.384" v="3819" actId="1036"/>
          <ac:spMkLst>
            <pc:docMk/>
            <pc:sldMk cId="257835128" sldId="349"/>
            <ac:spMk id="177" creationId="{33AFDAD8-E388-7289-940C-28D8A96A3F5E}"/>
          </ac:spMkLst>
        </pc:spChg>
        <pc:spChg chg="add 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179" creationId="{40717551-B9BB-0F5D-9893-4B09F72B7C7E}"/>
          </ac:spMkLst>
        </pc:spChg>
        <pc:spChg chg="mod">
          <ac:chgData name="Kenter, Olivier CH SNV-FR/S/E" userId="a5528dcf-269e-4539-958d-ecdb88040a09" providerId="ADAL" clId="{C3B848EA-3D90-4E8E-8175-E2F22A8D7B7E}" dt="2026-08-31T11:16:22.794" v="1533"/>
          <ac:spMkLst>
            <pc:docMk/>
            <pc:sldMk cId="257835128" sldId="349"/>
            <ac:spMk id="183" creationId="{333B6032-FDF8-9068-D307-1B11ED684E53}"/>
          </ac:spMkLst>
        </pc:spChg>
        <pc:spChg chg="mod">
          <ac:chgData name="Kenter, Olivier CH SNV-FR/S/E" userId="a5528dcf-269e-4539-958d-ecdb88040a09" providerId="ADAL" clId="{C3B848EA-3D90-4E8E-8175-E2F22A8D7B7E}" dt="2026-08-31T11:16:29.151" v="1535" actId="20577"/>
          <ac:spMkLst>
            <pc:docMk/>
            <pc:sldMk cId="257835128" sldId="349"/>
            <ac:spMk id="184" creationId="{6E8949BE-D9A5-A84F-2EE0-F48694883F07}"/>
          </ac:spMkLst>
        </pc:spChg>
        <pc:spChg chg="add del mod">
          <ac:chgData name="Kenter, Olivier CH SNV-FR/S/E" userId="a5528dcf-269e-4539-958d-ecdb88040a09" providerId="ADAL" clId="{C3B848EA-3D90-4E8E-8175-E2F22A8D7B7E}" dt="2026-08-31T11:18:04.029" v="1601" actId="478"/>
          <ac:spMkLst>
            <pc:docMk/>
            <pc:sldMk cId="257835128" sldId="349"/>
            <ac:spMk id="187" creationId="{846F8F70-7B6F-8926-D50A-5E7B5FE5D497}"/>
          </ac:spMkLst>
        </pc:spChg>
        <pc:spChg chg="add 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191" creationId="{9F5D12C7-C551-1E0E-C41D-0A7B32567BC4}"/>
          </ac:spMkLst>
        </pc:spChg>
        <pc:spChg chg="add mod">
          <ac:chgData name="Kenter, Olivier CH SNV-FR/S/E" userId="a5528dcf-269e-4539-958d-ecdb88040a09" providerId="ADAL" clId="{C3B848EA-3D90-4E8E-8175-E2F22A8D7B7E}" dt="2026-08-31T12:11:38.384" v="3819" actId="1036"/>
          <ac:spMkLst>
            <pc:docMk/>
            <pc:sldMk cId="257835128" sldId="349"/>
            <ac:spMk id="192" creationId="{2EFC52EF-9A24-20F6-66E5-48F461B3F65A}"/>
          </ac:spMkLst>
        </pc:spChg>
        <pc:spChg chg="add del mod">
          <ac:chgData name="Kenter, Olivier CH SNV-FR/S/E" userId="a5528dcf-269e-4539-958d-ecdb88040a09" providerId="ADAL" clId="{C3B848EA-3D90-4E8E-8175-E2F22A8D7B7E}" dt="2026-08-31T11:24:25.189" v="1865" actId="478"/>
          <ac:spMkLst>
            <pc:docMk/>
            <pc:sldMk cId="257835128" sldId="349"/>
            <ac:spMk id="194" creationId="{4E6B76A9-3944-B697-A740-F33C303821A5}"/>
          </ac:spMkLst>
        </pc:spChg>
        <pc:spChg chg="add mod">
          <ac:chgData name="Kenter, Olivier CH SNV-FR/S/E" userId="a5528dcf-269e-4539-958d-ecdb88040a09" providerId="ADAL" clId="{C3B848EA-3D90-4E8E-8175-E2F22A8D7B7E}" dt="2026-08-31T11:54:52.125" v="3098" actId="1076"/>
          <ac:spMkLst>
            <pc:docMk/>
            <pc:sldMk cId="257835128" sldId="349"/>
            <ac:spMk id="199" creationId="{FE68021E-725E-C52F-B57C-C47CB53A6E3D}"/>
          </ac:spMkLst>
        </pc:spChg>
        <pc:spChg chg="add mod">
          <ac:chgData name="Kenter, Olivier CH SNV-FR/S/E" userId="a5528dcf-269e-4539-958d-ecdb88040a09" providerId="ADAL" clId="{C3B848EA-3D90-4E8E-8175-E2F22A8D7B7E}" dt="2026-08-31T12:00:32.560" v="3273" actId="5793"/>
          <ac:spMkLst>
            <pc:docMk/>
            <pc:sldMk cId="257835128" sldId="349"/>
            <ac:spMk id="201" creationId="{0FBA50EA-D4CD-30CD-000E-464EB1031D3C}"/>
          </ac:spMkLst>
        </pc:spChg>
        <pc:spChg chg="add mod">
          <ac:chgData name="Kenter, Olivier CH SNV-FR/S/E" userId="a5528dcf-269e-4539-958d-ecdb88040a09" providerId="ADAL" clId="{C3B848EA-3D90-4E8E-8175-E2F22A8D7B7E}" dt="2026-08-31T11:56:40.897" v="3184" actId="164"/>
          <ac:spMkLst>
            <pc:docMk/>
            <pc:sldMk cId="257835128" sldId="349"/>
            <ac:spMk id="209" creationId="{4DB5630A-1642-1905-9C31-118A5833F688}"/>
          </ac:spMkLst>
        </pc:spChg>
        <pc:spChg chg="add mod">
          <ac:chgData name="Kenter, Olivier CH SNV-FR/S/E" userId="a5528dcf-269e-4539-958d-ecdb88040a09" providerId="ADAL" clId="{C3B848EA-3D90-4E8E-8175-E2F22A8D7B7E}" dt="2026-08-31T12:11:04.303" v="3794" actId="1036"/>
          <ac:spMkLst>
            <pc:docMk/>
            <pc:sldMk cId="257835128" sldId="349"/>
            <ac:spMk id="212" creationId="{B2E1B24F-8FD6-F63A-F23E-D99111C20EE4}"/>
          </ac:spMkLst>
        </pc:spChg>
        <pc:spChg chg="add del mod">
          <ac:chgData name="Kenter, Olivier CH SNV-FR/S/E" userId="a5528dcf-269e-4539-958d-ecdb88040a09" providerId="ADAL" clId="{C3B848EA-3D90-4E8E-8175-E2F22A8D7B7E}" dt="2026-08-31T12:09:31" v="3744" actId="478"/>
          <ac:spMkLst>
            <pc:docMk/>
            <pc:sldMk cId="257835128" sldId="349"/>
            <ac:spMk id="214" creationId="{33DEEF55-8280-4421-A855-9A5EB0C59BB1}"/>
          </ac:spMkLst>
        </pc:spChg>
        <pc:spChg chg="add mod">
          <ac:chgData name="Kenter, Olivier CH SNV-FR/S/E" userId="a5528dcf-269e-4539-958d-ecdb88040a09" providerId="ADAL" clId="{C3B848EA-3D90-4E8E-8175-E2F22A8D7B7E}" dt="2026-08-31T12:43:40.069" v="4447" actId="255"/>
          <ac:spMkLst>
            <pc:docMk/>
            <pc:sldMk cId="257835128" sldId="349"/>
            <ac:spMk id="216" creationId="{8CE2C391-ABD9-FC89-782E-9CE3D7D3527F}"/>
          </ac:spMkLst>
        </pc:spChg>
        <pc:spChg chg="add mod">
          <ac:chgData name="Kenter, Olivier CH SNV-FR/S/E" userId="a5528dcf-269e-4539-958d-ecdb88040a09" providerId="ADAL" clId="{C3B848EA-3D90-4E8E-8175-E2F22A8D7B7E}" dt="2026-08-31T12:43:30.004" v="4446" actId="255"/>
          <ac:spMkLst>
            <pc:docMk/>
            <pc:sldMk cId="257835128" sldId="349"/>
            <ac:spMk id="218" creationId="{363D2AC9-24E0-6876-7B5E-7991A068D69E}"/>
          </ac:spMkLst>
        </pc:spChg>
        <pc:spChg chg="add mod">
          <ac:chgData name="Kenter, Olivier CH SNV-FR/S/E" userId="a5528dcf-269e-4539-958d-ecdb88040a09" providerId="ADAL" clId="{C3B848EA-3D90-4E8E-8175-E2F22A8D7B7E}" dt="2026-08-31T12:43:52.620" v="4449" actId="255"/>
          <ac:spMkLst>
            <pc:docMk/>
            <pc:sldMk cId="257835128" sldId="349"/>
            <ac:spMk id="220" creationId="{23F5694B-3E47-B099-C678-6B8B246BC9CD}"/>
          </ac:spMkLst>
        </pc:spChg>
        <pc:spChg chg="mod">
          <ac:chgData name="Kenter, Olivier CH SNV-FR/S/E" userId="a5528dcf-269e-4539-958d-ecdb88040a09" providerId="ADAL" clId="{C3B848EA-3D90-4E8E-8175-E2F22A8D7B7E}" dt="2026-08-31T12:31:18.520" v="4202" actId="14100"/>
          <ac:spMkLst>
            <pc:docMk/>
            <pc:sldMk cId="257835128" sldId="349"/>
            <ac:spMk id="221" creationId="{00000000-0000-0000-0000-000000000000}"/>
          </ac:spMkLst>
        </pc:spChg>
        <pc:spChg chg="mod">
          <ac:chgData name="Kenter, Olivier CH SNV-FR/S/E" userId="a5528dcf-269e-4539-958d-ecdb88040a09" providerId="ADAL" clId="{C3B848EA-3D90-4E8E-8175-E2F22A8D7B7E}" dt="2026-08-31T12:31:24.710" v="4203" actId="14100"/>
          <ac:spMkLst>
            <pc:docMk/>
            <pc:sldMk cId="257835128" sldId="349"/>
            <ac:spMk id="222" creationId="{00000000-0000-0000-0000-000000000000}"/>
          </ac:spMkLst>
        </pc:spChg>
        <pc:spChg chg="add">
          <ac:chgData name="Kenter, Olivier CH SNV-FR/S/E" userId="a5528dcf-269e-4539-958d-ecdb88040a09" providerId="ADAL" clId="{C3B848EA-3D90-4E8E-8175-E2F22A8D7B7E}" dt="2026-08-31T12:17:42.087" v="3877" actId="26606"/>
          <ac:spMkLst>
            <pc:docMk/>
            <pc:sldMk cId="257835128" sldId="349"/>
            <ac:spMk id="223" creationId="{00000000-0000-0000-0000-000000000000}"/>
          </ac:spMkLst>
        </pc:spChg>
        <pc:spChg chg="add">
          <ac:chgData name="Kenter, Olivier CH SNV-FR/S/E" userId="a5528dcf-269e-4539-958d-ecdb88040a09" providerId="ADAL" clId="{C3B848EA-3D90-4E8E-8175-E2F22A8D7B7E}" dt="2026-08-31T12:17:42.087" v="3877" actId="26606"/>
          <ac:spMkLst>
            <pc:docMk/>
            <pc:sldMk cId="257835128" sldId="349"/>
            <ac:spMk id="224" creationId="{00000000-0000-0000-0000-000000000000}"/>
          </ac:spMkLst>
        </pc:spChg>
        <pc:spChg chg="add">
          <ac:chgData name="Kenter, Olivier CH SNV-FR/S/E" userId="a5528dcf-269e-4539-958d-ecdb88040a09" providerId="ADAL" clId="{C3B848EA-3D90-4E8E-8175-E2F22A8D7B7E}" dt="2026-08-31T12:17:42.087" v="3877" actId="26606"/>
          <ac:spMkLst>
            <pc:docMk/>
            <pc:sldMk cId="257835128" sldId="349"/>
            <ac:spMk id="226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44:16.271" v="4450" actId="478"/>
          <ac:spMkLst>
            <pc:docMk/>
            <pc:sldMk cId="257835128" sldId="349"/>
            <ac:spMk id="230" creationId="{00000000-0000-0000-0000-000000000000}"/>
          </ac:spMkLst>
        </pc:spChg>
        <pc:spChg chg="add del mod">
          <ac:chgData name="Kenter, Olivier CH SNV-FR/S/E" userId="a5528dcf-269e-4539-958d-ecdb88040a09" providerId="ADAL" clId="{C3B848EA-3D90-4E8E-8175-E2F22A8D7B7E}" dt="2026-08-31T12:31:32.205" v="4204" actId="478"/>
          <ac:spMkLst>
            <pc:docMk/>
            <pc:sldMk cId="257835128" sldId="349"/>
            <ac:spMk id="231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58:07.605" v="4762" actId="478"/>
          <ac:spMkLst>
            <pc:docMk/>
            <pc:sldMk cId="257835128" sldId="349"/>
            <ac:spMk id="232" creationId="{00000000-0000-0000-0000-000000000000}"/>
          </ac:spMkLst>
        </pc:spChg>
        <pc:spChg chg="add del mod">
          <ac:chgData name="Kenter, Olivier CH SNV-FR/S/E" userId="a5528dcf-269e-4539-958d-ecdb88040a09" providerId="ADAL" clId="{C3B848EA-3D90-4E8E-8175-E2F22A8D7B7E}" dt="2026-08-31T12:41:38.463" v="4369" actId="478"/>
          <ac:spMkLst>
            <pc:docMk/>
            <pc:sldMk cId="257835128" sldId="349"/>
            <ac:spMk id="233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31:32.205" v="4204" actId="478"/>
          <ac:spMkLst>
            <pc:docMk/>
            <pc:sldMk cId="257835128" sldId="349"/>
            <ac:spMk id="235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31:32.205" v="4204" actId="478"/>
          <ac:spMkLst>
            <pc:docMk/>
            <pc:sldMk cId="257835128" sldId="349"/>
            <ac:spMk id="236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31:32.205" v="4204" actId="478"/>
          <ac:spMkLst>
            <pc:docMk/>
            <pc:sldMk cId="257835128" sldId="349"/>
            <ac:spMk id="237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31:32.205" v="4204" actId="478"/>
          <ac:spMkLst>
            <pc:docMk/>
            <pc:sldMk cId="257835128" sldId="349"/>
            <ac:spMk id="238" creationId="{00000000-0000-0000-0000-000000000000}"/>
          </ac:spMkLst>
        </pc:spChg>
        <pc:spChg chg="mod">
          <ac:chgData name="Kenter, Olivier CH SNV-FR/S/E" userId="a5528dcf-269e-4539-958d-ecdb88040a09" providerId="ADAL" clId="{C3B848EA-3D90-4E8E-8175-E2F22A8D7B7E}" dt="2026-08-31T12:58:38.584" v="4799" actId="1036"/>
          <ac:spMkLst>
            <pc:docMk/>
            <pc:sldMk cId="257835128" sldId="349"/>
            <ac:spMk id="239" creationId="{00000000-0000-0000-0000-000000000000}"/>
          </ac:spMkLst>
        </pc:spChg>
        <pc:spChg chg="add del mod">
          <ac:chgData name="Kenter, Olivier CH SNV-FR/S/E" userId="a5528dcf-269e-4539-958d-ecdb88040a09" providerId="ADAL" clId="{C3B848EA-3D90-4E8E-8175-E2F22A8D7B7E}" dt="2026-08-31T12:58:06.454" v="4761" actId="478"/>
          <ac:spMkLst>
            <pc:docMk/>
            <pc:sldMk cId="257835128" sldId="349"/>
            <ac:spMk id="240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58:04.334" v="4759"/>
          <ac:spMkLst>
            <pc:docMk/>
            <pc:sldMk cId="257835128" sldId="349"/>
            <ac:spMk id="241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42:12.150" v="4376" actId="478"/>
          <ac:spMkLst>
            <pc:docMk/>
            <pc:sldMk cId="257835128" sldId="349"/>
            <ac:spMk id="242" creationId="{00000000-0000-0000-0000-000000000000}"/>
          </ac:spMkLst>
        </pc:spChg>
        <pc:spChg chg="mod">
          <ac:chgData name="Kenter, Olivier CH SNV-FR/S/E" userId="a5528dcf-269e-4539-958d-ecdb88040a09" providerId="ADAL" clId="{C3B848EA-3D90-4E8E-8175-E2F22A8D7B7E}" dt="2026-08-31T12:56:31.283" v="4697" actId="1076"/>
          <ac:spMkLst>
            <pc:docMk/>
            <pc:sldMk cId="257835128" sldId="349"/>
            <ac:spMk id="244" creationId="{00000000-0000-0000-0000-000000000000}"/>
          </ac:spMkLst>
        </pc:spChg>
        <pc:spChg chg="add del mod">
          <ac:chgData name="Kenter, Olivier CH SNV-FR/S/E" userId="a5528dcf-269e-4539-958d-ecdb88040a09" providerId="ADAL" clId="{C3B848EA-3D90-4E8E-8175-E2F22A8D7B7E}" dt="2026-08-31T12:58:05.300" v="4760" actId="478"/>
          <ac:spMkLst>
            <pc:docMk/>
            <pc:sldMk cId="257835128" sldId="349"/>
            <ac:spMk id="245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58:04.332" v="4757" actId="478"/>
          <ac:spMkLst>
            <pc:docMk/>
            <pc:sldMk cId="257835128" sldId="349"/>
            <ac:spMk id="246" creationId="{00000000-0000-0000-0000-000000000000}"/>
          </ac:spMkLst>
        </pc:spChg>
        <pc:spChg chg="del mod">
          <ac:chgData name="Kenter, Olivier CH SNV-FR/S/E" userId="a5528dcf-269e-4539-958d-ecdb88040a09" providerId="ADAL" clId="{C3B848EA-3D90-4E8E-8175-E2F22A8D7B7E}" dt="2026-08-31T12:42:30.294" v="4381" actId="478"/>
          <ac:spMkLst>
            <pc:docMk/>
            <pc:sldMk cId="257835128" sldId="349"/>
            <ac:spMk id="247" creationId="{00000000-0000-0000-0000-000000000000}"/>
          </ac:spMkLst>
        </pc:spChg>
        <pc:grpChg chg="mod">
          <ac:chgData name="Kenter, Olivier CH SNV-FR/S/E" userId="a5528dcf-269e-4539-958d-ecdb88040a09" providerId="ADAL" clId="{C3B848EA-3D90-4E8E-8175-E2F22A8D7B7E}" dt="2026-08-31T11:25:07.351" v="1884" actId="164"/>
          <ac:grpSpMkLst>
            <pc:docMk/>
            <pc:sldMk cId="257835128" sldId="349"/>
            <ac:grpSpMk id="11" creationId="{211F4D26-75E4-71A3-1816-8B2957C2E09B}"/>
          </ac:grpSpMkLst>
        </pc:grpChg>
        <pc:grpChg chg="add mod">
          <ac:chgData name="Kenter, Olivier CH SNV-FR/S/E" userId="a5528dcf-269e-4539-958d-ecdb88040a09" providerId="ADAL" clId="{C3B848EA-3D90-4E8E-8175-E2F22A8D7B7E}" dt="2026-08-31T12:58:28.036" v="4779" actId="1036"/>
          <ac:grpSpMkLst>
            <pc:docMk/>
            <pc:sldMk cId="257835128" sldId="349"/>
            <ac:grpSpMk id="39" creationId="{05EA5C3D-279E-B768-A713-895495238FE9}"/>
          </ac:grpSpMkLst>
        </pc:grpChg>
        <pc:grpChg chg="add del mod">
          <ac:chgData name="Kenter, Olivier CH SNV-FR/S/E" userId="a5528dcf-269e-4539-958d-ecdb88040a09" providerId="ADAL" clId="{C3B848EA-3D90-4E8E-8175-E2F22A8D7B7E}" dt="2026-08-31T10:58:21.062" v="530" actId="478"/>
          <ac:grpSpMkLst>
            <pc:docMk/>
            <pc:sldMk cId="257835128" sldId="349"/>
            <ac:grpSpMk id="99" creationId="{1D949124-80BC-967C-A8FA-AF0414D71371}"/>
          </ac:grpSpMkLst>
        </pc:grpChg>
        <pc:grpChg chg="add mod">
          <ac:chgData name="Kenter, Olivier CH SNV-FR/S/E" userId="a5528dcf-269e-4539-958d-ecdb88040a09" providerId="ADAL" clId="{C3B848EA-3D90-4E8E-8175-E2F22A8D7B7E}" dt="2026-08-31T12:58:28.036" v="4779" actId="1036"/>
          <ac:grpSpMkLst>
            <pc:docMk/>
            <pc:sldMk cId="257835128" sldId="349"/>
            <ac:grpSpMk id="129" creationId="{B32094FD-94A6-CF2D-26F4-2651F0A3C3A7}"/>
          </ac:grpSpMkLst>
        </pc:grpChg>
        <pc:grpChg chg="del mod">
          <ac:chgData name="Kenter, Olivier CH SNV-FR/S/E" userId="a5528dcf-269e-4539-958d-ecdb88040a09" providerId="ADAL" clId="{C3B848EA-3D90-4E8E-8175-E2F22A8D7B7E}" dt="2026-08-31T11:33:39.276" v="2263" actId="478"/>
          <ac:grpSpMkLst>
            <pc:docMk/>
            <pc:sldMk cId="257835128" sldId="349"/>
            <ac:grpSpMk id="143" creationId="{2E9FF623-C808-D71F-30F3-2B0B64E8D2D7}"/>
          </ac:grpSpMkLst>
        </pc:grpChg>
        <pc:grpChg chg="add del mod">
          <ac:chgData name="Kenter, Olivier CH SNV-FR/S/E" userId="a5528dcf-269e-4539-958d-ecdb88040a09" providerId="ADAL" clId="{C3B848EA-3D90-4E8E-8175-E2F22A8D7B7E}" dt="2026-08-31T11:07:10.027" v="789" actId="1076"/>
          <ac:grpSpMkLst>
            <pc:docMk/>
            <pc:sldMk cId="257835128" sldId="349"/>
            <ac:grpSpMk id="146" creationId="{C6B66203-1D4F-6FC1-426C-9B23321E5D58}"/>
          </ac:grpSpMkLst>
        </pc:grpChg>
        <pc:grpChg chg="add del mod">
          <ac:chgData name="Kenter, Olivier CH SNV-FR/S/E" userId="a5528dcf-269e-4539-958d-ecdb88040a09" providerId="ADAL" clId="{C3B848EA-3D90-4E8E-8175-E2F22A8D7B7E}" dt="2026-08-31T12:11:38.384" v="3819" actId="1036"/>
          <ac:grpSpMkLst>
            <pc:docMk/>
            <pc:sldMk cId="257835128" sldId="349"/>
            <ac:grpSpMk id="150" creationId="{EA1204EE-6F4C-00C9-6E0E-BED14787F835}"/>
          </ac:grpSpMkLst>
        </pc:grpChg>
        <pc:grpChg chg="add del mod">
          <ac:chgData name="Kenter, Olivier CH SNV-FR/S/E" userId="a5528dcf-269e-4539-958d-ecdb88040a09" providerId="ADAL" clId="{C3B848EA-3D90-4E8E-8175-E2F22A8D7B7E}" dt="2026-08-31T11:26:17.825" v="1962" actId="1038"/>
          <ac:grpSpMkLst>
            <pc:docMk/>
            <pc:sldMk cId="257835128" sldId="349"/>
            <ac:grpSpMk id="154" creationId="{2E82615B-77B6-F9F4-7625-0A8C7122F98D}"/>
          </ac:grpSpMkLst>
        </pc:grpChg>
        <pc:grpChg chg="add del mod">
          <ac:chgData name="Kenter, Olivier CH SNV-FR/S/E" userId="a5528dcf-269e-4539-958d-ecdb88040a09" providerId="ADAL" clId="{C3B848EA-3D90-4E8E-8175-E2F22A8D7B7E}" dt="2026-08-31T11:18:38.283" v="1616" actId="1076"/>
          <ac:grpSpMkLst>
            <pc:docMk/>
            <pc:sldMk cId="257835128" sldId="349"/>
            <ac:grpSpMk id="158" creationId="{FC3DA93D-2C05-7675-6B07-14EC1A9638F6}"/>
          </ac:grpSpMkLst>
        </pc:grpChg>
        <pc:grpChg chg="add del mod">
          <ac:chgData name="Kenter, Olivier CH SNV-FR/S/E" userId="a5528dcf-269e-4539-958d-ecdb88040a09" providerId="ADAL" clId="{C3B848EA-3D90-4E8E-8175-E2F22A8D7B7E}" dt="2026-08-31T11:03:33.328" v="687" actId="165"/>
          <ac:grpSpMkLst>
            <pc:docMk/>
            <pc:sldMk cId="257835128" sldId="349"/>
            <ac:grpSpMk id="170" creationId="{B4D475C6-8475-8410-E821-2F9F22491DD9}"/>
          </ac:grpSpMkLst>
        </pc:grpChg>
        <pc:grpChg chg="add mod">
          <ac:chgData name="Kenter, Olivier CH SNV-FR/S/E" userId="a5528dcf-269e-4539-958d-ecdb88040a09" providerId="ADAL" clId="{C3B848EA-3D90-4E8E-8175-E2F22A8D7B7E}" dt="2026-08-31T11:04:35.568" v="725" actId="164"/>
          <ac:grpSpMkLst>
            <pc:docMk/>
            <pc:sldMk cId="257835128" sldId="349"/>
            <ac:grpSpMk id="172" creationId="{8DC67876-A80C-61F4-E09B-B2500C8D647F}"/>
          </ac:grpSpMkLst>
        </pc:grpChg>
        <pc:grpChg chg="add mod">
          <ac:chgData name="Kenter, Olivier CH SNV-FR/S/E" userId="a5528dcf-269e-4539-958d-ecdb88040a09" providerId="ADAL" clId="{C3B848EA-3D90-4E8E-8175-E2F22A8D7B7E}" dt="2026-08-31T12:11:38.384" v="3819" actId="1036"/>
          <ac:grpSpMkLst>
            <pc:docMk/>
            <pc:sldMk cId="257835128" sldId="349"/>
            <ac:grpSpMk id="173" creationId="{C5A280F5-E5AB-8BE6-1907-B6E8383F38AF}"/>
          </ac:grpSpMkLst>
        </pc:grpChg>
        <pc:grpChg chg="add mod">
          <ac:chgData name="Kenter, Olivier CH SNV-FR/S/E" userId="a5528dcf-269e-4539-958d-ecdb88040a09" providerId="ADAL" clId="{C3B848EA-3D90-4E8E-8175-E2F22A8D7B7E}" dt="2026-08-31T11:56:11.128" v="3182" actId="1038"/>
          <ac:grpSpMkLst>
            <pc:docMk/>
            <pc:sldMk cId="257835128" sldId="349"/>
            <ac:grpSpMk id="182" creationId="{3414D7BA-89E5-9E23-0DFE-AA23C7DFFC34}"/>
          </ac:grpSpMkLst>
        </pc:grpChg>
        <pc:grpChg chg="add mod">
          <ac:chgData name="Kenter, Olivier CH SNV-FR/S/E" userId="a5528dcf-269e-4539-958d-ecdb88040a09" providerId="ADAL" clId="{C3B848EA-3D90-4E8E-8175-E2F22A8D7B7E}" dt="2026-08-31T12:11:38.384" v="3819" actId="1036"/>
          <ac:grpSpMkLst>
            <pc:docMk/>
            <pc:sldMk cId="257835128" sldId="349"/>
            <ac:grpSpMk id="195" creationId="{24600349-867C-E4CB-CC10-F759980310F9}"/>
          </ac:grpSpMkLst>
        </pc:grpChg>
        <pc:grpChg chg="add mod">
          <ac:chgData name="Kenter, Olivier CH SNV-FR/S/E" userId="a5528dcf-269e-4539-958d-ecdb88040a09" providerId="ADAL" clId="{C3B848EA-3D90-4E8E-8175-E2F22A8D7B7E}" dt="2026-08-31T11:56:43.130" v="3193" actId="1038"/>
          <ac:grpSpMkLst>
            <pc:docMk/>
            <pc:sldMk cId="257835128" sldId="349"/>
            <ac:grpSpMk id="210" creationId="{07D749A2-D0B8-2F42-D26C-0F92773893FA}"/>
          </ac:grpSpMkLst>
        </pc:grpChg>
        <pc:graphicFrameChg chg="add del mod modGraphic">
          <ac:chgData name="Kenter, Olivier CH SNV-FR/S/E" userId="a5528dcf-269e-4539-958d-ecdb88040a09" providerId="ADAL" clId="{C3B848EA-3D90-4E8E-8175-E2F22A8D7B7E}" dt="2026-08-31T12:38:38.010" v="4353" actId="478"/>
          <ac:graphicFrameMkLst>
            <pc:docMk/>
            <pc:sldMk cId="257835128" sldId="349"/>
            <ac:graphicFrameMk id="37" creationId="{074DF83E-975A-D407-6833-9AEC1866D6B5}"/>
          </ac:graphicFrameMkLst>
        </pc:graphicFrameChg>
        <pc:graphicFrameChg chg="add mod modGraphic">
          <ac:chgData name="Kenter, Olivier CH SNV-FR/S/E" userId="a5528dcf-269e-4539-958d-ecdb88040a09" providerId="ADAL" clId="{C3B848EA-3D90-4E8E-8175-E2F22A8D7B7E}" dt="2026-08-31T12:58:43.731" v="4803" actId="1036"/>
          <ac:graphicFrameMkLst>
            <pc:docMk/>
            <pc:sldMk cId="257835128" sldId="349"/>
            <ac:graphicFrameMk id="46" creationId="{A978915F-D8CF-9F5A-9931-FE78230FC2D9}"/>
          </ac:graphicFrameMkLst>
        </pc:graphicFrameChg>
        <pc:graphicFrameChg chg="add del mod">
          <ac:chgData name="Kenter, Olivier CH SNV-FR/S/E" userId="a5528dcf-269e-4539-958d-ecdb88040a09" providerId="ADAL" clId="{C3B848EA-3D90-4E8E-8175-E2F22A8D7B7E}" dt="2026-08-31T12:11:38.384" v="3819" actId="1036"/>
          <ac:graphicFrameMkLst>
            <pc:docMk/>
            <pc:sldMk cId="257835128" sldId="349"/>
            <ac:graphicFrameMk id="133" creationId="{D739B3F7-581E-58B6-9565-A1499187184B}"/>
          </ac:graphicFrameMkLst>
        </pc:graphicFrameChg>
        <pc:graphicFrameChg chg="add del modGraphic">
          <ac:chgData name="Kenter, Olivier CH SNV-FR/S/E" userId="a5528dcf-269e-4539-958d-ecdb88040a09" providerId="ADAL" clId="{C3B848EA-3D90-4E8E-8175-E2F22A8D7B7E}" dt="2026-08-31T11:17:08.225" v="1537" actId="478"/>
          <ac:graphicFrameMkLst>
            <pc:docMk/>
            <pc:sldMk cId="257835128" sldId="349"/>
            <ac:graphicFrameMk id="186" creationId="{E238C059-0692-3228-A312-617CBE705FC6}"/>
          </ac:graphicFrameMkLst>
        </pc:graphicFrameChg>
        <pc:graphicFrameChg chg="add del mod">
          <ac:chgData name="Kenter, Olivier CH SNV-FR/S/E" userId="a5528dcf-269e-4539-958d-ecdb88040a09" providerId="ADAL" clId="{C3B848EA-3D90-4E8E-8175-E2F22A8D7B7E}" dt="2026-08-31T11:44:41.330" v="2687" actId="478"/>
          <ac:graphicFrameMkLst>
            <pc:docMk/>
            <pc:sldMk cId="257835128" sldId="349"/>
            <ac:graphicFrameMk id="204" creationId="{2210567A-D8D9-D282-132C-C239C0479A40}"/>
          </ac:graphicFrameMkLst>
        </pc:graphicFrameChg>
        <pc:graphicFrameChg chg="add mod">
          <ac:chgData name="Kenter, Olivier CH SNV-FR/S/E" userId="a5528dcf-269e-4539-958d-ecdb88040a09" providerId="ADAL" clId="{C3B848EA-3D90-4E8E-8175-E2F22A8D7B7E}" dt="2026-08-31T11:56:40.897" v="3184" actId="164"/>
          <ac:graphicFrameMkLst>
            <pc:docMk/>
            <pc:sldMk cId="257835128" sldId="349"/>
            <ac:graphicFrameMk id="207" creationId="{B34FD0B9-F076-7B08-C1D7-D53876EA4825}"/>
          </ac:graphicFrameMkLst>
        </pc:graphicFrameChg>
        <pc:picChg chg="add mod topLvl">
          <ac:chgData name="Kenter, Olivier CH SNV-FR/S/E" userId="a5528dcf-269e-4539-958d-ecdb88040a09" providerId="ADAL" clId="{C3B848EA-3D90-4E8E-8175-E2F22A8D7B7E}" dt="2026-08-31T12:11:38.384" v="3819" actId="1036"/>
          <ac:picMkLst>
            <pc:docMk/>
            <pc:sldMk cId="257835128" sldId="349"/>
            <ac:picMk id="36" creationId="{30F80343-DB6D-4240-5159-57AE5DA013AE}"/>
          </ac:picMkLst>
        </pc:picChg>
        <pc:picChg chg="add mod">
          <ac:chgData name="Kenter, Olivier CH SNV-FR/S/E" userId="a5528dcf-269e-4539-958d-ecdb88040a09" providerId="ADAL" clId="{C3B848EA-3D90-4E8E-8175-E2F22A8D7B7E}" dt="2026-08-31T12:58:28.036" v="4779" actId="1036"/>
          <ac:picMkLst>
            <pc:docMk/>
            <pc:sldMk cId="257835128" sldId="349"/>
            <ac:picMk id="48" creationId="{8CE784EF-8945-24D3-5DC7-20E8B98A8170}"/>
          </ac:picMkLst>
        </pc:picChg>
        <pc:picChg chg="add del mod">
          <ac:chgData name="Kenter, Olivier CH SNV-FR/S/E" userId="a5528dcf-269e-4539-958d-ecdb88040a09" providerId="ADAL" clId="{C3B848EA-3D90-4E8E-8175-E2F22A8D7B7E}" dt="2026-08-31T12:55:24.169" v="4665" actId="478"/>
          <ac:picMkLst>
            <pc:docMk/>
            <pc:sldMk cId="257835128" sldId="349"/>
            <ac:picMk id="126" creationId="{7B25B5AD-93DD-578F-5AA4-2B23D506788D}"/>
          </ac:picMkLst>
        </pc:picChg>
        <pc:picChg chg="add mod">
          <ac:chgData name="Kenter, Olivier CH SNV-FR/S/E" userId="a5528dcf-269e-4539-958d-ecdb88040a09" providerId="ADAL" clId="{C3B848EA-3D90-4E8E-8175-E2F22A8D7B7E}" dt="2026-08-31T12:58:28.036" v="4779" actId="1036"/>
          <ac:picMkLst>
            <pc:docMk/>
            <pc:sldMk cId="257835128" sldId="349"/>
            <ac:picMk id="128" creationId="{9E1023AA-0A23-12E8-DA51-E2089DF864C7}"/>
          </ac:picMkLst>
        </pc:picChg>
        <pc:picChg chg="add mod">
          <ac:chgData name="Kenter, Olivier CH SNV-FR/S/E" userId="a5528dcf-269e-4539-958d-ecdb88040a09" providerId="ADAL" clId="{C3B848EA-3D90-4E8E-8175-E2F22A8D7B7E}" dt="2026-08-31T11:50:56.307" v="3025" actId="1035"/>
          <ac:picMkLst>
            <pc:docMk/>
            <pc:sldMk cId="257835128" sldId="349"/>
            <ac:picMk id="163" creationId="{3C5945BC-0171-AD43-BEB3-AF8D6302CFA8}"/>
          </ac:picMkLst>
        </pc:picChg>
        <pc:picChg chg="add del mod">
          <ac:chgData name="Kenter, Olivier CH SNV-FR/S/E" userId="a5528dcf-269e-4539-958d-ecdb88040a09" providerId="ADAL" clId="{C3B848EA-3D90-4E8E-8175-E2F22A8D7B7E}" dt="2026-08-31T09:42:22.133" v="507" actId="478"/>
          <ac:picMkLst>
            <pc:docMk/>
            <pc:sldMk cId="257835128" sldId="349"/>
            <ac:picMk id="164" creationId="{234C4660-C528-3582-2557-60A28D037CE0}"/>
          </ac:picMkLst>
        </pc:picChg>
        <pc:picChg chg="add del mod">
          <ac:chgData name="Kenter, Olivier CH SNV-FR/S/E" userId="a5528dcf-269e-4539-958d-ecdb88040a09" providerId="ADAL" clId="{C3B848EA-3D90-4E8E-8175-E2F22A8D7B7E}" dt="2026-08-31T12:10:50.581" v="3763" actId="478"/>
          <ac:picMkLst>
            <pc:docMk/>
            <pc:sldMk cId="257835128" sldId="349"/>
            <ac:picMk id="166" creationId="{CED927B1-5649-E3FE-D7BA-FA3B1B9963E2}"/>
          </ac:picMkLst>
        </pc:picChg>
        <pc:picChg chg="add del mod">
          <ac:chgData name="Kenter, Olivier CH SNV-FR/S/E" userId="a5528dcf-269e-4539-958d-ecdb88040a09" providerId="ADAL" clId="{C3B848EA-3D90-4E8E-8175-E2F22A8D7B7E}" dt="2026-08-31T11:17:28.204" v="1572" actId="478"/>
          <ac:picMkLst>
            <pc:docMk/>
            <pc:sldMk cId="257835128" sldId="349"/>
            <ac:picMk id="167" creationId="{6B7C7F36-35D6-56B0-2530-D11124A9318F}"/>
          </ac:picMkLst>
        </pc:picChg>
        <pc:picChg chg="add del mod">
          <ac:chgData name="Kenter, Olivier CH SNV-FR/S/E" userId="a5528dcf-269e-4539-958d-ecdb88040a09" providerId="ADAL" clId="{C3B848EA-3D90-4E8E-8175-E2F22A8D7B7E}" dt="2026-08-31T11:57:46.851" v="3203" actId="478"/>
          <ac:picMkLst>
            <pc:docMk/>
            <pc:sldMk cId="257835128" sldId="349"/>
            <ac:picMk id="168" creationId="{652C5CBB-CC83-6660-E3CF-A13AB3D8EDA4}"/>
          </ac:picMkLst>
        </pc:picChg>
        <pc:picChg chg="add mod">
          <ac:chgData name="Kenter, Olivier CH SNV-FR/S/E" userId="a5528dcf-269e-4539-958d-ecdb88040a09" providerId="ADAL" clId="{C3B848EA-3D90-4E8E-8175-E2F22A8D7B7E}" dt="2026-08-31T12:23:39.049" v="3921" actId="1035"/>
          <ac:picMkLst>
            <pc:docMk/>
            <pc:sldMk cId="257835128" sldId="349"/>
            <ac:picMk id="169" creationId="{A12F3440-2990-0A7D-E5FE-E76F9407DBCA}"/>
          </ac:picMkLst>
        </pc:picChg>
        <pc:picChg chg="add del mod">
          <ac:chgData name="Kenter, Olivier CH SNV-FR/S/E" userId="a5528dcf-269e-4539-958d-ecdb88040a09" providerId="ADAL" clId="{C3B848EA-3D90-4E8E-8175-E2F22A8D7B7E}" dt="2026-08-31T11:51:18.323" v="3029" actId="478"/>
          <ac:picMkLst>
            <pc:docMk/>
            <pc:sldMk cId="257835128" sldId="349"/>
            <ac:picMk id="206" creationId="{2FAD207E-68F9-E623-378C-31B11933C0C2}"/>
          </ac:picMkLst>
        </pc:picChg>
        <pc:cxnChg chg="add del mod">
          <ac:chgData name="Kenter, Olivier CH SNV-FR/S/E" userId="a5528dcf-269e-4539-958d-ecdb88040a09" providerId="ADAL" clId="{C3B848EA-3D90-4E8E-8175-E2F22A8D7B7E}" dt="2026-08-31T12:47:26.360" v="4579" actId="478"/>
          <ac:cxnSpMkLst>
            <pc:docMk/>
            <pc:sldMk cId="257835128" sldId="349"/>
            <ac:cxnSpMk id="13" creationId="{75E3EA3E-5E97-6974-2306-56F190047679}"/>
          </ac:cxnSpMkLst>
        </pc:cxnChg>
        <pc:cxnChg chg="add del">
          <ac:chgData name="Kenter, Olivier CH SNV-FR/S/E" userId="a5528dcf-269e-4539-958d-ecdb88040a09" providerId="ADAL" clId="{C3B848EA-3D90-4E8E-8175-E2F22A8D7B7E}" dt="2026-08-31T12:23:42.969" v="3922" actId="478"/>
          <ac:cxnSpMkLst>
            <pc:docMk/>
            <pc:sldMk cId="257835128" sldId="349"/>
            <ac:cxnSpMk id="17" creationId="{4A6EF309-6C5E-AD54-3E85-541514BCF1DC}"/>
          </ac:cxnSpMkLst>
        </pc:cxnChg>
        <pc:cxnChg chg="add del">
          <ac:chgData name="Kenter, Olivier CH SNV-FR/S/E" userId="a5528dcf-269e-4539-958d-ecdb88040a09" providerId="ADAL" clId="{C3B848EA-3D90-4E8E-8175-E2F22A8D7B7E}" dt="2026-08-31T12:24:12.460" v="3928" actId="11529"/>
          <ac:cxnSpMkLst>
            <pc:docMk/>
            <pc:sldMk cId="257835128" sldId="349"/>
            <ac:cxnSpMk id="23" creationId="{CF4131E5-C8BE-F4D9-D4EF-098A0A838D0D}"/>
          </ac:cxnSpMkLst>
        </pc:cxnChg>
        <pc:cxnChg chg="del">
          <ac:chgData name="Kenter, Olivier CH SNV-FR/S/E" userId="a5528dcf-269e-4539-958d-ecdb88040a09" providerId="ADAL" clId="{C3B848EA-3D90-4E8E-8175-E2F22A8D7B7E}" dt="2026-08-31T11:33:48.274" v="2264" actId="478"/>
          <ac:cxnSpMkLst>
            <pc:docMk/>
            <pc:sldMk cId="257835128" sldId="349"/>
            <ac:cxnSpMk id="89" creationId="{0375E9EA-50C2-AA11-687A-AB6ED5CE6CB9}"/>
          </ac:cxnSpMkLst>
        </pc:cxnChg>
        <pc:cxnChg chg="del">
          <ac:chgData name="Kenter, Olivier CH SNV-FR/S/E" userId="a5528dcf-269e-4539-958d-ecdb88040a09" providerId="ADAL" clId="{C3B848EA-3D90-4E8E-8175-E2F22A8D7B7E}" dt="2026-08-31T11:33:50.153" v="2265" actId="478"/>
          <ac:cxnSpMkLst>
            <pc:docMk/>
            <pc:sldMk cId="257835128" sldId="349"/>
            <ac:cxnSpMk id="90" creationId="{7555137F-D9A0-C64B-F7C6-D018238E255A}"/>
          </ac:cxnSpMkLst>
        </pc:cxnChg>
        <pc:cxnChg chg="add del mod">
          <ac:chgData name="Kenter, Olivier CH SNV-FR/S/E" userId="a5528dcf-269e-4539-958d-ecdb88040a09" providerId="ADAL" clId="{C3B848EA-3D90-4E8E-8175-E2F22A8D7B7E}" dt="2026-08-31T11:13:28.934" v="1245" actId="478"/>
          <ac:cxnSpMkLst>
            <pc:docMk/>
            <pc:sldMk cId="257835128" sldId="349"/>
            <ac:cxnSpMk id="181" creationId="{C6614634-C1A1-4A53-9FB2-EB0C044283C0}"/>
          </ac:cxnSpMkLst>
        </pc:cxnChg>
        <pc:cxnChg chg="add del mod">
          <ac:chgData name="Kenter, Olivier CH SNV-FR/S/E" userId="a5528dcf-269e-4539-958d-ecdb88040a09" providerId="ADAL" clId="{C3B848EA-3D90-4E8E-8175-E2F22A8D7B7E}" dt="2026-08-31T11:19:26.812" v="1633" actId="478"/>
          <ac:cxnSpMkLst>
            <pc:docMk/>
            <pc:sldMk cId="257835128" sldId="349"/>
            <ac:cxnSpMk id="189" creationId="{316C0A04-8FC4-E694-FC3F-F6CF91A63698}"/>
          </ac:cxnSpMkLst>
        </pc:cxnChg>
        <pc:cxnChg chg="add">
          <ac:chgData name="Kenter, Olivier CH SNV-FR/S/E" userId="a5528dcf-269e-4539-958d-ecdb88040a09" providerId="ADAL" clId="{C3B848EA-3D90-4E8E-8175-E2F22A8D7B7E}" dt="2026-08-31T11:26:07.349" v="1943" actId="11529"/>
          <ac:cxnSpMkLst>
            <pc:docMk/>
            <pc:sldMk cId="257835128" sldId="349"/>
            <ac:cxnSpMk id="197" creationId="{86E7D80D-0247-0AF3-8F80-10B7BB6548A1}"/>
          </ac:cxnSpMkLst>
        </pc:cxnChg>
        <pc:cxnChg chg="add del mod">
          <ac:chgData name="Kenter, Olivier CH SNV-FR/S/E" userId="a5528dcf-269e-4539-958d-ecdb88040a09" providerId="ADAL" clId="{C3B848EA-3D90-4E8E-8175-E2F22A8D7B7E}" dt="2026-08-31T11:42:55.142" v="2678" actId="478"/>
          <ac:cxnSpMkLst>
            <pc:docMk/>
            <pc:sldMk cId="257835128" sldId="349"/>
            <ac:cxnSpMk id="203" creationId="{F2934880-CA0C-1AD6-1D8A-625727DE7E52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BF977F-6133-4A31-A4B0-27ED71452BA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CA01AA2-EC9B-42E6-B535-EC8A91362274}">
      <dgm:prSet phldrT="[Text]" phldr="0" custT="1"/>
      <dgm:spPr>
        <a:xfrm>
          <a:off x="1180835" y="394647"/>
          <a:ext cx="1620130" cy="1620130"/>
        </a:xfrm>
        <a:prstGeom prst="roundRect">
          <a:avLst/>
        </a:prstGeom>
        <a:solidFill>
          <a:srgbClr val="FBCE07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GB" sz="28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TIMELY RESET</a:t>
          </a:r>
        </a:p>
        <a:p>
          <a:pPr>
            <a:buNone/>
          </a:pPr>
          <a:r>
            <a:rPr lang="en-GB" sz="2400" b="0" i="0" dirty="0">
              <a:solidFill>
                <a:srgbClr val="FFFFFF"/>
              </a:solidFill>
              <a:latin typeface="ShellMedium"/>
              <a:ea typeface="+mn-ea"/>
              <a:cs typeface="+mn-cs"/>
            </a:rPr>
            <a:t>Conditions for restored supply confidence</a:t>
          </a:r>
        </a:p>
      </dgm:t>
    </dgm:pt>
    <dgm:pt modelId="{3C2E22A0-C310-4EAD-9795-A86BF8B1E90D}" type="parTrans" cxnId="{9A1EDB4C-097D-4912-8B9C-DDB2372F3C35}">
      <dgm:prSet/>
      <dgm:spPr/>
      <dgm:t>
        <a:bodyPr/>
        <a:lstStyle/>
        <a:p>
          <a:endParaRPr lang="en-GB"/>
        </a:p>
      </dgm:t>
    </dgm:pt>
    <dgm:pt modelId="{50C5F8DB-AA83-43D7-AA22-9D67ADE85AF8}" type="sibTrans" cxnId="{9A1EDB4C-097D-4912-8B9C-DDB2372F3C35}">
      <dgm:prSet/>
      <dgm:spPr/>
      <dgm:t>
        <a:bodyPr/>
        <a:lstStyle/>
        <a:p>
          <a:endParaRPr lang="en-GB"/>
        </a:p>
      </dgm:t>
    </dgm:pt>
    <dgm:pt modelId="{03F2F90A-369E-4441-8D4F-078851A71172}">
      <dgm:prSet phldrT="[Text]" phldr="0" custT="1"/>
      <dgm:spPr>
        <a:xfrm>
          <a:off x="2925592" y="394647"/>
          <a:ext cx="1620130" cy="1620130"/>
        </a:xfrm>
        <a:prstGeom prst="roundRect">
          <a:avLst/>
        </a:prstGeom>
        <a:solidFill>
          <a:srgbClr val="003C88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GB" sz="28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NEW ENERGY ORDER</a:t>
          </a:r>
        </a:p>
        <a:p>
          <a:pPr>
            <a:buNone/>
          </a:pPr>
          <a:r>
            <a:rPr lang="en-GB" sz="2400" b="0" i="0" dirty="0">
              <a:solidFill>
                <a:srgbClr val="FFFFFF"/>
              </a:solidFill>
              <a:latin typeface="ShellMedium"/>
              <a:ea typeface="+mn-ea"/>
              <a:cs typeface="+mn-cs"/>
            </a:rPr>
            <a:t>Energy system transformation; bifurcation electrons vs. molecules</a:t>
          </a:r>
        </a:p>
      </dgm:t>
    </dgm:pt>
    <dgm:pt modelId="{7AB98075-696C-4F2B-B351-E18F20F766A9}" type="parTrans" cxnId="{8330BE40-BF01-450A-82C5-C12422846036}">
      <dgm:prSet/>
      <dgm:spPr/>
      <dgm:t>
        <a:bodyPr/>
        <a:lstStyle/>
        <a:p>
          <a:endParaRPr lang="en-GB"/>
        </a:p>
      </dgm:t>
    </dgm:pt>
    <dgm:pt modelId="{439C4514-F0ED-4C2E-81C6-654C8BF7A76F}" type="sibTrans" cxnId="{8330BE40-BF01-450A-82C5-C12422846036}">
      <dgm:prSet/>
      <dgm:spPr/>
      <dgm:t>
        <a:bodyPr/>
        <a:lstStyle/>
        <a:p>
          <a:endParaRPr lang="en-GB"/>
        </a:p>
      </dgm:t>
    </dgm:pt>
    <dgm:pt modelId="{F2116961-E20A-4FE2-A6E5-B3998386C104}">
      <dgm:prSet phldrT="[Text]" phldr="0" custT="1"/>
      <dgm:spPr>
        <a:xfrm>
          <a:off x="1180835" y="2139403"/>
          <a:ext cx="1620130" cy="1620130"/>
        </a:xfrm>
        <a:prstGeom prst="roundRect">
          <a:avLst/>
        </a:prstGeom>
        <a:solidFill>
          <a:srgbClr val="DD1D21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GB" sz="28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THE LONG GRIND</a:t>
          </a:r>
        </a:p>
        <a:p>
          <a:pPr>
            <a:buNone/>
          </a:pPr>
          <a:r>
            <a:rPr lang="en-GB" sz="2400" b="0" i="0" dirty="0">
              <a:solidFill>
                <a:srgbClr val="FFFFFF"/>
              </a:solidFill>
              <a:latin typeface="ShellMedium"/>
              <a:ea typeface="+mn-ea"/>
              <a:cs typeface="+mn-cs"/>
            </a:rPr>
            <a:t>Persistent asymmetric disruption; geopolitical rewiring</a:t>
          </a:r>
        </a:p>
      </dgm:t>
    </dgm:pt>
    <dgm:pt modelId="{972532CD-702B-4ABD-81DF-78144F70758B}" type="parTrans" cxnId="{6F5B792F-6470-485F-9DB3-16F6FEB9EABF}">
      <dgm:prSet/>
      <dgm:spPr/>
      <dgm:t>
        <a:bodyPr/>
        <a:lstStyle/>
        <a:p>
          <a:endParaRPr lang="en-GB"/>
        </a:p>
      </dgm:t>
    </dgm:pt>
    <dgm:pt modelId="{477146ED-2DB1-482B-ABFF-3A3BB91EE792}" type="sibTrans" cxnId="{6F5B792F-6470-485F-9DB3-16F6FEB9EABF}">
      <dgm:prSet/>
      <dgm:spPr/>
      <dgm:t>
        <a:bodyPr/>
        <a:lstStyle/>
        <a:p>
          <a:endParaRPr lang="en-GB"/>
        </a:p>
      </dgm:t>
    </dgm:pt>
    <dgm:pt modelId="{6D15B588-4054-400F-8A12-6423A0F351C1}">
      <dgm:prSet phldrT="[Text]" phldr="0" custT="1"/>
      <dgm:spPr>
        <a:xfrm>
          <a:off x="2925592" y="2139403"/>
          <a:ext cx="1620130" cy="1620130"/>
        </a:xfrm>
        <a:prstGeom prst="roundRect">
          <a:avLst/>
        </a:prstGeom>
        <a:solidFill>
          <a:srgbClr val="EB8705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GB" sz="28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BREAKPOINT</a:t>
          </a:r>
        </a:p>
        <a:p>
          <a:pPr>
            <a:buNone/>
          </a:pPr>
          <a:r>
            <a:rPr lang="en-GB" sz="2400" b="0" i="0" dirty="0">
              <a:solidFill>
                <a:srgbClr val="FFFFFF"/>
              </a:solidFill>
              <a:latin typeface="ShellMedium"/>
              <a:ea typeface="+mn-ea"/>
              <a:cs typeface="+mn-cs"/>
            </a:rPr>
            <a:t>No durable return to confidence, instability is the new norm</a:t>
          </a:r>
        </a:p>
      </dgm:t>
    </dgm:pt>
    <dgm:pt modelId="{2ABF768E-082D-4892-A5AD-733D41632948}" type="parTrans" cxnId="{60D651F7-19EC-490D-955F-B4A853F55604}">
      <dgm:prSet/>
      <dgm:spPr/>
      <dgm:t>
        <a:bodyPr/>
        <a:lstStyle/>
        <a:p>
          <a:endParaRPr lang="en-GB"/>
        </a:p>
      </dgm:t>
    </dgm:pt>
    <dgm:pt modelId="{8B1715BC-BC94-4ACD-8B47-38E5015F9500}" type="sibTrans" cxnId="{60D651F7-19EC-490D-955F-B4A853F55604}">
      <dgm:prSet/>
      <dgm:spPr/>
      <dgm:t>
        <a:bodyPr/>
        <a:lstStyle/>
        <a:p>
          <a:endParaRPr lang="en-GB"/>
        </a:p>
      </dgm:t>
    </dgm:pt>
    <dgm:pt modelId="{E4937FB2-67AD-485E-8499-CC57B956CA91}" type="pres">
      <dgm:prSet presAssocID="{C4BF977F-6133-4A31-A4B0-27ED71452BAD}" presName="matrix" presStyleCnt="0">
        <dgm:presLayoutVars>
          <dgm:chMax val="1"/>
          <dgm:dir/>
          <dgm:resizeHandles val="exact"/>
        </dgm:presLayoutVars>
      </dgm:prSet>
      <dgm:spPr/>
    </dgm:pt>
    <dgm:pt modelId="{32176DFA-DFBD-4679-8293-E766D12A7A37}" type="pres">
      <dgm:prSet presAssocID="{C4BF977F-6133-4A31-A4B0-27ED71452BAD}" presName="diamond" presStyleLbl="bgShp" presStyleIdx="0" presStyleCnt="1"/>
      <dgm:spPr>
        <a:xfrm>
          <a:off x="786188" y="0"/>
          <a:ext cx="4154182" cy="4154182"/>
        </a:xfrm>
        <a:prstGeom prst="diamond">
          <a:avLst/>
        </a:prstGeom>
        <a:noFill/>
        <a:ln>
          <a:noFill/>
        </a:ln>
        <a:effectLst/>
      </dgm:spPr>
    </dgm:pt>
    <dgm:pt modelId="{0AB11867-69F9-4DF8-8605-24A9D283C66D}" type="pres">
      <dgm:prSet presAssocID="{C4BF977F-6133-4A31-A4B0-27ED71452BA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A3F7F1A-6A53-4142-B2FF-EEB769905CEB}" type="pres">
      <dgm:prSet presAssocID="{C4BF977F-6133-4A31-A4B0-27ED71452BA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F731AD7-0C8C-4C84-A3CF-7F4010018764}" type="pres">
      <dgm:prSet presAssocID="{C4BF977F-6133-4A31-A4B0-27ED71452BA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67D30F0-9596-42A7-BDCE-2B893BF0CDFE}" type="pres">
      <dgm:prSet presAssocID="{C4BF977F-6133-4A31-A4B0-27ED71452BA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3DDDA1A-2C74-4345-ACF8-2AC80CF71377}" type="presOf" srcId="{6D15B588-4054-400F-8A12-6423A0F351C1}" destId="{767D30F0-9596-42A7-BDCE-2B893BF0CDFE}" srcOrd="0" destOrd="0" presId="urn:microsoft.com/office/officeart/2005/8/layout/matrix3"/>
    <dgm:cxn modelId="{6F5B792F-6470-485F-9DB3-16F6FEB9EABF}" srcId="{C4BF977F-6133-4A31-A4B0-27ED71452BAD}" destId="{F2116961-E20A-4FE2-A6E5-B3998386C104}" srcOrd="2" destOrd="0" parTransId="{972532CD-702B-4ABD-81DF-78144F70758B}" sibTransId="{477146ED-2DB1-482B-ABFF-3A3BB91EE792}"/>
    <dgm:cxn modelId="{70302530-F960-447D-8859-6F33EC7C220E}" type="presOf" srcId="{03F2F90A-369E-4441-8D4F-078851A71172}" destId="{AA3F7F1A-6A53-4142-B2FF-EEB769905CEB}" srcOrd="0" destOrd="0" presId="urn:microsoft.com/office/officeart/2005/8/layout/matrix3"/>
    <dgm:cxn modelId="{C7B52730-8C3D-4AD9-A2D9-24DEA0CB0A5F}" type="presOf" srcId="{F2116961-E20A-4FE2-A6E5-B3998386C104}" destId="{8F731AD7-0C8C-4C84-A3CF-7F4010018764}" srcOrd="0" destOrd="0" presId="urn:microsoft.com/office/officeart/2005/8/layout/matrix3"/>
    <dgm:cxn modelId="{3FC85031-C81A-4B9A-AB71-F249821F9783}" type="presOf" srcId="{C4BF977F-6133-4A31-A4B0-27ED71452BAD}" destId="{E4937FB2-67AD-485E-8499-CC57B956CA91}" srcOrd="0" destOrd="0" presId="urn:microsoft.com/office/officeart/2005/8/layout/matrix3"/>
    <dgm:cxn modelId="{8330BE40-BF01-450A-82C5-C12422846036}" srcId="{C4BF977F-6133-4A31-A4B0-27ED71452BAD}" destId="{03F2F90A-369E-4441-8D4F-078851A71172}" srcOrd="1" destOrd="0" parTransId="{7AB98075-696C-4F2B-B351-E18F20F766A9}" sibTransId="{439C4514-F0ED-4C2E-81C6-654C8BF7A76F}"/>
    <dgm:cxn modelId="{9A1EDB4C-097D-4912-8B9C-DDB2372F3C35}" srcId="{C4BF977F-6133-4A31-A4B0-27ED71452BAD}" destId="{BCA01AA2-EC9B-42E6-B535-EC8A91362274}" srcOrd="0" destOrd="0" parTransId="{3C2E22A0-C310-4EAD-9795-A86BF8B1E90D}" sibTransId="{50C5F8DB-AA83-43D7-AA22-9D67ADE85AF8}"/>
    <dgm:cxn modelId="{3A2E2987-EC4F-4D64-A14D-39D1D8434B94}" type="presOf" srcId="{BCA01AA2-EC9B-42E6-B535-EC8A91362274}" destId="{0AB11867-69F9-4DF8-8605-24A9D283C66D}" srcOrd="0" destOrd="0" presId="urn:microsoft.com/office/officeart/2005/8/layout/matrix3"/>
    <dgm:cxn modelId="{60D651F7-19EC-490D-955F-B4A853F55604}" srcId="{C4BF977F-6133-4A31-A4B0-27ED71452BAD}" destId="{6D15B588-4054-400F-8A12-6423A0F351C1}" srcOrd="3" destOrd="0" parTransId="{2ABF768E-082D-4892-A5AD-733D41632948}" sibTransId="{8B1715BC-BC94-4ACD-8B47-38E5015F9500}"/>
    <dgm:cxn modelId="{6DC053AE-CBDB-426E-9239-CCE673313146}" type="presParOf" srcId="{E4937FB2-67AD-485E-8499-CC57B956CA91}" destId="{32176DFA-DFBD-4679-8293-E766D12A7A37}" srcOrd="0" destOrd="0" presId="urn:microsoft.com/office/officeart/2005/8/layout/matrix3"/>
    <dgm:cxn modelId="{139A7EB0-DD20-4C75-B97D-C13B82EB7826}" type="presParOf" srcId="{E4937FB2-67AD-485E-8499-CC57B956CA91}" destId="{0AB11867-69F9-4DF8-8605-24A9D283C66D}" srcOrd="1" destOrd="0" presId="urn:microsoft.com/office/officeart/2005/8/layout/matrix3"/>
    <dgm:cxn modelId="{D836F20D-F2C0-4A19-B60D-04AAA8A3B4E0}" type="presParOf" srcId="{E4937FB2-67AD-485E-8499-CC57B956CA91}" destId="{AA3F7F1A-6A53-4142-B2FF-EEB769905CEB}" srcOrd="2" destOrd="0" presId="urn:microsoft.com/office/officeart/2005/8/layout/matrix3"/>
    <dgm:cxn modelId="{138EEA4E-72ED-4A29-8E60-05A385CA7BCF}" type="presParOf" srcId="{E4937FB2-67AD-485E-8499-CC57B956CA91}" destId="{8F731AD7-0C8C-4C84-A3CF-7F4010018764}" srcOrd="3" destOrd="0" presId="urn:microsoft.com/office/officeart/2005/8/layout/matrix3"/>
    <dgm:cxn modelId="{F9BC4F71-EB25-4EA4-B564-A02FAA767D24}" type="presParOf" srcId="{E4937FB2-67AD-485E-8499-CC57B956CA91}" destId="{767D30F0-9596-42A7-BDCE-2B893BF0CDF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76DFA-DFBD-4679-8293-E766D12A7A37}">
      <dsp:nvSpPr>
        <dsp:cNvPr id="0" name=""/>
        <dsp:cNvSpPr/>
      </dsp:nvSpPr>
      <dsp:spPr>
        <a:xfrm>
          <a:off x="1731984" y="0"/>
          <a:ext cx="8859096" cy="8859096"/>
        </a:xfrm>
        <a:prstGeom prst="diamond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11867-69F9-4DF8-8605-24A9D283C66D}">
      <dsp:nvSpPr>
        <dsp:cNvPr id="0" name=""/>
        <dsp:cNvSpPr/>
      </dsp:nvSpPr>
      <dsp:spPr>
        <a:xfrm>
          <a:off x="2573598" y="841614"/>
          <a:ext cx="3455047" cy="3455047"/>
        </a:xfrm>
        <a:prstGeom prst="roundRect">
          <a:avLst/>
        </a:prstGeom>
        <a:solidFill>
          <a:srgbClr val="FBCE07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TIMELY RESET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Conditions for restored supply confidence</a:t>
          </a:r>
        </a:p>
      </dsp:txBody>
      <dsp:txXfrm>
        <a:off x="2742259" y="1010275"/>
        <a:ext cx="3117725" cy="3117725"/>
      </dsp:txXfrm>
    </dsp:sp>
    <dsp:sp modelId="{AA3F7F1A-6A53-4142-B2FF-EEB769905CEB}">
      <dsp:nvSpPr>
        <dsp:cNvPr id="0" name=""/>
        <dsp:cNvSpPr/>
      </dsp:nvSpPr>
      <dsp:spPr>
        <a:xfrm>
          <a:off x="6294418" y="841614"/>
          <a:ext cx="3455047" cy="3455047"/>
        </a:xfrm>
        <a:prstGeom prst="roundRect">
          <a:avLst/>
        </a:prstGeom>
        <a:solidFill>
          <a:srgbClr val="003C88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NEW ENERGY ORDER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Energy system transformation; bifurcation electrons vs. molecules</a:t>
          </a:r>
        </a:p>
      </dsp:txBody>
      <dsp:txXfrm>
        <a:off x="6463079" y="1010275"/>
        <a:ext cx="3117725" cy="3117725"/>
      </dsp:txXfrm>
    </dsp:sp>
    <dsp:sp modelId="{8F731AD7-0C8C-4C84-A3CF-7F4010018764}">
      <dsp:nvSpPr>
        <dsp:cNvPr id="0" name=""/>
        <dsp:cNvSpPr/>
      </dsp:nvSpPr>
      <dsp:spPr>
        <a:xfrm>
          <a:off x="2573598" y="4562434"/>
          <a:ext cx="3455047" cy="3455047"/>
        </a:xfrm>
        <a:prstGeom prst="roundRect">
          <a:avLst/>
        </a:prstGeom>
        <a:solidFill>
          <a:srgbClr val="DD1D21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THE LONG GRIND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Persistent asymmetric disruption; geopolitical rewiring</a:t>
          </a:r>
        </a:p>
      </dsp:txBody>
      <dsp:txXfrm>
        <a:off x="2742259" y="4731095"/>
        <a:ext cx="3117725" cy="3117725"/>
      </dsp:txXfrm>
    </dsp:sp>
    <dsp:sp modelId="{767D30F0-9596-42A7-BDCE-2B893BF0CDFE}">
      <dsp:nvSpPr>
        <dsp:cNvPr id="0" name=""/>
        <dsp:cNvSpPr/>
      </dsp:nvSpPr>
      <dsp:spPr>
        <a:xfrm>
          <a:off x="6294418" y="4562434"/>
          <a:ext cx="3455047" cy="3455047"/>
        </a:xfrm>
        <a:prstGeom prst="roundRect">
          <a:avLst/>
        </a:prstGeom>
        <a:solidFill>
          <a:srgbClr val="EB8705">
            <a:lumMod val="7500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BREAKPOINT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solidFill>
                <a:srgbClr val="FFFFFF"/>
              </a:solidFill>
              <a:latin typeface="ShellMedium"/>
              <a:ea typeface="+mn-ea"/>
              <a:cs typeface="+mn-cs"/>
            </a:rPr>
            <a:t>No durable return to confidence, instability is the new norm</a:t>
          </a:r>
        </a:p>
      </dsp:txBody>
      <dsp:txXfrm>
        <a:off x="6463079" y="4731095"/>
        <a:ext cx="3117725" cy="3117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31/08/2026</a:t>
            </a:fld>
            <a:endParaRPr lang="en-GB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68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55A1B-D3B0-C2DD-3F62-F8C152A40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7471A-03F1-E927-6859-D6AB3AA0E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C529-345C-E0FD-A8F6-0DCAEC80A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578FA-75D1-7348-E3C3-7E4117A469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381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13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diagramData" Target="../diagrams/data1.xm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diagramDrawing" Target="../diagrams/drawing1.xml"/><Relationship Id="rId5" Type="http://schemas.openxmlformats.org/officeDocument/2006/relationships/image" Target="../media/image5.tiff"/><Relationship Id="rId10" Type="http://schemas.openxmlformats.org/officeDocument/2006/relationships/diagramColors" Target="../diagrams/colors1.xml"/><Relationship Id="rId4" Type="http://schemas.openxmlformats.org/officeDocument/2006/relationships/image" Target="../media/image4.svg"/><Relationship Id="rId9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22096-CA38-7692-C4B0-E2FF22E6D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48c52803bb.png">
            <a:extLst>
              <a:ext uri="{FF2B5EF4-FFF2-40B4-BE49-F238E27FC236}">
                <a16:creationId xmlns:a16="http://schemas.microsoft.com/office/drawing/2014/main" id="{54AB24AB-1C1F-680C-DB0C-B94F1F64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FE03099-EB5A-C255-D3DB-2E835FB461C6}"/>
              </a:ext>
            </a:extLst>
          </p:cNvPr>
          <p:cNvSpPr/>
          <p:nvPr/>
        </p:nvSpPr>
        <p:spPr>
          <a:xfrm>
            <a:off x="2087214" y="1065338"/>
            <a:ext cx="10066685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765BAB6-A531-34A0-A27B-7A86CCF82EFC}"/>
              </a:ext>
            </a:extLst>
          </p:cNvPr>
          <p:cNvSpPr/>
          <p:nvPr/>
        </p:nvSpPr>
        <p:spPr>
          <a:xfrm>
            <a:off x="2467692" y="1255577"/>
            <a:ext cx="13381907" cy="7990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5617" b="1">
                <a:solidFill>
                  <a:srgbClr val="FFFFFF"/>
                </a:solidFill>
                <a:latin typeface="Aptos Display" pitchFamily="34" charset="0"/>
              </a:rPr>
              <a:t>COLLABORATION &amp; LEARNING</a:t>
            </a:r>
            <a:endParaRPr lang="en-US" sz="5617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C192760-6EBF-B302-A763-C2031E4D1105}"/>
              </a:ext>
            </a:extLst>
          </p:cNvPr>
          <p:cNvSpPr/>
          <p:nvPr/>
        </p:nvSpPr>
        <p:spPr>
          <a:xfrm>
            <a:off x="2087215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4147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Crocus Scenarios</a:t>
            </a:r>
            <a:endParaRPr lang="en-US" sz="14147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BD17CBA-3866-2A76-E03B-C4E1EC5F3F08}"/>
              </a:ext>
            </a:extLst>
          </p:cNvPr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r>
              <a:rPr lang="en-US" sz="5617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group crisis management, business planning and strategy stress testing during turbulent times</a:t>
            </a:r>
            <a:endParaRPr lang="en-US" sz="5617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E223A13-496C-8517-D77D-DA022C61EBA0}"/>
              </a:ext>
            </a:extLst>
          </p:cNvPr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0806EFA-5908-888F-36AE-E2E0A61BF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F115CB4B-7FC1-676A-3AC6-69EEFF07CEF0}"/>
              </a:ext>
            </a:extLst>
          </p:cNvPr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Olivier Kenter &amp; Ana Duque Vallejo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27670C8-49D3-7DB1-33C7-8A25F401506D}"/>
              </a:ext>
            </a:extLst>
          </p:cNvPr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F6B03A9-7737-5E4A-2465-9F3AD215B9A7}"/>
              </a:ext>
            </a:extLst>
          </p:cNvPr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/>
          </a:p>
          <a:p>
            <a:pPr algn="ctr"/>
            <a:r>
              <a:rPr lang="en-US" sz="5409" b="1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27A63F22-17E6-223E-F8DC-F1C9B5BCCD79}"/>
              </a:ext>
            </a:extLst>
          </p:cNvPr>
          <p:cNvSpPr/>
          <p:nvPr/>
        </p:nvSpPr>
        <p:spPr>
          <a:xfrm>
            <a:off x="800100" y="11138084"/>
            <a:ext cx="28803600" cy="178824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4689089-0044-C528-54FC-96FCF8E11D04}"/>
              </a:ext>
            </a:extLst>
          </p:cNvPr>
          <p:cNvSpPr/>
          <p:nvPr/>
        </p:nvSpPr>
        <p:spPr>
          <a:xfrm>
            <a:off x="1250163" y="11518666"/>
            <a:ext cx="27774886" cy="1141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GB" sz="6800" b="1">
                <a:solidFill>
                  <a:srgbClr val="2F3033"/>
                </a:solidFill>
                <a:latin typeface="Aptos Display"/>
              </a:rPr>
              <a:t>One scenario set. One common language. Better decisions.</a:t>
            </a:r>
            <a:endParaRPr lang="en-US" sz="9154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AEE0EEE-0412-450C-8178-F292864BAD97}"/>
              </a:ext>
            </a:extLst>
          </p:cNvPr>
          <p:cNvSpPr/>
          <p:nvPr/>
        </p:nvSpPr>
        <p:spPr>
          <a:xfrm>
            <a:off x="1706736" y="41776472"/>
            <a:ext cx="7609558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Shape. Connect. Accelerate.</a:t>
            </a:r>
            <a:endParaRPr lang="en-US" sz="3537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3B5FE52C-383B-A4F2-1B2C-FD54036F6DC3}"/>
              </a:ext>
            </a:extLst>
          </p:cNvPr>
          <p:cNvSpPr/>
          <p:nvPr/>
        </p:nvSpPr>
        <p:spPr>
          <a:xfrm>
            <a:off x="22747164" y="41776472"/>
            <a:ext cx="58974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/>
            <a:r>
              <a:rPr lang="en-US" sz="3537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7–8, 2026</a:t>
            </a:r>
            <a:endParaRPr lang="en-US" sz="3537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345A79-E3D2-0FFB-D739-FBC8162D5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pic>
        <p:nvPicPr>
          <p:cNvPr id="169" name="Picture 168" descr="February 28, 2026 — US-Israeli strikes on Iran | CNN">
            <a:extLst>
              <a:ext uri="{FF2B5EF4-FFF2-40B4-BE49-F238E27FC236}">
                <a16:creationId xmlns:a16="http://schemas.microsoft.com/office/drawing/2014/main" id="{A12F3440-2990-0A7D-E5FE-E76F9407D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16943070"/>
            <a:ext cx="8394192" cy="4731707"/>
          </a:xfrm>
          <a:prstGeom prst="rect">
            <a:avLst/>
          </a:prstGeom>
        </p:spPr>
      </p:pic>
      <p:sp>
        <p:nvSpPr>
          <p:cNvPr id="216" name="Arrow: Pentagon 215">
            <a:extLst>
              <a:ext uri="{FF2B5EF4-FFF2-40B4-BE49-F238E27FC236}">
                <a16:creationId xmlns:a16="http://schemas.microsoft.com/office/drawing/2014/main" id="{8CE2C391-ABD9-FC89-782E-9CE3D7D3527F}"/>
              </a:ext>
            </a:extLst>
          </p:cNvPr>
          <p:cNvSpPr/>
          <p:nvPr/>
        </p:nvSpPr>
        <p:spPr>
          <a:xfrm>
            <a:off x="715705" y="39103078"/>
            <a:ext cx="8892914" cy="1097280"/>
          </a:xfrm>
          <a:prstGeom prst="homePlate">
            <a:avLst/>
          </a:prstGeom>
          <a:solidFill>
            <a:srgbClr val="FDB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800" b="1" dirty="0">
                <a:solidFill>
                  <a:srgbClr val="DD1D21"/>
                </a:solidFill>
                <a:latin typeface="ShellHeavy"/>
              </a:rPr>
              <a:t> Leveraging Scenario capability</a:t>
            </a:r>
          </a:p>
        </p:txBody>
      </p:sp>
      <p:sp>
        <p:nvSpPr>
          <p:cNvPr id="218" name="Arrow: Chevron 217">
            <a:extLst>
              <a:ext uri="{FF2B5EF4-FFF2-40B4-BE49-F238E27FC236}">
                <a16:creationId xmlns:a16="http://schemas.microsoft.com/office/drawing/2014/main" id="{363D2AC9-24E0-6876-7B5E-7991A068D69E}"/>
              </a:ext>
            </a:extLst>
          </p:cNvPr>
          <p:cNvSpPr/>
          <p:nvPr/>
        </p:nvSpPr>
        <p:spPr>
          <a:xfrm>
            <a:off x="9814118" y="39103078"/>
            <a:ext cx="9322997" cy="1097280"/>
          </a:xfrm>
          <a:prstGeom prst="chevron">
            <a:avLst/>
          </a:prstGeom>
          <a:solidFill>
            <a:srgbClr val="FDD2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800" b="1" dirty="0">
                <a:solidFill>
                  <a:srgbClr val="DD1D21"/>
                </a:solidFill>
                <a:latin typeface="ShellHeavy"/>
              </a:rPr>
              <a:t>Common language &amp; assumptions</a:t>
            </a:r>
          </a:p>
        </p:txBody>
      </p:sp>
      <p:sp>
        <p:nvSpPr>
          <p:cNvPr id="220" name="Arrow: Chevron 219">
            <a:extLst>
              <a:ext uri="{FF2B5EF4-FFF2-40B4-BE49-F238E27FC236}">
                <a16:creationId xmlns:a16="http://schemas.microsoft.com/office/drawing/2014/main" id="{23F5694B-3E47-B099-C678-6B8B246BC9CD}"/>
              </a:ext>
            </a:extLst>
          </p:cNvPr>
          <p:cNvSpPr/>
          <p:nvPr/>
        </p:nvSpPr>
        <p:spPr>
          <a:xfrm>
            <a:off x="19365500" y="39103078"/>
            <a:ext cx="10206995" cy="1097280"/>
          </a:xfrm>
          <a:prstGeom prst="chevron">
            <a:avLst/>
          </a:prstGeom>
          <a:solidFill>
            <a:srgbClr val="FBEE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800" b="1" dirty="0">
                <a:solidFill>
                  <a:srgbClr val="DD1D21"/>
                </a:solidFill>
                <a:latin typeface="ShellHeavy"/>
              </a:rPr>
              <a:t>Faster decisions with less rework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095738" y="13761720"/>
            <a:ext cx="22860" cy="115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Rectangle 221"/>
          <p:cNvSpPr/>
          <p:nvPr/>
        </p:nvSpPr>
        <p:spPr>
          <a:xfrm>
            <a:off x="20189952" y="13761720"/>
            <a:ext cx="22860" cy="115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1078992" y="13880592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hellHeavy"/>
              </a:rPr>
              <a:t>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929384" y="13862304"/>
            <a:ext cx="765352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F3033"/>
                </a:solidFill>
                <a:latin typeface="ShellHeavy"/>
              </a:rPr>
              <a:t>UNCERTAINTY</a:t>
            </a:r>
          </a:p>
        </p:txBody>
      </p:sp>
      <p:sp>
        <p:nvSpPr>
          <p:cNvPr id="225" name="Oval 224"/>
          <p:cNvSpPr/>
          <p:nvPr/>
        </p:nvSpPr>
        <p:spPr>
          <a:xfrm>
            <a:off x="10972800" y="13880592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hellHeavy"/>
              </a:rPr>
              <a:t>2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1823192" y="13862304"/>
            <a:ext cx="765352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F3033"/>
                </a:solidFill>
                <a:latin typeface="ShellHeavy"/>
              </a:rPr>
              <a:t>SHARED SCENARIOS</a:t>
            </a:r>
          </a:p>
        </p:txBody>
      </p:sp>
      <p:sp>
        <p:nvSpPr>
          <p:cNvPr id="227" name="Oval 226"/>
          <p:cNvSpPr/>
          <p:nvPr/>
        </p:nvSpPr>
        <p:spPr>
          <a:xfrm>
            <a:off x="21031200" y="13880592"/>
            <a:ext cx="658368" cy="658368"/>
          </a:xfrm>
          <a:prstGeom prst="ellipse">
            <a:avLst/>
          </a:prstGeom>
          <a:solidFill>
            <a:srgbClr val="DD1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ShellHeavy"/>
              </a:rPr>
              <a:t>3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1881592" y="13862304"/>
            <a:ext cx="7653528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F3033"/>
                </a:solidFill>
                <a:latin typeface="ShellHeavy"/>
              </a:rPr>
              <a:t>PLANNING DECISIONS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078992" y="14950440"/>
            <a:ext cx="83667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F3033"/>
                </a:solidFill>
                <a:latin typeface="ShellMedium"/>
              </a:rPr>
              <a:t>Geopolitical disruption makes a single forecast unreliable.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972800" y="14950440"/>
            <a:ext cx="836676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F3033"/>
                </a:solidFill>
                <a:latin typeface="ShellMedium"/>
              </a:rPr>
              <a:t>Four distinct futures expose where plans are robust—and where they break.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1193018" y="24534322"/>
            <a:ext cx="83667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2F3033"/>
                </a:solidFill>
                <a:latin typeface="ShellMedium"/>
              </a:rPr>
              <a:t>One framework gives every team the same assumptions and vocabulary.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1031200" y="14950440"/>
            <a:ext cx="8183879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F3033"/>
                </a:solidFill>
                <a:latin typeface="ShellMedium"/>
              </a:rPr>
              <a:t>A shared language turns uncertainty into aligned action.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1031200" y="16943070"/>
            <a:ext cx="8183879" cy="9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2F3033"/>
                </a:solidFill>
                <a:latin typeface="ShellHeavy"/>
              </a:rPr>
              <a:t>CRISIS RESPONSE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95959"/>
                </a:solidFill>
                <a:latin typeface="ShellMedium"/>
              </a:rPr>
              <a:t>Frame near-term decisions consistently.</a:t>
            </a:r>
          </a:p>
          <a:p>
            <a:pPr>
              <a:lnSpc>
                <a:spcPct val="100000"/>
              </a:lnSpc>
              <a:spcBef>
                <a:spcPts val="1400"/>
              </a:spcBef>
              <a:spcAft>
                <a:spcPts val="300"/>
              </a:spcAft>
            </a:pPr>
            <a:r>
              <a:rPr sz="3000" b="1">
                <a:solidFill>
                  <a:srgbClr val="2F3033"/>
                </a:solidFill>
                <a:latin typeface="ShellHeavy"/>
              </a:rPr>
              <a:t>MARKET ASSUMPTIONS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95959"/>
                </a:solidFill>
                <a:latin typeface="ShellMedium"/>
              </a:rPr>
              <a:t>Align 2026 planning inputs across teams.</a:t>
            </a:r>
          </a:p>
          <a:p>
            <a:pPr>
              <a:lnSpc>
                <a:spcPct val="100000"/>
              </a:lnSpc>
              <a:spcBef>
                <a:spcPts val="1400"/>
              </a:spcBef>
              <a:spcAft>
                <a:spcPts val="300"/>
              </a:spcAft>
            </a:pPr>
            <a:r>
              <a:rPr sz="3000" b="1">
                <a:solidFill>
                  <a:srgbClr val="2F3033"/>
                </a:solidFill>
                <a:latin typeface="ShellHeavy"/>
              </a:rPr>
              <a:t>STRATEGY STRESS TESTS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595959"/>
                </a:solidFill>
                <a:latin typeface="ShellMedium"/>
              </a:rPr>
              <a:t>Expose vulnerabilities before choices lock in.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5EA5C3D-279E-B768-A713-895495238FE9}"/>
              </a:ext>
            </a:extLst>
          </p:cNvPr>
          <p:cNvGrpSpPr/>
          <p:nvPr/>
        </p:nvGrpSpPr>
        <p:grpSpPr>
          <a:xfrm>
            <a:off x="4215962" y="26725835"/>
            <a:ext cx="766824" cy="706115"/>
            <a:chOff x="24666210" y="12871235"/>
            <a:chExt cx="749808" cy="749808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E14DE50-2EC8-D20A-2586-1D96707C360C}"/>
                </a:ext>
              </a:extLst>
            </p:cNvPr>
            <p:cNvSpPr/>
            <p:nvPr/>
          </p:nvSpPr>
          <p:spPr>
            <a:xfrm>
              <a:off x="24666210" y="12871235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CCC09B8-D1F7-7DEF-B236-912D8433A582}"/>
                </a:ext>
              </a:extLst>
            </p:cNvPr>
            <p:cNvSpPr txBox="1"/>
            <p:nvPr/>
          </p:nvSpPr>
          <p:spPr>
            <a:xfrm>
              <a:off x="24666210" y="12999918"/>
              <a:ext cx="749808" cy="49244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 dirty="0">
                  <a:solidFill>
                    <a:srgbClr val="FFFFFF"/>
                  </a:solidFill>
                  <a:latin typeface="ShellMedium" panose="00000600000000000000" pitchFamily="2" charset="0"/>
                </a:rPr>
                <a:t>4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5B6B8C6-9239-A9CA-39AC-1F9EBF2D91F8}"/>
              </a:ext>
            </a:extLst>
          </p:cNvPr>
          <p:cNvSpPr txBox="1"/>
          <p:nvPr/>
        </p:nvSpPr>
        <p:spPr>
          <a:xfrm>
            <a:off x="5257374" y="26786504"/>
            <a:ext cx="8601120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GB" sz="3200" b="1" dirty="0">
                <a:solidFill>
                  <a:srgbClr val="2D2D2D"/>
                </a:solidFill>
                <a:latin typeface="ShellMedium" panose="00000600000000000000" pitchFamily="2" charset="0"/>
              </a:rPr>
              <a:t>ENERGY SYSTEM IMPLICATIONS</a:t>
            </a:r>
            <a:endParaRPr lang="en-US" sz="3200" b="1" dirty="0">
              <a:solidFill>
                <a:srgbClr val="2D2D2D"/>
              </a:solidFill>
              <a:latin typeface="ShellMedium" panose="00000600000000000000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A5F9133-3F0C-A49C-AE05-AAAA90E022C3}"/>
              </a:ext>
            </a:extLst>
          </p:cNvPr>
          <p:cNvSpPr/>
          <p:nvPr/>
        </p:nvSpPr>
        <p:spPr>
          <a:xfrm>
            <a:off x="15329916" y="26520426"/>
            <a:ext cx="22860" cy="1152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A978915F-D8CF-9F5A-9931-FE78230FC2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9144713"/>
              </p:ext>
            </p:extLst>
          </p:nvPr>
        </p:nvGraphicFramePr>
        <p:xfrm>
          <a:off x="8902188" y="15769366"/>
          <a:ext cx="12323064" cy="88590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48" name="Picture 47">
            <a:extLst>
              <a:ext uri="{FF2B5EF4-FFF2-40B4-BE49-F238E27FC236}">
                <a16:creationId xmlns:a16="http://schemas.microsoft.com/office/drawing/2014/main" id="{8CE784EF-8945-24D3-5DC7-20E8B98A817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8" y="28707370"/>
            <a:ext cx="13871121" cy="8400971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EE695B9-821B-32E7-B028-CC1ECA6603E3}"/>
              </a:ext>
            </a:extLst>
          </p:cNvPr>
          <p:cNvSpPr/>
          <p:nvPr/>
        </p:nvSpPr>
        <p:spPr>
          <a:xfrm>
            <a:off x="800100" y="25906969"/>
            <a:ext cx="28252800" cy="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79D5B8-7BE3-B084-D2F8-D1BF4C420055}"/>
              </a:ext>
            </a:extLst>
          </p:cNvPr>
          <p:cNvSpPr/>
          <p:nvPr/>
        </p:nvSpPr>
        <p:spPr>
          <a:xfrm>
            <a:off x="810768" y="38304221"/>
            <a:ext cx="28252800" cy="2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8" name="Picture 127">
            <a:extLst>
              <a:ext uri="{FF2B5EF4-FFF2-40B4-BE49-F238E27FC236}">
                <a16:creationId xmlns:a16="http://schemas.microsoft.com/office/drawing/2014/main" id="{9E1023AA-0A23-12E8-DA51-E2089DF864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89147" y="28782163"/>
            <a:ext cx="13914974" cy="8269794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32094FD-94A6-CF2D-26F4-2651F0A3C3A7}"/>
              </a:ext>
            </a:extLst>
          </p:cNvPr>
          <p:cNvGrpSpPr/>
          <p:nvPr/>
        </p:nvGrpSpPr>
        <p:grpSpPr>
          <a:xfrm>
            <a:off x="16808335" y="26704189"/>
            <a:ext cx="766824" cy="706115"/>
            <a:chOff x="24666210" y="12871235"/>
            <a:chExt cx="749808" cy="749808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0A810F2-0506-72A1-CCDA-C6C362D695EF}"/>
                </a:ext>
              </a:extLst>
            </p:cNvPr>
            <p:cNvSpPr/>
            <p:nvPr/>
          </p:nvSpPr>
          <p:spPr>
            <a:xfrm>
              <a:off x="24666210" y="12871235"/>
              <a:ext cx="749808" cy="749808"/>
            </a:xfrm>
            <a:prstGeom prst="ellipse">
              <a:avLst/>
            </a:prstGeom>
            <a:solidFill>
              <a:srgbClr val="DD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hellMedium" panose="00000600000000000000" pitchFamily="2" charset="0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C858F92-67EC-04EA-B00E-763F7F5AECF7}"/>
                </a:ext>
              </a:extLst>
            </p:cNvPr>
            <p:cNvSpPr txBox="1"/>
            <p:nvPr/>
          </p:nvSpPr>
          <p:spPr>
            <a:xfrm>
              <a:off x="24666210" y="12984682"/>
              <a:ext cx="749808" cy="52291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GB" sz="3200" b="1" dirty="0">
                  <a:solidFill>
                    <a:srgbClr val="FFFFFF"/>
                  </a:solidFill>
                  <a:latin typeface="ShellMedium" panose="00000600000000000000" pitchFamily="2" charset="0"/>
                </a:rPr>
                <a:t>5</a:t>
              </a:r>
              <a:endParaRPr sz="3200" b="1" dirty="0">
                <a:solidFill>
                  <a:srgbClr val="FFFFFF"/>
                </a:solidFill>
                <a:latin typeface="ShellMedium" panose="00000600000000000000" pitchFamily="2" charset="0"/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02355AE0-9484-5374-A999-C1125E6321F6}"/>
              </a:ext>
            </a:extLst>
          </p:cNvPr>
          <p:cNvSpPr txBox="1"/>
          <p:nvPr/>
        </p:nvSpPr>
        <p:spPr>
          <a:xfrm>
            <a:off x="17818966" y="26737573"/>
            <a:ext cx="13198864" cy="58477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GB" sz="3200" b="1" dirty="0">
                <a:solidFill>
                  <a:srgbClr val="2D2D2D"/>
                </a:solidFill>
                <a:latin typeface="ShellMedium" panose="00000600000000000000" pitchFamily="2" charset="0"/>
              </a:rPr>
              <a:t>INFORMING SHELL’s BUSINESS PLANNING</a:t>
            </a:r>
            <a:endParaRPr lang="en-US" sz="3200" b="1" dirty="0">
              <a:solidFill>
                <a:srgbClr val="2D2D2D"/>
              </a:solidFill>
              <a:latin typeface="Shell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351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UXD4DQ5FARXZ-1534890728-13</_dlc_DocId>
    <_dlc_DocIdUrl xmlns="5fe9d420-80f7-4ada-bee1-a7a60088c9b2">
      <Url>https://eu001-sp.shell.com/sites/SPO002395/_layouts/15/DocIdRedir.aspx?ID=UXD4DQ5FARXZ-1534890728-13</Url>
      <Description>UXD4DQ5FARXZ-1534890728-13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66EA65F-9570-49FB-8CFD-BCFE0201531D}"/>
</file>

<file path=customXml/itemProps2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AE002A-7645-46A2-8C4A-738EDFAA7ED3}">
  <ds:schemaRefs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7a4d270-2e9e-45ec-b53e-707b7cbfe7c3"/>
    <ds:schemaRef ds:uri="http://schemas.openxmlformats.org/package/2006/metadata/core-properties"/>
    <ds:schemaRef ds:uri="http://purl.org/dc/elements/1.1/"/>
    <ds:schemaRef ds:uri="c642a6ca-8515-4142-b4ce-183d01f224d8"/>
    <ds:schemaRef ds:uri="http://schemas.microsoft.com/sharepoint/v3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A52D254C-DC96-4935-B19F-A189EAF0FFAE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4170</TotalTime>
  <Words>196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Aptos Display</vt:lpstr>
      <vt:lpstr>ShellHeavy</vt:lpstr>
      <vt:lpstr>Wingdings</vt:lpstr>
      <vt:lpstr>Aptos</vt:lpstr>
      <vt:lpstr>Futura Medium</vt:lpstr>
      <vt:lpstr>ShellMedium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Kenter, Olivier CH SNV-FR/S/E</cp:lastModifiedBy>
  <cp:revision>2</cp:revision>
  <cp:lastPrinted>2017-04-25T09:06:38Z</cp:lastPrinted>
  <dcterms:created xsi:type="dcterms:W3CDTF">2009-11-25T14:32:06Z</dcterms:created>
  <dcterms:modified xsi:type="dcterms:W3CDTF">2026-08-31T12:58:52Z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0b20c17a-eb62-40bb-b9a6-3559466ed452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