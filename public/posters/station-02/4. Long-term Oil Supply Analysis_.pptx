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tiff" ContentType="image/tiff"/>
  <Default Extension="xlsb" ContentType="application/vnd.ms-excel.sheet.binary.macroEnabled.12"/>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notesSlides/notesSlide1.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5"/>
  </p:sldMasterIdLst>
  <p:notesMasterIdLst>
    <p:notesMasterId r:id="rId7"/>
  </p:notesMasterIdLst>
  <p:handoutMasterIdLst>
    <p:handoutMasterId r:id="rId8"/>
  </p:handoutMasterIdLst>
  <p:sldIdLst>
    <p:sldId id="346" r:id="rId6"/>
  </p:sldIdLst>
  <p:sldSz cx="30275213" cy="42803763"/>
  <p:notesSz cx="9926638" cy="14355763"/>
  <p:embeddedFontLst>
    <p:embeddedFont>
      <p:font typeface="Futura Medium" panose="00000800000000000000"/>
      <p:regular r:id="rId9"/>
      <p:bold r:id="rId10"/>
      <p:italic r:id="rId11"/>
      <p:boldItalic r:id="rId12"/>
    </p:embeddedFont>
    <p:embeddedFont>
      <p:font typeface="ShellBook" panose="020B0604020202020204" charset="0"/>
      <p:regular r:id="rId13"/>
    </p:embeddedFont>
  </p:embeddedFontLst>
  <p:defaultTextStyle>
    <a:defPPr>
      <a:defRPr lang="en-US"/>
    </a:defPPr>
    <a:lvl1pPr marL="0" algn="l" defTabSz="4676973" rtl="0" eaLnBrk="1" latinLnBrk="0" hangingPunct="1">
      <a:defRPr sz="9207" kern="1200">
        <a:solidFill>
          <a:schemeClr val="tx1"/>
        </a:solidFill>
        <a:latin typeface="+mn-lt"/>
        <a:ea typeface="+mn-ea"/>
        <a:cs typeface="+mn-cs"/>
      </a:defRPr>
    </a:lvl1pPr>
    <a:lvl2pPr marL="2338487" algn="l" defTabSz="4676973" rtl="0" eaLnBrk="1" latinLnBrk="0" hangingPunct="1">
      <a:defRPr sz="9207" kern="1200">
        <a:solidFill>
          <a:schemeClr val="tx1"/>
        </a:solidFill>
        <a:latin typeface="+mn-lt"/>
        <a:ea typeface="+mn-ea"/>
        <a:cs typeface="+mn-cs"/>
      </a:defRPr>
    </a:lvl2pPr>
    <a:lvl3pPr marL="4676973" algn="l" defTabSz="4676973" rtl="0" eaLnBrk="1" latinLnBrk="0" hangingPunct="1">
      <a:defRPr sz="9207" kern="1200">
        <a:solidFill>
          <a:schemeClr val="tx1"/>
        </a:solidFill>
        <a:latin typeface="+mn-lt"/>
        <a:ea typeface="+mn-ea"/>
        <a:cs typeface="+mn-cs"/>
      </a:defRPr>
    </a:lvl3pPr>
    <a:lvl4pPr marL="7015460" algn="l" defTabSz="4676973" rtl="0" eaLnBrk="1" latinLnBrk="0" hangingPunct="1">
      <a:defRPr sz="9207" kern="1200">
        <a:solidFill>
          <a:schemeClr val="tx1"/>
        </a:solidFill>
        <a:latin typeface="+mn-lt"/>
        <a:ea typeface="+mn-ea"/>
        <a:cs typeface="+mn-cs"/>
      </a:defRPr>
    </a:lvl4pPr>
    <a:lvl5pPr marL="9353946" algn="l" defTabSz="4676973" rtl="0" eaLnBrk="1" latinLnBrk="0" hangingPunct="1">
      <a:defRPr sz="9207" kern="1200">
        <a:solidFill>
          <a:schemeClr val="tx1"/>
        </a:solidFill>
        <a:latin typeface="+mn-lt"/>
        <a:ea typeface="+mn-ea"/>
        <a:cs typeface="+mn-cs"/>
      </a:defRPr>
    </a:lvl5pPr>
    <a:lvl6pPr marL="11692433" algn="l" defTabSz="4676973" rtl="0" eaLnBrk="1" latinLnBrk="0" hangingPunct="1">
      <a:defRPr sz="9207" kern="1200">
        <a:solidFill>
          <a:schemeClr val="tx1"/>
        </a:solidFill>
        <a:latin typeface="+mn-lt"/>
        <a:ea typeface="+mn-ea"/>
        <a:cs typeface="+mn-cs"/>
      </a:defRPr>
    </a:lvl6pPr>
    <a:lvl7pPr marL="14030919" algn="l" defTabSz="4676973" rtl="0" eaLnBrk="1" latinLnBrk="0" hangingPunct="1">
      <a:defRPr sz="9207" kern="1200">
        <a:solidFill>
          <a:schemeClr val="tx1"/>
        </a:solidFill>
        <a:latin typeface="+mn-lt"/>
        <a:ea typeface="+mn-ea"/>
        <a:cs typeface="+mn-cs"/>
      </a:defRPr>
    </a:lvl7pPr>
    <a:lvl8pPr marL="16369406" algn="l" defTabSz="4676973" rtl="0" eaLnBrk="1" latinLnBrk="0" hangingPunct="1">
      <a:defRPr sz="9207" kern="1200">
        <a:solidFill>
          <a:schemeClr val="tx1"/>
        </a:solidFill>
        <a:latin typeface="+mn-lt"/>
        <a:ea typeface="+mn-ea"/>
        <a:cs typeface="+mn-cs"/>
      </a:defRPr>
    </a:lvl8pPr>
    <a:lvl9pPr marL="18707892" algn="l" defTabSz="4676973" rtl="0" eaLnBrk="1" latinLnBrk="0" hangingPunct="1">
      <a:defRPr sz="9207"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5998" userDrawn="1">
          <p15:clr>
            <a:srgbClr val="A4A3A4"/>
          </p15:clr>
        </p15:guide>
        <p15:guide id="2" orient="horz" pos="890" userDrawn="1">
          <p15:clr>
            <a:srgbClr val="A4A3A4"/>
          </p15:clr>
        </p15:guide>
        <p15:guide id="3" orient="horz" pos="5143" userDrawn="1">
          <p15:clr>
            <a:srgbClr val="A4A3A4"/>
          </p15:clr>
        </p15:guide>
        <p15:guide id="4" orient="horz" pos="2938" userDrawn="1">
          <p15:clr>
            <a:srgbClr val="A4A3A4"/>
          </p15:clr>
        </p15:guide>
        <p15:guide id="5" orient="horz" pos="25141" userDrawn="1">
          <p15:clr>
            <a:srgbClr val="A4A3A4"/>
          </p15:clr>
        </p15:guide>
        <p15:guide id="6" orient="horz" pos="13074" userDrawn="1">
          <p15:clr>
            <a:srgbClr val="A4A3A4"/>
          </p15:clr>
        </p15:guide>
        <p15:guide id="7" pos="18098" userDrawn="1">
          <p15:clr>
            <a:srgbClr val="A4A3A4"/>
          </p15:clr>
        </p15:guide>
        <p15:guide id="8" pos="9244" userDrawn="1">
          <p15:clr>
            <a:srgbClr val="A4A3A4"/>
          </p15:clr>
        </p15:guide>
        <p15:guide id="9" pos="977" userDrawn="1">
          <p15:clr>
            <a:srgbClr val="A4A3A4"/>
          </p15:clr>
        </p15:guide>
        <p15:guide id="10" pos="9843" userDrawn="1">
          <p15:clr>
            <a:srgbClr val="A4A3A4"/>
          </p15:clr>
        </p15:guide>
      </p15:sldGuideLst>
    </p:ext>
    <p:ext uri="{2D200454-40CA-4A62-9FC3-DE9A4176ACB9}">
      <p15:notesGuideLst xmlns:p15="http://schemas.microsoft.com/office/powerpoint/2012/main">
        <p15:guide id="1" orient="horz" pos="4522" userDrawn="1">
          <p15:clr>
            <a:srgbClr val="A4A3A4"/>
          </p15:clr>
        </p15:guide>
        <p15:guide id="2" pos="3127"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F69605C-22C7-2175-356B-225E90AC4690}" name="Lottman, Tim J SIBV-FR/S/E/E" initials="LS" userId="S::tim.lottman@shell.com::5890978d-dde6-4bf5-b124-d8aa5c709aad"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7D117"/>
    <a:srgbClr val="D42E12"/>
    <a:srgbClr val="8FD1E3"/>
    <a:srgbClr val="FFEECA"/>
    <a:srgbClr val="F49600"/>
    <a:srgbClr val="FFFFFF"/>
    <a:srgbClr val="CCE9DB"/>
    <a:srgbClr val="99CDB7"/>
    <a:srgbClr val="66B492"/>
    <a:srgbClr val="339B6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2" dt="2026-09-01T16:33:16.86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716" autoAdjust="0"/>
    <p:restoredTop sz="94660"/>
  </p:normalViewPr>
  <p:slideViewPr>
    <p:cSldViewPr snapToGrid="0">
      <p:cViewPr>
        <p:scale>
          <a:sx n="50" d="100"/>
          <a:sy n="50" d="100"/>
        </p:scale>
        <p:origin x="4074" y="-4122"/>
      </p:cViewPr>
      <p:guideLst>
        <p:guide orient="horz" pos="25998"/>
        <p:guide orient="horz" pos="890"/>
        <p:guide orient="horz" pos="5143"/>
        <p:guide orient="horz" pos="2938"/>
        <p:guide orient="horz" pos="25141"/>
        <p:guide orient="horz" pos="13074"/>
        <p:guide pos="18098"/>
        <p:guide pos="9244"/>
        <p:guide pos="977"/>
        <p:guide pos="9843"/>
      </p:guideLst>
    </p:cSldViewPr>
  </p:slideViewPr>
  <p:notesTextViewPr>
    <p:cViewPr>
      <p:scale>
        <a:sx n="1" d="1"/>
        <a:sy n="1" d="1"/>
      </p:scale>
      <p:origin x="0" y="0"/>
    </p:cViewPr>
  </p:notesTextViewPr>
  <p:notesViewPr>
    <p:cSldViewPr snapToGrid="0">
      <p:cViewPr>
        <p:scale>
          <a:sx n="1" d="2"/>
          <a:sy n="1" d="2"/>
        </p:scale>
        <p:origin x="0" y="0"/>
      </p:cViewPr>
      <p:guideLst>
        <p:guide orient="horz" pos="4522"/>
        <p:guide pos="3127"/>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13" Type="http://schemas.openxmlformats.org/officeDocument/2006/relationships/font" Target="fonts/font5.fntdata"/><Relationship Id="rId18"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openxmlformats.org/officeDocument/2006/relationships/font" Target="fonts/font4.fntdata"/><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20"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font" Target="fonts/font3.fntdata"/><Relationship Id="rId5" Type="http://schemas.openxmlformats.org/officeDocument/2006/relationships/slideMaster" Target="slideMasters/slideMaster1.xml"/><Relationship Id="rId15" Type="http://schemas.openxmlformats.org/officeDocument/2006/relationships/viewProps" Target="viewProps.xml"/><Relationship Id="rId10" Type="http://schemas.openxmlformats.org/officeDocument/2006/relationships/font" Target="fonts/font2.fntdata"/><Relationship Id="rId19" Type="http://schemas.microsoft.com/office/2015/10/relationships/revisionInfo" Target="revisionInfo.xml"/><Relationship Id="rId4" Type="http://schemas.openxmlformats.org/officeDocument/2006/relationships/customXml" Target="../customXml/item4.xml"/><Relationship Id="rId9" Type="http://schemas.openxmlformats.org/officeDocument/2006/relationships/font" Target="fonts/font1.fntdata"/><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ker, Richard SI-FR/S/E/E" userId="5f9de74e-87d0-498f-9a04-c9292600b5b0" providerId="ADAL" clId="{331ACF9A-AB44-49B7-98FD-2D9AEEAFDF9B}"/>
    <pc:docChg chg="custSel modSld">
      <pc:chgData name="Baker, Richard SI-FR/S/E/E" userId="5f9de74e-87d0-498f-9a04-c9292600b5b0" providerId="ADAL" clId="{331ACF9A-AB44-49B7-98FD-2D9AEEAFDF9B}" dt="2026-08-28T13:08:31.508" v="597" actId="1076"/>
      <pc:docMkLst>
        <pc:docMk/>
      </pc:docMkLst>
      <pc:sldChg chg="addSp delSp modSp mod">
        <pc:chgData name="Baker, Richard SI-FR/S/E/E" userId="5f9de74e-87d0-498f-9a04-c9292600b5b0" providerId="ADAL" clId="{331ACF9A-AB44-49B7-98FD-2D9AEEAFDF9B}" dt="2026-08-28T13:08:31.508" v="597" actId="1076"/>
        <pc:sldMkLst>
          <pc:docMk/>
          <pc:sldMk cId="1996095377" sldId="346"/>
        </pc:sldMkLst>
        <pc:spChg chg="mod ord">
          <ac:chgData name="Baker, Richard SI-FR/S/E/E" userId="5f9de74e-87d0-498f-9a04-c9292600b5b0" providerId="ADAL" clId="{331ACF9A-AB44-49B7-98FD-2D9AEEAFDF9B}" dt="2026-08-28T13:08:15.135" v="385"/>
          <ac:spMkLst>
            <pc:docMk/>
            <pc:sldMk cId="1996095377" sldId="346"/>
            <ac:spMk id="3" creationId="{8613819F-7B8E-48E4-251A-C6BB54AE9357}"/>
          </ac:spMkLst>
        </pc:spChg>
        <pc:spChg chg="mod ord">
          <ac:chgData name="Baker, Richard SI-FR/S/E/E" userId="5f9de74e-87d0-498f-9a04-c9292600b5b0" providerId="ADAL" clId="{331ACF9A-AB44-49B7-98FD-2D9AEEAFDF9B}" dt="2026-08-28T13:08:15.135" v="387"/>
          <ac:spMkLst>
            <pc:docMk/>
            <pc:sldMk cId="1996095377" sldId="346"/>
            <ac:spMk id="4" creationId="{78C21984-0F03-E592-485F-160F09706583}"/>
          </ac:spMkLst>
        </pc:spChg>
        <pc:spChg chg="mod ord">
          <ac:chgData name="Baker, Richard SI-FR/S/E/E" userId="5f9de74e-87d0-498f-9a04-c9292600b5b0" providerId="ADAL" clId="{331ACF9A-AB44-49B7-98FD-2D9AEEAFDF9B}" dt="2026-08-28T13:08:15.135" v="389"/>
          <ac:spMkLst>
            <pc:docMk/>
            <pc:sldMk cId="1996095377" sldId="346"/>
            <ac:spMk id="5" creationId="{A20D2966-6ACE-960F-9736-520CBB3F4318}"/>
          </ac:spMkLst>
        </pc:spChg>
        <pc:spChg chg="mod ord">
          <ac:chgData name="Baker, Richard SI-FR/S/E/E" userId="5f9de74e-87d0-498f-9a04-c9292600b5b0" providerId="ADAL" clId="{331ACF9A-AB44-49B7-98FD-2D9AEEAFDF9B}" dt="2026-08-28T13:08:15.136" v="391"/>
          <ac:spMkLst>
            <pc:docMk/>
            <pc:sldMk cId="1996095377" sldId="346"/>
            <ac:spMk id="6" creationId="{8042B770-6D96-5B77-7E7B-C017369BD197}"/>
          </ac:spMkLst>
        </pc:spChg>
        <pc:spChg chg="mod ord">
          <ac:chgData name="Baker, Richard SI-FR/S/E/E" userId="5f9de74e-87d0-498f-9a04-c9292600b5b0" providerId="ADAL" clId="{331ACF9A-AB44-49B7-98FD-2D9AEEAFDF9B}" dt="2026-08-28T13:08:15.136" v="393"/>
          <ac:spMkLst>
            <pc:docMk/>
            <pc:sldMk cId="1996095377" sldId="346"/>
            <ac:spMk id="7" creationId="{456BFCF4-B153-59B4-CF8E-B53E24F9C07F}"/>
          </ac:spMkLst>
        </pc:spChg>
        <pc:spChg chg="mod ord">
          <ac:chgData name="Baker, Richard SI-FR/S/E/E" userId="5f9de74e-87d0-498f-9a04-c9292600b5b0" providerId="ADAL" clId="{331ACF9A-AB44-49B7-98FD-2D9AEEAFDF9B}" dt="2026-08-28T13:08:15.138" v="397"/>
          <ac:spMkLst>
            <pc:docMk/>
            <pc:sldMk cId="1996095377" sldId="346"/>
            <ac:spMk id="9" creationId="{C734A375-63BA-D5E1-FA99-1A5602C727A2}"/>
          </ac:spMkLst>
        </pc:spChg>
        <pc:spChg chg="mod ord">
          <ac:chgData name="Baker, Richard SI-FR/S/E/E" userId="5f9de74e-87d0-498f-9a04-c9292600b5b0" providerId="ADAL" clId="{331ACF9A-AB44-49B7-98FD-2D9AEEAFDF9B}" dt="2026-08-28T13:08:15.138" v="399"/>
          <ac:spMkLst>
            <pc:docMk/>
            <pc:sldMk cId="1996095377" sldId="346"/>
            <ac:spMk id="10" creationId="{13B2EAB1-73C3-9B6B-348E-1AB5EFE50194}"/>
          </ac:spMkLst>
        </pc:spChg>
        <pc:spChg chg="mod ord">
          <ac:chgData name="Baker, Richard SI-FR/S/E/E" userId="5f9de74e-87d0-498f-9a04-c9292600b5b0" providerId="ADAL" clId="{331ACF9A-AB44-49B7-98FD-2D9AEEAFDF9B}" dt="2026-08-28T13:08:15.138" v="401"/>
          <ac:spMkLst>
            <pc:docMk/>
            <pc:sldMk cId="1996095377" sldId="346"/>
            <ac:spMk id="12" creationId="{DD1C22D0-E60F-C824-1C48-D5EB4B96FF5B}"/>
          </ac:spMkLst>
        </pc:spChg>
        <pc:spChg chg="mod ord">
          <ac:chgData name="Baker, Richard SI-FR/S/E/E" userId="5f9de74e-87d0-498f-9a04-c9292600b5b0" providerId="ADAL" clId="{331ACF9A-AB44-49B7-98FD-2D9AEEAFDF9B}" dt="2026-08-28T13:08:26.666" v="595" actId="1076"/>
          <ac:spMkLst>
            <pc:docMk/>
            <pc:sldMk cId="1996095377" sldId="346"/>
            <ac:spMk id="13" creationId="{602CD86B-0C04-F6D2-A97C-AF7972919537}"/>
          </ac:spMkLst>
        </pc:spChg>
        <pc:spChg chg="mod ord">
          <ac:chgData name="Baker, Richard SI-FR/S/E/E" userId="5f9de74e-87d0-498f-9a04-c9292600b5b0" providerId="ADAL" clId="{331ACF9A-AB44-49B7-98FD-2D9AEEAFDF9B}" dt="2026-08-28T13:08:15.139" v="405"/>
          <ac:spMkLst>
            <pc:docMk/>
            <pc:sldMk cId="1996095377" sldId="346"/>
            <ac:spMk id="16" creationId="{3A0357E3-0EFD-B606-FB32-23825F40F622}"/>
          </ac:spMkLst>
        </pc:spChg>
        <pc:spChg chg="mod ord">
          <ac:chgData name="Baker, Richard SI-FR/S/E/E" userId="5f9de74e-87d0-498f-9a04-c9292600b5b0" providerId="ADAL" clId="{331ACF9A-AB44-49B7-98FD-2D9AEEAFDF9B}" dt="2026-08-28T13:08:15.139" v="407"/>
          <ac:spMkLst>
            <pc:docMk/>
            <pc:sldMk cId="1996095377" sldId="346"/>
            <ac:spMk id="17" creationId="{6DC11660-5626-4C76-6191-5C5F8557DD97}"/>
          </ac:spMkLst>
        </pc:spChg>
        <pc:spChg chg="mod ord">
          <ac:chgData name="Baker, Richard SI-FR/S/E/E" userId="5f9de74e-87d0-498f-9a04-c9292600b5b0" providerId="ADAL" clId="{331ACF9A-AB44-49B7-98FD-2D9AEEAFDF9B}" dt="2026-08-28T13:08:15.139" v="409"/>
          <ac:spMkLst>
            <pc:docMk/>
            <pc:sldMk cId="1996095377" sldId="346"/>
            <ac:spMk id="18" creationId="{1EB8BA2F-3135-EFF6-D749-4ADBDCFC4B79}"/>
          </ac:spMkLst>
        </pc:spChg>
        <pc:spChg chg="mod ord">
          <ac:chgData name="Baker, Richard SI-FR/S/E/E" userId="5f9de74e-87d0-498f-9a04-c9292600b5b0" providerId="ADAL" clId="{331ACF9A-AB44-49B7-98FD-2D9AEEAFDF9B}" dt="2026-08-28T13:08:15.139" v="411"/>
          <ac:spMkLst>
            <pc:docMk/>
            <pc:sldMk cId="1996095377" sldId="346"/>
            <ac:spMk id="20" creationId="{DD50C15A-8303-45B9-1578-BFD6A1E67250}"/>
          </ac:spMkLst>
        </pc:spChg>
        <pc:spChg chg="mod ord">
          <ac:chgData name="Baker, Richard SI-FR/S/E/E" userId="5f9de74e-87d0-498f-9a04-c9292600b5b0" providerId="ADAL" clId="{331ACF9A-AB44-49B7-98FD-2D9AEEAFDF9B}" dt="2026-08-28T13:08:15.140" v="413"/>
          <ac:spMkLst>
            <pc:docMk/>
            <pc:sldMk cId="1996095377" sldId="346"/>
            <ac:spMk id="21" creationId="{4B38D37C-6986-9E6A-DCAF-01D6AAB357DD}"/>
          </ac:spMkLst>
        </pc:spChg>
        <pc:spChg chg="mod ord">
          <ac:chgData name="Baker, Richard SI-FR/S/E/E" userId="5f9de74e-87d0-498f-9a04-c9292600b5b0" providerId="ADAL" clId="{331ACF9A-AB44-49B7-98FD-2D9AEEAFDF9B}" dt="2026-08-28T13:08:15.140" v="415"/>
          <ac:spMkLst>
            <pc:docMk/>
            <pc:sldMk cId="1996095377" sldId="346"/>
            <ac:spMk id="22" creationId="{C9B0A24D-6A4C-9ECF-7254-EBB48E146A5B}"/>
          </ac:spMkLst>
        </pc:spChg>
        <pc:spChg chg="mod ord">
          <ac:chgData name="Baker, Richard SI-FR/S/E/E" userId="5f9de74e-87d0-498f-9a04-c9292600b5b0" providerId="ADAL" clId="{331ACF9A-AB44-49B7-98FD-2D9AEEAFDF9B}" dt="2026-08-28T13:08:15.141" v="419"/>
          <ac:spMkLst>
            <pc:docMk/>
            <pc:sldMk cId="1996095377" sldId="346"/>
            <ac:spMk id="23" creationId="{55731418-295A-103C-B6D1-99D4657DC5FF}"/>
          </ac:spMkLst>
        </pc:spChg>
        <pc:spChg chg="mod">
          <ac:chgData name="Baker, Richard SI-FR/S/E/E" userId="5f9de74e-87d0-498f-9a04-c9292600b5b0" providerId="ADAL" clId="{331ACF9A-AB44-49B7-98FD-2D9AEEAFDF9B}" dt="2026-08-28T13:08:15.142" v="426"/>
          <ac:spMkLst>
            <pc:docMk/>
            <pc:sldMk cId="1996095377" sldId="346"/>
            <ac:spMk id="26" creationId="{86F082C4-0275-AA93-AE76-7D917D8DDBFB}"/>
          </ac:spMkLst>
        </pc:spChg>
        <pc:spChg chg="mod">
          <ac:chgData name="Baker, Richard SI-FR/S/E/E" userId="5f9de74e-87d0-498f-9a04-c9292600b5b0" providerId="ADAL" clId="{331ACF9A-AB44-49B7-98FD-2D9AEEAFDF9B}" dt="2026-08-28T13:08:15.142" v="427"/>
          <ac:spMkLst>
            <pc:docMk/>
            <pc:sldMk cId="1996095377" sldId="346"/>
            <ac:spMk id="27" creationId="{EBBA7F50-31A1-A32F-BB89-2B4C339F6E17}"/>
          </ac:spMkLst>
        </pc:spChg>
        <pc:spChg chg="mod">
          <ac:chgData name="Baker, Richard SI-FR/S/E/E" userId="5f9de74e-87d0-498f-9a04-c9292600b5b0" providerId="ADAL" clId="{331ACF9A-AB44-49B7-98FD-2D9AEEAFDF9B}" dt="2026-08-28T13:08:15.143" v="428"/>
          <ac:spMkLst>
            <pc:docMk/>
            <pc:sldMk cId="1996095377" sldId="346"/>
            <ac:spMk id="28" creationId="{72F953B2-FFA9-153D-B235-BC9DA228D652}"/>
          </ac:spMkLst>
        </pc:spChg>
        <pc:spChg chg="mod">
          <ac:chgData name="Baker, Richard SI-FR/S/E/E" userId="5f9de74e-87d0-498f-9a04-c9292600b5b0" providerId="ADAL" clId="{331ACF9A-AB44-49B7-98FD-2D9AEEAFDF9B}" dt="2026-08-28T13:08:15.143" v="429"/>
          <ac:spMkLst>
            <pc:docMk/>
            <pc:sldMk cId="1996095377" sldId="346"/>
            <ac:spMk id="29" creationId="{E331362F-8202-9B66-7105-A6DE678600C3}"/>
          </ac:spMkLst>
        </pc:spChg>
        <pc:spChg chg="mod ord">
          <ac:chgData name="Baker, Richard SI-FR/S/E/E" userId="5f9de74e-87d0-498f-9a04-c9292600b5b0" providerId="ADAL" clId="{331ACF9A-AB44-49B7-98FD-2D9AEEAFDF9B}" dt="2026-08-28T13:08:15.168" v="569"/>
          <ac:spMkLst>
            <pc:docMk/>
            <pc:sldMk cId="1996095377" sldId="346"/>
            <ac:spMk id="33" creationId="{D3FE75C9-F89F-5704-5010-641B0EB9EBF9}"/>
          </ac:spMkLst>
        </pc:spChg>
        <pc:spChg chg="mod ord">
          <ac:chgData name="Baker, Richard SI-FR/S/E/E" userId="5f9de74e-87d0-498f-9a04-c9292600b5b0" providerId="ADAL" clId="{331ACF9A-AB44-49B7-98FD-2D9AEEAFDF9B}" dt="2026-08-28T13:08:15.144" v="431"/>
          <ac:spMkLst>
            <pc:docMk/>
            <pc:sldMk cId="1996095377" sldId="346"/>
            <ac:spMk id="34" creationId="{8E9B3757-C462-645C-95EC-83A633F5BB0F}"/>
          </ac:spMkLst>
        </pc:spChg>
        <pc:spChg chg="mod ord">
          <ac:chgData name="Baker, Richard SI-FR/S/E/E" userId="5f9de74e-87d0-498f-9a04-c9292600b5b0" providerId="ADAL" clId="{331ACF9A-AB44-49B7-98FD-2D9AEEAFDF9B}" dt="2026-08-28T13:08:31.508" v="597" actId="1076"/>
          <ac:spMkLst>
            <pc:docMk/>
            <pc:sldMk cId="1996095377" sldId="346"/>
            <ac:spMk id="35" creationId="{A0854E8F-C623-22A8-4F09-278FDFF72EF6}"/>
          </ac:spMkLst>
        </pc:spChg>
        <pc:spChg chg="mod">
          <ac:chgData name="Baker, Richard SI-FR/S/E/E" userId="5f9de74e-87d0-498f-9a04-c9292600b5b0" providerId="ADAL" clId="{331ACF9A-AB44-49B7-98FD-2D9AEEAFDF9B}" dt="2026-08-28T13:08:15.145" v="440"/>
          <ac:spMkLst>
            <pc:docMk/>
            <pc:sldMk cId="1996095377" sldId="346"/>
            <ac:spMk id="39" creationId="{AED2249B-240A-CE0A-70F3-A630B683140B}"/>
          </ac:spMkLst>
        </pc:spChg>
        <pc:spChg chg="mod">
          <ac:chgData name="Baker, Richard SI-FR/S/E/E" userId="5f9de74e-87d0-498f-9a04-c9292600b5b0" providerId="ADAL" clId="{331ACF9A-AB44-49B7-98FD-2D9AEEAFDF9B}" dt="2026-08-28T13:08:15.146" v="441"/>
          <ac:spMkLst>
            <pc:docMk/>
            <pc:sldMk cId="1996095377" sldId="346"/>
            <ac:spMk id="40" creationId="{B6125AB8-F1CD-A550-32AD-779345305BF9}"/>
          </ac:spMkLst>
        </pc:spChg>
        <pc:spChg chg="mod">
          <ac:chgData name="Baker, Richard SI-FR/S/E/E" userId="5f9de74e-87d0-498f-9a04-c9292600b5b0" providerId="ADAL" clId="{331ACF9A-AB44-49B7-98FD-2D9AEEAFDF9B}" dt="2026-08-28T13:08:15.146" v="442"/>
          <ac:spMkLst>
            <pc:docMk/>
            <pc:sldMk cId="1996095377" sldId="346"/>
            <ac:spMk id="41" creationId="{13CAFEE5-DE43-C88D-8F20-4421B7C42B9F}"/>
          </ac:spMkLst>
        </pc:spChg>
        <pc:spChg chg="mod">
          <ac:chgData name="Baker, Richard SI-FR/S/E/E" userId="5f9de74e-87d0-498f-9a04-c9292600b5b0" providerId="ADAL" clId="{331ACF9A-AB44-49B7-98FD-2D9AEEAFDF9B}" dt="2026-08-28T13:08:15.146" v="443"/>
          <ac:spMkLst>
            <pc:docMk/>
            <pc:sldMk cId="1996095377" sldId="346"/>
            <ac:spMk id="42" creationId="{0435FD70-4335-9654-5EEF-8310D99D2D3A}"/>
          </ac:spMkLst>
        </pc:spChg>
        <pc:spChg chg="mod ord">
          <ac:chgData name="Baker, Richard SI-FR/S/E/E" userId="5f9de74e-87d0-498f-9a04-c9292600b5b0" providerId="ADAL" clId="{331ACF9A-AB44-49B7-98FD-2D9AEEAFDF9B}" dt="2026-08-28T13:08:15.157" v="515"/>
          <ac:spMkLst>
            <pc:docMk/>
            <pc:sldMk cId="1996095377" sldId="346"/>
            <ac:spMk id="45" creationId="{00689505-86AE-AB83-C46F-63F4DD0A302E}"/>
          </ac:spMkLst>
        </pc:spChg>
        <pc:spChg chg="mod ord">
          <ac:chgData name="Baker, Richard SI-FR/S/E/E" userId="5f9de74e-87d0-498f-9a04-c9292600b5b0" providerId="ADAL" clId="{331ACF9A-AB44-49B7-98FD-2D9AEEAFDF9B}" dt="2026-08-28T13:08:15.147" v="445"/>
          <ac:spMkLst>
            <pc:docMk/>
            <pc:sldMk cId="1996095377" sldId="346"/>
            <ac:spMk id="46" creationId="{CFDD65F6-010D-8CCA-A3EC-FB820D9C932A}"/>
          </ac:spMkLst>
        </pc:spChg>
        <pc:spChg chg="mod ord">
          <ac:chgData name="Baker, Richard SI-FR/S/E/E" userId="5f9de74e-87d0-498f-9a04-c9292600b5b0" providerId="ADAL" clId="{331ACF9A-AB44-49B7-98FD-2D9AEEAFDF9B}" dt="2026-08-28T13:08:18.572" v="592" actId="1076"/>
          <ac:spMkLst>
            <pc:docMk/>
            <pc:sldMk cId="1996095377" sldId="346"/>
            <ac:spMk id="52" creationId="{C9723800-F43A-FD18-92FC-FE84FC46C158}"/>
          </ac:spMkLst>
        </pc:spChg>
        <pc:spChg chg="mod ord">
          <ac:chgData name="Baker, Richard SI-FR/S/E/E" userId="5f9de74e-87d0-498f-9a04-c9292600b5b0" providerId="ADAL" clId="{331ACF9A-AB44-49B7-98FD-2D9AEEAFDF9B}" dt="2026-08-28T13:08:24.650" v="594" actId="1076"/>
          <ac:spMkLst>
            <pc:docMk/>
            <pc:sldMk cId="1996095377" sldId="346"/>
            <ac:spMk id="69" creationId="{424F544F-C135-9A3C-D2A0-6DF6F84BA46C}"/>
          </ac:spMkLst>
        </pc:spChg>
        <pc:spChg chg="mod ord">
          <ac:chgData name="Baker, Richard SI-FR/S/E/E" userId="5f9de74e-87d0-498f-9a04-c9292600b5b0" providerId="ADAL" clId="{331ACF9A-AB44-49B7-98FD-2D9AEEAFDF9B}" dt="2026-08-28T13:08:15.169" v="575"/>
          <ac:spMkLst>
            <pc:docMk/>
            <pc:sldMk cId="1996095377" sldId="346"/>
            <ac:spMk id="73" creationId="{C3EFF08C-88B6-8298-039C-4572C7833F0D}"/>
          </ac:spMkLst>
        </pc:spChg>
        <pc:spChg chg="mod ord">
          <ac:chgData name="Baker, Richard SI-FR/S/E/E" userId="5f9de74e-87d0-498f-9a04-c9292600b5b0" providerId="ADAL" clId="{331ACF9A-AB44-49B7-98FD-2D9AEEAFDF9B}" dt="2026-08-28T13:08:15.169" v="577"/>
          <ac:spMkLst>
            <pc:docMk/>
            <pc:sldMk cId="1996095377" sldId="346"/>
            <ac:spMk id="75" creationId="{0C38EEA4-621E-E413-597D-662849298808}"/>
          </ac:spMkLst>
        </pc:spChg>
        <pc:spChg chg="mod ord">
          <ac:chgData name="Baker, Richard SI-FR/S/E/E" userId="5f9de74e-87d0-498f-9a04-c9292600b5b0" providerId="ADAL" clId="{331ACF9A-AB44-49B7-98FD-2D9AEEAFDF9B}" dt="2026-08-28T13:08:15.169" v="579"/>
          <ac:spMkLst>
            <pc:docMk/>
            <pc:sldMk cId="1996095377" sldId="346"/>
            <ac:spMk id="76" creationId="{C51E57FE-4E47-49B5-E2A4-49C908C92F3D}"/>
          </ac:spMkLst>
        </pc:spChg>
        <pc:spChg chg="mod ord">
          <ac:chgData name="Baker, Richard SI-FR/S/E/E" userId="5f9de74e-87d0-498f-9a04-c9292600b5b0" providerId="ADAL" clId="{331ACF9A-AB44-49B7-98FD-2D9AEEAFDF9B}" dt="2026-08-28T13:08:15.169" v="581"/>
          <ac:spMkLst>
            <pc:docMk/>
            <pc:sldMk cId="1996095377" sldId="346"/>
            <ac:spMk id="80" creationId="{47EC0965-FBEC-F0BB-E9BC-4F64994F2784}"/>
          </ac:spMkLst>
        </pc:spChg>
        <pc:spChg chg="mod ord">
          <ac:chgData name="Baker, Richard SI-FR/S/E/E" userId="5f9de74e-87d0-498f-9a04-c9292600b5b0" providerId="ADAL" clId="{331ACF9A-AB44-49B7-98FD-2D9AEEAFDF9B}" dt="2026-08-28T13:08:15.170" v="583"/>
          <ac:spMkLst>
            <pc:docMk/>
            <pc:sldMk cId="1996095377" sldId="346"/>
            <ac:spMk id="82" creationId="{678A6C26-3EDD-D77A-D872-933EE0703D6C}"/>
          </ac:spMkLst>
        </pc:spChg>
        <pc:spChg chg="mod ord">
          <ac:chgData name="Baker, Richard SI-FR/S/E/E" userId="5f9de74e-87d0-498f-9a04-c9292600b5b0" providerId="ADAL" clId="{331ACF9A-AB44-49B7-98FD-2D9AEEAFDF9B}" dt="2026-08-28T13:08:15.170" v="585"/>
          <ac:spMkLst>
            <pc:docMk/>
            <pc:sldMk cId="1996095377" sldId="346"/>
            <ac:spMk id="84" creationId="{115E0839-7B8D-DB2D-2834-63BE1DDAB665}"/>
          </ac:spMkLst>
        </pc:spChg>
        <pc:spChg chg="mod ord">
          <ac:chgData name="Baker, Richard SI-FR/S/E/E" userId="5f9de74e-87d0-498f-9a04-c9292600b5b0" providerId="ADAL" clId="{331ACF9A-AB44-49B7-98FD-2D9AEEAFDF9B}" dt="2026-08-28T13:08:15.159" v="523"/>
          <ac:spMkLst>
            <pc:docMk/>
            <pc:sldMk cId="1996095377" sldId="346"/>
            <ac:spMk id="133" creationId="{ED82E8E7-1E8D-402E-AF98-95F1D8129149}"/>
          </ac:spMkLst>
        </pc:spChg>
        <pc:spChg chg="mod ord">
          <ac:chgData name="Baker, Richard SI-FR/S/E/E" userId="5f9de74e-87d0-498f-9a04-c9292600b5b0" providerId="ADAL" clId="{331ACF9A-AB44-49B7-98FD-2D9AEEAFDF9B}" dt="2026-08-28T13:08:15.151" v="479"/>
          <ac:spMkLst>
            <pc:docMk/>
            <pc:sldMk cId="1996095377" sldId="346"/>
            <ac:spMk id="134" creationId="{B5DF53E2-1F64-E409-C1E3-1DEE1EAEF248}"/>
          </ac:spMkLst>
        </pc:spChg>
        <pc:spChg chg="mod ord">
          <ac:chgData name="Baker, Richard SI-FR/S/E/E" userId="5f9de74e-87d0-498f-9a04-c9292600b5b0" providerId="ADAL" clId="{331ACF9A-AB44-49B7-98FD-2D9AEEAFDF9B}" dt="2026-08-28T13:08:15.152" v="481"/>
          <ac:spMkLst>
            <pc:docMk/>
            <pc:sldMk cId="1996095377" sldId="346"/>
            <ac:spMk id="135" creationId="{EA19FE02-A93A-86A5-D94A-530610FFFD52}"/>
          </ac:spMkLst>
        </pc:spChg>
        <pc:spChg chg="mod ord">
          <ac:chgData name="Baker, Richard SI-FR/S/E/E" userId="5f9de74e-87d0-498f-9a04-c9292600b5b0" providerId="ADAL" clId="{331ACF9A-AB44-49B7-98FD-2D9AEEAFDF9B}" dt="2026-08-28T13:08:15.151" v="475"/>
          <ac:spMkLst>
            <pc:docMk/>
            <pc:sldMk cId="1996095377" sldId="346"/>
            <ac:spMk id="136" creationId="{22BBD0B3-C4C4-2888-32FD-8B7B88ED5505}"/>
          </ac:spMkLst>
        </pc:spChg>
        <pc:spChg chg="mod ord">
          <ac:chgData name="Baker, Richard SI-FR/S/E/E" userId="5f9de74e-87d0-498f-9a04-c9292600b5b0" providerId="ADAL" clId="{331ACF9A-AB44-49B7-98FD-2D9AEEAFDF9B}" dt="2026-08-28T13:08:15.152" v="483"/>
          <ac:spMkLst>
            <pc:docMk/>
            <pc:sldMk cId="1996095377" sldId="346"/>
            <ac:spMk id="137" creationId="{E3579A39-7D1B-D469-1E99-62A29F8C4ED2}"/>
          </ac:spMkLst>
        </pc:spChg>
        <pc:spChg chg="mod ord">
          <ac:chgData name="Baker, Richard SI-FR/S/E/E" userId="5f9de74e-87d0-498f-9a04-c9292600b5b0" providerId="ADAL" clId="{331ACF9A-AB44-49B7-98FD-2D9AEEAFDF9B}" dt="2026-08-28T13:08:15.152" v="485"/>
          <ac:spMkLst>
            <pc:docMk/>
            <pc:sldMk cId="1996095377" sldId="346"/>
            <ac:spMk id="138" creationId="{CA5EB9BD-7097-6D83-0FE0-DA15F5041BE8}"/>
          </ac:spMkLst>
        </pc:spChg>
        <pc:spChg chg="mod ord">
          <ac:chgData name="Baker, Richard SI-FR/S/E/E" userId="5f9de74e-87d0-498f-9a04-c9292600b5b0" providerId="ADAL" clId="{331ACF9A-AB44-49B7-98FD-2D9AEEAFDF9B}" dt="2026-08-28T13:08:15.151" v="477"/>
          <ac:spMkLst>
            <pc:docMk/>
            <pc:sldMk cId="1996095377" sldId="346"/>
            <ac:spMk id="139" creationId="{1B580F6C-2E85-1342-D4B8-DC77EF99B39F}"/>
          </ac:spMkLst>
        </pc:spChg>
        <pc:spChg chg="mod ord">
          <ac:chgData name="Baker, Richard SI-FR/S/E/E" userId="5f9de74e-87d0-498f-9a04-c9292600b5b0" providerId="ADAL" clId="{331ACF9A-AB44-49B7-98FD-2D9AEEAFDF9B}" dt="2026-08-28T13:08:15.134" v="381"/>
          <ac:spMkLst>
            <pc:docMk/>
            <pc:sldMk cId="1996095377" sldId="346"/>
            <ac:spMk id="143" creationId="{AD4F0353-1410-50E1-5C0E-0A24495DF895}"/>
          </ac:spMkLst>
        </pc:spChg>
        <pc:spChg chg="mod">
          <ac:chgData name="Baker, Richard SI-FR/S/E/E" userId="5f9de74e-87d0-498f-9a04-c9292600b5b0" providerId="ADAL" clId="{331ACF9A-AB44-49B7-98FD-2D9AEEAFDF9B}" dt="2026-08-28T13:08:15.156" v="510"/>
          <ac:spMkLst>
            <pc:docMk/>
            <pc:sldMk cId="1996095377" sldId="346"/>
            <ac:spMk id="198" creationId="{BEDD0A5E-554F-A025-1409-9FA35C338F8D}"/>
          </ac:spMkLst>
        </pc:spChg>
        <pc:spChg chg="mod">
          <ac:chgData name="Baker, Richard SI-FR/S/E/E" userId="5f9de74e-87d0-498f-9a04-c9292600b5b0" providerId="ADAL" clId="{331ACF9A-AB44-49B7-98FD-2D9AEEAFDF9B}" dt="2026-08-28T13:08:15.156" v="511"/>
          <ac:spMkLst>
            <pc:docMk/>
            <pc:sldMk cId="1996095377" sldId="346"/>
            <ac:spMk id="199" creationId="{C9512FA4-DFD0-F5DF-0CB9-ED54F6A98CA8}"/>
          </ac:spMkLst>
        </pc:spChg>
        <pc:spChg chg="mod ord">
          <ac:chgData name="Baker, Richard SI-FR/S/E/E" userId="5f9de74e-87d0-498f-9a04-c9292600b5b0" providerId="ADAL" clId="{331ACF9A-AB44-49B7-98FD-2D9AEEAFDF9B}" dt="2026-08-28T13:08:15.157" v="513"/>
          <ac:spMkLst>
            <pc:docMk/>
            <pc:sldMk cId="1996095377" sldId="346"/>
            <ac:spMk id="200" creationId="{E21304D7-8E4E-BB25-9012-332845837EFF}"/>
          </ac:spMkLst>
        </pc:spChg>
        <pc:spChg chg="mod">
          <ac:chgData name="Baker, Richard SI-FR/S/E/E" userId="5f9de74e-87d0-498f-9a04-c9292600b5b0" providerId="ADAL" clId="{331ACF9A-AB44-49B7-98FD-2D9AEEAFDF9B}" dt="2026-08-28T13:08:15.157" v="516"/>
          <ac:spMkLst>
            <pc:docMk/>
            <pc:sldMk cId="1996095377" sldId="346"/>
            <ac:spMk id="201" creationId="{7FE5A062-EFF6-3BD5-EA21-F21D8A0B513A}"/>
          </ac:spMkLst>
        </pc:spChg>
        <pc:spChg chg="mod ord">
          <ac:chgData name="Baker, Richard SI-FR/S/E/E" userId="5f9de74e-87d0-498f-9a04-c9292600b5b0" providerId="ADAL" clId="{331ACF9A-AB44-49B7-98FD-2D9AEEAFDF9B}" dt="2026-08-28T13:08:15.158" v="518"/>
          <ac:spMkLst>
            <pc:docMk/>
            <pc:sldMk cId="1996095377" sldId="346"/>
            <ac:spMk id="202" creationId="{3C6AC5ED-9343-3C32-C81B-473E8A9585E6}"/>
          </ac:spMkLst>
        </pc:spChg>
        <pc:spChg chg="mod ord">
          <ac:chgData name="Baker, Richard SI-FR/S/E/E" userId="5f9de74e-87d0-498f-9a04-c9292600b5b0" providerId="ADAL" clId="{331ACF9A-AB44-49B7-98FD-2D9AEEAFDF9B}" dt="2026-08-28T13:08:15.158" v="520"/>
          <ac:spMkLst>
            <pc:docMk/>
            <pc:sldMk cId="1996095377" sldId="346"/>
            <ac:spMk id="203" creationId="{8D61A96D-D228-9335-872E-852E18757AF7}"/>
          </ac:spMkLst>
        </pc:spChg>
        <pc:spChg chg="mod">
          <ac:chgData name="Baker, Richard SI-FR/S/E/E" userId="5f9de74e-87d0-498f-9a04-c9292600b5b0" providerId="ADAL" clId="{331ACF9A-AB44-49B7-98FD-2D9AEEAFDF9B}" dt="2026-08-28T13:08:15.160" v="527"/>
          <ac:spMkLst>
            <pc:docMk/>
            <pc:sldMk cId="1996095377" sldId="346"/>
            <ac:spMk id="204" creationId="{C74E186B-EAC9-CBAE-F549-6E1FC1EE4B54}"/>
          </ac:spMkLst>
        </pc:spChg>
        <pc:spChg chg="mod">
          <ac:chgData name="Baker, Richard SI-FR/S/E/E" userId="5f9de74e-87d0-498f-9a04-c9292600b5b0" providerId="ADAL" clId="{331ACF9A-AB44-49B7-98FD-2D9AEEAFDF9B}" dt="2026-08-28T13:08:15.160" v="528"/>
          <ac:spMkLst>
            <pc:docMk/>
            <pc:sldMk cId="1996095377" sldId="346"/>
            <ac:spMk id="205" creationId="{6C5BB9A3-2BF0-D01B-2099-51C387E88406}"/>
          </ac:spMkLst>
        </pc:spChg>
        <pc:spChg chg="mod">
          <ac:chgData name="Baker, Richard SI-FR/S/E/E" userId="5f9de74e-87d0-498f-9a04-c9292600b5b0" providerId="ADAL" clId="{331ACF9A-AB44-49B7-98FD-2D9AEEAFDF9B}" dt="2026-08-28T13:08:15.158" v="521"/>
          <ac:spMkLst>
            <pc:docMk/>
            <pc:sldMk cId="1996095377" sldId="346"/>
            <ac:spMk id="206" creationId="{9F14620B-5C43-748B-3A8E-FAEBBC06DF77}"/>
          </ac:spMkLst>
        </pc:spChg>
        <pc:spChg chg="mod">
          <ac:chgData name="Baker, Richard SI-FR/S/E/E" userId="5f9de74e-87d0-498f-9a04-c9292600b5b0" providerId="ADAL" clId="{331ACF9A-AB44-49B7-98FD-2D9AEEAFDF9B}" dt="2026-08-28T13:08:15.159" v="524"/>
          <ac:spMkLst>
            <pc:docMk/>
            <pc:sldMk cId="1996095377" sldId="346"/>
            <ac:spMk id="207" creationId="{1519F88E-D7E7-4597-5875-2CC00044405F}"/>
          </ac:spMkLst>
        </pc:spChg>
        <pc:spChg chg="mod ord">
          <ac:chgData name="Baker, Richard SI-FR/S/E/E" userId="5f9de74e-87d0-498f-9a04-c9292600b5b0" providerId="ADAL" clId="{331ACF9A-AB44-49B7-98FD-2D9AEEAFDF9B}" dt="2026-08-28T13:08:15.160" v="526"/>
          <ac:spMkLst>
            <pc:docMk/>
            <pc:sldMk cId="1996095377" sldId="346"/>
            <ac:spMk id="208" creationId="{38E1D1A9-29A1-6BF7-7710-F54AF6CA5EC5}"/>
          </ac:spMkLst>
        </pc:spChg>
        <pc:spChg chg="mod ord">
          <ac:chgData name="Baker, Richard SI-FR/S/E/E" userId="5f9de74e-87d0-498f-9a04-c9292600b5b0" providerId="ADAL" clId="{331ACF9A-AB44-49B7-98FD-2D9AEEAFDF9B}" dt="2026-08-28T13:08:15.161" v="534"/>
          <ac:spMkLst>
            <pc:docMk/>
            <pc:sldMk cId="1996095377" sldId="346"/>
            <ac:spMk id="209" creationId="{4CACC409-B99B-10D6-FF47-817A6CDE53A9}"/>
          </ac:spMkLst>
        </pc:spChg>
        <pc:spChg chg="mod ord">
          <ac:chgData name="Baker, Richard SI-FR/S/E/E" userId="5f9de74e-87d0-498f-9a04-c9292600b5b0" providerId="ADAL" clId="{331ACF9A-AB44-49B7-98FD-2D9AEEAFDF9B}" dt="2026-08-28T13:08:15.161" v="532"/>
          <ac:spMkLst>
            <pc:docMk/>
            <pc:sldMk cId="1996095377" sldId="346"/>
            <ac:spMk id="210" creationId="{4091B80D-B016-794E-52B8-4758FA5E0D0B}"/>
          </ac:spMkLst>
        </pc:spChg>
        <pc:spChg chg="mod ord">
          <ac:chgData name="Baker, Richard SI-FR/S/E/E" userId="5f9de74e-87d0-498f-9a04-c9292600b5b0" providerId="ADAL" clId="{331ACF9A-AB44-49B7-98FD-2D9AEEAFDF9B}" dt="2026-08-28T13:08:15.161" v="530"/>
          <ac:spMkLst>
            <pc:docMk/>
            <pc:sldMk cId="1996095377" sldId="346"/>
            <ac:spMk id="211" creationId="{72F9CA9B-E9A7-8008-6B17-355A68DACABA}"/>
          </ac:spMkLst>
        </pc:spChg>
        <pc:spChg chg="mod ord">
          <ac:chgData name="Baker, Richard SI-FR/S/E/E" userId="5f9de74e-87d0-498f-9a04-c9292600b5b0" providerId="ADAL" clId="{331ACF9A-AB44-49B7-98FD-2D9AEEAFDF9B}" dt="2026-08-28T13:08:15.162" v="536"/>
          <ac:spMkLst>
            <pc:docMk/>
            <pc:sldMk cId="1996095377" sldId="346"/>
            <ac:spMk id="212" creationId="{89565D0A-B9C5-FB05-3674-72AEDE2E381D}"/>
          </ac:spMkLst>
        </pc:spChg>
        <pc:spChg chg="mod ord">
          <ac:chgData name="Baker, Richard SI-FR/S/E/E" userId="5f9de74e-87d0-498f-9a04-c9292600b5b0" providerId="ADAL" clId="{331ACF9A-AB44-49B7-98FD-2D9AEEAFDF9B}" dt="2026-08-28T13:08:15.162" v="538"/>
          <ac:spMkLst>
            <pc:docMk/>
            <pc:sldMk cId="1996095377" sldId="346"/>
            <ac:spMk id="213" creationId="{44569BF3-BC4D-E022-B682-A39DAA5408AF}"/>
          </ac:spMkLst>
        </pc:spChg>
        <pc:spChg chg="mod ord">
          <ac:chgData name="Baker, Richard SI-FR/S/E/E" userId="5f9de74e-87d0-498f-9a04-c9292600b5b0" providerId="ADAL" clId="{331ACF9A-AB44-49B7-98FD-2D9AEEAFDF9B}" dt="2026-08-28T13:08:15.162" v="540"/>
          <ac:spMkLst>
            <pc:docMk/>
            <pc:sldMk cId="1996095377" sldId="346"/>
            <ac:spMk id="214" creationId="{E3A49324-556B-49F9-8D3F-B853B1470260}"/>
          </ac:spMkLst>
        </pc:spChg>
        <pc:spChg chg="mod ord">
          <ac:chgData name="Baker, Richard SI-FR/S/E/E" userId="5f9de74e-87d0-498f-9a04-c9292600b5b0" providerId="ADAL" clId="{331ACF9A-AB44-49B7-98FD-2D9AEEAFDF9B}" dt="2026-08-28T13:08:15.163" v="542"/>
          <ac:spMkLst>
            <pc:docMk/>
            <pc:sldMk cId="1996095377" sldId="346"/>
            <ac:spMk id="215" creationId="{56CE6A64-6A1A-2EC9-2F54-75AF068B9F38}"/>
          </ac:spMkLst>
        </pc:spChg>
        <pc:spChg chg="mod ord">
          <ac:chgData name="Baker, Richard SI-FR/S/E/E" userId="5f9de74e-87d0-498f-9a04-c9292600b5b0" providerId="ADAL" clId="{331ACF9A-AB44-49B7-98FD-2D9AEEAFDF9B}" dt="2026-08-28T13:08:15.163" v="544"/>
          <ac:spMkLst>
            <pc:docMk/>
            <pc:sldMk cId="1996095377" sldId="346"/>
            <ac:spMk id="216" creationId="{F26DBE36-94EF-4120-EACA-A3A39E04DDA4}"/>
          </ac:spMkLst>
        </pc:spChg>
        <pc:spChg chg="mod ord">
          <ac:chgData name="Baker, Richard SI-FR/S/E/E" userId="5f9de74e-87d0-498f-9a04-c9292600b5b0" providerId="ADAL" clId="{331ACF9A-AB44-49B7-98FD-2D9AEEAFDF9B}" dt="2026-08-28T13:08:15.163" v="546"/>
          <ac:spMkLst>
            <pc:docMk/>
            <pc:sldMk cId="1996095377" sldId="346"/>
            <ac:spMk id="217" creationId="{C1831E69-36AD-1CDB-CC02-B640835C1208}"/>
          </ac:spMkLst>
        </pc:spChg>
        <pc:spChg chg="mod">
          <ac:chgData name="Baker, Richard SI-FR/S/E/E" userId="5f9de74e-87d0-498f-9a04-c9292600b5b0" providerId="ADAL" clId="{331ACF9A-AB44-49B7-98FD-2D9AEEAFDF9B}" dt="2026-08-28T13:08:15.164" v="547"/>
          <ac:spMkLst>
            <pc:docMk/>
            <pc:sldMk cId="1996095377" sldId="346"/>
            <ac:spMk id="218" creationId="{E12335E0-B0B9-FFB6-7294-79AF3A85533C}"/>
          </ac:spMkLst>
        </pc:spChg>
        <pc:spChg chg="mod">
          <ac:chgData name="Baker, Richard SI-FR/S/E/E" userId="5f9de74e-87d0-498f-9a04-c9292600b5b0" providerId="ADAL" clId="{331ACF9A-AB44-49B7-98FD-2D9AEEAFDF9B}" dt="2026-08-28T13:08:15.164" v="548"/>
          <ac:spMkLst>
            <pc:docMk/>
            <pc:sldMk cId="1996095377" sldId="346"/>
            <ac:spMk id="219" creationId="{5DB1C8BC-07E7-176E-FAD9-BDBD1F70C433}"/>
          </ac:spMkLst>
        </pc:spChg>
        <pc:spChg chg="mod">
          <ac:chgData name="Baker, Richard SI-FR/S/E/E" userId="5f9de74e-87d0-498f-9a04-c9292600b5b0" providerId="ADAL" clId="{331ACF9A-AB44-49B7-98FD-2D9AEEAFDF9B}" dt="2026-08-28T13:08:15.164" v="549"/>
          <ac:spMkLst>
            <pc:docMk/>
            <pc:sldMk cId="1996095377" sldId="346"/>
            <ac:spMk id="220" creationId="{74990D4E-8B1E-32DD-D07D-45A6ADB31E96}"/>
          </ac:spMkLst>
        </pc:spChg>
        <pc:spChg chg="mod">
          <ac:chgData name="Baker, Richard SI-FR/S/E/E" userId="5f9de74e-87d0-498f-9a04-c9292600b5b0" providerId="ADAL" clId="{331ACF9A-AB44-49B7-98FD-2D9AEEAFDF9B}" dt="2026-08-28T13:08:15.165" v="550"/>
          <ac:spMkLst>
            <pc:docMk/>
            <pc:sldMk cId="1996095377" sldId="346"/>
            <ac:spMk id="221" creationId="{CECDD4A9-5C68-998D-0AAD-8DFBC933E02F}"/>
          </ac:spMkLst>
        </pc:spChg>
        <pc:spChg chg="mod">
          <ac:chgData name="Baker, Richard SI-FR/S/E/E" userId="5f9de74e-87d0-498f-9a04-c9292600b5b0" providerId="ADAL" clId="{331ACF9A-AB44-49B7-98FD-2D9AEEAFDF9B}" dt="2026-08-28T13:08:15.165" v="551"/>
          <ac:spMkLst>
            <pc:docMk/>
            <pc:sldMk cId="1996095377" sldId="346"/>
            <ac:spMk id="222" creationId="{74F79C3F-F816-4ED4-CA0D-18AAE6A855C9}"/>
          </ac:spMkLst>
        </pc:spChg>
        <pc:spChg chg="mod ord">
          <ac:chgData name="Baker, Richard SI-FR/S/E/E" userId="5f9de74e-87d0-498f-9a04-c9292600b5b0" providerId="ADAL" clId="{331ACF9A-AB44-49B7-98FD-2D9AEEAFDF9B}" dt="2026-08-28T13:08:15.166" v="553"/>
          <ac:spMkLst>
            <pc:docMk/>
            <pc:sldMk cId="1996095377" sldId="346"/>
            <ac:spMk id="297" creationId="{6213C62B-7845-1FF9-03B2-91EA97B72B42}"/>
          </ac:spMkLst>
        </pc:spChg>
        <pc:spChg chg="mod ord">
          <ac:chgData name="Baker, Richard SI-FR/S/E/E" userId="5f9de74e-87d0-498f-9a04-c9292600b5b0" providerId="ADAL" clId="{331ACF9A-AB44-49B7-98FD-2D9AEEAFDF9B}" dt="2026-08-28T13:08:15.166" v="555"/>
          <ac:spMkLst>
            <pc:docMk/>
            <pc:sldMk cId="1996095377" sldId="346"/>
            <ac:spMk id="298" creationId="{F477E92D-B388-69F4-89F8-D200D42AE766}"/>
          </ac:spMkLst>
        </pc:spChg>
        <pc:spChg chg="mod ord">
          <ac:chgData name="Baker, Richard SI-FR/S/E/E" userId="5f9de74e-87d0-498f-9a04-c9292600b5b0" providerId="ADAL" clId="{331ACF9A-AB44-49B7-98FD-2D9AEEAFDF9B}" dt="2026-08-28T13:08:15.166" v="557"/>
          <ac:spMkLst>
            <pc:docMk/>
            <pc:sldMk cId="1996095377" sldId="346"/>
            <ac:spMk id="303" creationId="{DD0DE602-D931-AA83-F110-F4787C7F596A}"/>
          </ac:spMkLst>
        </pc:spChg>
        <pc:spChg chg="mod ord">
          <ac:chgData name="Baker, Richard SI-FR/S/E/E" userId="5f9de74e-87d0-498f-9a04-c9292600b5b0" providerId="ADAL" clId="{331ACF9A-AB44-49B7-98FD-2D9AEEAFDF9B}" dt="2026-08-28T13:08:15.167" v="559"/>
          <ac:spMkLst>
            <pc:docMk/>
            <pc:sldMk cId="1996095377" sldId="346"/>
            <ac:spMk id="305" creationId="{1765C748-96AD-55BD-1DCF-5BAE610B6C6C}"/>
          </ac:spMkLst>
        </pc:spChg>
        <pc:spChg chg="mod ord">
          <ac:chgData name="Baker, Richard SI-FR/S/E/E" userId="5f9de74e-87d0-498f-9a04-c9292600b5b0" providerId="ADAL" clId="{331ACF9A-AB44-49B7-98FD-2D9AEEAFDF9B}" dt="2026-08-28T13:08:15.167" v="561"/>
          <ac:spMkLst>
            <pc:docMk/>
            <pc:sldMk cId="1996095377" sldId="346"/>
            <ac:spMk id="325" creationId="{24B11A7C-B99C-85F2-D15D-E0D34DE2407B}"/>
          </ac:spMkLst>
        </pc:spChg>
        <pc:spChg chg="mod ord">
          <ac:chgData name="Baker, Richard SI-FR/S/E/E" userId="5f9de74e-87d0-498f-9a04-c9292600b5b0" providerId="ADAL" clId="{331ACF9A-AB44-49B7-98FD-2D9AEEAFDF9B}" dt="2026-08-28T13:08:15.167" v="563"/>
          <ac:spMkLst>
            <pc:docMk/>
            <pc:sldMk cId="1996095377" sldId="346"/>
            <ac:spMk id="334" creationId="{530567BD-5B14-8660-A26D-E5FEC0013C28}"/>
          </ac:spMkLst>
        </pc:spChg>
        <pc:spChg chg="mod ord">
          <ac:chgData name="Baker, Richard SI-FR/S/E/E" userId="5f9de74e-87d0-498f-9a04-c9292600b5b0" providerId="ADAL" clId="{331ACF9A-AB44-49B7-98FD-2D9AEEAFDF9B}" dt="2026-08-28T13:08:15.167" v="565"/>
          <ac:spMkLst>
            <pc:docMk/>
            <pc:sldMk cId="1996095377" sldId="346"/>
            <ac:spMk id="338" creationId="{C1DB29B0-B77F-7B4C-8977-DAD0C2C08648}"/>
          </ac:spMkLst>
        </pc:spChg>
        <pc:spChg chg="mod ord">
          <ac:chgData name="Baker, Richard SI-FR/S/E/E" userId="5f9de74e-87d0-498f-9a04-c9292600b5b0" providerId="ADAL" clId="{331ACF9A-AB44-49B7-98FD-2D9AEEAFDF9B}" dt="2026-08-28T13:08:15.168" v="567"/>
          <ac:spMkLst>
            <pc:docMk/>
            <pc:sldMk cId="1996095377" sldId="346"/>
            <ac:spMk id="349" creationId="{B8B8B437-5ABE-DC75-1FDE-627A0359168B}"/>
          </ac:spMkLst>
        </pc:spChg>
        <pc:graphicFrameChg chg="mod">
          <ac:chgData name="Baker, Richard SI-FR/S/E/E" userId="5f9de74e-87d0-498f-9a04-c9292600b5b0" providerId="ADAL" clId="{331ACF9A-AB44-49B7-98FD-2D9AEEAFDF9B}" dt="2026-08-28T13:08:15.172" v="591"/>
          <ac:graphicFrameMkLst>
            <pc:docMk/>
            <pc:sldMk cId="1996095377" sldId="346"/>
            <ac:graphicFrameMk id="32" creationId="{7AE31B41-9CA3-6F9A-E4E8-34FAD4E99D81}"/>
          </ac:graphicFrameMkLst>
        </pc:graphicFrameChg>
        <pc:graphicFrameChg chg="mod ord">
          <ac:chgData name="Baker, Richard SI-FR/S/E/E" userId="5f9de74e-87d0-498f-9a04-c9292600b5b0" providerId="ADAL" clId="{331ACF9A-AB44-49B7-98FD-2D9AEEAFDF9B}" dt="2026-08-28T13:08:15.144" v="435"/>
          <ac:graphicFrameMkLst>
            <pc:docMk/>
            <pc:sldMk cId="1996095377" sldId="346"/>
            <ac:graphicFrameMk id="37" creationId="{C121528B-A162-90DA-EBB0-9ECF0E75667D}"/>
          </ac:graphicFrameMkLst>
        </pc:graphicFrameChg>
        <pc:graphicFrameChg chg="mod ord">
          <ac:chgData name="Baker, Richard SI-FR/S/E/E" userId="5f9de74e-87d0-498f-9a04-c9292600b5b0" providerId="ADAL" clId="{331ACF9A-AB44-49B7-98FD-2D9AEEAFDF9B}" dt="2026-08-28T13:08:15.150" v="473"/>
          <ac:graphicFrameMkLst>
            <pc:docMk/>
            <pc:sldMk cId="1996095377" sldId="346"/>
            <ac:graphicFrameMk id="140" creationId="{940B45D0-3293-C00C-B005-54BA5B16E9A7}"/>
          </ac:graphicFrameMkLst>
        </pc:graphicFrameChg>
        <pc:graphicFrameChg chg="add mod ord">
          <ac:chgData name="Baker, Richard SI-FR/S/E/E" userId="5f9de74e-87d0-498f-9a04-c9292600b5b0" providerId="ADAL" clId="{331ACF9A-AB44-49B7-98FD-2D9AEEAFDF9B}" dt="2026-08-28T13:08:15.141" v="421"/>
          <ac:graphicFrameMkLst>
            <pc:docMk/>
            <pc:sldMk cId="1996095377" sldId="346"/>
            <ac:graphicFrameMk id="151" creationId="{1125B3A2-32E8-AAB8-0C38-2FAC2DD386C6}"/>
          </ac:graphicFrameMkLst>
        </pc:graphicFrameChg>
        <pc:picChg chg="mod ord">
          <ac:chgData name="Baker, Richard SI-FR/S/E/E" userId="5f9de74e-87d0-498f-9a04-c9292600b5b0" providerId="ADAL" clId="{331ACF9A-AB44-49B7-98FD-2D9AEEAFDF9B}" dt="2026-08-28T13:08:15.135" v="383"/>
          <ac:picMkLst>
            <pc:docMk/>
            <pc:sldMk cId="1996095377" sldId="346"/>
            <ac:picMk id="2" creationId="{97E0A42F-2918-515A-A1B7-BEA72BBA75F4}"/>
          </ac:picMkLst>
        </pc:picChg>
        <pc:picChg chg="mod ord">
          <ac:chgData name="Baker, Richard SI-FR/S/E/E" userId="5f9de74e-87d0-498f-9a04-c9292600b5b0" providerId="ADAL" clId="{331ACF9A-AB44-49B7-98FD-2D9AEEAFDF9B}" dt="2026-08-28T13:08:15.137" v="395"/>
          <ac:picMkLst>
            <pc:docMk/>
            <pc:sldMk cId="1996095377" sldId="346"/>
            <ac:picMk id="8" creationId="{756A0E1F-1E00-32EF-4195-579764377F00}"/>
          </ac:picMkLst>
        </pc:picChg>
        <pc:picChg chg="mod ord">
          <ac:chgData name="Baker, Richard SI-FR/S/E/E" userId="5f9de74e-87d0-498f-9a04-c9292600b5b0" providerId="ADAL" clId="{331ACF9A-AB44-49B7-98FD-2D9AEEAFDF9B}" dt="2026-08-28T13:08:15.140" v="417"/>
          <ac:picMkLst>
            <pc:docMk/>
            <pc:sldMk cId="1996095377" sldId="346"/>
            <ac:picMk id="24" creationId="{B07EB0AC-44AB-FBB8-E909-BFC2DC466CEF}"/>
          </ac:picMkLst>
        </pc:picChg>
        <pc:picChg chg="mod ord">
          <ac:chgData name="Baker, Richard SI-FR/S/E/E" userId="5f9de74e-87d0-498f-9a04-c9292600b5b0" providerId="ADAL" clId="{331ACF9A-AB44-49B7-98FD-2D9AEEAFDF9B}" dt="2026-08-28T13:08:21.907" v="593" actId="1076"/>
          <ac:picMkLst>
            <pc:docMk/>
            <pc:sldMk cId="1996095377" sldId="346"/>
            <ac:picMk id="149" creationId="{549A4927-72C6-9C87-A985-4BDC8B927C1F}"/>
          </ac:picMkLst>
        </pc:picChg>
        <pc:cxnChg chg="mod ord">
          <ac:chgData name="Baker, Richard SI-FR/S/E/E" userId="5f9de74e-87d0-498f-9a04-c9292600b5b0" providerId="ADAL" clId="{331ACF9A-AB44-49B7-98FD-2D9AEEAFDF9B}" dt="2026-08-28T13:08:15.141" v="423"/>
          <ac:cxnSpMkLst>
            <pc:docMk/>
            <pc:sldMk cId="1996095377" sldId="346"/>
            <ac:cxnSpMk id="19" creationId="{DCFE3D6C-4D0E-8C7F-AB6B-277AB6B1B251}"/>
          </ac:cxnSpMkLst>
        </pc:cxnChg>
        <pc:cxnChg chg="mod ord">
          <ac:chgData name="Baker, Richard SI-FR/S/E/E" userId="5f9de74e-87d0-498f-9a04-c9292600b5b0" providerId="ADAL" clId="{331ACF9A-AB44-49B7-98FD-2D9AEEAFDF9B}" dt="2026-08-28T13:08:15.141" v="425"/>
          <ac:cxnSpMkLst>
            <pc:docMk/>
            <pc:sldMk cId="1996095377" sldId="346"/>
            <ac:cxnSpMk id="25" creationId="{ECC856D5-707E-9AFD-59A7-82BC8BCA2909}"/>
          </ac:cxnSpMkLst>
        </pc:cxnChg>
        <pc:cxnChg chg="mod ord">
          <ac:chgData name="Baker, Richard SI-FR/S/E/E" userId="5f9de74e-87d0-498f-9a04-c9292600b5b0" providerId="ADAL" clId="{331ACF9A-AB44-49B7-98FD-2D9AEEAFDF9B}" dt="2026-08-28T13:08:15.144" v="437"/>
          <ac:cxnSpMkLst>
            <pc:docMk/>
            <pc:sldMk cId="1996095377" sldId="346"/>
            <ac:cxnSpMk id="30" creationId="{80CDD111-F97A-D389-95D5-86BAEF09A121}"/>
          </ac:cxnSpMkLst>
        </pc:cxnChg>
        <pc:cxnChg chg="mod ord">
          <ac:chgData name="Baker, Richard SI-FR/S/E/E" userId="5f9de74e-87d0-498f-9a04-c9292600b5b0" providerId="ADAL" clId="{331ACF9A-AB44-49B7-98FD-2D9AEEAFDF9B}" dt="2026-08-28T13:08:15.145" v="439"/>
          <ac:cxnSpMkLst>
            <pc:docMk/>
            <pc:sldMk cId="1996095377" sldId="346"/>
            <ac:cxnSpMk id="36" creationId="{751A77EE-8640-86FF-7E9E-D8F38217192A}"/>
          </ac:cxnSpMkLst>
        </pc:cxnChg>
        <pc:cxnChg chg="mod ord">
          <ac:chgData name="Baker, Richard SI-FR/S/E/E" userId="5f9de74e-87d0-498f-9a04-c9292600b5b0" providerId="ADAL" clId="{331ACF9A-AB44-49B7-98FD-2D9AEEAFDF9B}" dt="2026-08-28T13:08:15.150" v="469"/>
          <ac:cxnSpMkLst>
            <pc:docMk/>
            <pc:sldMk cId="1996095377" sldId="346"/>
            <ac:cxnSpMk id="165" creationId="{5BE7A1DA-AB88-2256-426C-2DBCF3F25EEE}"/>
          </ac:cxnSpMkLst>
        </pc:cxnChg>
        <pc:cxnChg chg="mod ord">
          <ac:chgData name="Baker, Richard SI-FR/S/E/E" userId="5f9de74e-87d0-498f-9a04-c9292600b5b0" providerId="ADAL" clId="{331ACF9A-AB44-49B7-98FD-2D9AEEAFDF9B}" dt="2026-08-28T13:08:15.147" v="449"/>
          <ac:cxnSpMkLst>
            <pc:docMk/>
            <pc:sldMk cId="1996095377" sldId="346"/>
            <ac:cxnSpMk id="166" creationId="{04FF5EA8-1402-6BB7-A072-D114D57B9D1C}"/>
          </ac:cxnSpMkLst>
        </pc:cxnChg>
        <pc:cxnChg chg="mod ord">
          <ac:chgData name="Baker, Richard SI-FR/S/E/E" userId="5f9de74e-87d0-498f-9a04-c9292600b5b0" providerId="ADAL" clId="{331ACF9A-AB44-49B7-98FD-2D9AEEAFDF9B}" dt="2026-08-28T13:08:15.148" v="451"/>
          <ac:cxnSpMkLst>
            <pc:docMk/>
            <pc:sldMk cId="1996095377" sldId="346"/>
            <ac:cxnSpMk id="167" creationId="{4E134078-1422-5777-50BF-1C69F157AAF9}"/>
          </ac:cxnSpMkLst>
        </pc:cxnChg>
        <pc:cxnChg chg="mod ord">
          <ac:chgData name="Baker, Richard SI-FR/S/E/E" userId="5f9de74e-87d0-498f-9a04-c9292600b5b0" providerId="ADAL" clId="{331ACF9A-AB44-49B7-98FD-2D9AEEAFDF9B}" dt="2026-08-28T13:08:15.148" v="453"/>
          <ac:cxnSpMkLst>
            <pc:docMk/>
            <pc:sldMk cId="1996095377" sldId="346"/>
            <ac:cxnSpMk id="168" creationId="{8BBEC037-065E-9B83-35EE-8F6AC44E6CCE}"/>
          </ac:cxnSpMkLst>
        </pc:cxnChg>
        <pc:cxnChg chg="mod ord">
          <ac:chgData name="Baker, Richard SI-FR/S/E/E" userId="5f9de74e-87d0-498f-9a04-c9292600b5b0" providerId="ADAL" clId="{331ACF9A-AB44-49B7-98FD-2D9AEEAFDF9B}" dt="2026-08-28T13:08:15.147" v="447"/>
          <ac:cxnSpMkLst>
            <pc:docMk/>
            <pc:sldMk cId="1996095377" sldId="346"/>
            <ac:cxnSpMk id="169" creationId="{E3E62CAD-C746-D465-E269-6FE7ADD76847}"/>
          </ac:cxnSpMkLst>
        </pc:cxnChg>
        <pc:cxnChg chg="mod ord">
          <ac:chgData name="Baker, Richard SI-FR/S/E/E" userId="5f9de74e-87d0-498f-9a04-c9292600b5b0" providerId="ADAL" clId="{331ACF9A-AB44-49B7-98FD-2D9AEEAFDF9B}" dt="2026-08-28T13:08:15.148" v="455"/>
          <ac:cxnSpMkLst>
            <pc:docMk/>
            <pc:sldMk cId="1996095377" sldId="346"/>
            <ac:cxnSpMk id="170" creationId="{E44791FB-49C0-5693-203C-559BAB6EE911}"/>
          </ac:cxnSpMkLst>
        </pc:cxnChg>
        <pc:cxnChg chg="mod ord">
          <ac:chgData name="Baker, Richard SI-FR/S/E/E" userId="5f9de74e-87d0-498f-9a04-c9292600b5b0" providerId="ADAL" clId="{331ACF9A-AB44-49B7-98FD-2D9AEEAFDF9B}" dt="2026-08-28T13:08:15.148" v="457"/>
          <ac:cxnSpMkLst>
            <pc:docMk/>
            <pc:sldMk cId="1996095377" sldId="346"/>
            <ac:cxnSpMk id="171" creationId="{8C6632CC-4F54-DD58-02E9-CBD2DAEF47DF}"/>
          </ac:cxnSpMkLst>
        </pc:cxnChg>
        <pc:cxnChg chg="mod ord">
          <ac:chgData name="Baker, Richard SI-FR/S/E/E" userId="5f9de74e-87d0-498f-9a04-c9292600b5b0" providerId="ADAL" clId="{331ACF9A-AB44-49B7-98FD-2D9AEEAFDF9B}" dt="2026-08-28T13:08:15.149" v="459"/>
          <ac:cxnSpMkLst>
            <pc:docMk/>
            <pc:sldMk cId="1996095377" sldId="346"/>
            <ac:cxnSpMk id="172" creationId="{A8C2EA23-2124-EDAB-2802-610455CE5438}"/>
          </ac:cxnSpMkLst>
        </pc:cxnChg>
        <pc:cxnChg chg="mod ord">
          <ac:chgData name="Baker, Richard SI-FR/S/E/E" userId="5f9de74e-87d0-498f-9a04-c9292600b5b0" providerId="ADAL" clId="{331ACF9A-AB44-49B7-98FD-2D9AEEAFDF9B}" dt="2026-08-28T13:08:15.150" v="471"/>
          <ac:cxnSpMkLst>
            <pc:docMk/>
            <pc:sldMk cId="1996095377" sldId="346"/>
            <ac:cxnSpMk id="173" creationId="{50DE9547-4963-59A8-D746-FF5617C38133}"/>
          </ac:cxnSpMkLst>
        </pc:cxnChg>
        <pc:cxnChg chg="mod ord">
          <ac:chgData name="Baker, Richard SI-FR/S/E/E" userId="5f9de74e-87d0-498f-9a04-c9292600b5b0" providerId="ADAL" clId="{331ACF9A-AB44-49B7-98FD-2D9AEEAFDF9B}" dt="2026-08-28T13:08:15.149" v="461"/>
          <ac:cxnSpMkLst>
            <pc:docMk/>
            <pc:sldMk cId="1996095377" sldId="346"/>
            <ac:cxnSpMk id="174" creationId="{3991DFFB-3F3E-EFE1-FDFD-4745762A7E55}"/>
          </ac:cxnSpMkLst>
        </pc:cxnChg>
        <pc:cxnChg chg="mod ord">
          <ac:chgData name="Baker, Richard SI-FR/S/E/E" userId="5f9de74e-87d0-498f-9a04-c9292600b5b0" providerId="ADAL" clId="{331ACF9A-AB44-49B7-98FD-2D9AEEAFDF9B}" dt="2026-08-28T13:08:15.149" v="463"/>
          <ac:cxnSpMkLst>
            <pc:docMk/>
            <pc:sldMk cId="1996095377" sldId="346"/>
            <ac:cxnSpMk id="175" creationId="{0278B418-AD7E-6352-FA90-634D61C5980A}"/>
          </ac:cxnSpMkLst>
        </pc:cxnChg>
        <pc:cxnChg chg="mod ord">
          <ac:chgData name="Baker, Richard SI-FR/S/E/E" userId="5f9de74e-87d0-498f-9a04-c9292600b5b0" providerId="ADAL" clId="{331ACF9A-AB44-49B7-98FD-2D9AEEAFDF9B}" dt="2026-08-28T13:08:15.150" v="467"/>
          <ac:cxnSpMkLst>
            <pc:docMk/>
            <pc:sldMk cId="1996095377" sldId="346"/>
            <ac:cxnSpMk id="176" creationId="{02EE4448-36DB-43E9-6F2D-BB48618E3CB1}"/>
          </ac:cxnSpMkLst>
        </pc:cxnChg>
        <pc:cxnChg chg="mod ord">
          <ac:chgData name="Baker, Richard SI-FR/S/E/E" userId="5f9de74e-87d0-498f-9a04-c9292600b5b0" providerId="ADAL" clId="{331ACF9A-AB44-49B7-98FD-2D9AEEAFDF9B}" dt="2026-08-28T13:08:15.149" v="465"/>
          <ac:cxnSpMkLst>
            <pc:docMk/>
            <pc:sldMk cId="1996095377" sldId="346"/>
            <ac:cxnSpMk id="177" creationId="{37F8C511-C4A8-04D3-05A4-0B97CA387D57}"/>
          </ac:cxnSpMkLst>
        </pc:cxnChg>
        <pc:cxnChg chg="mod ord">
          <ac:chgData name="Baker, Richard SI-FR/S/E/E" userId="5f9de74e-87d0-498f-9a04-c9292600b5b0" providerId="ADAL" clId="{331ACF9A-AB44-49B7-98FD-2D9AEEAFDF9B}" dt="2026-08-28T13:08:15.154" v="497"/>
          <ac:cxnSpMkLst>
            <pc:docMk/>
            <pc:sldMk cId="1996095377" sldId="346"/>
            <ac:cxnSpMk id="185" creationId="{4059722E-36DD-ED2E-D331-269C35A93DE5}"/>
          </ac:cxnSpMkLst>
        </pc:cxnChg>
        <pc:cxnChg chg="mod ord">
          <ac:chgData name="Baker, Richard SI-FR/S/E/E" userId="5f9de74e-87d0-498f-9a04-c9292600b5b0" providerId="ADAL" clId="{331ACF9A-AB44-49B7-98FD-2D9AEEAFDF9B}" dt="2026-08-28T13:08:15.154" v="499"/>
          <ac:cxnSpMkLst>
            <pc:docMk/>
            <pc:sldMk cId="1996095377" sldId="346"/>
            <ac:cxnSpMk id="186" creationId="{9192D5A2-D4EE-6877-3EEA-4895CAFDB7FC}"/>
          </ac:cxnSpMkLst>
        </pc:cxnChg>
        <pc:cxnChg chg="mod ord">
          <ac:chgData name="Baker, Richard SI-FR/S/E/E" userId="5f9de74e-87d0-498f-9a04-c9292600b5b0" providerId="ADAL" clId="{331ACF9A-AB44-49B7-98FD-2D9AEEAFDF9B}" dt="2026-08-28T13:08:15.153" v="493"/>
          <ac:cxnSpMkLst>
            <pc:docMk/>
            <pc:sldMk cId="1996095377" sldId="346"/>
            <ac:cxnSpMk id="187" creationId="{2D622B72-CEB1-4061-E7F1-928EBD76843F}"/>
          </ac:cxnSpMkLst>
        </pc:cxnChg>
        <pc:cxnChg chg="mod ord">
          <ac:chgData name="Baker, Richard SI-FR/S/E/E" userId="5f9de74e-87d0-498f-9a04-c9292600b5b0" providerId="ADAL" clId="{331ACF9A-AB44-49B7-98FD-2D9AEEAFDF9B}" dt="2026-08-28T13:08:15.154" v="501"/>
          <ac:cxnSpMkLst>
            <pc:docMk/>
            <pc:sldMk cId="1996095377" sldId="346"/>
            <ac:cxnSpMk id="189" creationId="{FDA6E427-136B-8574-B96D-B3CF984BB184}"/>
          </ac:cxnSpMkLst>
        </pc:cxnChg>
        <pc:cxnChg chg="mod ord">
          <ac:chgData name="Baker, Richard SI-FR/S/E/E" userId="5f9de74e-87d0-498f-9a04-c9292600b5b0" providerId="ADAL" clId="{331ACF9A-AB44-49B7-98FD-2D9AEEAFDF9B}" dt="2026-08-28T13:08:15.153" v="487"/>
          <ac:cxnSpMkLst>
            <pc:docMk/>
            <pc:sldMk cId="1996095377" sldId="346"/>
            <ac:cxnSpMk id="190" creationId="{CA8A56DA-E744-016D-D150-EBDC875056C8}"/>
          </ac:cxnSpMkLst>
        </pc:cxnChg>
        <pc:cxnChg chg="mod ord">
          <ac:chgData name="Baker, Richard SI-FR/S/E/E" userId="5f9de74e-87d0-498f-9a04-c9292600b5b0" providerId="ADAL" clId="{331ACF9A-AB44-49B7-98FD-2D9AEEAFDF9B}" dt="2026-08-28T13:08:15.155" v="503"/>
          <ac:cxnSpMkLst>
            <pc:docMk/>
            <pc:sldMk cId="1996095377" sldId="346"/>
            <ac:cxnSpMk id="191" creationId="{1ACB955C-AE1E-ACD3-6296-0E14051A8B40}"/>
          </ac:cxnSpMkLst>
        </pc:cxnChg>
        <pc:cxnChg chg="mod ord">
          <ac:chgData name="Baker, Richard SI-FR/S/E/E" userId="5f9de74e-87d0-498f-9a04-c9292600b5b0" providerId="ADAL" clId="{331ACF9A-AB44-49B7-98FD-2D9AEEAFDF9B}" dt="2026-08-28T13:08:15.153" v="489"/>
          <ac:cxnSpMkLst>
            <pc:docMk/>
            <pc:sldMk cId="1996095377" sldId="346"/>
            <ac:cxnSpMk id="192" creationId="{6CBFDFED-5F46-85B2-5F84-5E186AD9625D}"/>
          </ac:cxnSpMkLst>
        </pc:cxnChg>
        <pc:cxnChg chg="mod ord">
          <ac:chgData name="Baker, Richard SI-FR/S/E/E" userId="5f9de74e-87d0-498f-9a04-c9292600b5b0" providerId="ADAL" clId="{331ACF9A-AB44-49B7-98FD-2D9AEEAFDF9B}" dt="2026-08-28T13:08:15.153" v="491"/>
          <ac:cxnSpMkLst>
            <pc:docMk/>
            <pc:sldMk cId="1996095377" sldId="346"/>
            <ac:cxnSpMk id="193" creationId="{EF0E7D11-FAEB-6A81-AEEA-1861FAB4B401}"/>
          </ac:cxnSpMkLst>
        </pc:cxnChg>
        <pc:cxnChg chg="mod ord">
          <ac:chgData name="Baker, Richard SI-FR/S/E/E" userId="5f9de74e-87d0-498f-9a04-c9292600b5b0" providerId="ADAL" clId="{331ACF9A-AB44-49B7-98FD-2D9AEEAFDF9B}" dt="2026-08-28T13:08:15.155" v="507"/>
          <ac:cxnSpMkLst>
            <pc:docMk/>
            <pc:sldMk cId="1996095377" sldId="346"/>
            <ac:cxnSpMk id="194" creationId="{16BBFF77-E3D9-222B-E298-AD8DDE27C9A2}"/>
          </ac:cxnSpMkLst>
        </pc:cxnChg>
        <pc:cxnChg chg="mod ord">
          <ac:chgData name="Baker, Richard SI-FR/S/E/E" userId="5f9de74e-87d0-498f-9a04-c9292600b5b0" providerId="ADAL" clId="{331ACF9A-AB44-49B7-98FD-2D9AEEAFDF9B}" dt="2026-08-28T13:08:15.155" v="509"/>
          <ac:cxnSpMkLst>
            <pc:docMk/>
            <pc:sldMk cId="1996095377" sldId="346"/>
            <ac:cxnSpMk id="195" creationId="{6A5B22E6-CA8C-FFE3-2EAD-29D621770CCF}"/>
          </ac:cxnSpMkLst>
        </pc:cxnChg>
        <pc:cxnChg chg="mod ord">
          <ac:chgData name="Baker, Richard SI-FR/S/E/E" userId="5f9de74e-87d0-498f-9a04-c9292600b5b0" providerId="ADAL" clId="{331ACF9A-AB44-49B7-98FD-2D9AEEAFDF9B}" dt="2026-08-28T13:08:15.155" v="505"/>
          <ac:cxnSpMkLst>
            <pc:docMk/>
            <pc:sldMk cId="1996095377" sldId="346"/>
            <ac:cxnSpMk id="196" creationId="{5FD8F6ED-FE0B-2B4C-3552-45E801A84EFA}"/>
          </ac:cxnSpMkLst>
        </pc:cxnChg>
        <pc:cxnChg chg="mod ord">
          <ac:chgData name="Baker, Richard SI-FR/S/E/E" userId="5f9de74e-87d0-498f-9a04-c9292600b5b0" providerId="ADAL" clId="{331ACF9A-AB44-49B7-98FD-2D9AEEAFDF9B}" dt="2026-08-28T13:08:15.154" v="495"/>
          <ac:cxnSpMkLst>
            <pc:docMk/>
            <pc:sldMk cId="1996095377" sldId="346"/>
            <ac:cxnSpMk id="242" creationId="{2DF4FC1E-EBEE-D9FE-F79C-290AA0208E0C}"/>
          </ac:cxnSpMkLst>
        </pc:cxn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Binary_Worksheet.xlsb"/></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Binary_Worksheet1.xlsb"/></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Binary_Worksheet2.xlsb"/></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9.5144541117036199E-2"/>
          <c:y val="6.2124248496993988E-2"/>
          <c:w val="0.83384788099915796"/>
          <c:h val="0.77930861723446898"/>
        </c:manualLayout>
      </c:layout>
      <c:scatterChart>
        <c:scatterStyle val="lineMarker"/>
        <c:varyColors val="0"/>
        <c:ser>
          <c:idx val="0"/>
          <c:order val="0"/>
          <c:spPr>
            <a:ln w="12700" cmpd="sng" algn="ctr">
              <a:solidFill>
                <a:schemeClr val="accent2"/>
              </a:solidFill>
              <a:prstDash val="solid"/>
            </a:ln>
          </c:spPr>
          <c:marker>
            <c:symbol val="none"/>
          </c:marker>
          <c:xVal>
            <c:numRef>
              <c:f>Sheet1!$A$1:$AO$1</c:f>
              <c:numCache>
                <c:formatCode>General</c:formatCode>
                <c:ptCount val="41"/>
                <c:pt idx="0">
                  <c:v>2010</c:v>
                </c:pt>
                <c:pt idx="1">
                  <c:v>2011</c:v>
                </c:pt>
                <c:pt idx="2">
                  <c:v>2012</c:v>
                </c:pt>
                <c:pt idx="3">
                  <c:v>2013</c:v>
                </c:pt>
                <c:pt idx="4">
                  <c:v>2014</c:v>
                </c:pt>
                <c:pt idx="5">
                  <c:v>2015</c:v>
                </c:pt>
                <c:pt idx="6">
                  <c:v>2016</c:v>
                </c:pt>
                <c:pt idx="7">
                  <c:v>2017</c:v>
                </c:pt>
                <c:pt idx="8">
                  <c:v>2018</c:v>
                </c:pt>
                <c:pt idx="9">
                  <c:v>2019</c:v>
                </c:pt>
                <c:pt idx="10">
                  <c:v>2020</c:v>
                </c:pt>
                <c:pt idx="11">
                  <c:v>2021</c:v>
                </c:pt>
                <c:pt idx="12">
                  <c:v>2022</c:v>
                </c:pt>
                <c:pt idx="13">
                  <c:v>2023</c:v>
                </c:pt>
                <c:pt idx="14">
                  <c:v>2024</c:v>
                </c:pt>
                <c:pt idx="15">
                  <c:v>2025</c:v>
                </c:pt>
                <c:pt idx="16">
                  <c:v>2026</c:v>
                </c:pt>
                <c:pt idx="17">
                  <c:v>2027</c:v>
                </c:pt>
                <c:pt idx="18">
                  <c:v>2028</c:v>
                </c:pt>
                <c:pt idx="19">
                  <c:v>2029</c:v>
                </c:pt>
                <c:pt idx="20">
                  <c:v>2030</c:v>
                </c:pt>
                <c:pt idx="21">
                  <c:v>2031</c:v>
                </c:pt>
                <c:pt idx="22">
                  <c:v>2032</c:v>
                </c:pt>
                <c:pt idx="23">
                  <c:v>2033</c:v>
                </c:pt>
                <c:pt idx="24">
                  <c:v>2034</c:v>
                </c:pt>
                <c:pt idx="25">
                  <c:v>2035</c:v>
                </c:pt>
                <c:pt idx="26">
                  <c:v>2036</c:v>
                </c:pt>
                <c:pt idx="27">
                  <c:v>2037</c:v>
                </c:pt>
                <c:pt idx="28">
                  <c:v>2038</c:v>
                </c:pt>
                <c:pt idx="29">
                  <c:v>2039</c:v>
                </c:pt>
                <c:pt idx="30">
                  <c:v>2040</c:v>
                </c:pt>
                <c:pt idx="31">
                  <c:v>2041</c:v>
                </c:pt>
                <c:pt idx="32">
                  <c:v>2042</c:v>
                </c:pt>
                <c:pt idx="33">
                  <c:v>2043</c:v>
                </c:pt>
                <c:pt idx="34">
                  <c:v>2044</c:v>
                </c:pt>
                <c:pt idx="35">
                  <c:v>2045</c:v>
                </c:pt>
                <c:pt idx="36">
                  <c:v>2046</c:v>
                </c:pt>
                <c:pt idx="37">
                  <c:v>2047</c:v>
                </c:pt>
                <c:pt idx="38">
                  <c:v>2048</c:v>
                </c:pt>
                <c:pt idx="39">
                  <c:v>2049</c:v>
                </c:pt>
                <c:pt idx="40">
                  <c:v>2050</c:v>
                </c:pt>
              </c:numCache>
            </c:numRef>
          </c:xVal>
          <c:yVal>
            <c:numRef>
              <c:f>Sheet1!$A$2:$AO$2</c:f>
              <c:numCache>
                <c:formatCode>General</c:formatCode>
                <c:ptCount val="41"/>
                <c:pt idx="15">
                  <c:v>99.14</c:v>
                </c:pt>
                <c:pt idx="16">
                  <c:v>99.38</c:v>
                </c:pt>
                <c:pt idx="17">
                  <c:v>99.62</c:v>
                </c:pt>
                <c:pt idx="18">
                  <c:v>99.77</c:v>
                </c:pt>
                <c:pt idx="19">
                  <c:v>99.75</c:v>
                </c:pt>
                <c:pt idx="20">
                  <c:v>99.42</c:v>
                </c:pt>
                <c:pt idx="21">
                  <c:v>99.38</c:v>
                </c:pt>
                <c:pt idx="22">
                  <c:v>99.24</c:v>
                </c:pt>
                <c:pt idx="23">
                  <c:v>99.04</c:v>
                </c:pt>
                <c:pt idx="24">
                  <c:v>98.6</c:v>
                </c:pt>
                <c:pt idx="25">
                  <c:v>97.8</c:v>
                </c:pt>
                <c:pt idx="26">
                  <c:v>96.96</c:v>
                </c:pt>
                <c:pt idx="27">
                  <c:v>96.09</c:v>
                </c:pt>
                <c:pt idx="28">
                  <c:v>95.2</c:v>
                </c:pt>
                <c:pt idx="29">
                  <c:v>94.22</c:v>
                </c:pt>
                <c:pt idx="30">
                  <c:v>93.01</c:v>
                </c:pt>
                <c:pt idx="31">
                  <c:v>91.93</c:v>
                </c:pt>
                <c:pt idx="32">
                  <c:v>90.85</c:v>
                </c:pt>
                <c:pt idx="33">
                  <c:v>89.75</c:v>
                </c:pt>
                <c:pt idx="34">
                  <c:v>88.64</c:v>
                </c:pt>
                <c:pt idx="35">
                  <c:v>87.42</c:v>
                </c:pt>
                <c:pt idx="36">
                  <c:v>86.34</c:v>
                </c:pt>
                <c:pt idx="37">
                  <c:v>85.24</c:v>
                </c:pt>
                <c:pt idx="38">
                  <c:v>84.14</c:v>
                </c:pt>
                <c:pt idx="39">
                  <c:v>82.84</c:v>
                </c:pt>
                <c:pt idx="40">
                  <c:v>81.53</c:v>
                </c:pt>
              </c:numCache>
            </c:numRef>
          </c:yVal>
          <c:smooth val="0"/>
          <c:extLst>
            <c:ext xmlns:c16="http://schemas.microsoft.com/office/drawing/2014/chart" uri="{C3380CC4-5D6E-409C-BE32-E72D297353CC}">
              <c16:uniqueId val="{00000000-DB5E-4ECC-BBBB-AC995DE8CBE0}"/>
            </c:ext>
          </c:extLst>
        </c:ser>
        <c:ser>
          <c:idx val="1"/>
          <c:order val="1"/>
          <c:spPr>
            <a:ln w="19050" cmpd="sng" algn="ctr">
              <a:solidFill>
                <a:schemeClr val="hlink"/>
              </a:solidFill>
              <a:prstDash val="solid"/>
            </a:ln>
          </c:spPr>
          <c:marker>
            <c:symbol val="none"/>
          </c:marker>
          <c:xVal>
            <c:numRef>
              <c:f>Sheet1!$A$1:$AO$1</c:f>
              <c:numCache>
                <c:formatCode>General</c:formatCode>
                <c:ptCount val="41"/>
                <c:pt idx="0">
                  <c:v>2010</c:v>
                </c:pt>
                <c:pt idx="1">
                  <c:v>2011</c:v>
                </c:pt>
                <c:pt idx="2">
                  <c:v>2012</c:v>
                </c:pt>
                <c:pt idx="3">
                  <c:v>2013</c:v>
                </c:pt>
                <c:pt idx="4">
                  <c:v>2014</c:v>
                </c:pt>
                <c:pt idx="5">
                  <c:v>2015</c:v>
                </c:pt>
                <c:pt idx="6">
                  <c:v>2016</c:v>
                </c:pt>
                <c:pt idx="7">
                  <c:v>2017</c:v>
                </c:pt>
                <c:pt idx="8">
                  <c:v>2018</c:v>
                </c:pt>
                <c:pt idx="9">
                  <c:v>2019</c:v>
                </c:pt>
                <c:pt idx="10">
                  <c:v>2020</c:v>
                </c:pt>
                <c:pt idx="11">
                  <c:v>2021</c:v>
                </c:pt>
                <c:pt idx="12">
                  <c:v>2022</c:v>
                </c:pt>
                <c:pt idx="13">
                  <c:v>2023</c:v>
                </c:pt>
                <c:pt idx="14">
                  <c:v>2024</c:v>
                </c:pt>
                <c:pt idx="15">
                  <c:v>2025</c:v>
                </c:pt>
                <c:pt idx="16">
                  <c:v>2026</c:v>
                </c:pt>
                <c:pt idx="17">
                  <c:v>2027</c:v>
                </c:pt>
                <c:pt idx="18">
                  <c:v>2028</c:v>
                </c:pt>
                <c:pt idx="19">
                  <c:v>2029</c:v>
                </c:pt>
                <c:pt idx="20">
                  <c:v>2030</c:v>
                </c:pt>
                <c:pt idx="21">
                  <c:v>2031</c:v>
                </c:pt>
                <c:pt idx="22">
                  <c:v>2032</c:v>
                </c:pt>
                <c:pt idx="23">
                  <c:v>2033</c:v>
                </c:pt>
                <c:pt idx="24">
                  <c:v>2034</c:v>
                </c:pt>
                <c:pt idx="25">
                  <c:v>2035</c:v>
                </c:pt>
                <c:pt idx="26">
                  <c:v>2036</c:v>
                </c:pt>
                <c:pt idx="27">
                  <c:v>2037</c:v>
                </c:pt>
                <c:pt idx="28">
                  <c:v>2038</c:v>
                </c:pt>
                <c:pt idx="29">
                  <c:v>2039</c:v>
                </c:pt>
                <c:pt idx="30">
                  <c:v>2040</c:v>
                </c:pt>
                <c:pt idx="31">
                  <c:v>2041</c:v>
                </c:pt>
                <c:pt idx="32">
                  <c:v>2042</c:v>
                </c:pt>
                <c:pt idx="33">
                  <c:v>2043</c:v>
                </c:pt>
                <c:pt idx="34">
                  <c:v>2044</c:v>
                </c:pt>
                <c:pt idx="35">
                  <c:v>2045</c:v>
                </c:pt>
                <c:pt idx="36">
                  <c:v>2046</c:v>
                </c:pt>
                <c:pt idx="37">
                  <c:v>2047</c:v>
                </c:pt>
                <c:pt idx="38">
                  <c:v>2048</c:v>
                </c:pt>
                <c:pt idx="39">
                  <c:v>2049</c:v>
                </c:pt>
                <c:pt idx="40">
                  <c:v>2050</c:v>
                </c:pt>
              </c:numCache>
            </c:numRef>
          </c:xVal>
          <c:yVal>
            <c:numRef>
              <c:f>Sheet1!$A$3:$AO$3</c:f>
              <c:numCache>
                <c:formatCode>General</c:formatCode>
                <c:ptCount val="41"/>
                <c:pt idx="15">
                  <c:v>99.14</c:v>
                </c:pt>
                <c:pt idx="16">
                  <c:v>99.66</c:v>
                </c:pt>
                <c:pt idx="17">
                  <c:v>100.16</c:v>
                </c:pt>
                <c:pt idx="18">
                  <c:v>100.57</c:v>
                </c:pt>
                <c:pt idx="19">
                  <c:v>100.85</c:v>
                </c:pt>
                <c:pt idx="20">
                  <c:v>100.89</c:v>
                </c:pt>
                <c:pt idx="21">
                  <c:v>101.16</c:v>
                </c:pt>
                <c:pt idx="22">
                  <c:v>101.36</c:v>
                </c:pt>
                <c:pt idx="23">
                  <c:v>101.54</c:v>
                </c:pt>
                <c:pt idx="24">
                  <c:v>101.51</c:v>
                </c:pt>
                <c:pt idx="25">
                  <c:v>101.3</c:v>
                </c:pt>
                <c:pt idx="26">
                  <c:v>100.9</c:v>
                </c:pt>
                <c:pt idx="27">
                  <c:v>100.44</c:v>
                </c:pt>
                <c:pt idx="28">
                  <c:v>99.92</c:v>
                </c:pt>
                <c:pt idx="29">
                  <c:v>99.29</c:v>
                </c:pt>
                <c:pt idx="30">
                  <c:v>98.57</c:v>
                </c:pt>
                <c:pt idx="31">
                  <c:v>97.74</c:v>
                </c:pt>
                <c:pt idx="32">
                  <c:v>96.85</c:v>
                </c:pt>
                <c:pt idx="33">
                  <c:v>95.9</c:v>
                </c:pt>
                <c:pt idx="34">
                  <c:v>94.89</c:v>
                </c:pt>
                <c:pt idx="35">
                  <c:v>93.82</c:v>
                </c:pt>
                <c:pt idx="36">
                  <c:v>92.75</c:v>
                </c:pt>
                <c:pt idx="37">
                  <c:v>91.64</c:v>
                </c:pt>
                <c:pt idx="38">
                  <c:v>90.52</c:v>
                </c:pt>
                <c:pt idx="39">
                  <c:v>89.35</c:v>
                </c:pt>
                <c:pt idx="40">
                  <c:v>88.18</c:v>
                </c:pt>
              </c:numCache>
            </c:numRef>
          </c:yVal>
          <c:smooth val="0"/>
          <c:extLst>
            <c:ext xmlns:c16="http://schemas.microsoft.com/office/drawing/2014/chart" uri="{C3380CC4-5D6E-409C-BE32-E72D297353CC}">
              <c16:uniqueId val="{00000001-DB5E-4ECC-BBBB-AC995DE8CBE0}"/>
            </c:ext>
          </c:extLst>
        </c:ser>
        <c:ser>
          <c:idx val="2"/>
          <c:order val="2"/>
          <c:spPr>
            <a:ln w="19050" cmpd="sng" algn="ctr">
              <a:solidFill>
                <a:schemeClr val="accent5"/>
              </a:solidFill>
              <a:prstDash val="solid"/>
            </a:ln>
          </c:spPr>
          <c:marker>
            <c:symbol val="none"/>
          </c:marker>
          <c:xVal>
            <c:numRef>
              <c:f>Sheet1!$A$1:$AO$1</c:f>
              <c:numCache>
                <c:formatCode>General</c:formatCode>
                <c:ptCount val="41"/>
                <c:pt idx="0">
                  <c:v>2010</c:v>
                </c:pt>
                <c:pt idx="1">
                  <c:v>2011</c:v>
                </c:pt>
                <c:pt idx="2">
                  <c:v>2012</c:v>
                </c:pt>
                <c:pt idx="3">
                  <c:v>2013</c:v>
                </c:pt>
                <c:pt idx="4">
                  <c:v>2014</c:v>
                </c:pt>
                <c:pt idx="5">
                  <c:v>2015</c:v>
                </c:pt>
                <c:pt idx="6">
                  <c:v>2016</c:v>
                </c:pt>
                <c:pt idx="7">
                  <c:v>2017</c:v>
                </c:pt>
                <c:pt idx="8">
                  <c:v>2018</c:v>
                </c:pt>
                <c:pt idx="9">
                  <c:v>2019</c:v>
                </c:pt>
                <c:pt idx="10">
                  <c:v>2020</c:v>
                </c:pt>
                <c:pt idx="11">
                  <c:v>2021</c:v>
                </c:pt>
                <c:pt idx="12">
                  <c:v>2022</c:v>
                </c:pt>
                <c:pt idx="13">
                  <c:v>2023</c:v>
                </c:pt>
                <c:pt idx="14">
                  <c:v>2024</c:v>
                </c:pt>
                <c:pt idx="15">
                  <c:v>2025</c:v>
                </c:pt>
                <c:pt idx="16">
                  <c:v>2026</c:v>
                </c:pt>
                <c:pt idx="17">
                  <c:v>2027</c:v>
                </c:pt>
                <c:pt idx="18">
                  <c:v>2028</c:v>
                </c:pt>
                <c:pt idx="19">
                  <c:v>2029</c:v>
                </c:pt>
                <c:pt idx="20">
                  <c:v>2030</c:v>
                </c:pt>
                <c:pt idx="21">
                  <c:v>2031</c:v>
                </c:pt>
                <c:pt idx="22">
                  <c:v>2032</c:v>
                </c:pt>
                <c:pt idx="23">
                  <c:v>2033</c:v>
                </c:pt>
                <c:pt idx="24">
                  <c:v>2034</c:v>
                </c:pt>
                <c:pt idx="25">
                  <c:v>2035</c:v>
                </c:pt>
                <c:pt idx="26">
                  <c:v>2036</c:v>
                </c:pt>
                <c:pt idx="27">
                  <c:v>2037</c:v>
                </c:pt>
                <c:pt idx="28">
                  <c:v>2038</c:v>
                </c:pt>
                <c:pt idx="29">
                  <c:v>2039</c:v>
                </c:pt>
                <c:pt idx="30">
                  <c:v>2040</c:v>
                </c:pt>
                <c:pt idx="31">
                  <c:v>2041</c:v>
                </c:pt>
                <c:pt idx="32">
                  <c:v>2042</c:v>
                </c:pt>
                <c:pt idx="33">
                  <c:v>2043</c:v>
                </c:pt>
                <c:pt idx="34">
                  <c:v>2044</c:v>
                </c:pt>
                <c:pt idx="35">
                  <c:v>2045</c:v>
                </c:pt>
                <c:pt idx="36">
                  <c:v>2046</c:v>
                </c:pt>
                <c:pt idx="37">
                  <c:v>2047</c:v>
                </c:pt>
                <c:pt idx="38">
                  <c:v>2048</c:v>
                </c:pt>
                <c:pt idx="39">
                  <c:v>2049</c:v>
                </c:pt>
                <c:pt idx="40">
                  <c:v>2050</c:v>
                </c:pt>
              </c:numCache>
            </c:numRef>
          </c:xVal>
          <c:yVal>
            <c:numRef>
              <c:f>Sheet1!$A$4:$AO$4</c:f>
              <c:numCache>
                <c:formatCode>General</c:formatCode>
                <c:ptCount val="41"/>
                <c:pt idx="15">
                  <c:v>99.14</c:v>
                </c:pt>
                <c:pt idx="16">
                  <c:v>99.7</c:v>
                </c:pt>
                <c:pt idx="17">
                  <c:v>100.26</c:v>
                </c:pt>
                <c:pt idx="18">
                  <c:v>100.75</c:v>
                </c:pt>
                <c:pt idx="19">
                  <c:v>101.13</c:v>
                </c:pt>
                <c:pt idx="20">
                  <c:v>101.31</c:v>
                </c:pt>
                <c:pt idx="21">
                  <c:v>101.75</c:v>
                </c:pt>
                <c:pt idx="22">
                  <c:v>102.14</c:v>
                </c:pt>
                <c:pt idx="23">
                  <c:v>102.55</c:v>
                </c:pt>
                <c:pt idx="24">
                  <c:v>102.77</c:v>
                </c:pt>
                <c:pt idx="25">
                  <c:v>102.84</c:v>
                </c:pt>
                <c:pt idx="26">
                  <c:v>102.75</c:v>
                </c:pt>
                <c:pt idx="27">
                  <c:v>102.63</c:v>
                </c:pt>
                <c:pt idx="28">
                  <c:v>102.49</c:v>
                </c:pt>
                <c:pt idx="29">
                  <c:v>102.26</c:v>
                </c:pt>
                <c:pt idx="30">
                  <c:v>101.96</c:v>
                </c:pt>
                <c:pt idx="31">
                  <c:v>101.58</c:v>
                </c:pt>
                <c:pt idx="32">
                  <c:v>101.17</c:v>
                </c:pt>
                <c:pt idx="33">
                  <c:v>100.72</c:v>
                </c:pt>
                <c:pt idx="34">
                  <c:v>100.23</c:v>
                </c:pt>
                <c:pt idx="35">
                  <c:v>99.71</c:v>
                </c:pt>
                <c:pt idx="36">
                  <c:v>99.15</c:v>
                </c:pt>
                <c:pt idx="37">
                  <c:v>98.55</c:v>
                </c:pt>
                <c:pt idx="38">
                  <c:v>97.9</c:v>
                </c:pt>
                <c:pt idx="39">
                  <c:v>97.19</c:v>
                </c:pt>
                <c:pt idx="40">
                  <c:v>96.3</c:v>
                </c:pt>
              </c:numCache>
            </c:numRef>
          </c:yVal>
          <c:smooth val="0"/>
          <c:extLst>
            <c:ext xmlns:c16="http://schemas.microsoft.com/office/drawing/2014/chart" uri="{C3380CC4-5D6E-409C-BE32-E72D297353CC}">
              <c16:uniqueId val="{00000002-DB5E-4ECC-BBBB-AC995DE8CBE0}"/>
            </c:ext>
          </c:extLst>
        </c:ser>
        <c:ser>
          <c:idx val="3"/>
          <c:order val="3"/>
          <c:spPr>
            <a:ln w="19050" cmpd="sng" algn="ctr">
              <a:solidFill>
                <a:schemeClr val="accent4"/>
              </a:solidFill>
              <a:prstDash val="solid"/>
            </a:ln>
          </c:spPr>
          <c:marker>
            <c:symbol val="none"/>
          </c:marker>
          <c:xVal>
            <c:numRef>
              <c:f>Sheet1!$A$1:$AO$1</c:f>
              <c:numCache>
                <c:formatCode>General</c:formatCode>
                <c:ptCount val="41"/>
                <c:pt idx="0">
                  <c:v>2010</c:v>
                </c:pt>
                <c:pt idx="1">
                  <c:v>2011</c:v>
                </c:pt>
                <c:pt idx="2">
                  <c:v>2012</c:v>
                </c:pt>
                <c:pt idx="3">
                  <c:v>2013</c:v>
                </c:pt>
                <c:pt idx="4">
                  <c:v>2014</c:v>
                </c:pt>
                <c:pt idx="5">
                  <c:v>2015</c:v>
                </c:pt>
                <c:pt idx="6">
                  <c:v>2016</c:v>
                </c:pt>
                <c:pt idx="7">
                  <c:v>2017</c:v>
                </c:pt>
                <c:pt idx="8">
                  <c:v>2018</c:v>
                </c:pt>
                <c:pt idx="9">
                  <c:v>2019</c:v>
                </c:pt>
                <c:pt idx="10">
                  <c:v>2020</c:v>
                </c:pt>
                <c:pt idx="11">
                  <c:v>2021</c:v>
                </c:pt>
                <c:pt idx="12">
                  <c:v>2022</c:v>
                </c:pt>
                <c:pt idx="13">
                  <c:v>2023</c:v>
                </c:pt>
                <c:pt idx="14">
                  <c:v>2024</c:v>
                </c:pt>
                <c:pt idx="15">
                  <c:v>2025</c:v>
                </c:pt>
                <c:pt idx="16">
                  <c:v>2026</c:v>
                </c:pt>
                <c:pt idx="17">
                  <c:v>2027</c:v>
                </c:pt>
                <c:pt idx="18">
                  <c:v>2028</c:v>
                </c:pt>
                <c:pt idx="19">
                  <c:v>2029</c:v>
                </c:pt>
                <c:pt idx="20">
                  <c:v>2030</c:v>
                </c:pt>
                <c:pt idx="21">
                  <c:v>2031</c:v>
                </c:pt>
                <c:pt idx="22">
                  <c:v>2032</c:v>
                </c:pt>
                <c:pt idx="23">
                  <c:v>2033</c:v>
                </c:pt>
                <c:pt idx="24">
                  <c:v>2034</c:v>
                </c:pt>
                <c:pt idx="25">
                  <c:v>2035</c:v>
                </c:pt>
                <c:pt idx="26">
                  <c:v>2036</c:v>
                </c:pt>
                <c:pt idx="27">
                  <c:v>2037</c:v>
                </c:pt>
                <c:pt idx="28">
                  <c:v>2038</c:v>
                </c:pt>
                <c:pt idx="29">
                  <c:v>2039</c:v>
                </c:pt>
                <c:pt idx="30">
                  <c:v>2040</c:v>
                </c:pt>
                <c:pt idx="31">
                  <c:v>2041</c:v>
                </c:pt>
                <c:pt idx="32">
                  <c:v>2042</c:v>
                </c:pt>
                <c:pt idx="33">
                  <c:v>2043</c:v>
                </c:pt>
                <c:pt idx="34">
                  <c:v>2044</c:v>
                </c:pt>
                <c:pt idx="35">
                  <c:v>2045</c:v>
                </c:pt>
                <c:pt idx="36">
                  <c:v>2046</c:v>
                </c:pt>
                <c:pt idx="37">
                  <c:v>2047</c:v>
                </c:pt>
                <c:pt idx="38">
                  <c:v>2048</c:v>
                </c:pt>
                <c:pt idx="39">
                  <c:v>2049</c:v>
                </c:pt>
                <c:pt idx="40">
                  <c:v>2050</c:v>
                </c:pt>
              </c:numCache>
            </c:numRef>
          </c:xVal>
          <c:yVal>
            <c:numRef>
              <c:f>Sheet1!$A$5:$AO$5</c:f>
              <c:numCache>
                <c:formatCode>General</c:formatCode>
                <c:ptCount val="41"/>
                <c:pt idx="15">
                  <c:v>99.14</c:v>
                </c:pt>
                <c:pt idx="16">
                  <c:v>99.8</c:v>
                </c:pt>
                <c:pt idx="17">
                  <c:v>101.02</c:v>
                </c:pt>
                <c:pt idx="18">
                  <c:v>102.06</c:v>
                </c:pt>
                <c:pt idx="19">
                  <c:v>102.82</c:v>
                </c:pt>
                <c:pt idx="20">
                  <c:v>103.29</c:v>
                </c:pt>
                <c:pt idx="21">
                  <c:v>103.27</c:v>
                </c:pt>
                <c:pt idx="22">
                  <c:v>103.17</c:v>
                </c:pt>
                <c:pt idx="23">
                  <c:v>102.93</c:v>
                </c:pt>
                <c:pt idx="24">
                  <c:v>102.64</c:v>
                </c:pt>
                <c:pt idx="25">
                  <c:v>102.39</c:v>
                </c:pt>
                <c:pt idx="26">
                  <c:v>102.05</c:v>
                </c:pt>
                <c:pt idx="27">
                  <c:v>101.59</c:v>
                </c:pt>
                <c:pt idx="28">
                  <c:v>101.04</c:v>
                </c:pt>
                <c:pt idx="29">
                  <c:v>100.45</c:v>
                </c:pt>
                <c:pt idx="30">
                  <c:v>99.71</c:v>
                </c:pt>
                <c:pt idx="31">
                  <c:v>98.86</c:v>
                </c:pt>
                <c:pt idx="32">
                  <c:v>97.94</c:v>
                </c:pt>
                <c:pt idx="33">
                  <c:v>96.94</c:v>
                </c:pt>
                <c:pt idx="34">
                  <c:v>95.88</c:v>
                </c:pt>
                <c:pt idx="35">
                  <c:v>94.76</c:v>
                </c:pt>
                <c:pt idx="36">
                  <c:v>93.64</c:v>
                </c:pt>
                <c:pt idx="37">
                  <c:v>92.42</c:v>
                </c:pt>
                <c:pt idx="38">
                  <c:v>91.12</c:v>
                </c:pt>
                <c:pt idx="39">
                  <c:v>89.79</c:v>
                </c:pt>
                <c:pt idx="40">
                  <c:v>88.49</c:v>
                </c:pt>
              </c:numCache>
            </c:numRef>
          </c:yVal>
          <c:smooth val="0"/>
          <c:extLst>
            <c:ext xmlns:c16="http://schemas.microsoft.com/office/drawing/2014/chart" uri="{C3380CC4-5D6E-409C-BE32-E72D297353CC}">
              <c16:uniqueId val="{00000003-DB5E-4ECC-BBBB-AC995DE8CBE0}"/>
            </c:ext>
          </c:extLst>
        </c:ser>
        <c:ser>
          <c:idx val="4"/>
          <c:order val="4"/>
          <c:spPr>
            <a:ln w="12700" cmpd="sng" algn="ctr">
              <a:solidFill>
                <a:schemeClr val="accent5"/>
              </a:solidFill>
              <a:prstDash val="solid"/>
            </a:ln>
          </c:spPr>
          <c:marker>
            <c:symbol val="none"/>
          </c:marker>
          <c:xVal>
            <c:numRef>
              <c:f>Sheet1!$A$1:$AO$1</c:f>
              <c:numCache>
                <c:formatCode>General</c:formatCode>
                <c:ptCount val="41"/>
                <c:pt idx="0">
                  <c:v>2010</c:v>
                </c:pt>
                <c:pt idx="1">
                  <c:v>2011</c:v>
                </c:pt>
                <c:pt idx="2">
                  <c:v>2012</c:v>
                </c:pt>
                <c:pt idx="3">
                  <c:v>2013</c:v>
                </c:pt>
                <c:pt idx="4">
                  <c:v>2014</c:v>
                </c:pt>
                <c:pt idx="5">
                  <c:v>2015</c:v>
                </c:pt>
                <c:pt idx="6">
                  <c:v>2016</c:v>
                </c:pt>
                <c:pt idx="7">
                  <c:v>2017</c:v>
                </c:pt>
                <c:pt idx="8">
                  <c:v>2018</c:v>
                </c:pt>
                <c:pt idx="9">
                  <c:v>2019</c:v>
                </c:pt>
                <c:pt idx="10">
                  <c:v>2020</c:v>
                </c:pt>
                <c:pt idx="11">
                  <c:v>2021</c:v>
                </c:pt>
                <c:pt idx="12">
                  <c:v>2022</c:v>
                </c:pt>
                <c:pt idx="13">
                  <c:v>2023</c:v>
                </c:pt>
                <c:pt idx="14">
                  <c:v>2024</c:v>
                </c:pt>
                <c:pt idx="15">
                  <c:v>2025</c:v>
                </c:pt>
                <c:pt idx="16">
                  <c:v>2026</c:v>
                </c:pt>
                <c:pt idx="17">
                  <c:v>2027</c:v>
                </c:pt>
                <c:pt idx="18">
                  <c:v>2028</c:v>
                </c:pt>
                <c:pt idx="19">
                  <c:v>2029</c:v>
                </c:pt>
                <c:pt idx="20">
                  <c:v>2030</c:v>
                </c:pt>
                <c:pt idx="21">
                  <c:v>2031</c:v>
                </c:pt>
                <c:pt idx="22">
                  <c:v>2032</c:v>
                </c:pt>
                <c:pt idx="23">
                  <c:v>2033</c:v>
                </c:pt>
                <c:pt idx="24">
                  <c:v>2034</c:v>
                </c:pt>
                <c:pt idx="25">
                  <c:v>2035</c:v>
                </c:pt>
                <c:pt idx="26">
                  <c:v>2036</c:v>
                </c:pt>
                <c:pt idx="27">
                  <c:v>2037</c:v>
                </c:pt>
                <c:pt idx="28">
                  <c:v>2038</c:v>
                </c:pt>
                <c:pt idx="29">
                  <c:v>2039</c:v>
                </c:pt>
                <c:pt idx="30">
                  <c:v>2040</c:v>
                </c:pt>
                <c:pt idx="31">
                  <c:v>2041</c:v>
                </c:pt>
                <c:pt idx="32">
                  <c:v>2042</c:v>
                </c:pt>
                <c:pt idx="33">
                  <c:v>2043</c:v>
                </c:pt>
                <c:pt idx="34">
                  <c:v>2044</c:v>
                </c:pt>
                <c:pt idx="35">
                  <c:v>2045</c:v>
                </c:pt>
                <c:pt idx="36">
                  <c:v>2046</c:v>
                </c:pt>
                <c:pt idx="37">
                  <c:v>2047</c:v>
                </c:pt>
                <c:pt idx="38">
                  <c:v>2048</c:v>
                </c:pt>
                <c:pt idx="39">
                  <c:v>2049</c:v>
                </c:pt>
                <c:pt idx="40">
                  <c:v>2050</c:v>
                </c:pt>
              </c:numCache>
            </c:numRef>
          </c:xVal>
          <c:yVal>
            <c:numRef>
              <c:f>Sheet1!$A$6:$AO$6</c:f>
              <c:numCache>
                <c:formatCode>General</c:formatCode>
                <c:ptCount val="41"/>
                <c:pt idx="0">
                  <c:v>83.883597855633425</c:v>
                </c:pt>
                <c:pt idx="1">
                  <c:v>84.709906819180915</c:v>
                </c:pt>
                <c:pt idx="2">
                  <c:v>85.941010833644071</c:v>
                </c:pt>
                <c:pt idx="3">
                  <c:v>87.43089193905341</c:v>
                </c:pt>
                <c:pt idx="4">
                  <c:v>88.309722009331466</c:v>
                </c:pt>
                <c:pt idx="5">
                  <c:v>90.16933861654536</c:v>
                </c:pt>
                <c:pt idx="6">
                  <c:v>91.964218640432506</c:v>
                </c:pt>
                <c:pt idx="7">
                  <c:v>94.056196045131003</c:v>
                </c:pt>
                <c:pt idx="8">
                  <c:v>95.271108397374476</c:v>
                </c:pt>
                <c:pt idx="9">
                  <c:v>95.720181894182744</c:v>
                </c:pt>
                <c:pt idx="10">
                  <c:v>86.939607046999896</c:v>
                </c:pt>
                <c:pt idx="11">
                  <c:v>92.135728144214269</c:v>
                </c:pt>
                <c:pt idx="12">
                  <c:v>95.118537310280075</c:v>
                </c:pt>
                <c:pt idx="13">
                  <c:v>97.516228476169829</c:v>
                </c:pt>
                <c:pt idx="14">
                  <c:v>98.24</c:v>
                </c:pt>
                <c:pt idx="15">
                  <c:v>99.14</c:v>
                </c:pt>
              </c:numCache>
            </c:numRef>
          </c:yVal>
          <c:smooth val="0"/>
          <c:extLst>
            <c:ext xmlns:c16="http://schemas.microsoft.com/office/drawing/2014/chart" uri="{C3380CC4-5D6E-409C-BE32-E72D297353CC}">
              <c16:uniqueId val="{00000004-DB5E-4ECC-BBBB-AC995DE8CBE0}"/>
            </c:ext>
          </c:extLst>
        </c:ser>
        <c:ser>
          <c:idx val="5"/>
          <c:order val="5"/>
          <c:spPr>
            <a:ln w="12700" cmpd="sng" algn="ctr">
              <a:solidFill>
                <a:schemeClr val="accent2"/>
              </a:solidFill>
              <a:prstDash val="lgDash"/>
            </a:ln>
          </c:spPr>
          <c:marker>
            <c:symbol val="none"/>
          </c:marker>
          <c:xVal>
            <c:numRef>
              <c:f>Sheet1!$A$1:$AO$1</c:f>
              <c:numCache>
                <c:formatCode>General</c:formatCode>
                <c:ptCount val="41"/>
                <c:pt idx="0">
                  <c:v>2010</c:v>
                </c:pt>
                <c:pt idx="1">
                  <c:v>2011</c:v>
                </c:pt>
                <c:pt idx="2">
                  <c:v>2012</c:v>
                </c:pt>
                <c:pt idx="3">
                  <c:v>2013</c:v>
                </c:pt>
                <c:pt idx="4">
                  <c:v>2014</c:v>
                </c:pt>
                <c:pt idx="5">
                  <c:v>2015</c:v>
                </c:pt>
                <c:pt idx="6">
                  <c:v>2016</c:v>
                </c:pt>
                <c:pt idx="7">
                  <c:v>2017</c:v>
                </c:pt>
                <c:pt idx="8">
                  <c:v>2018</c:v>
                </c:pt>
                <c:pt idx="9">
                  <c:v>2019</c:v>
                </c:pt>
                <c:pt idx="10">
                  <c:v>2020</c:v>
                </c:pt>
                <c:pt idx="11">
                  <c:v>2021</c:v>
                </c:pt>
                <c:pt idx="12">
                  <c:v>2022</c:v>
                </c:pt>
                <c:pt idx="13">
                  <c:v>2023</c:v>
                </c:pt>
                <c:pt idx="14">
                  <c:v>2024</c:v>
                </c:pt>
                <c:pt idx="15">
                  <c:v>2025</c:v>
                </c:pt>
                <c:pt idx="16">
                  <c:v>2026</c:v>
                </c:pt>
                <c:pt idx="17">
                  <c:v>2027</c:v>
                </c:pt>
                <c:pt idx="18">
                  <c:v>2028</c:v>
                </c:pt>
                <c:pt idx="19">
                  <c:v>2029</c:v>
                </c:pt>
                <c:pt idx="20">
                  <c:v>2030</c:v>
                </c:pt>
                <c:pt idx="21">
                  <c:v>2031</c:v>
                </c:pt>
                <c:pt idx="22">
                  <c:v>2032</c:v>
                </c:pt>
                <c:pt idx="23">
                  <c:v>2033</c:v>
                </c:pt>
                <c:pt idx="24">
                  <c:v>2034</c:v>
                </c:pt>
                <c:pt idx="25">
                  <c:v>2035</c:v>
                </c:pt>
                <c:pt idx="26">
                  <c:v>2036</c:v>
                </c:pt>
                <c:pt idx="27">
                  <c:v>2037</c:v>
                </c:pt>
                <c:pt idx="28">
                  <c:v>2038</c:v>
                </c:pt>
                <c:pt idx="29">
                  <c:v>2039</c:v>
                </c:pt>
                <c:pt idx="30">
                  <c:v>2040</c:v>
                </c:pt>
                <c:pt idx="31">
                  <c:v>2041</c:v>
                </c:pt>
                <c:pt idx="32">
                  <c:v>2042</c:v>
                </c:pt>
                <c:pt idx="33">
                  <c:v>2043</c:v>
                </c:pt>
                <c:pt idx="34">
                  <c:v>2044</c:v>
                </c:pt>
                <c:pt idx="35">
                  <c:v>2045</c:v>
                </c:pt>
                <c:pt idx="36">
                  <c:v>2046</c:v>
                </c:pt>
                <c:pt idx="37">
                  <c:v>2047</c:v>
                </c:pt>
                <c:pt idx="38">
                  <c:v>2048</c:v>
                </c:pt>
                <c:pt idx="39">
                  <c:v>2049</c:v>
                </c:pt>
                <c:pt idx="40">
                  <c:v>2050</c:v>
                </c:pt>
              </c:numCache>
            </c:numRef>
          </c:xVal>
          <c:yVal>
            <c:numRef>
              <c:f>Sheet1!$A$7:$AO$7</c:f>
              <c:numCache>
                <c:formatCode>General</c:formatCode>
                <c:ptCount val="41"/>
                <c:pt idx="15">
                  <c:v>99.14</c:v>
                </c:pt>
                <c:pt idx="16">
                  <c:v>93.588160000000002</c:v>
                </c:pt>
                <c:pt idx="17">
                  <c:v>88.347223040000003</c:v>
                </c:pt>
                <c:pt idx="18">
                  <c:v>83.399778549760001</c:v>
                </c:pt>
                <c:pt idx="19">
                  <c:v>78.729390950973439</c:v>
                </c:pt>
                <c:pt idx="20">
                  <c:v>74.320545057718917</c:v>
                </c:pt>
                <c:pt idx="21">
                  <c:v>70.158594534486653</c:v>
                </c:pt>
              </c:numCache>
            </c:numRef>
          </c:yVal>
          <c:smooth val="0"/>
          <c:extLst>
            <c:ext xmlns:c16="http://schemas.microsoft.com/office/drawing/2014/chart" uri="{C3380CC4-5D6E-409C-BE32-E72D297353CC}">
              <c16:uniqueId val="{00000005-DB5E-4ECC-BBBB-AC995DE8CBE0}"/>
            </c:ext>
          </c:extLst>
        </c:ser>
        <c:dLbls>
          <c:showLegendKey val="0"/>
          <c:showVal val="0"/>
          <c:showCatName val="0"/>
          <c:showSerName val="0"/>
          <c:showPercent val="0"/>
          <c:showBubbleSize val="0"/>
        </c:dLbls>
        <c:axId val="4"/>
        <c:axId val="5"/>
      </c:scatterChart>
      <c:valAx>
        <c:axId val="4"/>
        <c:scaling>
          <c:orientation val="minMax"/>
          <c:max val="2050"/>
          <c:min val="2010"/>
        </c:scaling>
        <c:delete val="0"/>
        <c:axPos val="b"/>
        <c:majorGridlines>
          <c:spPr>
            <a:ln>
              <a:noFill/>
            </a:ln>
          </c:spPr>
        </c:majorGridlines>
        <c:numFmt formatCode="0;&quot;-&quot;0" sourceLinked="0"/>
        <c:majorTickMark val="out"/>
        <c:minorTickMark val="none"/>
        <c:tickLblPos val="nextTo"/>
        <c:spPr>
          <a:ln w="9525" cmpd="sng" algn="ctr">
            <a:solidFill>
              <a:schemeClr val="tx1"/>
            </a:solidFill>
            <a:prstDash val="solid"/>
          </a:ln>
        </c:spPr>
        <c:txPr>
          <a:bodyPr wrap="none"/>
          <a:lstStyle/>
          <a:p>
            <a:pPr>
              <a:defRPr sz="2800" kern="1200">
                <a:solidFill>
                  <a:schemeClr val="tx1"/>
                </a:solidFill>
                <a:latin typeface="ShellBook"/>
                <a:ea typeface="+mn-ea"/>
                <a:cs typeface="+mn-cs"/>
                <a:sym typeface="ShellBook"/>
              </a:defRPr>
            </a:pPr>
            <a:endParaRPr lang="en-US"/>
          </a:p>
        </c:txPr>
        <c:crossAx val="5"/>
        <c:crosses val="min"/>
        <c:crossBetween val="midCat"/>
        <c:majorUnit val="10"/>
      </c:valAx>
      <c:valAx>
        <c:axId val="5"/>
        <c:scaling>
          <c:orientation val="minMax"/>
          <c:max val="110"/>
          <c:min val="70"/>
        </c:scaling>
        <c:delete val="0"/>
        <c:axPos val="l"/>
        <c:majorGridlines>
          <c:spPr>
            <a:ln w="3175" cmpd="sng" algn="ctr">
              <a:solidFill>
                <a:srgbClr val="C0C0C0"/>
              </a:solidFill>
              <a:prstDash val="solid"/>
            </a:ln>
          </c:spPr>
        </c:majorGridlines>
        <c:numFmt formatCode="#,##0;&quot;-&quot;#,##0" sourceLinked="0"/>
        <c:majorTickMark val="out"/>
        <c:minorTickMark val="none"/>
        <c:tickLblPos val="nextTo"/>
        <c:spPr>
          <a:ln w="9525" cmpd="sng" algn="ctr">
            <a:solidFill>
              <a:schemeClr val="tx1"/>
            </a:solidFill>
            <a:prstDash val="solid"/>
          </a:ln>
        </c:spPr>
        <c:txPr>
          <a:bodyPr wrap="none"/>
          <a:lstStyle/>
          <a:p>
            <a:pPr>
              <a:defRPr sz="2800" kern="1200">
                <a:solidFill>
                  <a:schemeClr val="tx1"/>
                </a:solidFill>
                <a:latin typeface="ShellBook"/>
                <a:ea typeface="ShellBook"/>
                <a:cs typeface="ShellBook"/>
                <a:sym typeface="ShellBook"/>
              </a:defRPr>
            </a:pPr>
            <a:endParaRPr lang="en-US"/>
          </a:p>
        </c:txPr>
        <c:crossAx val="4"/>
        <c:crosses val="min"/>
        <c:crossBetween val="midCat"/>
        <c:majorUnit val="10"/>
      </c:valAx>
    </c:plotArea>
    <c:plotVisOnly val="0"/>
    <c:dispBlanksAs val="gap"/>
    <c:showDLblsOverMax val="1"/>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1295418641390205"/>
          <c:y val="6.2594649167087332E-2"/>
          <c:w val="0.80710900473933644"/>
          <c:h val="0.77763755678950031"/>
        </c:manualLayout>
      </c:layout>
      <c:scatterChart>
        <c:scatterStyle val="lineMarker"/>
        <c:varyColors val="0"/>
        <c:ser>
          <c:idx val="0"/>
          <c:order val="0"/>
          <c:spPr>
            <a:ln w="19050" cmpd="sng" algn="ctr">
              <a:solidFill>
                <a:schemeClr val="accent2"/>
              </a:solidFill>
              <a:prstDash val="solid"/>
            </a:ln>
          </c:spPr>
          <c:marker>
            <c:symbol val="none"/>
          </c:marker>
          <c:xVal>
            <c:numRef>
              <c:f>Sheet1!$A$1:$AO$1</c:f>
              <c:numCache>
                <c:formatCode>General</c:formatCode>
                <c:ptCount val="41"/>
                <c:pt idx="0">
                  <c:v>2010</c:v>
                </c:pt>
                <c:pt idx="1">
                  <c:v>2011</c:v>
                </c:pt>
                <c:pt idx="2">
                  <c:v>2012</c:v>
                </c:pt>
                <c:pt idx="3">
                  <c:v>2013</c:v>
                </c:pt>
                <c:pt idx="4">
                  <c:v>2014</c:v>
                </c:pt>
                <c:pt idx="5">
                  <c:v>2015</c:v>
                </c:pt>
                <c:pt idx="6">
                  <c:v>2016</c:v>
                </c:pt>
                <c:pt idx="7">
                  <c:v>2017</c:v>
                </c:pt>
                <c:pt idx="8">
                  <c:v>2018</c:v>
                </c:pt>
                <c:pt idx="9">
                  <c:v>2019</c:v>
                </c:pt>
                <c:pt idx="10">
                  <c:v>2020</c:v>
                </c:pt>
                <c:pt idx="11">
                  <c:v>2021</c:v>
                </c:pt>
                <c:pt idx="12">
                  <c:v>2022</c:v>
                </c:pt>
                <c:pt idx="13">
                  <c:v>2023</c:v>
                </c:pt>
                <c:pt idx="14">
                  <c:v>2024</c:v>
                </c:pt>
                <c:pt idx="15">
                  <c:v>2025</c:v>
                </c:pt>
                <c:pt idx="16">
                  <c:v>2026</c:v>
                </c:pt>
                <c:pt idx="17">
                  <c:v>2027</c:v>
                </c:pt>
                <c:pt idx="18">
                  <c:v>2028</c:v>
                </c:pt>
                <c:pt idx="19">
                  <c:v>2029</c:v>
                </c:pt>
                <c:pt idx="20">
                  <c:v>2030</c:v>
                </c:pt>
                <c:pt idx="21">
                  <c:v>2031</c:v>
                </c:pt>
                <c:pt idx="22">
                  <c:v>2032</c:v>
                </c:pt>
                <c:pt idx="23">
                  <c:v>2033</c:v>
                </c:pt>
                <c:pt idx="24">
                  <c:v>2034</c:v>
                </c:pt>
                <c:pt idx="25">
                  <c:v>2035</c:v>
                </c:pt>
                <c:pt idx="26">
                  <c:v>2036</c:v>
                </c:pt>
                <c:pt idx="27">
                  <c:v>2037</c:v>
                </c:pt>
                <c:pt idx="28">
                  <c:v>2038</c:v>
                </c:pt>
                <c:pt idx="29">
                  <c:v>2039</c:v>
                </c:pt>
                <c:pt idx="30">
                  <c:v>2040</c:v>
                </c:pt>
                <c:pt idx="31">
                  <c:v>2041</c:v>
                </c:pt>
                <c:pt idx="32">
                  <c:v>2042</c:v>
                </c:pt>
                <c:pt idx="33">
                  <c:v>2043</c:v>
                </c:pt>
                <c:pt idx="34">
                  <c:v>2044</c:v>
                </c:pt>
                <c:pt idx="35">
                  <c:v>2045</c:v>
                </c:pt>
                <c:pt idx="36">
                  <c:v>2046</c:v>
                </c:pt>
                <c:pt idx="37">
                  <c:v>2047</c:v>
                </c:pt>
                <c:pt idx="38">
                  <c:v>2048</c:v>
                </c:pt>
                <c:pt idx="39">
                  <c:v>2049</c:v>
                </c:pt>
                <c:pt idx="40">
                  <c:v>2050</c:v>
                </c:pt>
              </c:numCache>
            </c:numRef>
          </c:xVal>
          <c:yVal>
            <c:numRef>
              <c:f>Sheet1!$A$2:$AO$2</c:f>
              <c:numCache>
                <c:formatCode>General</c:formatCode>
                <c:ptCount val="41"/>
                <c:pt idx="16">
                  <c:v>60</c:v>
                </c:pt>
                <c:pt idx="17">
                  <c:v>60</c:v>
                </c:pt>
                <c:pt idx="18">
                  <c:v>58.83</c:v>
                </c:pt>
                <c:pt idx="19">
                  <c:v>54.71</c:v>
                </c:pt>
                <c:pt idx="20">
                  <c:v>48.16</c:v>
                </c:pt>
                <c:pt idx="21">
                  <c:v>46.67</c:v>
                </c:pt>
                <c:pt idx="22">
                  <c:v>47.32</c:v>
                </c:pt>
                <c:pt idx="23">
                  <c:v>48.48</c:v>
                </c:pt>
                <c:pt idx="24">
                  <c:v>49.02</c:v>
                </c:pt>
                <c:pt idx="25">
                  <c:v>49.96</c:v>
                </c:pt>
                <c:pt idx="26">
                  <c:v>52.99</c:v>
                </c:pt>
                <c:pt idx="27">
                  <c:v>56</c:v>
                </c:pt>
                <c:pt idx="28">
                  <c:v>60.72</c:v>
                </c:pt>
                <c:pt idx="29">
                  <c:v>63.29</c:v>
                </c:pt>
                <c:pt idx="30">
                  <c:v>62.76</c:v>
                </c:pt>
                <c:pt idx="31">
                  <c:v>65.569999999999993</c:v>
                </c:pt>
                <c:pt idx="32">
                  <c:v>66.61</c:v>
                </c:pt>
                <c:pt idx="33">
                  <c:v>68.7</c:v>
                </c:pt>
                <c:pt idx="34">
                  <c:v>68.75</c:v>
                </c:pt>
                <c:pt idx="35">
                  <c:v>69.67</c:v>
                </c:pt>
                <c:pt idx="36">
                  <c:v>68.849999999999994</c:v>
                </c:pt>
                <c:pt idx="37">
                  <c:v>67.72</c:v>
                </c:pt>
                <c:pt idx="38">
                  <c:v>67.55</c:v>
                </c:pt>
                <c:pt idx="39">
                  <c:v>66.97</c:v>
                </c:pt>
                <c:pt idx="40">
                  <c:v>66.55</c:v>
                </c:pt>
              </c:numCache>
            </c:numRef>
          </c:yVal>
          <c:smooth val="0"/>
          <c:extLst>
            <c:ext xmlns:c16="http://schemas.microsoft.com/office/drawing/2014/chart" uri="{C3380CC4-5D6E-409C-BE32-E72D297353CC}">
              <c16:uniqueId val="{00000000-8DCC-4EEC-AC61-0FEF5BBDD3A4}"/>
            </c:ext>
          </c:extLst>
        </c:ser>
        <c:ser>
          <c:idx val="1"/>
          <c:order val="1"/>
          <c:spPr>
            <a:ln w="19050" cmpd="sng" algn="ctr">
              <a:solidFill>
                <a:schemeClr val="accent3"/>
              </a:solidFill>
              <a:prstDash val="solid"/>
            </a:ln>
          </c:spPr>
          <c:marker>
            <c:symbol val="none"/>
          </c:marker>
          <c:xVal>
            <c:numRef>
              <c:f>Sheet1!$A$1:$AO$1</c:f>
              <c:numCache>
                <c:formatCode>General</c:formatCode>
                <c:ptCount val="41"/>
                <c:pt idx="0">
                  <c:v>2010</c:v>
                </c:pt>
                <c:pt idx="1">
                  <c:v>2011</c:v>
                </c:pt>
                <c:pt idx="2">
                  <c:v>2012</c:v>
                </c:pt>
                <c:pt idx="3">
                  <c:v>2013</c:v>
                </c:pt>
                <c:pt idx="4">
                  <c:v>2014</c:v>
                </c:pt>
                <c:pt idx="5">
                  <c:v>2015</c:v>
                </c:pt>
                <c:pt idx="6">
                  <c:v>2016</c:v>
                </c:pt>
                <c:pt idx="7">
                  <c:v>2017</c:v>
                </c:pt>
                <c:pt idx="8">
                  <c:v>2018</c:v>
                </c:pt>
                <c:pt idx="9">
                  <c:v>2019</c:v>
                </c:pt>
                <c:pt idx="10">
                  <c:v>2020</c:v>
                </c:pt>
                <c:pt idx="11">
                  <c:v>2021</c:v>
                </c:pt>
                <c:pt idx="12">
                  <c:v>2022</c:v>
                </c:pt>
                <c:pt idx="13">
                  <c:v>2023</c:v>
                </c:pt>
                <c:pt idx="14">
                  <c:v>2024</c:v>
                </c:pt>
                <c:pt idx="15">
                  <c:v>2025</c:v>
                </c:pt>
                <c:pt idx="16">
                  <c:v>2026</c:v>
                </c:pt>
                <c:pt idx="17">
                  <c:v>2027</c:v>
                </c:pt>
                <c:pt idx="18">
                  <c:v>2028</c:v>
                </c:pt>
                <c:pt idx="19">
                  <c:v>2029</c:v>
                </c:pt>
                <c:pt idx="20">
                  <c:v>2030</c:v>
                </c:pt>
                <c:pt idx="21">
                  <c:v>2031</c:v>
                </c:pt>
                <c:pt idx="22">
                  <c:v>2032</c:v>
                </c:pt>
                <c:pt idx="23">
                  <c:v>2033</c:v>
                </c:pt>
                <c:pt idx="24">
                  <c:v>2034</c:v>
                </c:pt>
                <c:pt idx="25">
                  <c:v>2035</c:v>
                </c:pt>
                <c:pt idx="26">
                  <c:v>2036</c:v>
                </c:pt>
                <c:pt idx="27">
                  <c:v>2037</c:v>
                </c:pt>
                <c:pt idx="28">
                  <c:v>2038</c:v>
                </c:pt>
                <c:pt idx="29">
                  <c:v>2039</c:v>
                </c:pt>
                <c:pt idx="30">
                  <c:v>2040</c:v>
                </c:pt>
                <c:pt idx="31">
                  <c:v>2041</c:v>
                </c:pt>
                <c:pt idx="32">
                  <c:v>2042</c:v>
                </c:pt>
                <c:pt idx="33">
                  <c:v>2043</c:v>
                </c:pt>
                <c:pt idx="34">
                  <c:v>2044</c:v>
                </c:pt>
                <c:pt idx="35">
                  <c:v>2045</c:v>
                </c:pt>
                <c:pt idx="36">
                  <c:v>2046</c:v>
                </c:pt>
                <c:pt idx="37">
                  <c:v>2047</c:v>
                </c:pt>
                <c:pt idx="38">
                  <c:v>2048</c:v>
                </c:pt>
                <c:pt idx="39">
                  <c:v>2049</c:v>
                </c:pt>
                <c:pt idx="40">
                  <c:v>2050</c:v>
                </c:pt>
              </c:numCache>
            </c:numRef>
          </c:xVal>
          <c:yVal>
            <c:numRef>
              <c:f>Sheet1!$A$3:$AO$3</c:f>
              <c:numCache>
                <c:formatCode>General</c:formatCode>
                <c:ptCount val="41"/>
                <c:pt idx="16">
                  <c:v>60</c:v>
                </c:pt>
                <c:pt idx="17">
                  <c:v>60</c:v>
                </c:pt>
                <c:pt idx="18">
                  <c:v>65.599999999999994</c:v>
                </c:pt>
                <c:pt idx="19">
                  <c:v>66.91</c:v>
                </c:pt>
                <c:pt idx="20">
                  <c:v>63.24</c:v>
                </c:pt>
                <c:pt idx="21">
                  <c:v>65.540000000000006</c:v>
                </c:pt>
                <c:pt idx="22">
                  <c:v>68.17</c:v>
                </c:pt>
                <c:pt idx="23">
                  <c:v>73.13</c:v>
                </c:pt>
                <c:pt idx="24">
                  <c:v>75.28</c:v>
                </c:pt>
                <c:pt idx="25">
                  <c:v>77.11</c:v>
                </c:pt>
                <c:pt idx="26">
                  <c:v>79.03</c:v>
                </c:pt>
                <c:pt idx="27">
                  <c:v>81.59</c:v>
                </c:pt>
                <c:pt idx="28">
                  <c:v>85.02</c:v>
                </c:pt>
                <c:pt idx="29">
                  <c:v>87.5</c:v>
                </c:pt>
                <c:pt idx="30">
                  <c:v>90.22</c:v>
                </c:pt>
                <c:pt idx="31">
                  <c:v>90.89</c:v>
                </c:pt>
                <c:pt idx="32">
                  <c:v>92.67</c:v>
                </c:pt>
                <c:pt idx="33">
                  <c:v>93.55</c:v>
                </c:pt>
                <c:pt idx="34">
                  <c:v>96.81</c:v>
                </c:pt>
                <c:pt idx="35">
                  <c:v>99.19</c:v>
                </c:pt>
                <c:pt idx="36">
                  <c:v>100.95</c:v>
                </c:pt>
                <c:pt idx="37">
                  <c:v>104.92</c:v>
                </c:pt>
                <c:pt idx="38">
                  <c:v>106.4</c:v>
                </c:pt>
                <c:pt idx="39">
                  <c:v>107.51</c:v>
                </c:pt>
                <c:pt idx="40">
                  <c:v>109.2</c:v>
                </c:pt>
              </c:numCache>
            </c:numRef>
          </c:yVal>
          <c:smooth val="0"/>
          <c:extLst>
            <c:ext xmlns:c16="http://schemas.microsoft.com/office/drawing/2014/chart" uri="{C3380CC4-5D6E-409C-BE32-E72D297353CC}">
              <c16:uniqueId val="{00000001-8DCC-4EEC-AC61-0FEF5BBDD3A4}"/>
            </c:ext>
          </c:extLst>
        </c:ser>
        <c:ser>
          <c:idx val="2"/>
          <c:order val="2"/>
          <c:spPr>
            <a:ln w="19050" cmpd="sng" algn="ctr">
              <a:solidFill>
                <a:schemeClr val="accent5"/>
              </a:solidFill>
              <a:prstDash val="solid"/>
            </a:ln>
          </c:spPr>
          <c:marker>
            <c:symbol val="none"/>
          </c:marker>
          <c:xVal>
            <c:numRef>
              <c:f>Sheet1!$A$1:$AO$1</c:f>
              <c:numCache>
                <c:formatCode>General</c:formatCode>
                <c:ptCount val="41"/>
                <c:pt idx="0">
                  <c:v>2010</c:v>
                </c:pt>
                <c:pt idx="1">
                  <c:v>2011</c:v>
                </c:pt>
                <c:pt idx="2">
                  <c:v>2012</c:v>
                </c:pt>
                <c:pt idx="3">
                  <c:v>2013</c:v>
                </c:pt>
                <c:pt idx="4">
                  <c:v>2014</c:v>
                </c:pt>
                <c:pt idx="5">
                  <c:v>2015</c:v>
                </c:pt>
                <c:pt idx="6">
                  <c:v>2016</c:v>
                </c:pt>
                <c:pt idx="7">
                  <c:v>2017</c:v>
                </c:pt>
                <c:pt idx="8">
                  <c:v>2018</c:v>
                </c:pt>
                <c:pt idx="9">
                  <c:v>2019</c:v>
                </c:pt>
                <c:pt idx="10">
                  <c:v>2020</c:v>
                </c:pt>
                <c:pt idx="11">
                  <c:v>2021</c:v>
                </c:pt>
                <c:pt idx="12">
                  <c:v>2022</c:v>
                </c:pt>
                <c:pt idx="13">
                  <c:v>2023</c:v>
                </c:pt>
                <c:pt idx="14">
                  <c:v>2024</c:v>
                </c:pt>
                <c:pt idx="15">
                  <c:v>2025</c:v>
                </c:pt>
                <c:pt idx="16">
                  <c:v>2026</c:v>
                </c:pt>
                <c:pt idx="17">
                  <c:v>2027</c:v>
                </c:pt>
                <c:pt idx="18">
                  <c:v>2028</c:v>
                </c:pt>
                <c:pt idx="19">
                  <c:v>2029</c:v>
                </c:pt>
                <c:pt idx="20">
                  <c:v>2030</c:v>
                </c:pt>
                <c:pt idx="21">
                  <c:v>2031</c:v>
                </c:pt>
                <c:pt idx="22">
                  <c:v>2032</c:v>
                </c:pt>
                <c:pt idx="23">
                  <c:v>2033</c:v>
                </c:pt>
                <c:pt idx="24">
                  <c:v>2034</c:v>
                </c:pt>
                <c:pt idx="25">
                  <c:v>2035</c:v>
                </c:pt>
                <c:pt idx="26">
                  <c:v>2036</c:v>
                </c:pt>
                <c:pt idx="27">
                  <c:v>2037</c:v>
                </c:pt>
                <c:pt idx="28">
                  <c:v>2038</c:v>
                </c:pt>
                <c:pt idx="29">
                  <c:v>2039</c:v>
                </c:pt>
                <c:pt idx="30">
                  <c:v>2040</c:v>
                </c:pt>
                <c:pt idx="31">
                  <c:v>2041</c:v>
                </c:pt>
                <c:pt idx="32">
                  <c:v>2042</c:v>
                </c:pt>
                <c:pt idx="33">
                  <c:v>2043</c:v>
                </c:pt>
                <c:pt idx="34">
                  <c:v>2044</c:v>
                </c:pt>
                <c:pt idx="35">
                  <c:v>2045</c:v>
                </c:pt>
                <c:pt idx="36">
                  <c:v>2046</c:v>
                </c:pt>
                <c:pt idx="37">
                  <c:v>2047</c:v>
                </c:pt>
                <c:pt idx="38">
                  <c:v>2048</c:v>
                </c:pt>
                <c:pt idx="39">
                  <c:v>2049</c:v>
                </c:pt>
                <c:pt idx="40">
                  <c:v>2050</c:v>
                </c:pt>
              </c:numCache>
            </c:numRef>
          </c:xVal>
          <c:yVal>
            <c:numRef>
              <c:f>Sheet1!$A$4:$AO$4</c:f>
              <c:numCache>
                <c:formatCode>General</c:formatCode>
                <c:ptCount val="41"/>
                <c:pt idx="16">
                  <c:v>60</c:v>
                </c:pt>
                <c:pt idx="17">
                  <c:v>60</c:v>
                </c:pt>
                <c:pt idx="18">
                  <c:v>66.180000000000007</c:v>
                </c:pt>
                <c:pt idx="19">
                  <c:v>69.58</c:v>
                </c:pt>
                <c:pt idx="20">
                  <c:v>70.069999999999993</c:v>
                </c:pt>
                <c:pt idx="21">
                  <c:v>75.09</c:v>
                </c:pt>
                <c:pt idx="22">
                  <c:v>81.73</c:v>
                </c:pt>
                <c:pt idx="23">
                  <c:v>88.54</c:v>
                </c:pt>
                <c:pt idx="24">
                  <c:v>91.03</c:v>
                </c:pt>
                <c:pt idx="25">
                  <c:v>91.6</c:v>
                </c:pt>
                <c:pt idx="26">
                  <c:v>93.11</c:v>
                </c:pt>
                <c:pt idx="27">
                  <c:v>94.91</c:v>
                </c:pt>
                <c:pt idx="28">
                  <c:v>96.61</c:v>
                </c:pt>
                <c:pt idx="29">
                  <c:v>96.39</c:v>
                </c:pt>
                <c:pt idx="30">
                  <c:v>99.19</c:v>
                </c:pt>
                <c:pt idx="31">
                  <c:v>101.25</c:v>
                </c:pt>
                <c:pt idx="32">
                  <c:v>106.23</c:v>
                </c:pt>
                <c:pt idx="33">
                  <c:v>110.2</c:v>
                </c:pt>
                <c:pt idx="34">
                  <c:v>112.81</c:v>
                </c:pt>
                <c:pt idx="35">
                  <c:v>115.98</c:v>
                </c:pt>
                <c:pt idx="36">
                  <c:v>122.63</c:v>
                </c:pt>
                <c:pt idx="37">
                  <c:v>127.8</c:v>
                </c:pt>
                <c:pt idx="38">
                  <c:v>128</c:v>
                </c:pt>
                <c:pt idx="39">
                  <c:v>130.91</c:v>
                </c:pt>
                <c:pt idx="40">
                  <c:v>130.69</c:v>
                </c:pt>
              </c:numCache>
            </c:numRef>
          </c:yVal>
          <c:smooth val="0"/>
          <c:extLst>
            <c:ext xmlns:c16="http://schemas.microsoft.com/office/drawing/2014/chart" uri="{C3380CC4-5D6E-409C-BE32-E72D297353CC}">
              <c16:uniqueId val="{00000002-8DCC-4EEC-AC61-0FEF5BBDD3A4}"/>
            </c:ext>
          </c:extLst>
        </c:ser>
        <c:ser>
          <c:idx val="3"/>
          <c:order val="3"/>
          <c:spPr>
            <a:ln w="19050" cmpd="sng" algn="ctr">
              <a:solidFill>
                <a:schemeClr val="accent4"/>
              </a:solidFill>
              <a:prstDash val="solid"/>
            </a:ln>
          </c:spPr>
          <c:marker>
            <c:symbol val="none"/>
          </c:marker>
          <c:xVal>
            <c:numRef>
              <c:f>Sheet1!$A$1:$AO$1</c:f>
              <c:numCache>
                <c:formatCode>General</c:formatCode>
                <c:ptCount val="41"/>
                <c:pt idx="0">
                  <c:v>2010</c:v>
                </c:pt>
                <c:pt idx="1">
                  <c:v>2011</c:v>
                </c:pt>
                <c:pt idx="2">
                  <c:v>2012</c:v>
                </c:pt>
                <c:pt idx="3">
                  <c:v>2013</c:v>
                </c:pt>
                <c:pt idx="4">
                  <c:v>2014</c:v>
                </c:pt>
                <c:pt idx="5">
                  <c:v>2015</c:v>
                </c:pt>
                <c:pt idx="6">
                  <c:v>2016</c:v>
                </c:pt>
                <c:pt idx="7">
                  <c:v>2017</c:v>
                </c:pt>
                <c:pt idx="8">
                  <c:v>2018</c:v>
                </c:pt>
                <c:pt idx="9">
                  <c:v>2019</c:v>
                </c:pt>
                <c:pt idx="10">
                  <c:v>2020</c:v>
                </c:pt>
                <c:pt idx="11">
                  <c:v>2021</c:v>
                </c:pt>
                <c:pt idx="12">
                  <c:v>2022</c:v>
                </c:pt>
                <c:pt idx="13">
                  <c:v>2023</c:v>
                </c:pt>
                <c:pt idx="14">
                  <c:v>2024</c:v>
                </c:pt>
                <c:pt idx="15">
                  <c:v>2025</c:v>
                </c:pt>
                <c:pt idx="16">
                  <c:v>2026</c:v>
                </c:pt>
                <c:pt idx="17">
                  <c:v>2027</c:v>
                </c:pt>
                <c:pt idx="18">
                  <c:v>2028</c:v>
                </c:pt>
                <c:pt idx="19">
                  <c:v>2029</c:v>
                </c:pt>
                <c:pt idx="20">
                  <c:v>2030</c:v>
                </c:pt>
                <c:pt idx="21">
                  <c:v>2031</c:v>
                </c:pt>
                <c:pt idx="22">
                  <c:v>2032</c:v>
                </c:pt>
                <c:pt idx="23">
                  <c:v>2033</c:v>
                </c:pt>
                <c:pt idx="24">
                  <c:v>2034</c:v>
                </c:pt>
                <c:pt idx="25">
                  <c:v>2035</c:v>
                </c:pt>
                <c:pt idx="26">
                  <c:v>2036</c:v>
                </c:pt>
                <c:pt idx="27">
                  <c:v>2037</c:v>
                </c:pt>
                <c:pt idx="28">
                  <c:v>2038</c:v>
                </c:pt>
                <c:pt idx="29">
                  <c:v>2039</c:v>
                </c:pt>
                <c:pt idx="30">
                  <c:v>2040</c:v>
                </c:pt>
                <c:pt idx="31">
                  <c:v>2041</c:v>
                </c:pt>
                <c:pt idx="32">
                  <c:v>2042</c:v>
                </c:pt>
                <c:pt idx="33">
                  <c:v>2043</c:v>
                </c:pt>
                <c:pt idx="34">
                  <c:v>2044</c:v>
                </c:pt>
                <c:pt idx="35">
                  <c:v>2045</c:v>
                </c:pt>
                <c:pt idx="36">
                  <c:v>2046</c:v>
                </c:pt>
                <c:pt idx="37">
                  <c:v>2047</c:v>
                </c:pt>
                <c:pt idx="38">
                  <c:v>2048</c:v>
                </c:pt>
                <c:pt idx="39">
                  <c:v>2049</c:v>
                </c:pt>
                <c:pt idx="40">
                  <c:v>2050</c:v>
                </c:pt>
              </c:numCache>
            </c:numRef>
          </c:xVal>
          <c:yVal>
            <c:numRef>
              <c:f>Sheet1!$A$5:$AO$5</c:f>
              <c:numCache>
                <c:formatCode>General</c:formatCode>
                <c:ptCount val="41"/>
                <c:pt idx="16">
                  <c:v>60</c:v>
                </c:pt>
                <c:pt idx="17">
                  <c:v>60</c:v>
                </c:pt>
                <c:pt idx="18">
                  <c:v>66.72</c:v>
                </c:pt>
                <c:pt idx="19">
                  <c:v>74.319999999999993</c:v>
                </c:pt>
                <c:pt idx="20">
                  <c:v>83.3</c:v>
                </c:pt>
                <c:pt idx="21">
                  <c:v>91.94</c:v>
                </c:pt>
                <c:pt idx="22">
                  <c:v>95.32</c:v>
                </c:pt>
                <c:pt idx="23">
                  <c:v>92.88</c:v>
                </c:pt>
                <c:pt idx="24">
                  <c:v>88.73</c:v>
                </c:pt>
                <c:pt idx="25">
                  <c:v>87.63</c:v>
                </c:pt>
                <c:pt idx="26">
                  <c:v>88.25</c:v>
                </c:pt>
                <c:pt idx="27">
                  <c:v>90.12</c:v>
                </c:pt>
                <c:pt idx="28">
                  <c:v>91.36</c:v>
                </c:pt>
                <c:pt idx="29">
                  <c:v>92.03</c:v>
                </c:pt>
                <c:pt idx="30">
                  <c:v>91.69</c:v>
                </c:pt>
                <c:pt idx="31">
                  <c:v>93.16</c:v>
                </c:pt>
                <c:pt idx="32">
                  <c:v>94.23</c:v>
                </c:pt>
                <c:pt idx="33">
                  <c:v>97.43</c:v>
                </c:pt>
                <c:pt idx="34">
                  <c:v>98.72</c:v>
                </c:pt>
                <c:pt idx="35">
                  <c:v>100.54</c:v>
                </c:pt>
                <c:pt idx="36">
                  <c:v>102.52</c:v>
                </c:pt>
                <c:pt idx="37">
                  <c:v>107.15</c:v>
                </c:pt>
                <c:pt idx="38">
                  <c:v>107.77</c:v>
                </c:pt>
                <c:pt idx="39">
                  <c:v>109.38</c:v>
                </c:pt>
                <c:pt idx="40">
                  <c:v>111.9</c:v>
                </c:pt>
              </c:numCache>
            </c:numRef>
          </c:yVal>
          <c:smooth val="0"/>
          <c:extLst>
            <c:ext xmlns:c16="http://schemas.microsoft.com/office/drawing/2014/chart" uri="{C3380CC4-5D6E-409C-BE32-E72D297353CC}">
              <c16:uniqueId val="{00000003-8DCC-4EEC-AC61-0FEF5BBDD3A4}"/>
            </c:ext>
          </c:extLst>
        </c:ser>
        <c:ser>
          <c:idx val="4"/>
          <c:order val="4"/>
          <c:spPr>
            <a:ln w="12700" cmpd="sng" algn="ctr">
              <a:solidFill>
                <a:schemeClr val="tx1"/>
              </a:solidFill>
              <a:prstDash val="solid"/>
            </a:ln>
          </c:spPr>
          <c:marker>
            <c:symbol val="none"/>
          </c:marker>
          <c:xVal>
            <c:numRef>
              <c:f>Sheet1!$A$1:$AO$1</c:f>
              <c:numCache>
                <c:formatCode>General</c:formatCode>
                <c:ptCount val="41"/>
                <c:pt idx="0">
                  <c:v>2010</c:v>
                </c:pt>
                <c:pt idx="1">
                  <c:v>2011</c:v>
                </c:pt>
                <c:pt idx="2">
                  <c:v>2012</c:v>
                </c:pt>
                <c:pt idx="3">
                  <c:v>2013</c:v>
                </c:pt>
                <c:pt idx="4">
                  <c:v>2014</c:v>
                </c:pt>
                <c:pt idx="5">
                  <c:v>2015</c:v>
                </c:pt>
                <c:pt idx="6">
                  <c:v>2016</c:v>
                </c:pt>
                <c:pt idx="7">
                  <c:v>2017</c:v>
                </c:pt>
                <c:pt idx="8">
                  <c:v>2018</c:v>
                </c:pt>
                <c:pt idx="9">
                  <c:v>2019</c:v>
                </c:pt>
                <c:pt idx="10">
                  <c:v>2020</c:v>
                </c:pt>
                <c:pt idx="11">
                  <c:v>2021</c:v>
                </c:pt>
                <c:pt idx="12">
                  <c:v>2022</c:v>
                </c:pt>
                <c:pt idx="13">
                  <c:v>2023</c:v>
                </c:pt>
                <c:pt idx="14">
                  <c:v>2024</c:v>
                </c:pt>
                <c:pt idx="15">
                  <c:v>2025</c:v>
                </c:pt>
                <c:pt idx="16">
                  <c:v>2026</c:v>
                </c:pt>
                <c:pt idx="17">
                  <c:v>2027</c:v>
                </c:pt>
                <c:pt idx="18">
                  <c:v>2028</c:v>
                </c:pt>
                <c:pt idx="19">
                  <c:v>2029</c:v>
                </c:pt>
                <c:pt idx="20">
                  <c:v>2030</c:v>
                </c:pt>
                <c:pt idx="21">
                  <c:v>2031</c:v>
                </c:pt>
                <c:pt idx="22">
                  <c:v>2032</c:v>
                </c:pt>
                <c:pt idx="23">
                  <c:v>2033</c:v>
                </c:pt>
                <c:pt idx="24">
                  <c:v>2034</c:v>
                </c:pt>
                <c:pt idx="25">
                  <c:v>2035</c:v>
                </c:pt>
                <c:pt idx="26">
                  <c:v>2036</c:v>
                </c:pt>
                <c:pt idx="27">
                  <c:v>2037</c:v>
                </c:pt>
                <c:pt idx="28">
                  <c:v>2038</c:v>
                </c:pt>
                <c:pt idx="29">
                  <c:v>2039</c:v>
                </c:pt>
                <c:pt idx="30">
                  <c:v>2040</c:v>
                </c:pt>
                <c:pt idx="31">
                  <c:v>2041</c:v>
                </c:pt>
                <c:pt idx="32">
                  <c:v>2042</c:v>
                </c:pt>
                <c:pt idx="33">
                  <c:v>2043</c:v>
                </c:pt>
                <c:pt idx="34">
                  <c:v>2044</c:v>
                </c:pt>
                <c:pt idx="35">
                  <c:v>2045</c:v>
                </c:pt>
                <c:pt idx="36">
                  <c:v>2046</c:v>
                </c:pt>
                <c:pt idx="37">
                  <c:v>2047</c:v>
                </c:pt>
                <c:pt idx="38">
                  <c:v>2048</c:v>
                </c:pt>
                <c:pt idx="39">
                  <c:v>2049</c:v>
                </c:pt>
                <c:pt idx="40">
                  <c:v>2050</c:v>
                </c:pt>
              </c:numCache>
            </c:numRef>
          </c:xVal>
          <c:yVal>
            <c:numRef>
              <c:f>Sheet1!$A$6:$AO$6</c:f>
              <c:numCache>
                <c:formatCode>General</c:formatCode>
                <c:ptCount val="41"/>
                <c:pt idx="0">
                  <c:v>114.36015602680754</c:v>
                </c:pt>
                <c:pt idx="1">
                  <c:v>155.15145150524955</c:v>
                </c:pt>
                <c:pt idx="2">
                  <c:v>152.57171814228374</c:v>
                </c:pt>
                <c:pt idx="3">
                  <c:v>146.31434581705648</c:v>
                </c:pt>
                <c:pt idx="4">
                  <c:v>131.10906468592407</c:v>
                </c:pt>
                <c:pt idx="5">
                  <c:v>69.333174737297441</c:v>
                </c:pt>
                <c:pt idx="6">
                  <c:v>57.160462335096561</c:v>
                </c:pt>
                <c:pt idx="7">
                  <c:v>69.352122024722334</c:v>
                </c:pt>
                <c:pt idx="8">
                  <c:v>89.082280197826591</c:v>
                </c:pt>
                <c:pt idx="9">
                  <c:v>78.785665206298802</c:v>
                </c:pt>
                <c:pt idx="10">
                  <c:v>50.709643722270236</c:v>
                </c:pt>
                <c:pt idx="11">
                  <c:v>82.091341277958094</c:v>
                </c:pt>
                <c:pt idx="12">
                  <c:v>108.6021474539173</c:v>
                </c:pt>
                <c:pt idx="13">
                  <c:v>85.079845865453223</c:v>
                </c:pt>
                <c:pt idx="14">
                  <c:v>80.760000000000005</c:v>
                </c:pt>
                <c:pt idx="15">
                  <c:v>70.42</c:v>
                </c:pt>
                <c:pt idx="16">
                  <c:v>60</c:v>
                </c:pt>
                <c:pt idx="17">
                  <c:v>60</c:v>
                </c:pt>
              </c:numCache>
            </c:numRef>
          </c:yVal>
          <c:smooth val="0"/>
          <c:extLst>
            <c:ext xmlns:c16="http://schemas.microsoft.com/office/drawing/2014/chart" uri="{C3380CC4-5D6E-409C-BE32-E72D297353CC}">
              <c16:uniqueId val="{00000004-8DCC-4EEC-AC61-0FEF5BBDD3A4}"/>
            </c:ext>
          </c:extLst>
        </c:ser>
        <c:dLbls>
          <c:showLegendKey val="0"/>
          <c:showVal val="0"/>
          <c:showCatName val="0"/>
          <c:showSerName val="0"/>
          <c:showPercent val="0"/>
          <c:showBubbleSize val="0"/>
        </c:dLbls>
        <c:axId val="4"/>
        <c:axId val="5"/>
      </c:scatterChart>
      <c:valAx>
        <c:axId val="4"/>
        <c:scaling>
          <c:orientation val="minMax"/>
          <c:max val="2050"/>
          <c:min val="2010"/>
        </c:scaling>
        <c:delete val="0"/>
        <c:axPos val="b"/>
        <c:majorGridlines>
          <c:spPr>
            <a:ln>
              <a:noFill/>
            </a:ln>
          </c:spPr>
        </c:majorGridlines>
        <c:numFmt formatCode="0;&quot;-&quot;0" sourceLinked="0"/>
        <c:majorTickMark val="out"/>
        <c:minorTickMark val="none"/>
        <c:tickLblPos val="nextTo"/>
        <c:spPr>
          <a:ln w="9525" cmpd="sng" algn="ctr">
            <a:solidFill>
              <a:schemeClr val="tx1"/>
            </a:solidFill>
            <a:prstDash val="solid"/>
          </a:ln>
        </c:spPr>
        <c:txPr>
          <a:bodyPr wrap="none"/>
          <a:lstStyle/>
          <a:p>
            <a:pPr>
              <a:defRPr sz="2800" kern="1200">
                <a:solidFill>
                  <a:schemeClr val="tx1"/>
                </a:solidFill>
                <a:latin typeface="ShellBook"/>
                <a:ea typeface="ShellBook"/>
                <a:cs typeface="ShellBook"/>
                <a:sym typeface="ShellBook"/>
              </a:defRPr>
            </a:pPr>
            <a:endParaRPr lang="en-US"/>
          </a:p>
        </c:txPr>
        <c:crossAx val="5"/>
        <c:crosses val="min"/>
        <c:crossBetween val="midCat"/>
        <c:majorUnit val="10"/>
      </c:valAx>
      <c:valAx>
        <c:axId val="5"/>
        <c:scaling>
          <c:orientation val="minMax"/>
          <c:max val="180"/>
          <c:min val="0"/>
        </c:scaling>
        <c:delete val="0"/>
        <c:axPos val="l"/>
        <c:majorGridlines>
          <c:spPr>
            <a:ln w="3175" cmpd="sng" algn="ctr">
              <a:solidFill>
                <a:srgbClr val="D6D7D9"/>
              </a:solidFill>
              <a:prstDash val="solid"/>
            </a:ln>
          </c:spPr>
        </c:majorGridlines>
        <c:numFmt formatCode="#,##0;&quot;-&quot;#,##0" sourceLinked="0"/>
        <c:majorTickMark val="out"/>
        <c:minorTickMark val="none"/>
        <c:tickLblPos val="nextTo"/>
        <c:spPr>
          <a:ln w="9525" cmpd="sng" algn="ctr">
            <a:solidFill>
              <a:schemeClr val="tx1"/>
            </a:solidFill>
            <a:prstDash val="solid"/>
          </a:ln>
        </c:spPr>
        <c:txPr>
          <a:bodyPr wrap="none"/>
          <a:lstStyle/>
          <a:p>
            <a:pPr>
              <a:defRPr sz="2800" kern="1200">
                <a:solidFill>
                  <a:schemeClr val="tx1"/>
                </a:solidFill>
                <a:latin typeface="ShellBook"/>
                <a:ea typeface="+mn-ea"/>
                <a:cs typeface="+mn-cs"/>
                <a:sym typeface="ShellBook"/>
              </a:defRPr>
            </a:pPr>
            <a:endParaRPr lang="en-US"/>
          </a:p>
        </c:txPr>
        <c:crossAx val="4"/>
        <c:crosses val="min"/>
        <c:crossBetween val="midCat"/>
        <c:majorUnit val="30"/>
      </c:valAx>
    </c:plotArea>
    <c:plotVisOnly val="0"/>
    <c:dispBlanksAs val="gap"/>
    <c:showDLblsOverMax val="1"/>
  </c:chart>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6199872692552517E-3"/>
          <c:y val="7.4750830564784057E-2"/>
          <c:w val="0.98676002546148944"/>
          <c:h val="0.85049833887043191"/>
        </c:manualLayout>
      </c:layout>
      <c:barChart>
        <c:barDir val="col"/>
        <c:grouping val="stacked"/>
        <c:varyColors val="0"/>
        <c:ser>
          <c:idx val="0"/>
          <c:order val="0"/>
          <c:spPr>
            <a:noFill/>
            <a:ln>
              <a:noFill/>
            </a:ln>
          </c:spPr>
          <c:invertIfNegative val="0"/>
          <c:dPt>
            <c:idx val="0"/>
            <c:invertIfNegative val="0"/>
            <c:bubble3D val="0"/>
            <c:spPr>
              <a:solidFill>
                <a:srgbClr val="C0C0C0"/>
              </a:solidFill>
              <a:ln w="3175" cmpd="sng" algn="ctr">
                <a:solidFill>
                  <a:schemeClr val="tx1"/>
                </a:solidFill>
                <a:prstDash val="solid"/>
              </a:ln>
            </c:spPr>
            <c:extLst>
              <c:ext xmlns:c16="http://schemas.microsoft.com/office/drawing/2014/chart" uri="{C3380CC4-5D6E-409C-BE32-E72D297353CC}">
                <c16:uniqueId val="{00000000-5BC7-4A76-A20F-82880AE968DA}"/>
              </c:ext>
            </c:extLst>
          </c:dPt>
          <c:dPt>
            <c:idx val="13"/>
            <c:invertIfNegative val="0"/>
            <c:bubble3D val="0"/>
            <c:spPr>
              <a:solidFill>
                <a:srgbClr val="C0C0C0"/>
              </a:solidFill>
              <a:ln w="3175" cmpd="sng" algn="ctr">
                <a:solidFill>
                  <a:schemeClr val="tx1"/>
                </a:solidFill>
                <a:prstDash val="solid"/>
              </a:ln>
            </c:spPr>
            <c:extLst>
              <c:ext xmlns:c16="http://schemas.microsoft.com/office/drawing/2014/chart" uri="{C3380CC4-5D6E-409C-BE32-E72D297353CC}">
                <c16:uniqueId val="{00000001-5BC7-4A76-A20F-82880AE968DA}"/>
              </c:ext>
            </c:extLst>
          </c:dPt>
          <c:val>
            <c:numRef>
              <c:f>Sheet1!$A$1:$N$1</c:f>
              <c:numCache>
                <c:formatCode>General</c:formatCode>
                <c:ptCount val="14"/>
                <c:pt idx="0">
                  <c:v>25.308240102147337</c:v>
                </c:pt>
                <c:pt idx="1">
                  <c:v>12.619193793089906</c:v>
                </c:pt>
                <c:pt idx="2">
                  <c:v>12.619193793089906</c:v>
                </c:pt>
                <c:pt idx="3">
                  <c:v>26.683615735568907</c:v>
                </c:pt>
                <c:pt idx="4">
                  <c:v>28.788025013575293</c:v>
                </c:pt>
                <c:pt idx="5">
                  <c:v>20.570180034314177</c:v>
                </c:pt>
                <c:pt idx="6">
                  <c:v>20.570180034314177</c:v>
                </c:pt>
                <c:pt idx="7">
                  <c:v>25.027587498730639</c:v>
                </c:pt>
                <c:pt idx="8">
                  <c:v>27.690718878818132</c:v>
                </c:pt>
                <c:pt idx="9">
                  <c:v>1.6916750950755528</c:v>
                </c:pt>
                <c:pt idx="10">
                  <c:v>1.6916750950755386</c:v>
                </c:pt>
                <c:pt idx="11">
                  <c:v>6.4683374469583583</c:v>
                </c:pt>
                <c:pt idx="12">
                  <c:v>22.882133832493167</c:v>
                </c:pt>
                <c:pt idx="13">
                  <c:v>28.528240102147294</c:v>
                </c:pt>
              </c:numCache>
            </c:numRef>
          </c:val>
          <c:extLst>
            <c:ext xmlns:c16="http://schemas.microsoft.com/office/drawing/2014/chart" uri="{C3380CC4-5D6E-409C-BE32-E72D297353CC}">
              <c16:uniqueId val="{00000002-5BC7-4A76-A20F-82880AE968DA}"/>
            </c:ext>
          </c:extLst>
        </c:ser>
        <c:ser>
          <c:idx val="1"/>
          <c:order val="1"/>
          <c:spPr>
            <a:solidFill>
              <a:srgbClr val="6F8DB9"/>
            </a:solidFill>
            <a:ln w="3175" cmpd="sng" algn="ctr">
              <a:solidFill>
                <a:schemeClr val="tx1"/>
              </a:solidFill>
              <a:prstDash val="solid"/>
            </a:ln>
          </c:spPr>
          <c:invertIfNegative val="0"/>
          <c:dPt>
            <c:idx val="1"/>
            <c:invertIfNegative val="0"/>
            <c:bubble3D val="0"/>
            <c:spPr>
              <a:pattFill prst="wdDnDiag">
                <a:fgClr>
                  <a:schemeClr val="tx1"/>
                </a:fgClr>
                <a:bgClr>
                  <a:schemeClr val="bg1"/>
                </a:bgClr>
              </a:pattFill>
              <a:ln w="3175" cmpd="sng" algn="ctr">
                <a:solidFill>
                  <a:schemeClr val="tx1"/>
                </a:solidFill>
                <a:prstDash val="solid"/>
              </a:ln>
            </c:spPr>
            <c:extLst>
              <c:ext xmlns:c16="http://schemas.microsoft.com/office/drawing/2014/chart" uri="{C3380CC4-5D6E-409C-BE32-E72D297353CC}">
                <c16:uniqueId val="{00000003-5BC7-4A76-A20F-82880AE968DA}"/>
              </c:ext>
            </c:extLst>
          </c:dPt>
          <c:dPt>
            <c:idx val="3"/>
            <c:invertIfNegative val="0"/>
            <c:bubble3D val="0"/>
            <c:spPr>
              <a:solidFill>
                <a:srgbClr val="C3CFE1"/>
              </a:solidFill>
              <a:ln w="3175" cmpd="sng" algn="ctr">
                <a:solidFill>
                  <a:schemeClr val="tx1"/>
                </a:solidFill>
                <a:prstDash val="solid"/>
              </a:ln>
            </c:spPr>
            <c:extLst>
              <c:ext xmlns:c16="http://schemas.microsoft.com/office/drawing/2014/chart" uri="{C3380CC4-5D6E-409C-BE32-E72D297353CC}">
                <c16:uniqueId val="{00000004-5BC7-4A76-A20F-82880AE968DA}"/>
              </c:ext>
            </c:extLst>
          </c:dPt>
          <c:dPt>
            <c:idx val="4"/>
            <c:invertIfNegative val="0"/>
            <c:bubble3D val="0"/>
            <c:spPr>
              <a:solidFill>
                <a:schemeClr val="accent1"/>
              </a:solidFill>
              <a:ln w="3175" cmpd="sng" algn="ctr">
                <a:solidFill>
                  <a:schemeClr val="tx1"/>
                </a:solidFill>
                <a:prstDash val="solid"/>
              </a:ln>
            </c:spPr>
            <c:extLst>
              <c:ext xmlns:c16="http://schemas.microsoft.com/office/drawing/2014/chart" uri="{C3380CC4-5D6E-409C-BE32-E72D297353CC}">
                <c16:uniqueId val="{00000005-5BC7-4A76-A20F-82880AE968DA}"/>
              </c:ext>
            </c:extLst>
          </c:dPt>
          <c:dPt>
            <c:idx val="5"/>
            <c:invertIfNegative val="0"/>
            <c:bubble3D val="0"/>
            <c:spPr>
              <a:pattFill prst="wdDnDiag">
                <a:fgClr>
                  <a:schemeClr val="tx1"/>
                </a:fgClr>
                <a:bgClr>
                  <a:schemeClr val="bg1"/>
                </a:bgClr>
              </a:pattFill>
              <a:ln w="3175" cmpd="sng" algn="ctr">
                <a:solidFill>
                  <a:schemeClr val="tx1"/>
                </a:solidFill>
                <a:prstDash val="solid"/>
              </a:ln>
            </c:spPr>
            <c:extLst>
              <c:ext xmlns:c16="http://schemas.microsoft.com/office/drawing/2014/chart" uri="{C3380CC4-5D6E-409C-BE32-E72D297353CC}">
                <c16:uniqueId val="{00000006-5BC7-4A76-A20F-82880AE968DA}"/>
              </c:ext>
            </c:extLst>
          </c:dPt>
          <c:dPt>
            <c:idx val="7"/>
            <c:invertIfNegative val="0"/>
            <c:bubble3D val="0"/>
            <c:spPr>
              <a:solidFill>
                <a:srgbClr val="C3CFE1"/>
              </a:solidFill>
              <a:ln w="3175" cmpd="sng" algn="ctr">
                <a:solidFill>
                  <a:schemeClr val="tx1"/>
                </a:solidFill>
                <a:prstDash val="solid"/>
              </a:ln>
            </c:spPr>
            <c:extLst>
              <c:ext xmlns:c16="http://schemas.microsoft.com/office/drawing/2014/chart" uri="{C3380CC4-5D6E-409C-BE32-E72D297353CC}">
                <c16:uniqueId val="{00000007-5BC7-4A76-A20F-82880AE968DA}"/>
              </c:ext>
            </c:extLst>
          </c:dPt>
          <c:dPt>
            <c:idx val="8"/>
            <c:invertIfNegative val="0"/>
            <c:bubble3D val="0"/>
            <c:spPr>
              <a:solidFill>
                <a:schemeClr val="accent1"/>
              </a:solidFill>
              <a:ln w="3175" cmpd="sng" algn="ctr">
                <a:solidFill>
                  <a:schemeClr val="tx1"/>
                </a:solidFill>
                <a:prstDash val="solid"/>
              </a:ln>
            </c:spPr>
            <c:extLst>
              <c:ext xmlns:c16="http://schemas.microsoft.com/office/drawing/2014/chart" uri="{C3380CC4-5D6E-409C-BE32-E72D297353CC}">
                <c16:uniqueId val="{00000008-5BC7-4A76-A20F-82880AE968DA}"/>
              </c:ext>
            </c:extLst>
          </c:dPt>
          <c:dPt>
            <c:idx val="9"/>
            <c:invertIfNegative val="0"/>
            <c:bubble3D val="0"/>
            <c:spPr>
              <a:pattFill prst="wdDnDiag">
                <a:fgClr>
                  <a:schemeClr val="tx1"/>
                </a:fgClr>
                <a:bgClr>
                  <a:schemeClr val="bg1"/>
                </a:bgClr>
              </a:pattFill>
              <a:ln w="3175" cmpd="sng" algn="ctr">
                <a:solidFill>
                  <a:schemeClr val="tx1"/>
                </a:solidFill>
                <a:prstDash val="solid"/>
              </a:ln>
            </c:spPr>
            <c:extLst>
              <c:ext xmlns:c16="http://schemas.microsoft.com/office/drawing/2014/chart" uri="{C3380CC4-5D6E-409C-BE32-E72D297353CC}">
                <c16:uniqueId val="{00000009-5BC7-4A76-A20F-82880AE968DA}"/>
              </c:ext>
            </c:extLst>
          </c:dPt>
          <c:dPt>
            <c:idx val="11"/>
            <c:invertIfNegative val="0"/>
            <c:bubble3D val="0"/>
            <c:spPr>
              <a:solidFill>
                <a:srgbClr val="C3CFE1"/>
              </a:solidFill>
              <a:ln w="3175" cmpd="sng" algn="ctr">
                <a:solidFill>
                  <a:schemeClr val="tx1"/>
                </a:solidFill>
                <a:prstDash val="solid"/>
              </a:ln>
            </c:spPr>
            <c:extLst>
              <c:ext xmlns:c16="http://schemas.microsoft.com/office/drawing/2014/chart" uri="{C3380CC4-5D6E-409C-BE32-E72D297353CC}">
                <c16:uniqueId val="{0000000A-5BC7-4A76-A20F-82880AE968DA}"/>
              </c:ext>
            </c:extLst>
          </c:dPt>
          <c:dPt>
            <c:idx val="12"/>
            <c:invertIfNegative val="0"/>
            <c:bubble3D val="0"/>
            <c:spPr>
              <a:solidFill>
                <a:schemeClr val="accent1"/>
              </a:solidFill>
              <a:ln w="3175" cmpd="sng" algn="ctr">
                <a:solidFill>
                  <a:schemeClr val="tx1"/>
                </a:solidFill>
                <a:prstDash val="solid"/>
              </a:ln>
            </c:spPr>
            <c:extLst>
              <c:ext xmlns:c16="http://schemas.microsoft.com/office/drawing/2014/chart" uri="{C3380CC4-5D6E-409C-BE32-E72D297353CC}">
                <c16:uniqueId val="{0000000B-5BC7-4A76-A20F-82880AE968DA}"/>
              </c:ext>
            </c:extLst>
          </c:dPt>
          <c:dLbls>
            <c:dLbl>
              <c:idx val="2"/>
              <c:layout>
                <c:manualLayout>
                  <c:x val="0"/>
                  <c:y val="5.5370985603543747E-3"/>
                </c:manualLayout>
              </c:layout>
              <c:numFmt formatCode="#,##0;#,##0" sourceLinked="0"/>
              <c:spPr>
                <a:noFill/>
                <a:ln>
                  <a:noFill/>
                </a:ln>
              </c:spPr>
              <c:txPr>
                <a:bodyPr wrap="none"/>
                <a:lstStyle/>
                <a:p>
                  <a:pPr>
                    <a:defRPr sz="2000" kern="1200">
                      <a:solidFill>
                        <a:schemeClr val="bg1"/>
                      </a:solidFill>
                      <a:latin typeface="ShellBook"/>
                      <a:ea typeface="ShellBook"/>
                      <a:cs typeface="ShellBook"/>
                      <a:sym typeface="ShellBook"/>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C-5BC7-4A76-A20F-82880AE968DA}"/>
                </c:ext>
              </c:extLst>
            </c:dLbl>
            <c:dLbl>
              <c:idx val="6"/>
              <c:layout>
                <c:manualLayout>
                  <c:x val="0"/>
                  <c:y val="5.2602436323366556E-3"/>
                </c:manualLayout>
              </c:layout>
              <c:numFmt formatCode="#,##0;#,##0" sourceLinked="0"/>
              <c:spPr>
                <a:noFill/>
                <a:ln>
                  <a:noFill/>
                </a:ln>
              </c:spPr>
              <c:txPr>
                <a:bodyPr wrap="none"/>
                <a:lstStyle/>
                <a:p>
                  <a:pPr>
                    <a:defRPr sz="2000" kern="1200">
                      <a:solidFill>
                        <a:schemeClr val="bg1"/>
                      </a:solidFill>
                      <a:latin typeface="ShellBook"/>
                      <a:ea typeface="ShellBook"/>
                      <a:cs typeface="ShellBook"/>
                      <a:sym typeface="ShellBook"/>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D-5BC7-4A76-A20F-82880AE968DA}"/>
                </c:ext>
              </c:extLst>
            </c:dLbl>
            <c:dLbl>
              <c:idx val="7"/>
              <c:layout>
                <c:manualLayout>
                  <c:x val="0"/>
                  <c:y val="5.5370985603543747E-3"/>
                </c:manualLayout>
              </c:layout>
              <c:numFmt formatCode="#,##0;#,##0" sourceLinked="0"/>
              <c:spPr>
                <a:noFill/>
                <a:ln>
                  <a:noFill/>
                </a:ln>
              </c:spPr>
              <c:txPr>
                <a:bodyPr wrap="none"/>
                <a:lstStyle/>
                <a:p>
                  <a:pPr>
                    <a:defRPr sz="2000" kern="1200">
                      <a:solidFill>
                        <a:schemeClr val="tx1"/>
                      </a:solidFill>
                      <a:latin typeface="ShellBook"/>
                      <a:ea typeface="+mn-ea"/>
                      <a:cs typeface="+mn-cs"/>
                      <a:sym typeface="ShellBook"/>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7-5BC7-4A76-A20F-82880AE968DA}"/>
                </c:ext>
              </c:extLst>
            </c:dLbl>
            <c:dLbl>
              <c:idx val="10"/>
              <c:layout>
                <c:manualLayout>
                  <c:x val="0"/>
                  <c:y val="5.5370985603543747E-3"/>
                </c:manualLayout>
              </c:layout>
              <c:numFmt formatCode="#,##0;#,##0" sourceLinked="0"/>
              <c:spPr>
                <a:noFill/>
                <a:ln>
                  <a:noFill/>
                </a:ln>
              </c:spPr>
              <c:txPr>
                <a:bodyPr wrap="none"/>
                <a:lstStyle/>
                <a:p>
                  <a:pPr>
                    <a:defRPr sz="2000" kern="1200">
                      <a:solidFill>
                        <a:schemeClr val="bg1"/>
                      </a:solidFill>
                      <a:latin typeface="ShellBook"/>
                      <a:ea typeface="ShellBook"/>
                      <a:cs typeface="ShellBook"/>
                      <a:sym typeface="ShellBook"/>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E-5BC7-4A76-A20F-82880AE968DA}"/>
                </c:ext>
              </c:extLst>
            </c:dLbl>
            <c:dLbl>
              <c:idx val="11"/>
              <c:layout>
                <c:manualLayout>
                  <c:x val="0"/>
                  <c:y val="5.2602436323366556E-3"/>
                </c:manualLayout>
              </c:layout>
              <c:numFmt formatCode="#,##0;#,##0" sourceLinked="0"/>
              <c:spPr>
                <a:noFill/>
                <a:ln>
                  <a:noFill/>
                </a:ln>
              </c:spPr>
              <c:txPr>
                <a:bodyPr wrap="none"/>
                <a:lstStyle/>
                <a:p>
                  <a:pPr>
                    <a:defRPr sz="2000" kern="1200">
                      <a:solidFill>
                        <a:schemeClr val="tx1"/>
                      </a:solidFill>
                      <a:latin typeface="ShellBook"/>
                      <a:ea typeface="ShellBook"/>
                      <a:cs typeface="ShellBook"/>
                      <a:sym typeface="ShellBook"/>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A-5BC7-4A76-A20F-82880AE968DA}"/>
                </c:ext>
              </c:extLst>
            </c:dLbl>
            <c:dLbl>
              <c:idx val="12"/>
              <c:layout>
                <c:manualLayout>
                  <c:x val="0"/>
                  <c:y val="5.5370985603543747E-3"/>
                </c:manualLayout>
              </c:layout>
              <c:numFmt formatCode="#,##0;#,##0" sourceLinked="0"/>
              <c:spPr>
                <a:noFill/>
                <a:ln>
                  <a:noFill/>
                </a:ln>
              </c:spPr>
              <c:txPr>
                <a:bodyPr wrap="none"/>
                <a:lstStyle/>
                <a:p>
                  <a:pPr>
                    <a:defRPr sz="2000" kern="1200">
                      <a:solidFill>
                        <a:schemeClr val="tx1"/>
                      </a:solidFill>
                      <a:latin typeface="ShellBook"/>
                      <a:ea typeface="ShellBook"/>
                      <a:cs typeface="ShellBook"/>
                      <a:sym typeface="ShellBook"/>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B-5BC7-4A76-A20F-82880AE968DA}"/>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Sheet1!$A$2:$N$2</c:f>
              <c:numCache>
                <c:formatCode>General</c:formatCode>
                <c:ptCount val="14"/>
                <c:pt idx="1">
                  <c:v>12.689046309057431</c:v>
                </c:pt>
                <c:pt idx="2">
                  <c:v>14.064421942479001</c:v>
                </c:pt>
                <c:pt idx="3">
                  <c:v>2.1044092780063863</c:v>
                </c:pt>
                <c:pt idx="4">
                  <c:v>0.57257324671881804</c:v>
                </c:pt>
                <c:pt idx="5">
                  <c:v>8.7904182259799342</c:v>
                </c:pt>
                <c:pt idx="6">
                  <c:v>4.4574074644164625</c:v>
                </c:pt>
                <c:pt idx="7">
                  <c:v>2.6631313800874921</c:v>
                </c:pt>
                <c:pt idx="8">
                  <c:v>1.1051995227363136</c:v>
                </c:pt>
                <c:pt idx="9">
                  <c:v>27.104243306478892</c:v>
                </c:pt>
                <c:pt idx="10">
                  <c:v>4.7766623518828482</c:v>
                </c:pt>
                <c:pt idx="11">
                  <c:v>16.413796385534809</c:v>
                </c:pt>
                <c:pt idx="12">
                  <c:v>5.6461062696541262</c:v>
                </c:pt>
              </c:numCache>
            </c:numRef>
          </c:val>
          <c:extLst>
            <c:ext xmlns:c16="http://schemas.microsoft.com/office/drawing/2014/chart" uri="{C3380CC4-5D6E-409C-BE32-E72D297353CC}">
              <c16:uniqueId val="{0000000F-5BC7-4A76-A20F-82880AE968DA}"/>
            </c:ext>
          </c:extLst>
        </c:ser>
        <c:dLbls>
          <c:showLegendKey val="0"/>
          <c:showVal val="0"/>
          <c:showCatName val="0"/>
          <c:showSerName val="0"/>
          <c:showPercent val="0"/>
          <c:showBubbleSize val="0"/>
        </c:dLbls>
        <c:gapWidth val="80"/>
        <c:overlap val="100"/>
        <c:axId val="1595993632"/>
        <c:axId val="1"/>
      </c:barChart>
      <c:catAx>
        <c:axId val="1595993632"/>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29.360598260294111"/>
          <c:min val="0"/>
        </c:scaling>
        <c:delete val="0"/>
        <c:axPos val="l"/>
        <c:majorGridlines>
          <c:spPr>
            <a:ln>
              <a:noFill/>
            </a:ln>
          </c:spPr>
        </c:majorGridlines>
        <c:numFmt formatCode="General" sourceLinked="1"/>
        <c:majorTickMark val="none"/>
        <c:minorTickMark val="none"/>
        <c:tickLblPos val="none"/>
        <c:spPr>
          <a:ln>
            <a:noFill/>
          </a:ln>
        </c:spPr>
        <c:crossAx val="1595993632"/>
        <c:crosses val="min"/>
        <c:crossBetween val="between"/>
      </c:valAx>
    </c:plotArea>
    <c:plotVisOnly val="0"/>
    <c:dispBlanksAs val="gap"/>
    <c:showDLblsOverMax val="1"/>
  </c:chart>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0"/>
            <a:ext cx="4301543" cy="717788"/>
          </a:xfrm>
          <a:prstGeom prst="rect">
            <a:avLst/>
          </a:prstGeom>
        </p:spPr>
        <p:txBody>
          <a:bodyPr vert="horz" lIns="134275" tIns="67137" rIns="134275" bIns="67137" rtlCol="0"/>
          <a:lstStyle>
            <a:lvl1pPr algn="l">
              <a:defRPr sz="1700"/>
            </a:lvl1pPr>
          </a:lstStyle>
          <a:p>
            <a:endParaRPr lang="en-GB">
              <a:latin typeface="Futura Medium" pitchFamily="2" charset="0"/>
            </a:endParaRPr>
          </a:p>
        </p:txBody>
      </p:sp>
      <p:sp>
        <p:nvSpPr>
          <p:cNvPr id="3" name="Date Placeholder 2"/>
          <p:cNvSpPr>
            <a:spLocks noGrp="1"/>
          </p:cNvSpPr>
          <p:nvPr>
            <p:ph type="dt" sz="quarter" idx="1"/>
          </p:nvPr>
        </p:nvSpPr>
        <p:spPr>
          <a:xfrm>
            <a:off x="5622802" y="0"/>
            <a:ext cx="4301543" cy="717788"/>
          </a:xfrm>
          <a:prstGeom prst="rect">
            <a:avLst/>
          </a:prstGeom>
        </p:spPr>
        <p:txBody>
          <a:bodyPr vert="horz" lIns="134275" tIns="67137" rIns="134275" bIns="67137" rtlCol="0"/>
          <a:lstStyle>
            <a:lvl1pPr algn="r">
              <a:defRPr sz="1700"/>
            </a:lvl1pPr>
          </a:lstStyle>
          <a:p>
            <a:fld id="{78688C09-A274-4C07-9395-CBE67C0DE912}" type="datetimeFigureOut">
              <a:rPr lang="en-GB" smtClean="0">
                <a:latin typeface="Futura Medium" pitchFamily="2" charset="0"/>
              </a:rPr>
              <a:pPr/>
              <a:t>01/09/2026</a:t>
            </a:fld>
            <a:endParaRPr lang="en-GB">
              <a:latin typeface="Futura Medium" pitchFamily="2" charset="0"/>
            </a:endParaRPr>
          </a:p>
        </p:txBody>
      </p:sp>
      <p:sp>
        <p:nvSpPr>
          <p:cNvPr id="4" name="Footer Placeholder 3"/>
          <p:cNvSpPr>
            <a:spLocks noGrp="1"/>
          </p:cNvSpPr>
          <p:nvPr>
            <p:ph type="ftr" sz="quarter" idx="2"/>
          </p:nvPr>
        </p:nvSpPr>
        <p:spPr>
          <a:xfrm>
            <a:off x="2" y="13635483"/>
            <a:ext cx="4301543" cy="717788"/>
          </a:xfrm>
          <a:prstGeom prst="rect">
            <a:avLst/>
          </a:prstGeom>
        </p:spPr>
        <p:txBody>
          <a:bodyPr vert="horz" lIns="134275" tIns="67137" rIns="134275" bIns="67137" rtlCol="0" anchor="b"/>
          <a:lstStyle>
            <a:lvl1pPr algn="l">
              <a:defRPr sz="1700"/>
            </a:lvl1pPr>
          </a:lstStyle>
          <a:p>
            <a:endParaRPr lang="en-GB">
              <a:latin typeface="Futura Medium" pitchFamily="2" charset="0"/>
            </a:endParaRPr>
          </a:p>
        </p:txBody>
      </p:sp>
      <p:sp>
        <p:nvSpPr>
          <p:cNvPr id="5" name="Slide Number Placeholder 4"/>
          <p:cNvSpPr>
            <a:spLocks noGrp="1"/>
          </p:cNvSpPr>
          <p:nvPr>
            <p:ph type="sldNum" sz="quarter" idx="3"/>
          </p:nvPr>
        </p:nvSpPr>
        <p:spPr>
          <a:xfrm>
            <a:off x="5622802" y="13635483"/>
            <a:ext cx="4301543" cy="717788"/>
          </a:xfrm>
          <a:prstGeom prst="rect">
            <a:avLst/>
          </a:prstGeom>
        </p:spPr>
        <p:txBody>
          <a:bodyPr vert="horz" lIns="134275" tIns="67137" rIns="134275" bIns="67137" rtlCol="0" anchor="b"/>
          <a:lstStyle>
            <a:lvl1pPr algn="r">
              <a:defRPr sz="1700"/>
            </a:lvl1pPr>
          </a:lstStyle>
          <a:p>
            <a:fld id="{18B005D9-1AAC-4E6D-B9B3-BB8CB4FD9D30}" type="slidenum">
              <a:rPr lang="en-GB" smtClean="0">
                <a:latin typeface="Futura Medium" pitchFamily="2" charset="0"/>
              </a:rPr>
              <a:pPr/>
              <a:t>‹#›</a:t>
            </a:fld>
            <a:endParaRPr lang="en-GB">
              <a:latin typeface="Futura Medium" pitchFamily="2" charset="0"/>
            </a:endParaRPr>
          </a:p>
        </p:txBody>
      </p:sp>
    </p:spTree>
    <p:extLst>
      <p:ext uri="{BB962C8B-B14F-4D97-AF65-F5344CB8AC3E}">
        <p14:creationId xmlns:p14="http://schemas.microsoft.com/office/powerpoint/2010/main" val="29679735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0"/>
            <a:ext cx="4301543" cy="717788"/>
          </a:xfrm>
          <a:prstGeom prst="rect">
            <a:avLst/>
          </a:prstGeom>
        </p:spPr>
        <p:txBody>
          <a:bodyPr vert="horz" lIns="134275" tIns="67137" rIns="134275" bIns="67137" rtlCol="0"/>
          <a:lstStyle>
            <a:lvl1pPr algn="l">
              <a:defRPr sz="1700">
                <a:latin typeface="Futura Medium" pitchFamily="2" charset="0"/>
              </a:defRPr>
            </a:lvl1pPr>
          </a:lstStyle>
          <a:p>
            <a:endParaRPr lang="en-GB"/>
          </a:p>
        </p:txBody>
      </p:sp>
      <p:sp>
        <p:nvSpPr>
          <p:cNvPr id="3" name="Date Placeholder 2"/>
          <p:cNvSpPr>
            <a:spLocks noGrp="1"/>
          </p:cNvSpPr>
          <p:nvPr>
            <p:ph type="dt" idx="1"/>
          </p:nvPr>
        </p:nvSpPr>
        <p:spPr>
          <a:xfrm>
            <a:off x="5622802" y="0"/>
            <a:ext cx="4301543" cy="717788"/>
          </a:xfrm>
          <a:prstGeom prst="rect">
            <a:avLst/>
          </a:prstGeom>
        </p:spPr>
        <p:txBody>
          <a:bodyPr vert="horz" lIns="134275" tIns="67137" rIns="134275" bIns="67137" rtlCol="0"/>
          <a:lstStyle>
            <a:lvl1pPr algn="r">
              <a:defRPr sz="1700">
                <a:latin typeface="Futura Medium" pitchFamily="2" charset="0"/>
              </a:defRPr>
            </a:lvl1pPr>
          </a:lstStyle>
          <a:p>
            <a:fld id="{E8910CE4-810D-4C84-B7AD-48C304FEA169}" type="datetimeFigureOut">
              <a:rPr lang="en-GB" smtClean="0"/>
              <a:pPr/>
              <a:t>01/09/2026</a:t>
            </a:fld>
            <a:endParaRPr lang="en-GB"/>
          </a:p>
        </p:txBody>
      </p:sp>
      <p:sp>
        <p:nvSpPr>
          <p:cNvPr id="4" name="Slide Image Placeholder 3"/>
          <p:cNvSpPr>
            <a:spLocks noGrp="1" noRot="1" noChangeAspect="1"/>
          </p:cNvSpPr>
          <p:nvPr>
            <p:ph type="sldImg" idx="2"/>
          </p:nvPr>
        </p:nvSpPr>
        <p:spPr>
          <a:xfrm>
            <a:off x="3059113" y="1074738"/>
            <a:ext cx="3808412" cy="5386387"/>
          </a:xfrm>
          <a:prstGeom prst="rect">
            <a:avLst/>
          </a:prstGeom>
          <a:noFill/>
          <a:ln w="12700">
            <a:solidFill>
              <a:prstClr val="black"/>
            </a:solidFill>
          </a:ln>
        </p:spPr>
        <p:txBody>
          <a:bodyPr vert="horz" lIns="134275" tIns="67137" rIns="134275" bIns="67137" rtlCol="0" anchor="ctr"/>
          <a:lstStyle/>
          <a:p>
            <a:endParaRPr lang="en-GB"/>
          </a:p>
        </p:txBody>
      </p:sp>
      <p:sp>
        <p:nvSpPr>
          <p:cNvPr id="5" name="Notes Placeholder 4"/>
          <p:cNvSpPr>
            <a:spLocks noGrp="1"/>
          </p:cNvSpPr>
          <p:nvPr>
            <p:ph type="body" sz="quarter" idx="3"/>
          </p:nvPr>
        </p:nvSpPr>
        <p:spPr>
          <a:xfrm>
            <a:off x="992665" y="6818990"/>
            <a:ext cx="7941310" cy="6460093"/>
          </a:xfrm>
          <a:prstGeom prst="rect">
            <a:avLst/>
          </a:prstGeom>
        </p:spPr>
        <p:txBody>
          <a:bodyPr vert="horz" lIns="134275" tIns="67137" rIns="134275" bIns="67137"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2" y="13635483"/>
            <a:ext cx="4301543" cy="717788"/>
          </a:xfrm>
          <a:prstGeom prst="rect">
            <a:avLst/>
          </a:prstGeom>
        </p:spPr>
        <p:txBody>
          <a:bodyPr vert="horz" lIns="134275" tIns="67137" rIns="134275" bIns="67137" rtlCol="0" anchor="b"/>
          <a:lstStyle>
            <a:lvl1pPr algn="l">
              <a:defRPr sz="1700">
                <a:latin typeface="Futura Medium" pitchFamily="2" charset="0"/>
              </a:defRPr>
            </a:lvl1pPr>
          </a:lstStyle>
          <a:p>
            <a:endParaRPr lang="en-GB"/>
          </a:p>
        </p:txBody>
      </p:sp>
      <p:sp>
        <p:nvSpPr>
          <p:cNvPr id="7" name="Slide Number Placeholder 6"/>
          <p:cNvSpPr>
            <a:spLocks noGrp="1"/>
          </p:cNvSpPr>
          <p:nvPr>
            <p:ph type="sldNum" sz="quarter" idx="5"/>
          </p:nvPr>
        </p:nvSpPr>
        <p:spPr>
          <a:xfrm>
            <a:off x="5622802" y="13635483"/>
            <a:ext cx="4301543" cy="717788"/>
          </a:xfrm>
          <a:prstGeom prst="rect">
            <a:avLst/>
          </a:prstGeom>
        </p:spPr>
        <p:txBody>
          <a:bodyPr vert="horz" lIns="134275" tIns="67137" rIns="134275" bIns="67137" rtlCol="0" anchor="b"/>
          <a:lstStyle>
            <a:lvl1pPr algn="r">
              <a:defRPr sz="1700">
                <a:latin typeface="Futura Medium" pitchFamily="2" charset="0"/>
              </a:defRPr>
            </a:lvl1pPr>
          </a:lstStyle>
          <a:p>
            <a:fld id="{DE799493-6412-4470-9830-D005B358D66E}" type="slidenum">
              <a:rPr lang="en-GB" smtClean="0"/>
              <a:pPr/>
              <a:t>‹#›</a:t>
            </a:fld>
            <a:endParaRPr lang="en-GB"/>
          </a:p>
        </p:txBody>
      </p:sp>
    </p:spTree>
    <p:extLst>
      <p:ext uri="{BB962C8B-B14F-4D97-AF65-F5344CB8AC3E}">
        <p14:creationId xmlns:p14="http://schemas.microsoft.com/office/powerpoint/2010/main" val="4162893719"/>
      </p:ext>
    </p:extLst>
  </p:cSld>
  <p:clrMap bg1="lt1" tx1="dk1" bg2="lt2" tx2="dk2" accent1="accent1" accent2="accent2" accent3="accent3" accent4="accent4" accent5="accent5" accent6="accent6" hlink="hlink" folHlink="folHlink"/>
  <p:notesStyle>
    <a:lvl1pPr marL="0" algn="l" defTabSz="4676973" rtl="0" eaLnBrk="1" latinLnBrk="0" hangingPunct="1">
      <a:defRPr sz="6138" kern="1200">
        <a:solidFill>
          <a:schemeClr val="tx1"/>
        </a:solidFill>
        <a:latin typeface="Futura Medium" pitchFamily="2" charset="0"/>
        <a:ea typeface="+mn-ea"/>
        <a:cs typeface="+mn-cs"/>
      </a:defRPr>
    </a:lvl1pPr>
    <a:lvl2pPr marL="2338487" algn="l" defTabSz="4676973" rtl="0" eaLnBrk="1" latinLnBrk="0" hangingPunct="1">
      <a:defRPr sz="6138" kern="1200">
        <a:solidFill>
          <a:schemeClr val="tx1"/>
        </a:solidFill>
        <a:latin typeface="Futura Medium"/>
        <a:ea typeface="+mn-ea"/>
        <a:cs typeface="+mn-cs"/>
      </a:defRPr>
    </a:lvl2pPr>
    <a:lvl3pPr marL="4676973" algn="l" defTabSz="4676973" rtl="0" eaLnBrk="1" latinLnBrk="0" hangingPunct="1">
      <a:defRPr sz="6138" kern="1200">
        <a:solidFill>
          <a:schemeClr val="tx1"/>
        </a:solidFill>
        <a:latin typeface="Futura Medium"/>
        <a:ea typeface="+mn-ea"/>
        <a:cs typeface="+mn-cs"/>
      </a:defRPr>
    </a:lvl3pPr>
    <a:lvl4pPr marL="7015460" algn="l" defTabSz="4676973" rtl="0" eaLnBrk="1" latinLnBrk="0" hangingPunct="1">
      <a:defRPr sz="6138" kern="1200">
        <a:solidFill>
          <a:schemeClr val="tx1"/>
        </a:solidFill>
        <a:latin typeface="Futura Medium"/>
        <a:ea typeface="+mn-ea"/>
        <a:cs typeface="+mn-cs"/>
      </a:defRPr>
    </a:lvl4pPr>
    <a:lvl5pPr marL="9353946" algn="l" defTabSz="4676973" rtl="0" eaLnBrk="1" latinLnBrk="0" hangingPunct="1">
      <a:defRPr sz="6138" kern="1200">
        <a:solidFill>
          <a:schemeClr val="tx1"/>
        </a:solidFill>
        <a:latin typeface="Futura Medium"/>
        <a:ea typeface="+mn-ea"/>
        <a:cs typeface="+mn-cs"/>
      </a:defRPr>
    </a:lvl5pPr>
    <a:lvl6pPr marL="11692433" algn="l" defTabSz="4676973" rtl="0" eaLnBrk="1" latinLnBrk="0" hangingPunct="1">
      <a:defRPr sz="6138" kern="1200">
        <a:solidFill>
          <a:schemeClr val="tx1"/>
        </a:solidFill>
        <a:latin typeface="+mn-lt"/>
        <a:ea typeface="+mn-ea"/>
        <a:cs typeface="+mn-cs"/>
      </a:defRPr>
    </a:lvl6pPr>
    <a:lvl7pPr marL="14030919" algn="l" defTabSz="4676973" rtl="0" eaLnBrk="1" latinLnBrk="0" hangingPunct="1">
      <a:defRPr sz="6138" kern="1200">
        <a:solidFill>
          <a:schemeClr val="tx1"/>
        </a:solidFill>
        <a:latin typeface="+mn-lt"/>
        <a:ea typeface="+mn-ea"/>
        <a:cs typeface="+mn-cs"/>
      </a:defRPr>
    </a:lvl7pPr>
    <a:lvl8pPr marL="16369406" algn="l" defTabSz="4676973" rtl="0" eaLnBrk="1" latinLnBrk="0" hangingPunct="1">
      <a:defRPr sz="6138" kern="1200">
        <a:solidFill>
          <a:schemeClr val="tx1"/>
        </a:solidFill>
        <a:latin typeface="+mn-lt"/>
        <a:ea typeface="+mn-ea"/>
        <a:cs typeface="+mn-cs"/>
      </a:defRPr>
    </a:lvl8pPr>
    <a:lvl9pPr marL="18707892" algn="l" defTabSz="4676973" rtl="0" eaLnBrk="1" latinLnBrk="0" hangingPunct="1">
      <a:defRPr sz="6138"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5B2BAE-CEEA-1FCB-223E-3D03144A7B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9A914E-AB0F-C7E1-627B-09445011A4D0}"/>
              </a:ext>
            </a:extLst>
          </p:cNvPr>
          <p:cNvSpPr>
            <a:spLocks noGrp="1" noRot="1" noChangeAspect="1"/>
          </p:cNvSpPr>
          <p:nvPr>
            <p:ph type="sldImg"/>
          </p:nvPr>
        </p:nvSpPr>
        <p:spPr>
          <a:xfrm>
            <a:off x="2338388" y="1143000"/>
            <a:ext cx="2181225" cy="3086100"/>
          </a:xfrm>
        </p:spPr>
      </p:sp>
      <p:sp>
        <p:nvSpPr>
          <p:cNvPr id="3" name="Notes Placeholder 2">
            <a:extLst>
              <a:ext uri="{FF2B5EF4-FFF2-40B4-BE49-F238E27FC236}">
                <a16:creationId xmlns:a16="http://schemas.microsoft.com/office/drawing/2014/main" id="{9693E97A-BDBD-C838-E543-8B48E03F2E7B}"/>
              </a:ext>
            </a:extLst>
          </p:cNvPr>
          <p:cNvSpPr>
            <a:spLocks noGrp="1"/>
          </p:cNvSpPr>
          <p:nvPr>
            <p:ph type="body" idx="1"/>
          </p:nvPr>
        </p:nvSpPr>
        <p:spPr/>
        <p:txBody>
          <a:bodyPr>
            <a:normAutofit/>
          </a:bodyPr>
          <a:lstStyle/>
          <a:p>
            <a:endParaRPr lang="en-US"/>
          </a:p>
        </p:txBody>
      </p:sp>
      <p:sp>
        <p:nvSpPr>
          <p:cNvPr id="4" name="Slide Number Placeholder 3">
            <a:extLst>
              <a:ext uri="{FF2B5EF4-FFF2-40B4-BE49-F238E27FC236}">
                <a16:creationId xmlns:a16="http://schemas.microsoft.com/office/drawing/2014/main" id="{E8F36A67-727E-68C6-9C31-E6C8870DD3E4}"/>
              </a:ext>
            </a:extLst>
          </p:cNvPr>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302919246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9" name="Text Box 11" descr="&lt;COMPANY_NAME&gt;{19.13386,233.3002,382.1078,36.87504}"/>
          <p:cNvSpPr txBox="1">
            <a:spLocks noChangeArrowheads="1"/>
          </p:cNvSpPr>
          <p:nvPr userDrawn="1"/>
        </p:nvSpPr>
        <p:spPr bwMode="auto">
          <a:xfrm>
            <a:off x="1550555" y="41650920"/>
            <a:ext cx="9810017" cy="755630"/>
          </a:xfrm>
          <a:prstGeom prst="rect">
            <a:avLst/>
          </a:prstGeom>
          <a:noFill/>
          <a:ln w="9525" algn="ctr">
            <a:noFill/>
            <a:miter lim="800000"/>
            <a:headEnd/>
            <a:tailEnd/>
          </a:ln>
          <a:effectLst/>
        </p:spPr>
        <p:txBody>
          <a:bodyPr wrap="none" lIns="0" tIns="0" rIns="0" anchor="ctr" anchorCtr="0">
            <a:noAutofit/>
          </a:bodyPr>
          <a:lstStyle/>
          <a:p>
            <a:pPr>
              <a:defRPr/>
            </a:pPr>
            <a:r>
              <a:rPr lang="en-GB" sz="2800">
                <a:solidFill>
                  <a:schemeClr val="tx1"/>
                </a:solidFill>
                <a:latin typeface="+mn-lt"/>
                <a:cs typeface="Arial" pitchFamily="34" charset="0"/>
              </a:rPr>
              <a:t>Shape. Connect. Accelerate </a:t>
            </a:r>
          </a:p>
        </p:txBody>
      </p:sp>
      <p:sp>
        <p:nvSpPr>
          <p:cNvPr id="20" name="Text Box 11" descr="&lt;COMPANY_NAME&gt;{19.13386,233.3002,382.1078,36.87504}"/>
          <p:cNvSpPr txBox="1">
            <a:spLocks noChangeArrowheads="1"/>
          </p:cNvSpPr>
          <p:nvPr userDrawn="1"/>
        </p:nvSpPr>
        <p:spPr bwMode="auto">
          <a:xfrm>
            <a:off x="19762355" y="41650920"/>
            <a:ext cx="9810017" cy="755630"/>
          </a:xfrm>
          <a:prstGeom prst="rect">
            <a:avLst/>
          </a:prstGeom>
          <a:noFill/>
          <a:ln w="9525" algn="ctr">
            <a:noFill/>
            <a:miter lim="800000"/>
            <a:headEnd/>
            <a:tailEnd/>
          </a:ln>
          <a:effectLst/>
        </p:spPr>
        <p:txBody>
          <a:bodyPr wrap="none" lIns="0" tIns="0" rIns="0" anchor="ctr" anchorCtr="0">
            <a:noAutofit/>
          </a:bodyPr>
          <a:lstStyle/>
          <a:p>
            <a:pPr algn="r"/>
            <a:r>
              <a:rPr lang="en-GB" sz="2800"/>
              <a:t>September 7-8, 2026</a:t>
            </a:r>
          </a:p>
        </p:txBody>
      </p:sp>
      <p:sp>
        <p:nvSpPr>
          <p:cNvPr id="7" name="Rectangle 6">
            <a:extLst>
              <a:ext uri="{FF2B5EF4-FFF2-40B4-BE49-F238E27FC236}">
                <a16:creationId xmlns:a16="http://schemas.microsoft.com/office/drawing/2014/main" id="{BAD0CE2F-1DFA-1F89-3C04-6693D0E978E9}"/>
              </a:ext>
            </a:extLst>
          </p:cNvPr>
          <p:cNvSpPr/>
          <p:nvPr userDrawn="1"/>
        </p:nvSpPr>
        <p:spPr>
          <a:xfrm>
            <a:off x="-1" y="1"/>
            <a:ext cx="30275213" cy="6827520"/>
          </a:xfrm>
          <a:prstGeom prst="rect">
            <a:avLst/>
          </a:prstGeom>
          <a:solidFill>
            <a:srgbClr val="F7D1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7" name="Picture 36">
            <a:extLst>
              <a:ext uri="{FF2B5EF4-FFF2-40B4-BE49-F238E27FC236}">
                <a16:creationId xmlns:a16="http://schemas.microsoft.com/office/drawing/2014/main" id="{2032B41E-CA7B-293B-0827-739C4AA7C324}"/>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1" t="2120" r="-991"/>
          <a:stretch/>
        </p:blipFill>
        <p:spPr>
          <a:xfrm>
            <a:off x="24260896" y="1321092"/>
            <a:ext cx="3359440" cy="3255921"/>
          </a:xfrm>
          <a:prstGeom prst="rect">
            <a:avLst/>
          </a:prstGeom>
        </p:spPr>
      </p:pic>
    </p:spTree>
  </p:cSld>
  <p:clrMapOvr>
    <a:masterClrMapping/>
  </p:clrMapOvr>
  <p:transition/>
  <p:hf sldNum="0" hdr="0" dt="0"/>
</p:sldLayout>
</file>

<file path=ppt/slideLayouts/slideLayout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5886728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emf"/><Relationship Id="rId5" Type="http://schemas.openxmlformats.org/officeDocument/2006/relationships/oleObject" Target="../embeddings/oleObject1.bin"/><Relationship Id="rId4" Type="http://schemas.openxmlformats.org/officeDocument/2006/relationships/tags" Target="../tags/tag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C1CD8318-F598-F22A-F46C-E91BE846BE7B}"/>
              </a:ext>
            </a:extLst>
          </p:cNvPr>
          <p:cNvGraphicFramePr>
            <a:graphicFrameLocks/>
          </p:cNvGraphicFramePr>
          <p:nvPr userDrawn="1">
            <p:custDataLst>
              <p:tags r:id="rId4"/>
            </p:custDataLst>
            <p:extLst>
              <p:ext uri="{D42A27DB-BD31-4B8C-83A1-F6EECF244321}">
                <p14:modId xmlns:p14="http://schemas.microsoft.com/office/powerpoint/2010/main" val="300093906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08" imgH="408" progId="TCLayout.ActiveDocument.1">
                  <p:embed/>
                </p:oleObj>
              </mc:Choice>
              <mc:Fallback>
                <p:oleObj name="think-cell Slide" r:id="rId5" imgW="408" imgH="408" progId="TCLayout.ActiveDocument.1">
                  <p:embed/>
                  <p:pic>
                    <p:nvPicPr>
                      <p:cNvPr id="2" name="think-cell data - do not delete" hidden="1">
                        <a:extLst>
                          <a:ext uri="{FF2B5EF4-FFF2-40B4-BE49-F238E27FC236}">
                            <a16:creationId xmlns:a16="http://schemas.microsoft.com/office/drawing/2014/main" id="{C1CD8318-F598-F22A-F46C-E91BE846BE7B}"/>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693" r:id="rId1"/>
    <p:sldLayoutId id="2147483694" r:id="rId2"/>
  </p:sldLayoutIdLst>
  <p:transition>
    <p:fade/>
  </p:transition>
  <p:hf sldNum="0" hdr="0" dt="0"/>
  <p:txStyles>
    <p:titleStyle>
      <a:lvl1pPr algn="l" defTabSz="914400" rtl="0" eaLnBrk="1" latinLnBrk="0" hangingPunct="1">
        <a:spcBef>
          <a:spcPct val="0"/>
        </a:spcBef>
        <a:buNone/>
        <a:defRPr sz="2000" b="1" kern="1200" cap="none" baseline="0">
          <a:solidFill>
            <a:schemeClr val="accent2"/>
          </a:solidFill>
          <a:latin typeface="+mj-lt"/>
          <a:ea typeface="+mj-ea"/>
          <a:cs typeface="+mj-cs"/>
        </a:defRPr>
      </a:lvl1pPr>
    </p:titleStyle>
    <p:bodyStyle>
      <a:lvl1pPr marL="0" indent="0" algn="l" defTabSz="268288" rtl="0" eaLnBrk="1" latinLnBrk="0" hangingPunct="1">
        <a:lnSpc>
          <a:spcPct val="120000"/>
        </a:lnSpc>
        <a:spcBef>
          <a:spcPts val="0"/>
        </a:spcBef>
        <a:spcAft>
          <a:spcPts val="600"/>
        </a:spcAft>
        <a:buClr>
          <a:schemeClr val="accent2"/>
        </a:buClr>
        <a:buSzPct val="85000"/>
        <a:buFont typeface="Wingdings" pitchFamily="2" charset="2"/>
        <a:buNone/>
        <a:defRPr sz="1800" kern="1200" baseline="0">
          <a:solidFill>
            <a:schemeClr val="tx1"/>
          </a:solidFill>
          <a:latin typeface="+mn-lt"/>
          <a:ea typeface="+mn-ea"/>
          <a:cs typeface="+mn-cs"/>
        </a:defRPr>
      </a:lvl1pPr>
      <a:lvl2pPr marL="269875" indent="-269875" algn="l" defTabSz="268288" rtl="0" eaLnBrk="1" latinLnBrk="0" hangingPunct="1">
        <a:lnSpc>
          <a:spcPct val="120000"/>
        </a:lnSpc>
        <a:spcBef>
          <a:spcPts val="0"/>
        </a:spcBef>
        <a:spcAft>
          <a:spcPts val="600"/>
        </a:spcAft>
        <a:buClr>
          <a:schemeClr val="accent2"/>
        </a:buClr>
        <a:buSzPct val="85000"/>
        <a:buFont typeface="Wingdings" pitchFamily="2" charset="2"/>
        <a:buChar char="n"/>
        <a:defRPr sz="1800" b="0" kern="1200">
          <a:solidFill>
            <a:schemeClr val="tx1"/>
          </a:solidFill>
          <a:latin typeface="+mn-lt"/>
          <a:ea typeface="+mn-ea"/>
          <a:cs typeface="+mn-cs"/>
        </a:defRPr>
      </a:lvl2pPr>
      <a:lvl3pPr marL="454025" indent="-184150" algn="l" defTabSz="268288" rtl="0" eaLnBrk="1" latinLnBrk="0" hangingPunct="1">
        <a:lnSpc>
          <a:spcPct val="120000"/>
        </a:lnSpc>
        <a:spcBef>
          <a:spcPts val="0"/>
        </a:spcBef>
        <a:spcAft>
          <a:spcPts val="600"/>
        </a:spcAft>
        <a:buClr>
          <a:schemeClr val="tx1"/>
        </a:buClr>
        <a:buSzPct val="75000"/>
        <a:buFont typeface="Wingdings" pitchFamily="2" charset="2"/>
        <a:buChar char=""/>
        <a:defRPr sz="1800" b="0" kern="1200">
          <a:solidFill>
            <a:schemeClr val="tx1"/>
          </a:solidFill>
          <a:latin typeface="+mn-lt"/>
          <a:ea typeface="+mn-ea"/>
          <a:cs typeface="+mn-cs"/>
        </a:defRPr>
      </a:lvl3pPr>
      <a:lvl4pPr marL="631825" indent="-177800" algn="l" defTabSz="268288" rtl="0" eaLnBrk="1" latinLnBrk="0" hangingPunct="1">
        <a:lnSpc>
          <a:spcPct val="120000"/>
        </a:lnSpc>
        <a:spcBef>
          <a:spcPts val="0"/>
        </a:spcBef>
        <a:spcAft>
          <a:spcPts val="600"/>
        </a:spcAft>
        <a:buClr>
          <a:schemeClr val="tx1"/>
        </a:buClr>
        <a:buSzPct val="75000"/>
        <a:buFont typeface="Wingdings" pitchFamily="2" charset="2"/>
        <a:buChar char=""/>
        <a:defRPr sz="1600" b="0" kern="1200" baseline="0">
          <a:solidFill>
            <a:schemeClr val="tx1"/>
          </a:solidFill>
          <a:latin typeface="+mn-lt"/>
          <a:ea typeface="+mn-ea"/>
          <a:cs typeface="+mn-cs"/>
        </a:defRPr>
      </a:lvl4pPr>
      <a:lvl5pPr marL="811213" indent="-173038" algn="l" defTabSz="268288" rtl="0" eaLnBrk="1" latinLnBrk="0" hangingPunct="1">
        <a:lnSpc>
          <a:spcPct val="120000"/>
        </a:lnSpc>
        <a:spcBef>
          <a:spcPts val="0"/>
        </a:spcBef>
        <a:spcAft>
          <a:spcPts val="600"/>
        </a:spcAft>
        <a:buClr>
          <a:schemeClr val="tx1"/>
        </a:buClr>
        <a:buSzPct val="75000"/>
        <a:buFont typeface="Wingdings" pitchFamily="2" charset="2"/>
        <a:buChar char=""/>
        <a:defRPr sz="1400" kern="1200">
          <a:solidFill>
            <a:schemeClr val="tx1"/>
          </a:solidFill>
          <a:latin typeface="+mn-lt"/>
          <a:ea typeface="+mn-ea"/>
          <a:cs typeface="+mn-cs"/>
        </a:defRPr>
      </a:lvl5pPr>
      <a:lvl6pPr marL="989013" indent="-177800" algn="l" defTabSz="268288" rtl="0" eaLnBrk="1" latinLnBrk="0" hangingPunct="1">
        <a:lnSpc>
          <a:spcPct val="120000"/>
        </a:lnSpc>
        <a:spcBef>
          <a:spcPts val="0"/>
        </a:spcBef>
        <a:spcAft>
          <a:spcPts val="600"/>
        </a:spcAft>
        <a:buClr>
          <a:schemeClr val="tx1"/>
        </a:buClr>
        <a:buSzPct val="75000"/>
        <a:buFont typeface="Wingdings" pitchFamily="2" charset="2"/>
        <a:buChar char=""/>
        <a:defRPr sz="12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6" Type="http://schemas.openxmlformats.org/officeDocument/2006/relationships/tags" Target="../tags/tag27.xml"/><Relationship Id="rId21" Type="http://schemas.openxmlformats.org/officeDocument/2006/relationships/tags" Target="../tags/tag22.xml"/><Relationship Id="rId42" Type="http://schemas.openxmlformats.org/officeDocument/2006/relationships/tags" Target="../tags/tag43.xml"/><Relationship Id="rId47" Type="http://schemas.openxmlformats.org/officeDocument/2006/relationships/tags" Target="../tags/tag48.xml"/><Relationship Id="rId63" Type="http://schemas.openxmlformats.org/officeDocument/2006/relationships/tags" Target="../tags/tag64.xml"/><Relationship Id="rId68" Type="http://schemas.openxmlformats.org/officeDocument/2006/relationships/tags" Target="../tags/tag69.xml"/><Relationship Id="rId84" Type="http://schemas.openxmlformats.org/officeDocument/2006/relationships/chart" Target="../charts/chart3.xml"/><Relationship Id="rId16" Type="http://schemas.openxmlformats.org/officeDocument/2006/relationships/tags" Target="../tags/tag17.xml"/><Relationship Id="rId11" Type="http://schemas.openxmlformats.org/officeDocument/2006/relationships/tags" Target="../tags/tag12.xml"/><Relationship Id="rId32" Type="http://schemas.openxmlformats.org/officeDocument/2006/relationships/tags" Target="../tags/tag33.xml"/><Relationship Id="rId37" Type="http://schemas.openxmlformats.org/officeDocument/2006/relationships/tags" Target="../tags/tag38.xml"/><Relationship Id="rId53" Type="http://schemas.openxmlformats.org/officeDocument/2006/relationships/tags" Target="../tags/tag54.xml"/><Relationship Id="rId58" Type="http://schemas.openxmlformats.org/officeDocument/2006/relationships/tags" Target="../tags/tag59.xml"/><Relationship Id="rId74" Type="http://schemas.openxmlformats.org/officeDocument/2006/relationships/tags" Target="../tags/tag75.xml"/><Relationship Id="rId79" Type="http://schemas.openxmlformats.org/officeDocument/2006/relationships/image" Target="../media/image3.png"/><Relationship Id="rId5" Type="http://schemas.openxmlformats.org/officeDocument/2006/relationships/tags" Target="../tags/tag6.xml"/><Relationship Id="rId19" Type="http://schemas.openxmlformats.org/officeDocument/2006/relationships/tags" Target="../tags/tag20.xml"/><Relationship Id="rId14" Type="http://schemas.openxmlformats.org/officeDocument/2006/relationships/tags" Target="../tags/tag15.xml"/><Relationship Id="rId22" Type="http://schemas.openxmlformats.org/officeDocument/2006/relationships/tags" Target="../tags/tag23.xml"/><Relationship Id="rId27" Type="http://schemas.openxmlformats.org/officeDocument/2006/relationships/tags" Target="../tags/tag28.xml"/><Relationship Id="rId30" Type="http://schemas.openxmlformats.org/officeDocument/2006/relationships/tags" Target="../tags/tag31.xml"/><Relationship Id="rId35" Type="http://schemas.openxmlformats.org/officeDocument/2006/relationships/tags" Target="../tags/tag36.xml"/><Relationship Id="rId43" Type="http://schemas.openxmlformats.org/officeDocument/2006/relationships/tags" Target="../tags/tag44.xml"/><Relationship Id="rId48" Type="http://schemas.openxmlformats.org/officeDocument/2006/relationships/tags" Target="../tags/tag49.xml"/><Relationship Id="rId56" Type="http://schemas.openxmlformats.org/officeDocument/2006/relationships/tags" Target="../tags/tag57.xml"/><Relationship Id="rId64" Type="http://schemas.openxmlformats.org/officeDocument/2006/relationships/tags" Target="../tags/tag65.xml"/><Relationship Id="rId69" Type="http://schemas.openxmlformats.org/officeDocument/2006/relationships/tags" Target="../tags/tag70.xml"/><Relationship Id="rId77" Type="http://schemas.openxmlformats.org/officeDocument/2006/relationships/oleObject" Target="../embeddings/oleObject2.bin"/><Relationship Id="rId8" Type="http://schemas.openxmlformats.org/officeDocument/2006/relationships/tags" Target="../tags/tag9.xml"/><Relationship Id="rId51" Type="http://schemas.openxmlformats.org/officeDocument/2006/relationships/tags" Target="../tags/tag52.xml"/><Relationship Id="rId72" Type="http://schemas.openxmlformats.org/officeDocument/2006/relationships/tags" Target="../tags/tag73.xml"/><Relationship Id="rId80" Type="http://schemas.openxmlformats.org/officeDocument/2006/relationships/image" Target="../media/image4.svg"/><Relationship Id="rId85" Type="http://schemas.openxmlformats.org/officeDocument/2006/relationships/image" Target="../media/image6.png"/><Relationship Id="rId3" Type="http://schemas.openxmlformats.org/officeDocument/2006/relationships/tags" Target="../tags/tag4.xml"/><Relationship Id="rId12" Type="http://schemas.openxmlformats.org/officeDocument/2006/relationships/tags" Target="../tags/tag13.xml"/><Relationship Id="rId17" Type="http://schemas.openxmlformats.org/officeDocument/2006/relationships/tags" Target="../tags/tag18.xml"/><Relationship Id="rId25" Type="http://schemas.openxmlformats.org/officeDocument/2006/relationships/tags" Target="../tags/tag26.xml"/><Relationship Id="rId33" Type="http://schemas.openxmlformats.org/officeDocument/2006/relationships/tags" Target="../tags/tag34.xml"/><Relationship Id="rId38" Type="http://schemas.openxmlformats.org/officeDocument/2006/relationships/tags" Target="../tags/tag39.xml"/><Relationship Id="rId46" Type="http://schemas.openxmlformats.org/officeDocument/2006/relationships/tags" Target="../tags/tag47.xml"/><Relationship Id="rId59" Type="http://schemas.openxmlformats.org/officeDocument/2006/relationships/tags" Target="../tags/tag60.xml"/><Relationship Id="rId67" Type="http://schemas.openxmlformats.org/officeDocument/2006/relationships/tags" Target="../tags/tag68.xml"/><Relationship Id="rId20" Type="http://schemas.openxmlformats.org/officeDocument/2006/relationships/tags" Target="../tags/tag21.xml"/><Relationship Id="rId41" Type="http://schemas.openxmlformats.org/officeDocument/2006/relationships/tags" Target="../tags/tag42.xml"/><Relationship Id="rId54" Type="http://schemas.openxmlformats.org/officeDocument/2006/relationships/tags" Target="../tags/tag55.xml"/><Relationship Id="rId62" Type="http://schemas.openxmlformats.org/officeDocument/2006/relationships/tags" Target="../tags/tag63.xml"/><Relationship Id="rId70" Type="http://schemas.openxmlformats.org/officeDocument/2006/relationships/tags" Target="../tags/tag71.xml"/><Relationship Id="rId75" Type="http://schemas.openxmlformats.org/officeDocument/2006/relationships/slideLayout" Target="../slideLayouts/slideLayout2.xml"/><Relationship Id="rId83" Type="http://schemas.openxmlformats.org/officeDocument/2006/relationships/chart" Target="../charts/chart2.xml"/><Relationship Id="rId1" Type="http://schemas.openxmlformats.org/officeDocument/2006/relationships/tags" Target="../tags/tag2.xml"/><Relationship Id="rId6" Type="http://schemas.openxmlformats.org/officeDocument/2006/relationships/tags" Target="../tags/tag7.xml"/><Relationship Id="rId15" Type="http://schemas.openxmlformats.org/officeDocument/2006/relationships/tags" Target="../tags/tag16.xml"/><Relationship Id="rId23" Type="http://schemas.openxmlformats.org/officeDocument/2006/relationships/tags" Target="../tags/tag24.xml"/><Relationship Id="rId28" Type="http://schemas.openxmlformats.org/officeDocument/2006/relationships/tags" Target="../tags/tag29.xml"/><Relationship Id="rId36" Type="http://schemas.openxmlformats.org/officeDocument/2006/relationships/tags" Target="../tags/tag37.xml"/><Relationship Id="rId49" Type="http://schemas.openxmlformats.org/officeDocument/2006/relationships/tags" Target="../tags/tag50.xml"/><Relationship Id="rId57" Type="http://schemas.openxmlformats.org/officeDocument/2006/relationships/tags" Target="../tags/tag58.xml"/><Relationship Id="rId10" Type="http://schemas.openxmlformats.org/officeDocument/2006/relationships/tags" Target="../tags/tag11.xml"/><Relationship Id="rId31" Type="http://schemas.openxmlformats.org/officeDocument/2006/relationships/tags" Target="../tags/tag32.xml"/><Relationship Id="rId44" Type="http://schemas.openxmlformats.org/officeDocument/2006/relationships/tags" Target="../tags/tag45.xml"/><Relationship Id="rId52" Type="http://schemas.openxmlformats.org/officeDocument/2006/relationships/tags" Target="../tags/tag53.xml"/><Relationship Id="rId60" Type="http://schemas.openxmlformats.org/officeDocument/2006/relationships/tags" Target="../tags/tag61.xml"/><Relationship Id="rId65" Type="http://schemas.openxmlformats.org/officeDocument/2006/relationships/tags" Target="../tags/tag66.xml"/><Relationship Id="rId73" Type="http://schemas.openxmlformats.org/officeDocument/2006/relationships/tags" Target="../tags/tag74.xml"/><Relationship Id="rId78" Type="http://schemas.openxmlformats.org/officeDocument/2006/relationships/image" Target="../media/image1.emf"/><Relationship Id="rId81" Type="http://schemas.openxmlformats.org/officeDocument/2006/relationships/image" Target="../media/image5.tiff"/><Relationship Id="rId4" Type="http://schemas.openxmlformats.org/officeDocument/2006/relationships/tags" Target="../tags/tag5.xml"/><Relationship Id="rId9" Type="http://schemas.openxmlformats.org/officeDocument/2006/relationships/tags" Target="../tags/tag10.xml"/><Relationship Id="rId13" Type="http://schemas.openxmlformats.org/officeDocument/2006/relationships/tags" Target="../tags/tag14.xml"/><Relationship Id="rId18" Type="http://schemas.openxmlformats.org/officeDocument/2006/relationships/tags" Target="../tags/tag19.xml"/><Relationship Id="rId39" Type="http://schemas.openxmlformats.org/officeDocument/2006/relationships/tags" Target="../tags/tag40.xml"/><Relationship Id="rId34" Type="http://schemas.openxmlformats.org/officeDocument/2006/relationships/tags" Target="../tags/tag35.xml"/><Relationship Id="rId50" Type="http://schemas.openxmlformats.org/officeDocument/2006/relationships/tags" Target="../tags/tag51.xml"/><Relationship Id="rId55" Type="http://schemas.openxmlformats.org/officeDocument/2006/relationships/tags" Target="../tags/tag56.xml"/><Relationship Id="rId76" Type="http://schemas.openxmlformats.org/officeDocument/2006/relationships/notesSlide" Target="../notesSlides/notesSlide1.xml"/><Relationship Id="rId7" Type="http://schemas.openxmlformats.org/officeDocument/2006/relationships/tags" Target="../tags/tag8.xml"/><Relationship Id="rId71" Type="http://schemas.openxmlformats.org/officeDocument/2006/relationships/tags" Target="../tags/tag72.xml"/><Relationship Id="rId2" Type="http://schemas.openxmlformats.org/officeDocument/2006/relationships/tags" Target="../tags/tag3.xml"/><Relationship Id="rId29" Type="http://schemas.openxmlformats.org/officeDocument/2006/relationships/tags" Target="../tags/tag30.xml"/><Relationship Id="rId24" Type="http://schemas.openxmlformats.org/officeDocument/2006/relationships/tags" Target="../tags/tag25.xml"/><Relationship Id="rId40" Type="http://schemas.openxmlformats.org/officeDocument/2006/relationships/tags" Target="../tags/tag41.xml"/><Relationship Id="rId45" Type="http://schemas.openxmlformats.org/officeDocument/2006/relationships/tags" Target="../tags/tag46.xml"/><Relationship Id="rId66" Type="http://schemas.openxmlformats.org/officeDocument/2006/relationships/tags" Target="../tags/tag67.xml"/><Relationship Id="rId61" Type="http://schemas.openxmlformats.org/officeDocument/2006/relationships/tags" Target="../tags/tag62.xml"/><Relationship Id="rId82" Type="http://schemas.openxmlformats.org/officeDocument/2006/relationships/chart" Target="../charts/char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301C3F-20B9-B4AB-1471-8AEA36872B68}"/>
            </a:ext>
          </a:extLst>
        </p:cNvPr>
        <p:cNvGrpSpPr/>
        <p:nvPr/>
      </p:nvGrpSpPr>
      <p:grpSpPr>
        <a:xfrm>
          <a:off x="0" y="0"/>
          <a:ext cx="0" cy="0"/>
          <a:chOff x="0" y="0"/>
          <a:chExt cx="0" cy="0"/>
        </a:xfrm>
      </p:grpSpPr>
      <p:graphicFrame>
        <p:nvGraphicFramePr>
          <p:cNvPr id="32" name="think-cell data - do not delete" hidden="1">
            <a:extLst>
              <a:ext uri="{FF2B5EF4-FFF2-40B4-BE49-F238E27FC236}">
                <a16:creationId xmlns:a16="http://schemas.microsoft.com/office/drawing/2014/main" id="{7AE31B41-9CA3-6F9A-E4E8-34FAD4E99D81}"/>
              </a:ext>
            </a:extLst>
          </p:cNvPr>
          <p:cNvGraphicFramePr>
            <a:graphicFrameLocks/>
          </p:cNvGraphicFramePr>
          <p:nvPr>
            <p:custDataLst>
              <p:tags r:id="rId1"/>
            </p:custDataLst>
            <p:extLst>
              <p:ext uri="{D42A27DB-BD31-4B8C-83A1-F6EECF244321}">
                <p14:modId xmlns:p14="http://schemas.microsoft.com/office/powerpoint/2010/main" val="371604854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7" imgW="408" imgH="408" progId="TCLayout.ActiveDocument.1">
                  <p:embed/>
                </p:oleObj>
              </mc:Choice>
              <mc:Fallback>
                <p:oleObj name="think-cell Slide" r:id="rId77" imgW="408" imgH="408" progId="TCLayout.ActiveDocument.1">
                  <p:embed/>
                  <p:pic>
                    <p:nvPicPr>
                      <p:cNvPr id="32" name="think-cell data - do not delete" hidden="1">
                        <a:extLst>
                          <a:ext uri="{FF2B5EF4-FFF2-40B4-BE49-F238E27FC236}">
                            <a16:creationId xmlns:a16="http://schemas.microsoft.com/office/drawing/2014/main" id="{7AE31B41-9CA3-6F9A-E4E8-34FAD4E99D81}"/>
                          </a:ext>
                        </a:extLst>
                      </p:cNvPr>
                      <p:cNvPicPr/>
                      <p:nvPr/>
                    </p:nvPicPr>
                    <p:blipFill>
                      <a:blip r:embed="rId78"/>
                      <a:stretch>
                        <a:fillRect/>
                      </a:stretch>
                    </p:blipFill>
                    <p:spPr>
                      <a:xfrm>
                        <a:off x="1588" y="1588"/>
                        <a:ext cx="1588" cy="1588"/>
                      </a:xfrm>
                      <a:prstGeom prst="rect">
                        <a:avLst/>
                      </a:prstGeom>
                    </p:spPr>
                  </p:pic>
                </p:oleObj>
              </mc:Fallback>
            </mc:AlternateContent>
          </a:graphicData>
        </a:graphic>
      </p:graphicFrame>
      <p:sp>
        <p:nvSpPr>
          <p:cNvPr id="143" name="Rectangle 142">
            <a:extLst>
              <a:ext uri="{FF2B5EF4-FFF2-40B4-BE49-F238E27FC236}">
                <a16:creationId xmlns:a16="http://schemas.microsoft.com/office/drawing/2014/main" id="{AD4F0353-1410-50E1-5C0E-0A24495DF895}"/>
              </a:ext>
            </a:extLst>
          </p:cNvPr>
          <p:cNvSpPr/>
          <p:nvPr/>
        </p:nvSpPr>
        <p:spPr>
          <a:xfrm>
            <a:off x="4708525" y="30030821"/>
            <a:ext cx="5146670" cy="188904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 name="Image 0" descr="/mnt/data/48c52803bb.png">
            <a:extLst>
              <a:ext uri="{FF2B5EF4-FFF2-40B4-BE49-F238E27FC236}">
                <a16:creationId xmlns:a16="http://schemas.microsoft.com/office/drawing/2014/main" id="{97E0A42F-2918-515A-A1B7-BEA72BBA75F4}"/>
              </a:ext>
            </a:extLst>
          </p:cNvPr>
          <p:cNvPicPr>
            <a:picLocks noChangeAspect="1"/>
          </p:cNvPicPr>
          <p:nvPr/>
        </p:nvPicPr>
        <p:blipFill>
          <a:blip r:embed="rId79"/>
          <a:srcRect t="22800" b="22800"/>
          <a:stretch/>
        </p:blipFill>
        <p:spPr>
          <a:xfrm>
            <a:off x="0" y="0"/>
            <a:ext cx="30275213" cy="10348999"/>
          </a:xfrm>
          <a:prstGeom prst="rect">
            <a:avLst/>
          </a:prstGeom>
        </p:spPr>
      </p:pic>
      <p:sp>
        <p:nvSpPr>
          <p:cNvPr id="3" name="Shape 0">
            <a:extLst>
              <a:ext uri="{FF2B5EF4-FFF2-40B4-BE49-F238E27FC236}">
                <a16:creationId xmlns:a16="http://schemas.microsoft.com/office/drawing/2014/main" id="{8613819F-7B8E-48E4-251A-C6BB54AE9357}"/>
              </a:ext>
            </a:extLst>
          </p:cNvPr>
          <p:cNvSpPr/>
          <p:nvPr/>
        </p:nvSpPr>
        <p:spPr>
          <a:xfrm>
            <a:off x="2087215" y="1065338"/>
            <a:ext cx="11286408" cy="1141434"/>
          </a:xfrm>
          <a:prstGeom prst="roundRect">
            <a:avLst>
              <a:gd name="adj" fmla="val 3333"/>
            </a:avLst>
          </a:prstGeom>
          <a:solidFill>
            <a:srgbClr val="D71920"/>
          </a:solidFill>
          <a:ln w="12700">
            <a:solidFill>
              <a:srgbClr val="D71920"/>
            </a:solidFill>
            <a:prstDash val="solid"/>
          </a:ln>
        </p:spPr>
        <p:txBody>
          <a:bodyPr/>
          <a:lstStyle/>
          <a:p>
            <a:endParaRPr lang="en-GB" sz="38310"/>
          </a:p>
        </p:txBody>
      </p:sp>
      <p:sp>
        <p:nvSpPr>
          <p:cNvPr id="4" name="Text 1">
            <a:extLst>
              <a:ext uri="{FF2B5EF4-FFF2-40B4-BE49-F238E27FC236}">
                <a16:creationId xmlns:a16="http://schemas.microsoft.com/office/drawing/2014/main" id="{78C21984-0F03-E592-485F-160F09706583}"/>
              </a:ext>
            </a:extLst>
          </p:cNvPr>
          <p:cNvSpPr/>
          <p:nvPr/>
        </p:nvSpPr>
        <p:spPr>
          <a:xfrm>
            <a:off x="2467692" y="1369720"/>
            <a:ext cx="11286407" cy="684860"/>
          </a:xfrm>
          <a:prstGeom prst="rect">
            <a:avLst/>
          </a:prstGeom>
          <a:noFill/>
          <a:ln/>
        </p:spPr>
        <p:txBody>
          <a:bodyPr wrap="square" lIns="0" tIns="0" rIns="0" bIns="0" rtlCol="0" anchor="ctr">
            <a:normAutofit fontScale="92500" lnSpcReduction="20000"/>
          </a:bodyPr>
          <a:lstStyle/>
          <a:p>
            <a:r>
              <a:rPr lang="en-US" sz="5617" b="1">
                <a:solidFill>
                  <a:srgbClr val="FFFFFF"/>
                </a:solidFill>
                <a:latin typeface="Aptos Display" pitchFamily="34" charset="0"/>
              </a:rPr>
              <a:t>ENERGY &amp; MARKET FUNDAMENTALS</a:t>
            </a:r>
            <a:endParaRPr lang="en-US" sz="5617"/>
          </a:p>
        </p:txBody>
      </p:sp>
      <p:sp>
        <p:nvSpPr>
          <p:cNvPr id="5" name="Text 2">
            <a:extLst>
              <a:ext uri="{FF2B5EF4-FFF2-40B4-BE49-F238E27FC236}">
                <a16:creationId xmlns:a16="http://schemas.microsoft.com/office/drawing/2014/main" id="{A20D2966-6ACE-960F-9736-520CBB3F4318}"/>
              </a:ext>
            </a:extLst>
          </p:cNvPr>
          <p:cNvSpPr/>
          <p:nvPr/>
        </p:nvSpPr>
        <p:spPr>
          <a:xfrm>
            <a:off x="2087215" y="3157966"/>
            <a:ext cx="19404372" cy="1788246"/>
          </a:xfrm>
          <a:prstGeom prst="rect">
            <a:avLst/>
          </a:prstGeom>
          <a:noFill/>
          <a:ln/>
        </p:spPr>
        <p:txBody>
          <a:bodyPr wrap="square" lIns="0" tIns="0" rIns="0" bIns="0" rtlCol="0" anchor="ctr">
            <a:normAutofit/>
          </a:bodyPr>
          <a:lstStyle/>
          <a:p>
            <a:r>
              <a:rPr lang="en-GB" b="1"/>
              <a:t>Long-term Oil Supply Analysis</a:t>
            </a:r>
            <a:endParaRPr lang="en-US" sz="14147"/>
          </a:p>
        </p:txBody>
      </p:sp>
      <p:sp>
        <p:nvSpPr>
          <p:cNvPr id="6" name="Text 3">
            <a:extLst>
              <a:ext uri="{FF2B5EF4-FFF2-40B4-BE49-F238E27FC236}">
                <a16:creationId xmlns:a16="http://schemas.microsoft.com/office/drawing/2014/main" id="{8042B770-6D96-5B77-7E7B-C017369BD197}"/>
              </a:ext>
            </a:extLst>
          </p:cNvPr>
          <p:cNvSpPr/>
          <p:nvPr/>
        </p:nvSpPr>
        <p:spPr>
          <a:xfrm>
            <a:off x="2087215" y="5098404"/>
            <a:ext cx="21125711" cy="1065338"/>
          </a:xfrm>
          <a:prstGeom prst="rect">
            <a:avLst/>
          </a:prstGeom>
          <a:noFill/>
          <a:ln/>
        </p:spPr>
        <p:txBody>
          <a:bodyPr wrap="square" lIns="0" tIns="0" rIns="0" bIns="0" rtlCol="0" anchor="ctr">
            <a:normAutofit fontScale="92500"/>
          </a:bodyPr>
          <a:lstStyle/>
          <a:p>
            <a:r>
              <a:rPr lang="en-US" sz="5617" dirty="0">
                <a:solidFill>
                  <a:srgbClr val="2F3033"/>
                </a:solidFill>
                <a:latin typeface="Aptos" pitchFamily="34" charset="0"/>
                <a:ea typeface="Aptos" pitchFamily="34" charset="-122"/>
                <a:cs typeface="Aptos" pitchFamily="34" charset="-120"/>
              </a:rPr>
              <a:t>Modelling Oil Supply and Price for Operating Plan Screening Values (PSV)</a:t>
            </a:r>
            <a:endParaRPr lang="en-US" sz="5617" dirty="0"/>
          </a:p>
        </p:txBody>
      </p:sp>
      <p:sp>
        <p:nvSpPr>
          <p:cNvPr id="7" name="Shape 4">
            <a:extLst>
              <a:ext uri="{FF2B5EF4-FFF2-40B4-BE49-F238E27FC236}">
                <a16:creationId xmlns:a16="http://schemas.microsoft.com/office/drawing/2014/main" id="{456BFCF4-B153-59B4-CF8E-B53E24F9C07F}"/>
              </a:ext>
            </a:extLst>
          </p:cNvPr>
          <p:cNvSpPr/>
          <p:nvPr/>
        </p:nvSpPr>
        <p:spPr>
          <a:xfrm>
            <a:off x="2087214" y="6772506"/>
            <a:ext cx="19138038" cy="0"/>
          </a:xfrm>
          <a:prstGeom prst="line">
            <a:avLst/>
          </a:prstGeom>
          <a:noFill/>
          <a:ln w="12700">
            <a:solidFill>
              <a:srgbClr val="E9571F"/>
            </a:solidFill>
            <a:prstDash val="solid"/>
          </a:ln>
        </p:spPr>
        <p:txBody>
          <a:bodyPr/>
          <a:lstStyle/>
          <a:p>
            <a:endParaRPr lang="en-GB" sz="38310"/>
          </a:p>
        </p:txBody>
      </p:sp>
      <p:pic>
        <p:nvPicPr>
          <p:cNvPr id="8" name="Image 1" descr="preencoded.png">
            <a:extLst>
              <a:ext uri="{FF2B5EF4-FFF2-40B4-BE49-F238E27FC236}">
                <a16:creationId xmlns:a16="http://schemas.microsoft.com/office/drawing/2014/main" id="{756A0E1F-1E00-32EF-4195-579764377F00}"/>
              </a:ext>
            </a:extLst>
          </p:cNvPr>
          <p:cNvPicPr>
            <a:picLocks noChangeAspect="1"/>
          </p:cNvPicPr>
          <p:nvPr/>
        </p:nvPicPr>
        <p:blipFill>
          <a:blip>
            <a:extLst>
              <a:ext uri="{96DAC541-7B7A-43D3-8B79-37D633B846F1}">
                <asvg:svgBlip xmlns:asvg="http://schemas.microsoft.com/office/drawing/2016/SVG/main" r:embed="rId80"/>
              </a:ext>
            </a:extLst>
          </a:blip>
          <a:stretch>
            <a:fillRect/>
          </a:stretch>
        </p:blipFill>
        <p:spPr>
          <a:xfrm>
            <a:off x="2087214" y="7533462"/>
            <a:ext cx="1255577" cy="837051"/>
          </a:xfrm>
          <a:prstGeom prst="rect">
            <a:avLst/>
          </a:prstGeom>
        </p:spPr>
      </p:pic>
      <p:sp>
        <p:nvSpPr>
          <p:cNvPr id="9" name="Text 5">
            <a:extLst>
              <a:ext uri="{FF2B5EF4-FFF2-40B4-BE49-F238E27FC236}">
                <a16:creationId xmlns:a16="http://schemas.microsoft.com/office/drawing/2014/main" id="{C734A375-63BA-D5E1-FA99-1A5602C727A2}"/>
              </a:ext>
            </a:extLst>
          </p:cNvPr>
          <p:cNvSpPr/>
          <p:nvPr/>
        </p:nvSpPr>
        <p:spPr>
          <a:xfrm>
            <a:off x="3456935" y="7571510"/>
            <a:ext cx="18262939" cy="1065338"/>
          </a:xfrm>
          <a:prstGeom prst="rect">
            <a:avLst/>
          </a:prstGeom>
          <a:noFill/>
          <a:ln/>
        </p:spPr>
        <p:txBody>
          <a:bodyPr wrap="square" lIns="0" tIns="0" rIns="0" bIns="0" rtlCol="0" anchor="ctr">
            <a:normAutofit/>
          </a:bodyPr>
          <a:lstStyle/>
          <a:p>
            <a:r>
              <a:rPr lang="en-US" sz="5617" b="1">
                <a:solidFill>
                  <a:srgbClr val="2F3033"/>
                </a:solidFill>
                <a:latin typeface="Aptos" pitchFamily="34" charset="0"/>
                <a:ea typeface="Aptos" pitchFamily="34" charset="-122"/>
                <a:cs typeface="Aptos" pitchFamily="34" charset="-120"/>
              </a:rPr>
              <a:t>Richard Baker, Tim Lottman, Assaf Mar-Or</a:t>
            </a:r>
          </a:p>
        </p:txBody>
      </p:sp>
      <p:sp>
        <p:nvSpPr>
          <p:cNvPr id="10" name="Text 6">
            <a:extLst>
              <a:ext uri="{FF2B5EF4-FFF2-40B4-BE49-F238E27FC236}">
                <a16:creationId xmlns:a16="http://schemas.microsoft.com/office/drawing/2014/main" id="{13B2EAB1-73C3-9B6B-348E-1AB5EFE50194}"/>
              </a:ext>
            </a:extLst>
          </p:cNvPr>
          <p:cNvSpPr/>
          <p:nvPr/>
        </p:nvSpPr>
        <p:spPr>
          <a:xfrm>
            <a:off x="2087215" y="8941230"/>
            <a:ext cx="19214133" cy="951195"/>
          </a:xfrm>
          <a:prstGeom prst="rect">
            <a:avLst/>
          </a:prstGeom>
          <a:noFill/>
          <a:ln/>
        </p:spPr>
        <p:txBody>
          <a:bodyPr wrap="square" lIns="0" tIns="0" rIns="0" bIns="0" rtlCol="0" anchor="ctr">
            <a:normAutofit/>
          </a:bodyPr>
          <a:lstStyle/>
          <a:p>
            <a:r>
              <a:rPr lang="en-US" sz="5326">
                <a:solidFill>
                  <a:srgbClr val="2F3033"/>
                </a:solidFill>
                <a:latin typeface="Aptos" pitchFamily="34" charset="0"/>
                <a:ea typeface="Aptos" pitchFamily="34" charset="-122"/>
                <a:cs typeface="Aptos" pitchFamily="34" charset="-120"/>
              </a:rPr>
              <a:t>SCA Global Team F2F 2026   |   7–8 September</a:t>
            </a:r>
            <a:endParaRPr lang="en-US" sz="5326"/>
          </a:p>
        </p:txBody>
      </p:sp>
      <p:sp>
        <p:nvSpPr>
          <p:cNvPr id="12" name="Text 7">
            <a:extLst>
              <a:ext uri="{FF2B5EF4-FFF2-40B4-BE49-F238E27FC236}">
                <a16:creationId xmlns:a16="http://schemas.microsoft.com/office/drawing/2014/main" id="{DD1C22D0-E60F-C824-1C48-D5EB4B96FF5B}"/>
              </a:ext>
            </a:extLst>
          </p:cNvPr>
          <p:cNvSpPr/>
          <p:nvPr/>
        </p:nvSpPr>
        <p:spPr>
          <a:xfrm>
            <a:off x="23850549" y="5402786"/>
            <a:ext cx="4565735" cy="2435058"/>
          </a:xfrm>
          <a:prstGeom prst="rect">
            <a:avLst/>
          </a:prstGeom>
          <a:noFill/>
          <a:ln/>
        </p:spPr>
        <p:txBody>
          <a:bodyPr wrap="square" lIns="0" tIns="0" rIns="0" bIns="0" rtlCol="0" anchor="ctr">
            <a:normAutofit lnSpcReduction="10000"/>
          </a:bodyPr>
          <a:lstStyle/>
          <a:p>
            <a:pPr algn="ctr"/>
            <a:r>
              <a:rPr lang="en-US" sz="5409" b="1">
                <a:solidFill>
                  <a:srgbClr val="D71920"/>
                </a:solidFill>
                <a:latin typeface="Aptos Display" pitchFamily="34" charset="0"/>
                <a:ea typeface="Aptos Display" pitchFamily="34" charset="-122"/>
                <a:cs typeface="Aptos Display" pitchFamily="34" charset="-120"/>
              </a:rPr>
              <a:t>SHAPE</a:t>
            </a:r>
            <a:endParaRPr lang="en-US" sz="5409"/>
          </a:p>
          <a:p>
            <a:pPr algn="ctr"/>
            <a:r>
              <a:rPr lang="en-US" sz="5409" b="1">
                <a:solidFill>
                  <a:srgbClr val="D71920"/>
                </a:solidFill>
                <a:latin typeface="Aptos Display" pitchFamily="34" charset="0"/>
                <a:ea typeface="Aptos Display" pitchFamily="34" charset="-122"/>
                <a:cs typeface="Aptos Display" pitchFamily="34" charset="-120"/>
              </a:rPr>
              <a:t>CONNECT</a:t>
            </a:r>
            <a:endParaRPr lang="en-US" sz="5409"/>
          </a:p>
          <a:p>
            <a:pPr algn="ctr"/>
            <a:r>
              <a:rPr lang="en-US" sz="5409" b="1">
                <a:solidFill>
                  <a:srgbClr val="D71920"/>
                </a:solidFill>
                <a:latin typeface="Aptos Display" pitchFamily="34" charset="0"/>
                <a:ea typeface="Aptos Display" pitchFamily="34" charset="-122"/>
                <a:cs typeface="Aptos Display" pitchFamily="34" charset="-120"/>
              </a:rPr>
              <a:t>ACCELERATE</a:t>
            </a:r>
            <a:endParaRPr lang="en-US" sz="5409"/>
          </a:p>
        </p:txBody>
      </p:sp>
      <p:sp>
        <p:nvSpPr>
          <p:cNvPr id="13" name="Shape 8">
            <a:extLst>
              <a:ext uri="{FF2B5EF4-FFF2-40B4-BE49-F238E27FC236}">
                <a16:creationId xmlns:a16="http://schemas.microsoft.com/office/drawing/2014/main" id="{602CD86B-0C04-F6D2-A97C-AF7972919537}"/>
              </a:ext>
            </a:extLst>
          </p:cNvPr>
          <p:cNvSpPr/>
          <p:nvPr/>
        </p:nvSpPr>
        <p:spPr>
          <a:xfrm>
            <a:off x="800100" y="10962001"/>
            <a:ext cx="28803600" cy="23467069"/>
          </a:xfrm>
          <a:prstGeom prst="rect">
            <a:avLst/>
          </a:prstGeom>
          <a:solidFill>
            <a:srgbClr val="FFFFFF">
              <a:alpha val="0"/>
            </a:srgbClr>
          </a:solidFill>
          <a:ln w="11430">
            <a:solidFill>
              <a:srgbClr val="C9C9C9"/>
            </a:solidFill>
            <a:prstDash val="solid"/>
          </a:ln>
        </p:spPr>
        <p:txBody>
          <a:bodyPr/>
          <a:lstStyle/>
          <a:p>
            <a:endParaRPr lang="en-GB" sz="38310"/>
          </a:p>
        </p:txBody>
      </p:sp>
      <p:sp>
        <p:nvSpPr>
          <p:cNvPr id="16" name="Shape 11">
            <a:extLst>
              <a:ext uri="{FF2B5EF4-FFF2-40B4-BE49-F238E27FC236}">
                <a16:creationId xmlns:a16="http://schemas.microsoft.com/office/drawing/2014/main" id="{3A0357E3-0EFD-B606-FB32-23825F40F622}"/>
              </a:ext>
            </a:extLst>
          </p:cNvPr>
          <p:cNvSpPr/>
          <p:nvPr/>
        </p:nvSpPr>
        <p:spPr>
          <a:xfrm>
            <a:off x="800100" y="34661535"/>
            <a:ext cx="28803600" cy="6315933"/>
          </a:xfrm>
          <a:prstGeom prst="rect">
            <a:avLst/>
          </a:prstGeom>
          <a:solidFill>
            <a:srgbClr val="FFFFFF">
              <a:alpha val="0"/>
            </a:srgbClr>
          </a:solidFill>
          <a:ln w="11430">
            <a:solidFill>
              <a:srgbClr val="C9C9C9"/>
            </a:solidFill>
            <a:prstDash val="solid"/>
          </a:ln>
        </p:spPr>
        <p:txBody>
          <a:bodyPr/>
          <a:lstStyle/>
          <a:p>
            <a:endParaRPr lang="en-GB" sz="38310"/>
          </a:p>
        </p:txBody>
      </p:sp>
      <p:sp>
        <p:nvSpPr>
          <p:cNvPr id="17" name="Shape 12">
            <a:extLst>
              <a:ext uri="{FF2B5EF4-FFF2-40B4-BE49-F238E27FC236}">
                <a16:creationId xmlns:a16="http://schemas.microsoft.com/office/drawing/2014/main" id="{6DC11660-5626-4C76-6191-5C5F8557DD97}"/>
              </a:ext>
            </a:extLst>
          </p:cNvPr>
          <p:cNvSpPr/>
          <p:nvPr/>
        </p:nvSpPr>
        <p:spPr>
          <a:xfrm>
            <a:off x="800100" y="34892473"/>
            <a:ext cx="28803600" cy="1788246"/>
          </a:xfrm>
          <a:prstGeom prst="rect">
            <a:avLst/>
          </a:prstGeom>
          <a:solidFill>
            <a:srgbClr val="E8E8E8"/>
          </a:solidFill>
          <a:ln w="12700">
            <a:solidFill>
              <a:srgbClr val="E8E8E8"/>
            </a:solidFill>
            <a:prstDash val="solid"/>
          </a:ln>
        </p:spPr>
        <p:txBody>
          <a:bodyPr/>
          <a:lstStyle/>
          <a:p>
            <a:endParaRPr lang="en-GB" sz="38310"/>
          </a:p>
        </p:txBody>
      </p:sp>
      <p:sp>
        <p:nvSpPr>
          <p:cNvPr id="18" name="Text 13">
            <a:extLst>
              <a:ext uri="{FF2B5EF4-FFF2-40B4-BE49-F238E27FC236}">
                <a16:creationId xmlns:a16="http://schemas.microsoft.com/office/drawing/2014/main" id="{1EB8BA2F-3135-EFF6-D749-4ADBDCFC4B79}"/>
              </a:ext>
            </a:extLst>
          </p:cNvPr>
          <p:cNvSpPr/>
          <p:nvPr/>
        </p:nvSpPr>
        <p:spPr>
          <a:xfrm>
            <a:off x="1250163" y="35266121"/>
            <a:ext cx="27774886" cy="1141434"/>
          </a:xfrm>
          <a:prstGeom prst="rect">
            <a:avLst/>
          </a:prstGeom>
          <a:noFill/>
          <a:ln/>
        </p:spPr>
        <p:txBody>
          <a:bodyPr wrap="square" lIns="0" tIns="0" rIns="0" bIns="0" rtlCol="0" anchor="ctr">
            <a:normAutofit fontScale="92500" lnSpcReduction="10000"/>
          </a:bodyPr>
          <a:lstStyle/>
          <a:p>
            <a:pPr algn="ctr"/>
            <a:r>
              <a:rPr lang="en-US" sz="8738" b="1">
                <a:solidFill>
                  <a:srgbClr val="2F3033"/>
                </a:solidFill>
                <a:latin typeface="Aptos Display" pitchFamily="34" charset="0"/>
                <a:ea typeface="Aptos Display" pitchFamily="34" charset="-122"/>
                <a:cs typeface="Aptos Display" pitchFamily="34" charset="-120"/>
              </a:rPr>
              <a:t>KEY LEARNINGS</a:t>
            </a:r>
            <a:endParaRPr lang="en-US" sz="8738"/>
          </a:p>
        </p:txBody>
      </p:sp>
      <p:sp>
        <p:nvSpPr>
          <p:cNvPr id="20" name="Text 15">
            <a:extLst>
              <a:ext uri="{FF2B5EF4-FFF2-40B4-BE49-F238E27FC236}">
                <a16:creationId xmlns:a16="http://schemas.microsoft.com/office/drawing/2014/main" id="{DD50C15A-8303-45B9-1578-BFD6A1E67250}"/>
              </a:ext>
            </a:extLst>
          </p:cNvPr>
          <p:cNvSpPr/>
          <p:nvPr/>
        </p:nvSpPr>
        <p:spPr>
          <a:xfrm>
            <a:off x="2467692" y="35574682"/>
            <a:ext cx="25111541" cy="1065338"/>
          </a:xfrm>
          <a:prstGeom prst="rect">
            <a:avLst/>
          </a:prstGeom>
          <a:noFill/>
          <a:ln/>
        </p:spPr>
        <p:txBody>
          <a:bodyPr wrap="square" lIns="0" tIns="0" rIns="0" bIns="0" rtlCol="0" anchor="ctr"/>
          <a:lstStyle/>
          <a:p>
            <a:endParaRPr lang="en-US" sz="4577"/>
          </a:p>
        </p:txBody>
      </p:sp>
      <p:sp>
        <p:nvSpPr>
          <p:cNvPr id="21" name="Text 16">
            <a:extLst>
              <a:ext uri="{FF2B5EF4-FFF2-40B4-BE49-F238E27FC236}">
                <a16:creationId xmlns:a16="http://schemas.microsoft.com/office/drawing/2014/main" id="{4B38D37C-6986-9E6A-DCAF-01D6AAB357DD}"/>
              </a:ext>
            </a:extLst>
          </p:cNvPr>
          <p:cNvSpPr/>
          <p:nvPr/>
        </p:nvSpPr>
        <p:spPr>
          <a:xfrm>
            <a:off x="1706736" y="41776472"/>
            <a:ext cx="7609558" cy="684860"/>
          </a:xfrm>
          <a:prstGeom prst="rect">
            <a:avLst/>
          </a:prstGeom>
          <a:noFill/>
          <a:ln/>
        </p:spPr>
        <p:txBody>
          <a:bodyPr wrap="square" lIns="0" tIns="0" rIns="0" bIns="0" rtlCol="0" anchor="ctr">
            <a:normAutofit/>
          </a:bodyPr>
          <a:lstStyle/>
          <a:p>
            <a:r>
              <a:rPr lang="en-US" sz="3537">
                <a:solidFill>
                  <a:srgbClr val="5A5A5A"/>
                </a:solidFill>
                <a:latin typeface="Aptos" pitchFamily="34" charset="0"/>
                <a:ea typeface="Aptos" pitchFamily="34" charset="-122"/>
                <a:cs typeface="Aptos" pitchFamily="34" charset="-120"/>
              </a:rPr>
              <a:t>Shape. Connect. Accelerate.</a:t>
            </a:r>
            <a:endParaRPr lang="en-US" sz="3537"/>
          </a:p>
        </p:txBody>
      </p:sp>
      <p:sp>
        <p:nvSpPr>
          <p:cNvPr id="22" name="Text 17">
            <a:extLst>
              <a:ext uri="{FF2B5EF4-FFF2-40B4-BE49-F238E27FC236}">
                <a16:creationId xmlns:a16="http://schemas.microsoft.com/office/drawing/2014/main" id="{C9B0A24D-6A4C-9ECF-7254-EBB48E146A5B}"/>
              </a:ext>
            </a:extLst>
          </p:cNvPr>
          <p:cNvSpPr/>
          <p:nvPr/>
        </p:nvSpPr>
        <p:spPr>
          <a:xfrm>
            <a:off x="22747164" y="41776472"/>
            <a:ext cx="5897407" cy="684860"/>
          </a:xfrm>
          <a:prstGeom prst="rect">
            <a:avLst/>
          </a:prstGeom>
          <a:noFill/>
          <a:ln/>
        </p:spPr>
        <p:txBody>
          <a:bodyPr wrap="square" lIns="0" tIns="0" rIns="0" bIns="0" rtlCol="0" anchor="ctr">
            <a:normAutofit/>
          </a:bodyPr>
          <a:lstStyle/>
          <a:p>
            <a:pPr algn="r"/>
            <a:r>
              <a:rPr lang="en-US" sz="3537">
                <a:solidFill>
                  <a:srgbClr val="5A5A5A"/>
                </a:solidFill>
                <a:latin typeface="Aptos" pitchFamily="34" charset="0"/>
                <a:ea typeface="Aptos" pitchFamily="34" charset="-122"/>
                <a:cs typeface="Aptos" pitchFamily="34" charset="-120"/>
              </a:rPr>
              <a:t>September 7–8, 2026</a:t>
            </a:r>
            <a:endParaRPr lang="en-US" sz="3537"/>
          </a:p>
        </p:txBody>
      </p:sp>
      <p:pic>
        <p:nvPicPr>
          <p:cNvPr id="24" name="Picture 23">
            <a:extLst>
              <a:ext uri="{FF2B5EF4-FFF2-40B4-BE49-F238E27FC236}">
                <a16:creationId xmlns:a16="http://schemas.microsoft.com/office/drawing/2014/main" id="{B07EB0AC-44AB-FBB8-E909-BFC2DC466CEF}"/>
              </a:ext>
            </a:extLst>
          </p:cNvPr>
          <p:cNvPicPr>
            <a:picLocks noChangeAspect="1"/>
          </p:cNvPicPr>
          <p:nvPr/>
        </p:nvPicPr>
        <p:blipFill>
          <a:blip r:embed="rId81">
            <a:extLst>
              <a:ext uri="{28A0092B-C50C-407E-A947-70E740481C1C}">
                <a14:useLocalDpi xmlns:a14="http://schemas.microsoft.com/office/drawing/2010/main" val="0"/>
              </a:ext>
            </a:extLst>
          </a:blip>
          <a:stretch>
            <a:fillRect/>
          </a:stretch>
        </p:blipFill>
        <p:spPr>
          <a:xfrm>
            <a:off x="23850549" y="1385284"/>
            <a:ext cx="4306322" cy="4306322"/>
          </a:xfrm>
          <a:prstGeom prst="rect">
            <a:avLst/>
          </a:prstGeom>
          <a:ln>
            <a:noFill/>
          </a:ln>
        </p:spPr>
      </p:pic>
      <p:sp>
        <p:nvSpPr>
          <p:cNvPr id="23" name="Text 14">
            <a:extLst>
              <a:ext uri="{FF2B5EF4-FFF2-40B4-BE49-F238E27FC236}">
                <a16:creationId xmlns:a16="http://schemas.microsoft.com/office/drawing/2014/main" id="{55731418-295A-103C-B6D1-99D4657DC5FF}"/>
              </a:ext>
            </a:extLst>
          </p:cNvPr>
          <p:cNvSpPr/>
          <p:nvPr/>
        </p:nvSpPr>
        <p:spPr>
          <a:xfrm>
            <a:off x="1275837" y="12457263"/>
            <a:ext cx="28199276" cy="7333996"/>
          </a:xfrm>
          <a:prstGeom prst="rect">
            <a:avLst/>
          </a:prstGeom>
          <a:noFill/>
          <a:ln/>
        </p:spPr>
        <p:txBody>
          <a:bodyPr wrap="square" lIns="0" tIns="0" rIns="0" bIns="0" rtlCol="0" anchor="t"/>
          <a:lstStyle/>
          <a:p>
            <a:pPr marL="685800" indent="-685800">
              <a:buFont typeface="Wingdings" panose="05000000000000000000" pitchFamily="2" charset="2"/>
              <a:buChar char="§"/>
            </a:pPr>
            <a:endParaRPr lang="en-GB" sz="4577" b="1" i="1">
              <a:solidFill>
                <a:srgbClr val="A0A0A0"/>
              </a:solidFill>
              <a:latin typeface="Aptos" pitchFamily="34" charset="0"/>
              <a:ea typeface="Aptos" pitchFamily="34" charset="-122"/>
              <a:cs typeface="Aptos" pitchFamily="34" charset="-120"/>
            </a:endParaRPr>
          </a:p>
        </p:txBody>
      </p:sp>
      <p:graphicFrame>
        <p:nvGraphicFramePr>
          <p:cNvPr id="151" name="Chart 150">
            <a:extLst>
              <a:ext uri="{FF2B5EF4-FFF2-40B4-BE49-F238E27FC236}">
                <a16:creationId xmlns:a16="http://schemas.microsoft.com/office/drawing/2014/main" id="{1125B3A2-32E8-AAB8-0C38-2FAC2DD386C6}"/>
              </a:ext>
            </a:extLst>
          </p:cNvPr>
          <p:cNvGraphicFramePr/>
          <p:nvPr>
            <p:custDataLst>
              <p:tags r:id="rId2"/>
            </p:custDataLst>
            <p:extLst>
              <p:ext uri="{D42A27DB-BD31-4B8C-83A1-F6EECF244321}">
                <p14:modId xmlns:p14="http://schemas.microsoft.com/office/powerpoint/2010/main" val="2954606572"/>
              </p:ext>
            </p:extLst>
          </p:nvPr>
        </p:nvGraphicFramePr>
        <p:xfrm>
          <a:off x="1924050" y="16214725"/>
          <a:ext cx="11312525" cy="6337300"/>
        </p:xfrm>
        <a:graphic>
          <a:graphicData uri="http://schemas.openxmlformats.org/drawingml/2006/chart">
            <c:chart xmlns:c="http://schemas.openxmlformats.org/drawingml/2006/chart" xmlns:r="http://schemas.openxmlformats.org/officeDocument/2006/relationships" r:id="rId82"/>
          </a:graphicData>
        </a:graphic>
      </p:graphicFrame>
      <p:cxnSp>
        <p:nvCxnSpPr>
          <p:cNvPr id="19" name="Straight Connector 18">
            <a:extLst>
              <a:ext uri="{FF2B5EF4-FFF2-40B4-BE49-F238E27FC236}">
                <a16:creationId xmlns:a16="http://schemas.microsoft.com/office/drawing/2014/main" id="{DCFE3D6C-4D0E-8C7F-AB6B-277AB6B1B251}"/>
              </a:ext>
            </a:extLst>
          </p:cNvPr>
          <p:cNvCxnSpPr>
            <a:cxnSpLocks/>
          </p:cNvCxnSpPr>
          <p:nvPr>
            <p:custDataLst>
              <p:tags r:id="rId3"/>
            </p:custDataLst>
          </p:nvPr>
        </p:nvCxnSpPr>
        <p:spPr bwMode="auto">
          <a:xfrm flipH="1" flipV="1">
            <a:off x="12471400" y="19302413"/>
            <a:ext cx="220663" cy="304800"/>
          </a:xfrm>
          <a:prstGeom prst="line">
            <a:avLst/>
          </a:prstGeom>
          <a:ln w="6350"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ECC856D5-707E-9AFD-59A7-82BC8BCA2909}"/>
              </a:ext>
            </a:extLst>
          </p:cNvPr>
          <p:cNvCxnSpPr/>
          <p:nvPr>
            <p:custDataLst>
              <p:tags r:id="rId4"/>
            </p:custDataLst>
          </p:nvPr>
        </p:nvCxnSpPr>
        <p:spPr bwMode="auto">
          <a:xfrm flipH="1">
            <a:off x="12471400" y="18959513"/>
            <a:ext cx="220663" cy="304800"/>
          </a:xfrm>
          <a:prstGeom prst="line">
            <a:avLst/>
          </a:prstGeom>
          <a:ln w="6350"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6" name="Rectangle 25">
            <a:extLst>
              <a:ext uri="{FF2B5EF4-FFF2-40B4-BE49-F238E27FC236}">
                <a16:creationId xmlns:a16="http://schemas.microsoft.com/office/drawing/2014/main" id="{86F082C4-0275-AA93-AE76-7D917D8DDBFB}"/>
              </a:ext>
            </a:extLst>
          </p:cNvPr>
          <p:cNvSpPr>
            <a:spLocks/>
          </p:cNvSpPr>
          <p:nvPr>
            <p:custDataLst>
              <p:tags r:id="rId5"/>
            </p:custDataLst>
          </p:nvPr>
        </p:nvSpPr>
        <p:spPr bwMode="auto">
          <a:xfrm>
            <a:off x="12717463" y="19956463"/>
            <a:ext cx="611188" cy="596900"/>
          </a:xfrm>
          <a:prstGeom prst="rect">
            <a:avLst/>
          </a:prstGeom>
          <a:noFill/>
          <a:ln w="9525" algn="ctr">
            <a:noFill/>
            <a:miter lim="800000"/>
            <a:headEnd/>
            <a:tailEnd/>
          </a:ln>
          <a:effectLst/>
          <a:extLst>
            <a:ext uri="{909E8E84-426E-40DD-AFC4-6F175D3DCCD1}">
              <a14:hiddenFill xmlns:a14="http://schemas.microsoft.com/office/drawing/2010/main">
                <a:solidFill>
                  <a:scrgbClr r="0" g="0" b="0"/>
                </a:solidFill>
              </a14:hiddenFill>
            </a:ext>
          </a:extLst>
        </p:spPr>
        <p:txBody>
          <a:bodyPr vert="horz" wrap="none" lIns="0" tIns="0" rIns="0" bIns="0" numCol="1" anchor="ctr" anchorCtr="0" compatLnSpc="1">
            <a:prstTxWarp prst="textNoShape">
              <a:avLst/>
            </a:prstTxWarp>
            <a:noAutofit/>
          </a:bodyPr>
          <a:lstStyle>
            <a:lvl1pPr marL="0" indent="0" algn="l" defTabSz="357708" rtl="0" eaLnBrk="1" latinLnBrk="0" hangingPunct="1">
              <a:lnSpc>
                <a:spcPct val="140000"/>
              </a:lnSpc>
              <a:spcBef>
                <a:spcPts val="0"/>
              </a:spcBef>
              <a:spcAft>
                <a:spcPts val="0"/>
              </a:spcAft>
              <a:buClr>
                <a:schemeClr val="accent2"/>
              </a:buClr>
              <a:buSzPct val="85000"/>
              <a:buFont typeface="Wingdings" pitchFamily="2" charset="2"/>
              <a:buNone/>
              <a:defRPr sz="1800" kern="1200" baseline="0">
                <a:solidFill>
                  <a:schemeClr val="tx1"/>
                </a:solidFill>
                <a:latin typeface="+mn-lt"/>
                <a:ea typeface="+mn-ea"/>
                <a:cs typeface="+mn-cs"/>
              </a:defRPr>
            </a:lvl1pPr>
            <a:lvl2pPr marL="230400" indent="-230400" algn="l" defTabSz="357708" rtl="0" eaLnBrk="1" latinLnBrk="0" hangingPunct="1">
              <a:lnSpc>
                <a:spcPct val="140000"/>
              </a:lnSpc>
              <a:spcBef>
                <a:spcPts val="0"/>
              </a:spcBef>
              <a:spcAft>
                <a:spcPts val="0"/>
              </a:spcAft>
              <a:buClr>
                <a:schemeClr val="accent2"/>
              </a:buClr>
              <a:buSzPct val="75000"/>
              <a:buFont typeface="Wingdings" panose="05000000000000000000" pitchFamily="2" charset="2"/>
              <a:buChar char=""/>
              <a:defRPr sz="1800" b="0" kern="1200">
                <a:solidFill>
                  <a:schemeClr val="tx1"/>
                </a:solidFill>
                <a:latin typeface="+mn-lt"/>
                <a:ea typeface="+mn-ea"/>
                <a:cs typeface="+mn-cs"/>
              </a:defRPr>
            </a:lvl2pPr>
            <a:lvl3pPr marL="459000" indent="-228600" algn="l" defTabSz="357708" rtl="0" eaLnBrk="1" latinLnBrk="0" hangingPunct="1">
              <a:lnSpc>
                <a:spcPct val="140000"/>
              </a:lnSpc>
              <a:spcBef>
                <a:spcPts val="0"/>
              </a:spcBef>
              <a:spcAft>
                <a:spcPts val="0"/>
              </a:spcAft>
              <a:buClr>
                <a:schemeClr val="accent2"/>
              </a:buClr>
              <a:buSzPct val="100000"/>
              <a:buFont typeface="Wingdings" panose="05000000000000000000" pitchFamily="2" charset="2"/>
              <a:buChar char=""/>
              <a:defRPr sz="1800" b="0" kern="1200">
                <a:solidFill>
                  <a:schemeClr val="tx1"/>
                </a:solidFill>
                <a:latin typeface="+mn-lt"/>
                <a:ea typeface="+mn-ea"/>
                <a:cs typeface="+mn-cs"/>
              </a:defRPr>
            </a:lvl3pPr>
            <a:lvl4pPr marL="687600" indent="-228600" algn="l" defTabSz="357708" rtl="0" eaLnBrk="1" latinLnBrk="0" hangingPunct="1">
              <a:lnSpc>
                <a:spcPct val="140000"/>
              </a:lnSpc>
              <a:spcBef>
                <a:spcPts val="0"/>
              </a:spcBef>
              <a:spcAft>
                <a:spcPts val="0"/>
              </a:spcAft>
              <a:buClr>
                <a:schemeClr val="tx1"/>
              </a:buClr>
              <a:buSzPct val="100000"/>
              <a:buFont typeface="Wingdings" panose="05000000000000000000" pitchFamily="2" charset="2"/>
              <a:buChar char=""/>
              <a:defRPr sz="1600" b="0" kern="1200" baseline="0">
                <a:solidFill>
                  <a:schemeClr val="tx1"/>
                </a:solidFill>
                <a:latin typeface="+mn-lt"/>
                <a:ea typeface="+mn-ea"/>
                <a:cs typeface="+mn-cs"/>
              </a:defRPr>
            </a:lvl4pPr>
            <a:lvl5pPr marL="890800" indent="-203200" algn="l" defTabSz="357708" rtl="0" eaLnBrk="1" latinLnBrk="0" hangingPunct="1">
              <a:lnSpc>
                <a:spcPct val="140000"/>
              </a:lnSpc>
              <a:spcBef>
                <a:spcPts val="0"/>
              </a:spcBef>
              <a:spcAft>
                <a:spcPts val="0"/>
              </a:spcAft>
              <a:buClr>
                <a:schemeClr val="tx1"/>
              </a:buClr>
              <a:buSzPct val="100000"/>
              <a:buFont typeface="Wingdings" panose="05000000000000000000" pitchFamily="2" charset="2"/>
              <a:buChar char=""/>
              <a:defRPr sz="1400" kern="1200">
                <a:solidFill>
                  <a:schemeClr val="tx1"/>
                </a:solidFill>
                <a:latin typeface="+mn-lt"/>
                <a:ea typeface="+mn-ea"/>
                <a:cs typeface="+mn-cs"/>
              </a:defRPr>
            </a:lvl5pPr>
            <a:lvl6pPr marL="1043200" indent="-152400" algn="l" defTabSz="357708" rtl="0" eaLnBrk="1" latinLnBrk="0" hangingPunct="1">
              <a:lnSpc>
                <a:spcPct val="140000"/>
              </a:lnSpc>
              <a:spcBef>
                <a:spcPts val="0"/>
              </a:spcBef>
              <a:spcAft>
                <a:spcPts val="0"/>
              </a:spcAft>
              <a:buClr>
                <a:schemeClr val="tx1"/>
              </a:buClr>
              <a:buSzPct val="100000"/>
              <a:buFont typeface="Wingdings" panose="05000000000000000000" pitchFamily="2" charset="2"/>
              <a:buChar char=""/>
              <a:defRPr sz="1200" kern="1200" baseline="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lvl="0">
              <a:spcBef>
                <a:spcPct val="0"/>
              </a:spcBef>
              <a:spcAft>
                <a:spcPct val="0"/>
              </a:spcAft>
            </a:pPr>
            <a:fld id="{978C7C57-2EFA-43F3-A7E2-431E885E5EE9}" type="datetime'''''''''Lo''''''''''''''w'''''''''''''''''''''''''">
              <a:rPr lang="en-GB" altLang="en-US" sz="2800" smtClean="0">
                <a:latin typeface="ShellBook" panose="00000500000000000000" pitchFamily="2" charset="0"/>
                <a:sym typeface="ShellBook" panose="00000500000000000000" pitchFamily="2" charset="0"/>
              </a:rPr>
              <a:pPr lvl="0">
                <a:spcBef>
                  <a:spcPct val="0"/>
                </a:spcBef>
                <a:spcAft>
                  <a:spcPct val="0"/>
                </a:spcAft>
              </a:pPr>
              <a:t>Low</a:t>
            </a:fld>
            <a:endParaRPr lang="en-GB" sz="2800">
              <a:latin typeface="ShellBook" panose="00000500000000000000" pitchFamily="2" charset="0"/>
              <a:sym typeface="ShellBook" panose="00000500000000000000" pitchFamily="2" charset="0"/>
            </a:endParaRPr>
          </a:p>
        </p:txBody>
      </p:sp>
      <p:sp>
        <p:nvSpPr>
          <p:cNvPr id="27" name="Rectangle 26">
            <a:extLst>
              <a:ext uri="{FF2B5EF4-FFF2-40B4-BE49-F238E27FC236}">
                <a16:creationId xmlns:a16="http://schemas.microsoft.com/office/drawing/2014/main" id="{EBBA7F50-31A1-A32F-BB89-2B4C339F6E17}"/>
              </a:ext>
            </a:extLst>
          </p:cNvPr>
          <p:cNvSpPr>
            <a:spLocks/>
          </p:cNvSpPr>
          <p:nvPr>
            <p:custDataLst>
              <p:tags r:id="rId6"/>
            </p:custDataLst>
          </p:nvPr>
        </p:nvSpPr>
        <p:spPr bwMode="auto">
          <a:xfrm>
            <a:off x="12717463" y="19308763"/>
            <a:ext cx="481013" cy="596900"/>
          </a:xfrm>
          <a:prstGeom prst="rect">
            <a:avLst/>
          </a:prstGeom>
          <a:noFill/>
          <a:ln w="9525" algn="ctr">
            <a:noFill/>
            <a:miter lim="800000"/>
            <a:headEnd/>
            <a:tailEnd/>
          </a:ln>
          <a:effectLst/>
          <a:extLst>
            <a:ext uri="{909E8E84-426E-40DD-AFC4-6F175D3DCCD1}">
              <a14:hiddenFill xmlns:a14="http://schemas.microsoft.com/office/drawing/2010/main">
                <a:solidFill>
                  <a:scrgbClr r="0" g="0" b="0"/>
                </a:solidFill>
              </a14:hiddenFill>
            </a:ext>
          </a:extLst>
        </p:spPr>
        <p:txBody>
          <a:bodyPr vert="horz" wrap="none" lIns="0" tIns="0" rIns="0" bIns="0" numCol="1" anchor="ctr" anchorCtr="0" compatLnSpc="1">
            <a:prstTxWarp prst="textNoShape">
              <a:avLst/>
            </a:prstTxWarp>
            <a:noAutofit/>
          </a:bodyPr>
          <a:lstStyle>
            <a:lvl1pPr marL="0" indent="0" algn="l" defTabSz="357708" rtl="0" eaLnBrk="1" latinLnBrk="0" hangingPunct="1">
              <a:lnSpc>
                <a:spcPct val="140000"/>
              </a:lnSpc>
              <a:spcBef>
                <a:spcPts val="0"/>
              </a:spcBef>
              <a:spcAft>
                <a:spcPts val="0"/>
              </a:spcAft>
              <a:buClr>
                <a:schemeClr val="accent2"/>
              </a:buClr>
              <a:buSzPct val="85000"/>
              <a:buFont typeface="Wingdings" pitchFamily="2" charset="2"/>
              <a:buNone/>
              <a:defRPr sz="1800" kern="1200" baseline="0">
                <a:solidFill>
                  <a:schemeClr val="tx1"/>
                </a:solidFill>
                <a:latin typeface="+mn-lt"/>
                <a:ea typeface="+mn-ea"/>
                <a:cs typeface="+mn-cs"/>
              </a:defRPr>
            </a:lvl1pPr>
            <a:lvl2pPr marL="230400" indent="-230400" algn="l" defTabSz="357708" rtl="0" eaLnBrk="1" latinLnBrk="0" hangingPunct="1">
              <a:lnSpc>
                <a:spcPct val="140000"/>
              </a:lnSpc>
              <a:spcBef>
                <a:spcPts val="0"/>
              </a:spcBef>
              <a:spcAft>
                <a:spcPts val="0"/>
              </a:spcAft>
              <a:buClr>
                <a:schemeClr val="accent2"/>
              </a:buClr>
              <a:buSzPct val="75000"/>
              <a:buFont typeface="Wingdings" panose="05000000000000000000" pitchFamily="2" charset="2"/>
              <a:buChar char=""/>
              <a:defRPr sz="1800" b="0" kern="1200">
                <a:solidFill>
                  <a:schemeClr val="tx1"/>
                </a:solidFill>
                <a:latin typeface="+mn-lt"/>
                <a:ea typeface="+mn-ea"/>
                <a:cs typeface="+mn-cs"/>
              </a:defRPr>
            </a:lvl2pPr>
            <a:lvl3pPr marL="459000" indent="-228600" algn="l" defTabSz="357708" rtl="0" eaLnBrk="1" latinLnBrk="0" hangingPunct="1">
              <a:lnSpc>
                <a:spcPct val="140000"/>
              </a:lnSpc>
              <a:spcBef>
                <a:spcPts val="0"/>
              </a:spcBef>
              <a:spcAft>
                <a:spcPts val="0"/>
              </a:spcAft>
              <a:buClr>
                <a:schemeClr val="accent2"/>
              </a:buClr>
              <a:buSzPct val="100000"/>
              <a:buFont typeface="Wingdings" panose="05000000000000000000" pitchFamily="2" charset="2"/>
              <a:buChar char=""/>
              <a:defRPr sz="1800" b="0" kern="1200">
                <a:solidFill>
                  <a:schemeClr val="tx1"/>
                </a:solidFill>
                <a:latin typeface="+mn-lt"/>
                <a:ea typeface="+mn-ea"/>
                <a:cs typeface="+mn-cs"/>
              </a:defRPr>
            </a:lvl3pPr>
            <a:lvl4pPr marL="687600" indent="-228600" algn="l" defTabSz="357708" rtl="0" eaLnBrk="1" latinLnBrk="0" hangingPunct="1">
              <a:lnSpc>
                <a:spcPct val="140000"/>
              </a:lnSpc>
              <a:spcBef>
                <a:spcPts val="0"/>
              </a:spcBef>
              <a:spcAft>
                <a:spcPts val="0"/>
              </a:spcAft>
              <a:buClr>
                <a:schemeClr val="tx1"/>
              </a:buClr>
              <a:buSzPct val="100000"/>
              <a:buFont typeface="Wingdings" panose="05000000000000000000" pitchFamily="2" charset="2"/>
              <a:buChar char=""/>
              <a:defRPr sz="1600" b="0" kern="1200" baseline="0">
                <a:solidFill>
                  <a:schemeClr val="tx1"/>
                </a:solidFill>
                <a:latin typeface="+mn-lt"/>
                <a:ea typeface="+mn-ea"/>
                <a:cs typeface="+mn-cs"/>
              </a:defRPr>
            </a:lvl4pPr>
            <a:lvl5pPr marL="890800" indent="-203200" algn="l" defTabSz="357708" rtl="0" eaLnBrk="1" latinLnBrk="0" hangingPunct="1">
              <a:lnSpc>
                <a:spcPct val="140000"/>
              </a:lnSpc>
              <a:spcBef>
                <a:spcPts val="0"/>
              </a:spcBef>
              <a:spcAft>
                <a:spcPts val="0"/>
              </a:spcAft>
              <a:buClr>
                <a:schemeClr val="tx1"/>
              </a:buClr>
              <a:buSzPct val="100000"/>
              <a:buFont typeface="Wingdings" panose="05000000000000000000" pitchFamily="2" charset="2"/>
              <a:buChar char=""/>
              <a:defRPr sz="1400" kern="1200">
                <a:solidFill>
                  <a:schemeClr val="tx1"/>
                </a:solidFill>
                <a:latin typeface="+mn-lt"/>
                <a:ea typeface="+mn-ea"/>
                <a:cs typeface="+mn-cs"/>
              </a:defRPr>
            </a:lvl5pPr>
            <a:lvl6pPr marL="1043200" indent="-152400" algn="l" defTabSz="357708" rtl="0" eaLnBrk="1" latinLnBrk="0" hangingPunct="1">
              <a:lnSpc>
                <a:spcPct val="140000"/>
              </a:lnSpc>
              <a:spcBef>
                <a:spcPts val="0"/>
              </a:spcBef>
              <a:spcAft>
                <a:spcPts val="0"/>
              </a:spcAft>
              <a:buClr>
                <a:schemeClr val="tx1"/>
              </a:buClr>
              <a:buSzPct val="100000"/>
              <a:buFont typeface="Wingdings" panose="05000000000000000000" pitchFamily="2" charset="2"/>
              <a:buChar char=""/>
              <a:defRPr sz="1200" kern="1200" baseline="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lvl="0">
              <a:spcBef>
                <a:spcPct val="0"/>
              </a:spcBef>
              <a:spcAft>
                <a:spcPct val="0"/>
              </a:spcAft>
            </a:pPr>
            <a:fld id="{0AC1FD78-A6F5-47DB-83B1-DF4D72D91155}" type="datetime'''''''''''''''''''''''''''''''''''R''''e''''''f'''''''''">
              <a:rPr lang="en-GB" altLang="en-US" sz="2800" smtClean="0">
                <a:latin typeface="ShellBook" panose="00000500000000000000" pitchFamily="2" charset="0"/>
                <a:sym typeface="ShellBook" panose="00000500000000000000" pitchFamily="2" charset="0"/>
              </a:rPr>
              <a:pPr lvl="0">
                <a:spcBef>
                  <a:spcPct val="0"/>
                </a:spcBef>
                <a:spcAft>
                  <a:spcPct val="0"/>
                </a:spcAft>
              </a:pPr>
              <a:t>Ref</a:t>
            </a:fld>
            <a:endParaRPr lang="en-GB" sz="2800">
              <a:latin typeface="ShellBook" panose="00000500000000000000" pitchFamily="2" charset="0"/>
              <a:sym typeface="ShellBook" panose="00000500000000000000" pitchFamily="2" charset="0"/>
            </a:endParaRPr>
          </a:p>
        </p:txBody>
      </p:sp>
      <p:sp>
        <p:nvSpPr>
          <p:cNvPr id="28" name="Rectangle 27">
            <a:extLst>
              <a:ext uri="{FF2B5EF4-FFF2-40B4-BE49-F238E27FC236}">
                <a16:creationId xmlns:a16="http://schemas.microsoft.com/office/drawing/2014/main" id="{72F953B2-FFA9-153D-B235-BC9DA228D652}"/>
              </a:ext>
            </a:extLst>
          </p:cNvPr>
          <p:cNvSpPr>
            <a:spLocks/>
          </p:cNvSpPr>
          <p:nvPr>
            <p:custDataLst>
              <p:tags r:id="rId7"/>
            </p:custDataLst>
          </p:nvPr>
        </p:nvSpPr>
        <p:spPr bwMode="auto">
          <a:xfrm>
            <a:off x="12717463" y="18002250"/>
            <a:ext cx="733425" cy="596900"/>
          </a:xfrm>
          <a:prstGeom prst="rect">
            <a:avLst/>
          </a:prstGeom>
          <a:noFill/>
          <a:ln w="9525" algn="ctr">
            <a:noFill/>
            <a:miter lim="800000"/>
            <a:headEnd/>
            <a:tailEnd/>
          </a:ln>
          <a:effectLst/>
          <a:extLst>
            <a:ext uri="{909E8E84-426E-40DD-AFC4-6F175D3DCCD1}">
              <a14:hiddenFill xmlns:a14="http://schemas.microsoft.com/office/drawing/2010/main">
                <a:solidFill>
                  <a:scrgbClr r="0" g="0" b="0"/>
                </a:solidFill>
              </a14:hiddenFill>
            </a:ext>
          </a:extLst>
        </p:spPr>
        <p:txBody>
          <a:bodyPr vert="horz" wrap="none" lIns="0" tIns="0" rIns="0" bIns="0" numCol="1" anchor="ctr" anchorCtr="0" compatLnSpc="1">
            <a:prstTxWarp prst="textNoShape">
              <a:avLst/>
            </a:prstTxWarp>
            <a:noAutofit/>
          </a:bodyPr>
          <a:lstStyle>
            <a:lvl1pPr marL="0" indent="0" algn="l" defTabSz="357708" rtl="0" eaLnBrk="1" latinLnBrk="0" hangingPunct="1">
              <a:lnSpc>
                <a:spcPct val="140000"/>
              </a:lnSpc>
              <a:spcBef>
                <a:spcPts val="0"/>
              </a:spcBef>
              <a:spcAft>
                <a:spcPts val="0"/>
              </a:spcAft>
              <a:buClr>
                <a:schemeClr val="accent2"/>
              </a:buClr>
              <a:buSzPct val="85000"/>
              <a:buFont typeface="Wingdings" pitchFamily="2" charset="2"/>
              <a:buNone/>
              <a:defRPr sz="1800" kern="1200" baseline="0">
                <a:solidFill>
                  <a:schemeClr val="tx1"/>
                </a:solidFill>
                <a:latin typeface="+mn-lt"/>
                <a:ea typeface="+mn-ea"/>
                <a:cs typeface="+mn-cs"/>
              </a:defRPr>
            </a:lvl1pPr>
            <a:lvl2pPr marL="230400" indent="-230400" algn="l" defTabSz="357708" rtl="0" eaLnBrk="1" latinLnBrk="0" hangingPunct="1">
              <a:lnSpc>
                <a:spcPct val="140000"/>
              </a:lnSpc>
              <a:spcBef>
                <a:spcPts val="0"/>
              </a:spcBef>
              <a:spcAft>
                <a:spcPts val="0"/>
              </a:spcAft>
              <a:buClr>
                <a:schemeClr val="accent2"/>
              </a:buClr>
              <a:buSzPct val="75000"/>
              <a:buFont typeface="Wingdings" panose="05000000000000000000" pitchFamily="2" charset="2"/>
              <a:buChar char=""/>
              <a:defRPr sz="1800" b="0" kern="1200">
                <a:solidFill>
                  <a:schemeClr val="tx1"/>
                </a:solidFill>
                <a:latin typeface="+mn-lt"/>
                <a:ea typeface="+mn-ea"/>
                <a:cs typeface="+mn-cs"/>
              </a:defRPr>
            </a:lvl2pPr>
            <a:lvl3pPr marL="459000" indent="-228600" algn="l" defTabSz="357708" rtl="0" eaLnBrk="1" latinLnBrk="0" hangingPunct="1">
              <a:lnSpc>
                <a:spcPct val="140000"/>
              </a:lnSpc>
              <a:spcBef>
                <a:spcPts val="0"/>
              </a:spcBef>
              <a:spcAft>
                <a:spcPts val="0"/>
              </a:spcAft>
              <a:buClr>
                <a:schemeClr val="accent2"/>
              </a:buClr>
              <a:buSzPct val="100000"/>
              <a:buFont typeface="Wingdings" panose="05000000000000000000" pitchFamily="2" charset="2"/>
              <a:buChar char=""/>
              <a:defRPr sz="1800" b="0" kern="1200">
                <a:solidFill>
                  <a:schemeClr val="tx1"/>
                </a:solidFill>
                <a:latin typeface="+mn-lt"/>
                <a:ea typeface="+mn-ea"/>
                <a:cs typeface="+mn-cs"/>
              </a:defRPr>
            </a:lvl3pPr>
            <a:lvl4pPr marL="687600" indent="-228600" algn="l" defTabSz="357708" rtl="0" eaLnBrk="1" latinLnBrk="0" hangingPunct="1">
              <a:lnSpc>
                <a:spcPct val="140000"/>
              </a:lnSpc>
              <a:spcBef>
                <a:spcPts val="0"/>
              </a:spcBef>
              <a:spcAft>
                <a:spcPts val="0"/>
              </a:spcAft>
              <a:buClr>
                <a:schemeClr val="tx1"/>
              </a:buClr>
              <a:buSzPct val="100000"/>
              <a:buFont typeface="Wingdings" panose="05000000000000000000" pitchFamily="2" charset="2"/>
              <a:buChar char=""/>
              <a:defRPr sz="1600" b="0" kern="1200" baseline="0">
                <a:solidFill>
                  <a:schemeClr val="tx1"/>
                </a:solidFill>
                <a:latin typeface="+mn-lt"/>
                <a:ea typeface="+mn-ea"/>
                <a:cs typeface="+mn-cs"/>
              </a:defRPr>
            </a:lvl4pPr>
            <a:lvl5pPr marL="890800" indent="-203200" algn="l" defTabSz="357708" rtl="0" eaLnBrk="1" latinLnBrk="0" hangingPunct="1">
              <a:lnSpc>
                <a:spcPct val="140000"/>
              </a:lnSpc>
              <a:spcBef>
                <a:spcPts val="0"/>
              </a:spcBef>
              <a:spcAft>
                <a:spcPts val="0"/>
              </a:spcAft>
              <a:buClr>
                <a:schemeClr val="tx1"/>
              </a:buClr>
              <a:buSzPct val="100000"/>
              <a:buFont typeface="Wingdings" panose="05000000000000000000" pitchFamily="2" charset="2"/>
              <a:buChar char=""/>
              <a:defRPr sz="1400" kern="1200">
                <a:solidFill>
                  <a:schemeClr val="tx1"/>
                </a:solidFill>
                <a:latin typeface="+mn-lt"/>
                <a:ea typeface="+mn-ea"/>
                <a:cs typeface="+mn-cs"/>
              </a:defRPr>
            </a:lvl5pPr>
            <a:lvl6pPr marL="1043200" indent="-152400" algn="l" defTabSz="357708" rtl="0" eaLnBrk="1" latinLnBrk="0" hangingPunct="1">
              <a:lnSpc>
                <a:spcPct val="140000"/>
              </a:lnSpc>
              <a:spcBef>
                <a:spcPts val="0"/>
              </a:spcBef>
              <a:spcAft>
                <a:spcPts val="0"/>
              </a:spcAft>
              <a:buClr>
                <a:schemeClr val="tx1"/>
              </a:buClr>
              <a:buSzPct val="100000"/>
              <a:buFont typeface="Wingdings" panose="05000000000000000000" pitchFamily="2" charset="2"/>
              <a:buChar char=""/>
              <a:defRPr sz="1200" kern="1200" baseline="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lvl="0">
              <a:spcBef>
                <a:spcPct val="0"/>
              </a:spcBef>
              <a:spcAft>
                <a:spcPct val="0"/>
              </a:spcAft>
            </a:pPr>
            <a:fld id="{4A72A129-754C-43DB-96ED-09D4C2EDECCC}" type="datetime'H''i''''''''''''g''''''h'''''''">
              <a:rPr lang="en-GB" altLang="en-US" sz="2800" smtClean="0">
                <a:latin typeface="ShellBook" panose="00000500000000000000" pitchFamily="2" charset="0"/>
                <a:sym typeface="ShellBook" panose="00000500000000000000" pitchFamily="2" charset="0"/>
              </a:rPr>
              <a:pPr lvl="0">
                <a:spcBef>
                  <a:spcPct val="0"/>
                </a:spcBef>
                <a:spcAft>
                  <a:spcPct val="0"/>
                </a:spcAft>
              </a:pPr>
              <a:t>High</a:t>
            </a:fld>
            <a:endParaRPr lang="en-GB" sz="2800">
              <a:latin typeface="ShellBook" panose="00000500000000000000" pitchFamily="2" charset="0"/>
              <a:sym typeface="ShellBook" panose="00000500000000000000" pitchFamily="2" charset="0"/>
            </a:endParaRPr>
          </a:p>
        </p:txBody>
      </p:sp>
      <p:sp>
        <p:nvSpPr>
          <p:cNvPr id="29" name="Rectangle 28">
            <a:extLst>
              <a:ext uri="{FF2B5EF4-FFF2-40B4-BE49-F238E27FC236}">
                <a16:creationId xmlns:a16="http://schemas.microsoft.com/office/drawing/2014/main" id="{E331362F-8202-9B66-7105-A6DE678600C3}"/>
              </a:ext>
            </a:extLst>
          </p:cNvPr>
          <p:cNvSpPr>
            <a:spLocks/>
          </p:cNvSpPr>
          <p:nvPr>
            <p:custDataLst>
              <p:tags r:id="rId8"/>
            </p:custDataLst>
          </p:nvPr>
        </p:nvSpPr>
        <p:spPr bwMode="auto">
          <a:xfrm>
            <a:off x="12717463" y="18661063"/>
            <a:ext cx="895350" cy="596900"/>
          </a:xfrm>
          <a:prstGeom prst="rect">
            <a:avLst/>
          </a:prstGeom>
          <a:noFill/>
          <a:ln w="9525" algn="ctr">
            <a:noFill/>
            <a:miter lim="800000"/>
            <a:headEnd/>
            <a:tailEnd/>
          </a:ln>
          <a:effectLst/>
          <a:extLst>
            <a:ext uri="{909E8E84-426E-40DD-AFC4-6F175D3DCCD1}">
              <a14:hiddenFill xmlns:a14="http://schemas.microsoft.com/office/drawing/2010/main">
                <a:solidFill>
                  <a:scrgbClr r="0" g="0" b="0"/>
                </a:solidFill>
              </a14:hiddenFill>
            </a:ext>
          </a:extLst>
        </p:spPr>
        <p:txBody>
          <a:bodyPr vert="horz" wrap="none" lIns="0" tIns="0" rIns="0" bIns="0" numCol="1" anchor="ctr" anchorCtr="0" compatLnSpc="1">
            <a:prstTxWarp prst="textNoShape">
              <a:avLst/>
            </a:prstTxWarp>
            <a:noAutofit/>
          </a:bodyPr>
          <a:lstStyle>
            <a:lvl1pPr marL="0" indent="0" algn="l" defTabSz="357708" rtl="0" eaLnBrk="1" latinLnBrk="0" hangingPunct="1">
              <a:lnSpc>
                <a:spcPct val="140000"/>
              </a:lnSpc>
              <a:spcBef>
                <a:spcPts val="0"/>
              </a:spcBef>
              <a:spcAft>
                <a:spcPts val="0"/>
              </a:spcAft>
              <a:buClr>
                <a:schemeClr val="accent2"/>
              </a:buClr>
              <a:buSzPct val="85000"/>
              <a:buFont typeface="Wingdings" pitchFamily="2" charset="2"/>
              <a:buNone/>
              <a:defRPr sz="1800" kern="1200" baseline="0">
                <a:solidFill>
                  <a:schemeClr val="tx1"/>
                </a:solidFill>
                <a:latin typeface="+mn-lt"/>
                <a:ea typeface="+mn-ea"/>
                <a:cs typeface="+mn-cs"/>
              </a:defRPr>
            </a:lvl1pPr>
            <a:lvl2pPr marL="230400" indent="-230400" algn="l" defTabSz="357708" rtl="0" eaLnBrk="1" latinLnBrk="0" hangingPunct="1">
              <a:lnSpc>
                <a:spcPct val="140000"/>
              </a:lnSpc>
              <a:spcBef>
                <a:spcPts val="0"/>
              </a:spcBef>
              <a:spcAft>
                <a:spcPts val="0"/>
              </a:spcAft>
              <a:buClr>
                <a:schemeClr val="accent2"/>
              </a:buClr>
              <a:buSzPct val="75000"/>
              <a:buFont typeface="Wingdings" panose="05000000000000000000" pitchFamily="2" charset="2"/>
              <a:buChar char=""/>
              <a:defRPr sz="1800" b="0" kern="1200">
                <a:solidFill>
                  <a:schemeClr val="tx1"/>
                </a:solidFill>
                <a:latin typeface="+mn-lt"/>
                <a:ea typeface="+mn-ea"/>
                <a:cs typeface="+mn-cs"/>
              </a:defRPr>
            </a:lvl2pPr>
            <a:lvl3pPr marL="459000" indent="-228600" algn="l" defTabSz="357708" rtl="0" eaLnBrk="1" latinLnBrk="0" hangingPunct="1">
              <a:lnSpc>
                <a:spcPct val="140000"/>
              </a:lnSpc>
              <a:spcBef>
                <a:spcPts val="0"/>
              </a:spcBef>
              <a:spcAft>
                <a:spcPts val="0"/>
              </a:spcAft>
              <a:buClr>
                <a:schemeClr val="accent2"/>
              </a:buClr>
              <a:buSzPct val="100000"/>
              <a:buFont typeface="Wingdings" panose="05000000000000000000" pitchFamily="2" charset="2"/>
              <a:buChar char=""/>
              <a:defRPr sz="1800" b="0" kern="1200">
                <a:solidFill>
                  <a:schemeClr val="tx1"/>
                </a:solidFill>
                <a:latin typeface="+mn-lt"/>
                <a:ea typeface="+mn-ea"/>
                <a:cs typeface="+mn-cs"/>
              </a:defRPr>
            </a:lvl3pPr>
            <a:lvl4pPr marL="687600" indent="-228600" algn="l" defTabSz="357708" rtl="0" eaLnBrk="1" latinLnBrk="0" hangingPunct="1">
              <a:lnSpc>
                <a:spcPct val="140000"/>
              </a:lnSpc>
              <a:spcBef>
                <a:spcPts val="0"/>
              </a:spcBef>
              <a:spcAft>
                <a:spcPts val="0"/>
              </a:spcAft>
              <a:buClr>
                <a:schemeClr val="tx1"/>
              </a:buClr>
              <a:buSzPct val="100000"/>
              <a:buFont typeface="Wingdings" panose="05000000000000000000" pitchFamily="2" charset="2"/>
              <a:buChar char=""/>
              <a:defRPr sz="1600" b="0" kern="1200" baseline="0">
                <a:solidFill>
                  <a:schemeClr val="tx1"/>
                </a:solidFill>
                <a:latin typeface="+mn-lt"/>
                <a:ea typeface="+mn-ea"/>
                <a:cs typeface="+mn-cs"/>
              </a:defRPr>
            </a:lvl4pPr>
            <a:lvl5pPr marL="890800" indent="-203200" algn="l" defTabSz="357708" rtl="0" eaLnBrk="1" latinLnBrk="0" hangingPunct="1">
              <a:lnSpc>
                <a:spcPct val="140000"/>
              </a:lnSpc>
              <a:spcBef>
                <a:spcPts val="0"/>
              </a:spcBef>
              <a:spcAft>
                <a:spcPts val="0"/>
              </a:spcAft>
              <a:buClr>
                <a:schemeClr val="tx1"/>
              </a:buClr>
              <a:buSzPct val="100000"/>
              <a:buFont typeface="Wingdings" panose="05000000000000000000" pitchFamily="2" charset="2"/>
              <a:buChar char=""/>
              <a:defRPr sz="1400" kern="1200">
                <a:solidFill>
                  <a:schemeClr val="tx1"/>
                </a:solidFill>
                <a:latin typeface="+mn-lt"/>
                <a:ea typeface="+mn-ea"/>
                <a:cs typeface="+mn-cs"/>
              </a:defRPr>
            </a:lvl5pPr>
            <a:lvl6pPr marL="1043200" indent="-152400" algn="l" defTabSz="357708" rtl="0" eaLnBrk="1" latinLnBrk="0" hangingPunct="1">
              <a:lnSpc>
                <a:spcPct val="140000"/>
              </a:lnSpc>
              <a:spcBef>
                <a:spcPts val="0"/>
              </a:spcBef>
              <a:spcAft>
                <a:spcPts val="0"/>
              </a:spcAft>
              <a:buClr>
                <a:schemeClr val="tx1"/>
              </a:buClr>
              <a:buSzPct val="100000"/>
              <a:buFont typeface="Wingdings" panose="05000000000000000000" pitchFamily="2" charset="2"/>
              <a:buChar char=""/>
              <a:defRPr sz="1200" kern="1200" baseline="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lvl="0">
              <a:spcBef>
                <a:spcPct val="0"/>
              </a:spcBef>
              <a:spcAft>
                <a:spcPct val="0"/>
              </a:spcAft>
            </a:pPr>
            <a:fld id="{68FA2B44-83A3-4305-A98C-0C5616D56F85}" type="datetime'''''''S''u''''''''''''''''''''''''r''''''''g''''e'">
              <a:rPr lang="en-GB" altLang="en-US" sz="2800" smtClean="0">
                <a:latin typeface="ShellBook" panose="00000500000000000000" pitchFamily="2" charset="0"/>
                <a:sym typeface="ShellBook" panose="00000500000000000000" pitchFamily="2" charset="0"/>
              </a:rPr>
              <a:pPr lvl="0">
                <a:spcBef>
                  <a:spcPct val="0"/>
                </a:spcBef>
                <a:spcAft>
                  <a:spcPct val="0"/>
                </a:spcAft>
              </a:pPr>
              <a:t>Surge</a:t>
            </a:fld>
            <a:endParaRPr lang="en-GB" sz="2800">
              <a:latin typeface="ShellBook" panose="00000500000000000000" pitchFamily="2" charset="0"/>
              <a:sym typeface="ShellBook" panose="00000500000000000000" pitchFamily="2" charset="0"/>
            </a:endParaRPr>
          </a:p>
        </p:txBody>
      </p:sp>
      <p:sp>
        <p:nvSpPr>
          <p:cNvPr id="34" name="TextBox 33">
            <a:extLst>
              <a:ext uri="{FF2B5EF4-FFF2-40B4-BE49-F238E27FC236}">
                <a16:creationId xmlns:a16="http://schemas.microsoft.com/office/drawing/2014/main" id="{8E9B3757-C462-645C-95EC-83A633F5BB0F}"/>
              </a:ext>
            </a:extLst>
          </p:cNvPr>
          <p:cNvSpPr txBox="1"/>
          <p:nvPr/>
        </p:nvSpPr>
        <p:spPr bwMode="auto">
          <a:xfrm>
            <a:off x="2593270" y="15035326"/>
            <a:ext cx="11864975" cy="1232582"/>
          </a:xfrm>
          <a:prstGeom prst="rect">
            <a:avLst/>
          </a:prstGeom>
          <a:noFill/>
          <a:ln w="9525" algn="ctr">
            <a:noFill/>
            <a:miter lim="800000"/>
            <a:headEnd/>
            <a:tailEnd/>
          </a:ln>
        </p:spPr>
        <p:txBody>
          <a:bodyPr wrap="square">
            <a:spAutoFit/>
          </a:bodyPr>
          <a:lstStyle/>
          <a:p>
            <a:pPr defTabSz="357708">
              <a:lnSpc>
                <a:spcPct val="140000"/>
              </a:lnSpc>
              <a:buClr>
                <a:schemeClr val="accent2"/>
              </a:buClr>
              <a:buSzPct val="75000"/>
            </a:pPr>
            <a:r>
              <a:rPr lang="en-GB" sz="2800" dirty="0">
                <a:latin typeface="ShellBook" panose="00000500000000000000" pitchFamily="2" charset="0"/>
              </a:rPr>
              <a:t>Long-term liquids demand (excl. biofuels and processing gains)</a:t>
            </a:r>
          </a:p>
          <a:p>
            <a:pPr defTabSz="357708">
              <a:lnSpc>
                <a:spcPct val="140000"/>
              </a:lnSpc>
              <a:buClr>
                <a:schemeClr val="accent2"/>
              </a:buClr>
              <a:buSzPct val="75000"/>
            </a:pPr>
            <a:r>
              <a:rPr lang="en-GB" sz="2800" dirty="0">
                <a:solidFill>
                  <a:schemeClr val="bg1">
                    <a:lumMod val="75000"/>
                  </a:schemeClr>
                </a:solidFill>
                <a:latin typeface="ShellBook" panose="00000500000000000000" pitchFamily="2" charset="0"/>
              </a:rPr>
              <a:t>Mb/d</a:t>
            </a:r>
          </a:p>
        </p:txBody>
      </p:sp>
      <p:sp>
        <p:nvSpPr>
          <p:cNvPr id="35" name="Content Placeholder 10">
            <a:extLst>
              <a:ext uri="{FF2B5EF4-FFF2-40B4-BE49-F238E27FC236}">
                <a16:creationId xmlns:a16="http://schemas.microsoft.com/office/drawing/2014/main" id="{A0854E8F-C623-22A8-4F09-278FDFF72EF6}"/>
              </a:ext>
            </a:extLst>
          </p:cNvPr>
          <p:cNvSpPr txBox="1">
            <a:spLocks/>
          </p:cNvSpPr>
          <p:nvPr/>
        </p:nvSpPr>
        <p:spPr>
          <a:xfrm>
            <a:off x="1275837" y="22844361"/>
            <a:ext cx="13610932" cy="1566628"/>
          </a:xfrm>
          <a:prstGeom prst="rect">
            <a:avLst/>
          </a:prstGeom>
          <a:solidFill>
            <a:schemeClr val="bg1"/>
          </a:solidFill>
        </p:spPr>
        <p:txBody>
          <a:bodyPr/>
          <a:lstStyle>
            <a:lvl1pPr marL="0" indent="0" algn="l" defTabSz="268288" rtl="0" eaLnBrk="1" latinLnBrk="0" hangingPunct="1">
              <a:lnSpc>
                <a:spcPct val="120000"/>
              </a:lnSpc>
              <a:spcBef>
                <a:spcPts val="0"/>
              </a:spcBef>
              <a:spcAft>
                <a:spcPts val="600"/>
              </a:spcAft>
              <a:buClr>
                <a:schemeClr val="accent2"/>
              </a:buClr>
              <a:buSzPct val="85000"/>
              <a:buFont typeface="Wingdings" pitchFamily="2" charset="2"/>
              <a:buNone/>
              <a:defRPr sz="1800" kern="1200" baseline="0">
                <a:solidFill>
                  <a:schemeClr val="tx1"/>
                </a:solidFill>
                <a:latin typeface="+mn-lt"/>
                <a:ea typeface="+mn-ea"/>
                <a:cs typeface="+mn-cs"/>
              </a:defRPr>
            </a:lvl1pPr>
            <a:lvl2pPr marL="269875" indent="-269875" algn="l" defTabSz="268288" rtl="0" eaLnBrk="1" latinLnBrk="0" hangingPunct="1">
              <a:lnSpc>
                <a:spcPct val="120000"/>
              </a:lnSpc>
              <a:spcBef>
                <a:spcPts val="0"/>
              </a:spcBef>
              <a:spcAft>
                <a:spcPts val="600"/>
              </a:spcAft>
              <a:buClr>
                <a:schemeClr val="accent2"/>
              </a:buClr>
              <a:buSzPct val="85000"/>
              <a:buFont typeface="Wingdings" pitchFamily="2" charset="2"/>
              <a:buChar char="n"/>
              <a:defRPr sz="1800" b="0" kern="1200">
                <a:solidFill>
                  <a:schemeClr val="tx1"/>
                </a:solidFill>
                <a:latin typeface="+mn-lt"/>
                <a:ea typeface="+mn-ea"/>
                <a:cs typeface="+mn-cs"/>
              </a:defRPr>
            </a:lvl2pPr>
            <a:lvl3pPr marL="454025" indent="-184150" algn="l" defTabSz="268288" rtl="0" eaLnBrk="1" latinLnBrk="0" hangingPunct="1">
              <a:lnSpc>
                <a:spcPct val="120000"/>
              </a:lnSpc>
              <a:spcBef>
                <a:spcPts val="0"/>
              </a:spcBef>
              <a:spcAft>
                <a:spcPts val="600"/>
              </a:spcAft>
              <a:buClr>
                <a:schemeClr val="tx1"/>
              </a:buClr>
              <a:buSzPct val="75000"/>
              <a:buFont typeface="Wingdings" pitchFamily="2" charset="2"/>
              <a:buChar char=""/>
              <a:defRPr sz="1800" b="0" kern="1200">
                <a:solidFill>
                  <a:schemeClr val="tx1"/>
                </a:solidFill>
                <a:latin typeface="+mn-lt"/>
                <a:ea typeface="+mn-ea"/>
                <a:cs typeface="+mn-cs"/>
              </a:defRPr>
            </a:lvl3pPr>
            <a:lvl4pPr marL="631825" indent="-177800" algn="l" defTabSz="268288" rtl="0" eaLnBrk="1" latinLnBrk="0" hangingPunct="1">
              <a:lnSpc>
                <a:spcPct val="120000"/>
              </a:lnSpc>
              <a:spcBef>
                <a:spcPts val="0"/>
              </a:spcBef>
              <a:spcAft>
                <a:spcPts val="600"/>
              </a:spcAft>
              <a:buClr>
                <a:schemeClr val="tx1"/>
              </a:buClr>
              <a:buSzPct val="75000"/>
              <a:buFont typeface="Wingdings" pitchFamily="2" charset="2"/>
              <a:buChar char=""/>
              <a:defRPr sz="1600" b="0" kern="1200" baseline="0">
                <a:solidFill>
                  <a:schemeClr val="tx1"/>
                </a:solidFill>
                <a:latin typeface="+mn-lt"/>
                <a:ea typeface="+mn-ea"/>
                <a:cs typeface="+mn-cs"/>
              </a:defRPr>
            </a:lvl4pPr>
            <a:lvl5pPr marL="811213" indent="-173038" algn="l" defTabSz="268288" rtl="0" eaLnBrk="1" latinLnBrk="0" hangingPunct="1">
              <a:lnSpc>
                <a:spcPct val="120000"/>
              </a:lnSpc>
              <a:spcBef>
                <a:spcPts val="0"/>
              </a:spcBef>
              <a:spcAft>
                <a:spcPts val="600"/>
              </a:spcAft>
              <a:buClr>
                <a:schemeClr val="tx1"/>
              </a:buClr>
              <a:buSzPct val="75000"/>
              <a:buFont typeface="Wingdings" pitchFamily="2" charset="2"/>
              <a:buChar char=""/>
              <a:defRPr sz="1400" kern="1200">
                <a:solidFill>
                  <a:schemeClr val="tx1"/>
                </a:solidFill>
                <a:latin typeface="+mn-lt"/>
                <a:ea typeface="+mn-ea"/>
                <a:cs typeface="+mn-cs"/>
              </a:defRPr>
            </a:lvl5pPr>
            <a:lvl6pPr marL="989013" indent="-177800" algn="l" defTabSz="268288" rtl="0" eaLnBrk="1" latinLnBrk="0" hangingPunct="1">
              <a:lnSpc>
                <a:spcPct val="120000"/>
              </a:lnSpc>
              <a:spcBef>
                <a:spcPts val="0"/>
              </a:spcBef>
              <a:spcAft>
                <a:spcPts val="600"/>
              </a:spcAft>
              <a:buClr>
                <a:schemeClr val="tx1"/>
              </a:buClr>
              <a:buSzPct val="75000"/>
              <a:buFont typeface="Wingdings" pitchFamily="2" charset="2"/>
              <a:buChar char=""/>
              <a:defRPr sz="12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r>
              <a:rPr lang="en-GB" sz="2800" dirty="0">
                <a:latin typeface="ShellBook" panose="00000500000000000000" pitchFamily="2" charset="0"/>
              </a:rPr>
              <a:t>The team aligns on scenario drivers in Dec/Jan. OMA use a suite of models (e.g. Road Fleet Model) to provide demand reflecting different views on the pace of the energy transition. Global Scenarios (e.g. Surge) can also be used.</a:t>
            </a:r>
          </a:p>
        </p:txBody>
      </p:sp>
      <p:graphicFrame>
        <p:nvGraphicFramePr>
          <p:cNvPr id="37" name="Chart 36">
            <a:extLst>
              <a:ext uri="{FF2B5EF4-FFF2-40B4-BE49-F238E27FC236}">
                <a16:creationId xmlns:a16="http://schemas.microsoft.com/office/drawing/2014/main" id="{C121528B-A162-90DA-EBB0-9ECF0E75667D}"/>
              </a:ext>
            </a:extLst>
          </p:cNvPr>
          <p:cNvGraphicFramePr/>
          <p:nvPr>
            <p:custDataLst>
              <p:tags r:id="rId9"/>
            </p:custDataLst>
            <p:extLst>
              <p:ext uri="{D42A27DB-BD31-4B8C-83A1-F6EECF244321}">
                <p14:modId xmlns:p14="http://schemas.microsoft.com/office/powerpoint/2010/main" val="821311139"/>
              </p:ext>
            </p:extLst>
          </p:nvPr>
        </p:nvGraphicFramePr>
        <p:xfrm>
          <a:off x="16965613" y="26554113"/>
          <a:ext cx="10048875" cy="6289675"/>
        </p:xfrm>
        <a:graphic>
          <a:graphicData uri="http://schemas.openxmlformats.org/drawingml/2006/chart">
            <c:chart xmlns:c="http://schemas.openxmlformats.org/drawingml/2006/chart" xmlns:r="http://schemas.openxmlformats.org/officeDocument/2006/relationships" r:id="rId83"/>
          </a:graphicData>
        </a:graphic>
      </p:graphicFrame>
      <p:cxnSp>
        <p:nvCxnSpPr>
          <p:cNvPr id="30" name="Straight Connector 29">
            <a:extLst>
              <a:ext uri="{FF2B5EF4-FFF2-40B4-BE49-F238E27FC236}">
                <a16:creationId xmlns:a16="http://schemas.microsoft.com/office/drawing/2014/main" id="{80CDD111-F97A-D389-95D5-86BAEF09A121}"/>
              </a:ext>
            </a:extLst>
          </p:cNvPr>
          <p:cNvCxnSpPr/>
          <p:nvPr>
            <p:custDataLst>
              <p:tags r:id="rId10"/>
            </p:custDataLst>
          </p:nvPr>
        </p:nvCxnSpPr>
        <p:spPr bwMode="auto">
          <a:xfrm flipH="1" flipV="1">
            <a:off x="26249313" y="28871863"/>
            <a:ext cx="220662" cy="355600"/>
          </a:xfrm>
          <a:prstGeom prst="line">
            <a:avLst/>
          </a:prstGeom>
          <a:ln w="6350"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6" name="Straight Connector 35">
            <a:extLst>
              <a:ext uri="{FF2B5EF4-FFF2-40B4-BE49-F238E27FC236}">
                <a16:creationId xmlns:a16="http://schemas.microsoft.com/office/drawing/2014/main" id="{751A77EE-8640-86FF-7E9E-D8F38217192A}"/>
              </a:ext>
            </a:extLst>
          </p:cNvPr>
          <p:cNvCxnSpPr/>
          <p:nvPr>
            <p:custDataLst>
              <p:tags r:id="rId11"/>
            </p:custDataLst>
          </p:nvPr>
        </p:nvCxnSpPr>
        <p:spPr bwMode="auto">
          <a:xfrm flipH="1">
            <a:off x="26249313" y="27932063"/>
            <a:ext cx="220662" cy="355600"/>
          </a:xfrm>
          <a:prstGeom prst="line">
            <a:avLst/>
          </a:prstGeom>
          <a:ln w="6350"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39" name="Rectangle 38">
            <a:extLst>
              <a:ext uri="{FF2B5EF4-FFF2-40B4-BE49-F238E27FC236}">
                <a16:creationId xmlns:a16="http://schemas.microsoft.com/office/drawing/2014/main" id="{AED2249B-240A-CE0A-70F3-A630B683140B}"/>
              </a:ext>
            </a:extLst>
          </p:cNvPr>
          <p:cNvSpPr>
            <a:spLocks/>
          </p:cNvSpPr>
          <p:nvPr>
            <p:custDataLst>
              <p:tags r:id="rId12"/>
            </p:custDataLst>
          </p:nvPr>
        </p:nvSpPr>
        <p:spPr bwMode="auto">
          <a:xfrm>
            <a:off x="26495375" y="29732288"/>
            <a:ext cx="611188" cy="596900"/>
          </a:xfrm>
          <a:prstGeom prst="rect">
            <a:avLst/>
          </a:prstGeom>
          <a:noFill/>
          <a:ln w="9525" algn="ctr">
            <a:noFill/>
            <a:miter lim="800000"/>
            <a:headEnd/>
            <a:tailEnd/>
          </a:ln>
          <a:effectLst/>
          <a:extLst>
            <a:ext uri="{909E8E84-426E-40DD-AFC4-6F175D3DCCD1}">
              <a14:hiddenFill xmlns:a14="http://schemas.microsoft.com/office/drawing/2010/main">
                <a:solidFill>
                  <a:scrgbClr r="0" g="0" b="0"/>
                </a:solidFill>
              </a14:hiddenFill>
            </a:ext>
          </a:extLst>
        </p:spPr>
        <p:txBody>
          <a:bodyPr vert="horz" wrap="none" lIns="0" tIns="0" rIns="0" bIns="0" numCol="1" anchor="ctr" anchorCtr="0" compatLnSpc="1">
            <a:prstTxWarp prst="textNoShape">
              <a:avLst/>
            </a:prstTxWarp>
            <a:noAutofit/>
          </a:bodyPr>
          <a:lstStyle>
            <a:lvl1pPr marL="0" indent="0" algn="l" defTabSz="357708" rtl="0" eaLnBrk="1" latinLnBrk="0" hangingPunct="1">
              <a:lnSpc>
                <a:spcPct val="140000"/>
              </a:lnSpc>
              <a:spcBef>
                <a:spcPts val="0"/>
              </a:spcBef>
              <a:spcAft>
                <a:spcPts val="0"/>
              </a:spcAft>
              <a:buClr>
                <a:schemeClr val="accent2"/>
              </a:buClr>
              <a:buSzPct val="85000"/>
              <a:buFont typeface="Wingdings" pitchFamily="2" charset="2"/>
              <a:buNone/>
              <a:defRPr sz="1800" kern="1200" baseline="0">
                <a:solidFill>
                  <a:schemeClr val="tx1"/>
                </a:solidFill>
                <a:latin typeface="+mn-lt"/>
                <a:ea typeface="+mn-ea"/>
                <a:cs typeface="+mn-cs"/>
              </a:defRPr>
            </a:lvl1pPr>
            <a:lvl2pPr marL="230400" indent="-230400" algn="l" defTabSz="357708" rtl="0" eaLnBrk="1" latinLnBrk="0" hangingPunct="1">
              <a:lnSpc>
                <a:spcPct val="140000"/>
              </a:lnSpc>
              <a:spcBef>
                <a:spcPts val="0"/>
              </a:spcBef>
              <a:spcAft>
                <a:spcPts val="0"/>
              </a:spcAft>
              <a:buClr>
                <a:schemeClr val="accent2"/>
              </a:buClr>
              <a:buSzPct val="75000"/>
              <a:buFont typeface="Wingdings" panose="05000000000000000000" pitchFamily="2" charset="2"/>
              <a:buChar char=""/>
              <a:defRPr sz="1800" b="0" kern="1200">
                <a:solidFill>
                  <a:schemeClr val="tx1"/>
                </a:solidFill>
                <a:latin typeface="+mn-lt"/>
                <a:ea typeface="+mn-ea"/>
                <a:cs typeface="+mn-cs"/>
              </a:defRPr>
            </a:lvl2pPr>
            <a:lvl3pPr marL="459000" indent="-228600" algn="l" defTabSz="357708" rtl="0" eaLnBrk="1" latinLnBrk="0" hangingPunct="1">
              <a:lnSpc>
                <a:spcPct val="140000"/>
              </a:lnSpc>
              <a:spcBef>
                <a:spcPts val="0"/>
              </a:spcBef>
              <a:spcAft>
                <a:spcPts val="0"/>
              </a:spcAft>
              <a:buClr>
                <a:schemeClr val="accent2"/>
              </a:buClr>
              <a:buSzPct val="100000"/>
              <a:buFont typeface="Wingdings" panose="05000000000000000000" pitchFamily="2" charset="2"/>
              <a:buChar char=""/>
              <a:defRPr sz="1800" b="0" kern="1200">
                <a:solidFill>
                  <a:schemeClr val="tx1"/>
                </a:solidFill>
                <a:latin typeface="+mn-lt"/>
                <a:ea typeface="+mn-ea"/>
                <a:cs typeface="+mn-cs"/>
              </a:defRPr>
            </a:lvl3pPr>
            <a:lvl4pPr marL="687600" indent="-228600" algn="l" defTabSz="357708" rtl="0" eaLnBrk="1" latinLnBrk="0" hangingPunct="1">
              <a:lnSpc>
                <a:spcPct val="140000"/>
              </a:lnSpc>
              <a:spcBef>
                <a:spcPts val="0"/>
              </a:spcBef>
              <a:spcAft>
                <a:spcPts val="0"/>
              </a:spcAft>
              <a:buClr>
                <a:schemeClr val="tx1"/>
              </a:buClr>
              <a:buSzPct val="100000"/>
              <a:buFont typeface="Wingdings" panose="05000000000000000000" pitchFamily="2" charset="2"/>
              <a:buChar char=""/>
              <a:defRPr sz="1600" b="0" kern="1200" baseline="0">
                <a:solidFill>
                  <a:schemeClr val="tx1"/>
                </a:solidFill>
                <a:latin typeface="+mn-lt"/>
                <a:ea typeface="+mn-ea"/>
                <a:cs typeface="+mn-cs"/>
              </a:defRPr>
            </a:lvl4pPr>
            <a:lvl5pPr marL="890800" indent="-203200" algn="l" defTabSz="357708" rtl="0" eaLnBrk="1" latinLnBrk="0" hangingPunct="1">
              <a:lnSpc>
                <a:spcPct val="140000"/>
              </a:lnSpc>
              <a:spcBef>
                <a:spcPts val="0"/>
              </a:spcBef>
              <a:spcAft>
                <a:spcPts val="0"/>
              </a:spcAft>
              <a:buClr>
                <a:schemeClr val="tx1"/>
              </a:buClr>
              <a:buSzPct val="100000"/>
              <a:buFont typeface="Wingdings" panose="05000000000000000000" pitchFamily="2" charset="2"/>
              <a:buChar char=""/>
              <a:defRPr sz="1400" kern="1200">
                <a:solidFill>
                  <a:schemeClr val="tx1"/>
                </a:solidFill>
                <a:latin typeface="+mn-lt"/>
                <a:ea typeface="+mn-ea"/>
                <a:cs typeface="+mn-cs"/>
              </a:defRPr>
            </a:lvl5pPr>
            <a:lvl6pPr marL="1043200" indent="-152400" algn="l" defTabSz="357708" rtl="0" eaLnBrk="1" latinLnBrk="0" hangingPunct="1">
              <a:lnSpc>
                <a:spcPct val="140000"/>
              </a:lnSpc>
              <a:spcBef>
                <a:spcPts val="0"/>
              </a:spcBef>
              <a:spcAft>
                <a:spcPts val="0"/>
              </a:spcAft>
              <a:buClr>
                <a:schemeClr val="tx1"/>
              </a:buClr>
              <a:buSzPct val="100000"/>
              <a:buFont typeface="Wingdings" panose="05000000000000000000" pitchFamily="2" charset="2"/>
              <a:buChar char=""/>
              <a:defRPr sz="1200" kern="1200" baseline="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lvl="0">
              <a:spcBef>
                <a:spcPct val="0"/>
              </a:spcBef>
              <a:spcAft>
                <a:spcPct val="0"/>
              </a:spcAft>
            </a:pPr>
            <a:fld id="{F6FB30EE-0FD9-4868-8026-288F7B08367B}" type="datetime'''''''''''''''''''''''''''L''''''''ow'''''''''''''''''''''">
              <a:rPr lang="en-GB" altLang="en-US" sz="2800" smtClean="0">
                <a:latin typeface="ShellBook" panose="00000500000000000000" pitchFamily="2" charset="0"/>
                <a:sym typeface="ShellBook" panose="00000500000000000000" pitchFamily="2" charset="0"/>
              </a:rPr>
              <a:pPr lvl="0">
                <a:spcBef>
                  <a:spcPct val="0"/>
                </a:spcBef>
                <a:spcAft>
                  <a:spcPct val="0"/>
                </a:spcAft>
              </a:pPr>
              <a:t>Low</a:t>
            </a:fld>
            <a:endParaRPr lang="en-GB" sz="2800">
              <a:latin typeface="ShellBook" panose="00000500000000000000" pitchFamily="2" charset="0"/>
              <a:sym typeface="ShellBook" panose="00000500000000000000" pitchFamily="2" charset="0"/>
            </a:endParaRPr>
          </a:p>
        </p:txBody>
      </p:sp>
      <p:sp>
        <p:nvSpPr>
          <p:cNvPr id="40" name="Rectangle 39">
            <a:extLst>
              <a:ext uri="{FF2B5EF4-FFF2-40B4-BE49-F238E27FC236}">
                <a16:creationId xmlns:a16="http://schemas.microsoft.com/office/drawing/2014/main" id="{B6125AB8-F1CD-A550-32AD-779345305BF9}"/>
              </a:ext>
            </a:extLst>
          </p:cNvPr>
          <p:cNvSpPr>
            <a:spLocks/>
          </p:cNvSpPr>
          <p:nvPr>
            <p:custDataLst>
              <p:tags r:id="rId13"/>
            </p:custDataLst>
          </p:nvPr>
        </p:nvSpPr>
        <p:spPr bwMode="auto">
          <a:xfrm>
            <a:off x="26495375" y="28929013"/>
            <a:ext cx="481013" cy="596900"/>
          </a:xfrm>
          <a:prstGeom prst="rect">
            <a:avLst/>
          </a:prstGeom>
          <a:noFill/>
          <a:ln w="9525" algn="ctr">
            <a:noFill/>
            <a:miter lim="800000"/>
            <a:headEnd/>
            <a:tailEnd/>
          </a:ln>
          <a:effectLst/>
          <a:extLst>
            <a:ext uri="{909E8E84-426E-40DD-AFC4-6F175D3DCCD1}">
              <a14:hiddenFill xmlns:a14="http://schemas.microsoft.com/office/drawing/2010/main">
                <a:solidFill>
                  <a:scrgbClr r="0" g="0" b="0"/>
                </a:solidFill>
              </a14:hiddenFill>
            </a:ext>
          </a:extLst>
        </p:spPr>
        <p:txBody>
          <a:bodyPr vert="horz" wrap="none" lIns="0" tIns="0" rIns="0" bIns="0" numCol="1" anchor="ctr" anchorCtr="0" compatLnSpc="1">
            <a:prstTxWarp prst="textNoShape">
              <a:avLst/>
            </a:prstTxWarp>
            <a:noAutofit/>
          </a:bodyPr>
          <a:lstStyle>
            <a:lvl1pPr marL="0" indent="0" algn="l" defTabSz="357708" rtl="0" eaLnBrk="1" latinLnBrk="0" hangingPunct="1">
              <a:lnSpc>
                <a:spcPct val="140000"/>
              </a:lnSpc>
              <a:spcBef>
                <a:spcPts val="0"/>
              </a:spcBef>
              <a:spcAft>
                <a:spcPts val="0"/>
              </a:spcAft>
              <a:buClr>
                <a:schemeClr val="accent2"/>
              </a:buClr>
              <a:buSzPct val="85000"/>
              <a:buFont typeface="Wingdings" pitchFamily="2" charset="2"/>
              <a:buNone/>
              <a:defRPr sz="1800" kern="1200" baseline="0">
                <a:solidFill>
                  <a:schemeClr val="tx1"/>
                </a:solidFill>
                <a:latin typeface="+mn-lt"/>
                <a:ea typeface="+mn-ea"/>
                <a:cs typeface="+mn-cs"/>
              </a:defRPr>
            </a:lvl1pPr>
            <a:lvl2pPr marL="230400" indent="-230400" algn="l" defTabSz="357708" rtl="0" eaLnBrk="1" latinLnBrk="0" hangingPunct="1">
              <a:lnSpc>
                <a:spcPct val="140000"/>
              </a:lnSpc>
              <a:spcBef>
                <a:spcPts val="0"/>
              </a:spcBef>
              <a:spcAft>
                <a:spcPts val="0"/>
              </a:spcAft>
              <a:buClr>
                <a:schemeClr val="accent2"/>
              </a:buClr>
              <a:buSzPct val="75000"/>
              <a:buFont typeface="Wingdings" panose="05000000000000000000" pitchFamily="2" charset="2"/>
              <a:buChar char=""/>
              <a:defRPr sz="1800" b="0" kern="1200">
                <a:solidFill>
                  <a:schemeClr val="tx1"/>
                </a:solidFill>
                <a:latin typeface="+mn-lt"/>
                <a:ea typeface="+mn-ea"/>
                <a:cs typeface="+mn-cs"/>
              </a:defRPr>
            </a:lvl2pPr>
            <a:lvl3pPr marL="459000" indent="-228600" algn="l" defTabSz="357708" rtl="0" eaLnBrk="1" latinLnBrk="0" hangingPunct="1">
              <a:lnSpc>
                <a:spcPct val="140000"/>
              </a:lnSpc>
              <a:spcBef>
                <a:spcPts val="0"/>
              </a:spcBef>
              <a:spcAft>
                <a:spcPts val="0"/>
              </a:spcAft>
              <a:buClr>
                <a:schemeClr val="accent2"/>
              </a:buClr>
              <a:buSzPct val="100000"/>
              <a:buFont typeface="Wingdings" panose="05000000000000000000" pitchFamily="2" charset="2"/>
              <a:buChar char=""/>
              <a:defRPr sz="1800" b="0" kern="1200">
                <a:solidFill>
                  <a:schemeClr val="tx1"/>
                </a:solidFill>
                <a:latin typeface="+mn-lt"/>
                <a:ea typeface="+mn-ea"/>
                <a:cs typeface="+mn-cs"/>
              </a:defRPr>
            </a:lvl3pPr>
            <a:lvl4pPr marL="687600" indent="-228600" algn="l" defTabSz="357708" rtl="0" eaLnBrk="1" latinLnBrk="0" hangingPunct="1">
              <a:lnSpc>
                <a:spcPct val="140000"/>
              </a:lnSpc>
              <a:spcBef>
                <a:spcPts val="0"/>
              </a:spcBef>
              <a:spcAft>
                <a:spcPts val="0"/>
              </a:spcAft>
              <a:buClr>
                <a:schemeClr val="tx1"/>
              </a:buClr>
              <a:buSzPct val="100000"/>
              <a:buFont typeface="Wingdings" panose="05000000000000000000" pitchFamily="2" charset="2"/>
              <a:buChar char=""/>
              <a:defRPr sz="1600" b="0" kern="1200" baseline="0">
                <a:solidFill>
                  <a:schemeClr val="tx1"/>
                </a:solidFill>
                <a:latin typeface="+mn-lt"/>
                <a:ea typeface="+mn-ea"/>
                <a:cs typeface="+mn-cs"/>
              </a:defRPr>
            </a:lvl4pPr>
            <a:lvl5pPr marL="890800" indent="-203200" algn="l" defTabSz="357708" rtl="0" eaLnBrk="1" latinLnBrk="0" hangingPunct="1">
              <a:lnSpc>
                <a:spcPct val="140000"/>
              </a:lnSpc>
              <a:spcBef>
                <a:spcPts val="0"/>
              </a:spcBef>
              <a:spcAft>
                <a:spcPts val="0"/>
              </a:spcAft>
              <a:buClr>
                <a:schemeClr val="tx1"/>
              </a:buClr>
              <a:buSzPct val="100000"/>
              <a:buFont typeface="Wingdings" panose="05000000000000000000" pitchFamily="2" charset="2"/>
              <a:buChar char=""/>
              <a:defRPr sz="1400" kern="1200">
                <a:solidFill>
                  <a:schemeClr val="tx1"/>
                </a:solidFill>
                <a:latin typeface="+mn-lt"/>
                <a:ea typeface="+mn-ea"/>
                <a:cs typeface="+mn-cs"/>
              </a:defRPr>
            </a:lvl5pPr>
            <a:lvl6pPr marL="1043200" indent="-152400" algn="l" defTabSz="357708" rtl="0" eaLnBrk="1" latinLnBrk="0" hangingPunct="1">
              <a:lnSpc>
                <a:spcPct val="140000"/>
              </a:lnSpc>
              <a:spcBef>
                <a:spcPts val="0"/>
              </a:spcBef>
              <a:spcAft>
                <a:spcPts val="0"/>
              </a:spcAft>
              <a:buClr>
                <a:schemeClr val="tx1"/>
              </a:buClr>
              <a:buSzPct val="100000"/>
              <a:buFont typeface="Wingdings" panose="05000000000000000000" pitchFamily="2" charset="2"/>
              <a:buChar char=""/>
              <a:defRPr sz="1200" kern="1200" baseline="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lvl="0">
              <a:spcBef>
                <a:spcPct val="0"/>
              </a:spcBef>
              <a:spcAft>
                <a:spcPct val="0"/>
              </a:spcAft>
            </a:pPr>
            <a:fld id="{1470BE70-E37F-47A3-9771-AB2FE31D7CB3}" type="datetime'''''''''''''R''''''''e''''''''''''''f'''''''''''''''''">
              <a:rPr lang="en-GB" altLang="en-US" sz="2800" smtClean="0">
                <a:latin typeface="ShellBook" panose="00000500000000000000" pitchFamily="2" charset="0"/>
                <a:sym typeface="ShellBook" panose="00000500000000000000" pitchFamily="2" charset="0"/>
              </a:rPr>
              <a:pPr lvl="0">
                <a:spcBef>
                  <a:spcPct val="0"/>
                </a:spcBef>
                <a:spcAft>
                  <a:spcPct val="0"/>
                </a:spcAft>
              </a:pPr>
              <a:t>Ref</a:t>
            </a:fld>
            <a:endParaRPr lang="en-GB" sz="2800">
              <a:latin typeface="ShellBook" panose="00000500000000000000" pitchFamily="2" charset="0"/>
              <a:sym typeface="ShellBook" panose="00000500000000000000" pitchFamily="2" charset="0"/>
            </a:endParaRPr>
          </a:p>
        </p:txBody>
      </p:sp>
      <p:sp>
        <p:nvSpPr>
          <p:cNvPr id="41" name="Rectangle 40">
            <a:extLst>
              <a:ext uri="{FF2B5EF4-FFF2-40B4-BE49-F238E27FC236}">
                <a16:creationId xmlns:a16="http://schemas.microsoft.com/office/drawing/2014/main" id="{13CAFEE5-DE43-C88D-8F20-4421B7C42B9F}"/>
              </a:ext>
            </a:extLst>
          </p:cNvPr>
          <p:cNvSpPr>
            <a:spLocks/>
          </p:cNvSpPr>
          <p:nvPr>
            <p:custDataLst>
              <p:tags r:id="rId14"/>
            </p:custDataLst>
          </p:nvPr>
        </p:nvSpPr>
        <p:spPr bwMode="auto">
          <a:xfrm>
            <a:off x="26495375" y="27633613"/>
            <a:ext cx="733425" cy="596900"/>
          </a:xfrm>
          <a:prstGeom prst="rect">
            <a:avLst/>
          </a:prstGeom>
          <a:noFill/>
          <a:ln w="9525" algn="ctr">
            <a:noFill/>
            <a:miter lim="800000"/>
            <a:headEnd/>
            <a:tailEnd/>
          </a:ln>
          <a:effectLst/>
          <a:extLst>
            <a:ext uri="{909E8E84-426E-40DD-AFC4-6F175D3DCCD1}">
              <a14:hiddenFill xmlns:a14="http://schemas.microsoft.com/office/drawing/2010/main">
                <a:solidFill>
                  <a:scrgbClr r="0" g="0" b="0"/>
                </a:solidFill>
              </a14:hiddenFill>
            </a:ext>
          </a:extLst>
        </p:spPr>
        <p:txBody>
          <a:bodyPr vert="horz" wrap="none" lIns="0" tIns="0" rIns="0" bIns="0" numCol="1" anchor="ctr" anchorCtr="0" compatLnSpc="1">
            <a:prstTxWarp prst="textNoShape">
              <a:avLst/>
            </a:prstTxWarp>
            <a:noAutofit/>
          </a:bodyPr>
          <a:lstStyle>
            <a:lvl1pPr marL="0" indent="0" algn="l" defTabSz="357708" rtl="0" eaLnBrk="1" latinLnBrk="0" hangingPunct="1">
              <a:lnSpc>
                <a:spcPct val="140000"/>
              </a:lnSpc>
              <a:spcBef>
                <a:spcPts val="0"/>
              </a:spcBef>
              <a:spcAft>
                <a:spcPts val="0"/>
              </a:spcAft>
              <a:buClr>
                <a:schemeClr val="accent2"/>
              </a:buClr>
              <a:buSzPct val="85000"/>
              <a:buFont typeface="Wingdings" pitchFamily="2" charset="2"/>
              <a:buNone/>
              <a:defRPr sz="1800" kern="1200" baseline="0">
                <a:solidFill>
                  <a:schemeClr val="tx1"/>
                </a:solidFill>
                <a:latin typeface="+mn-lt"/>
                <a:ea typeface="+mn-ea"/>
                <a:cs typeface="+mn-cs"/>
              </a:defRPr>
            </a:lvl1pPr>
            <a:lvl2pPr marL="230400" indent="-230400" algn="l" defTabSz="357708" rtl="0" eaLnBrk="1" latinLnBrk="0" hangingPunct="1">
              <a:lnSpc>
                <a:spcPct val="140000"/>
              </a:lnSpc>
              <a:spcBef>
                <a:spcPts val="0"/>
              </a:spcBef>
              <a:spcAft>
                <a:spcPts val="0"/>
              </a:spcAft>
              <a:buClr>
                <a:schemeClr val="accent2"/>
              </a:buClr>
              <a:buSzPct val="75000"/>
              <a:buFont typeface="Wingdings" panose="05000000000000000000" pitchFamily="2" charset="2"/>
              <a:buChar char=""/>
              <a:defRPr sz="1800" b="0" kern="1200">
                <a:solidFill>
                  <a:schemeClr val="tx1"/>
                </a:solidFill>
                <a:latin typeface="+mn-lt"/>
                <a:ea typeface="+mn-ea"/>
                <a:cs typeface="+mn-cs"/>
              </a:defRPr>
            </a:lvl2pPr>
            <a:lvl3pPr marL="459000" indent="-228600" algn="l" defTabSz="357708" rtl="0" eaLnBrk="1" latinLnBrk="0" hangingPunct="1">
              <a:lnSpc>
                <a:spcPct val="140000"/>
              </a:lnSpc>
              <a:spcBef>
                <a:spcPts val="0"/>
              </a:spcBef>
              <a:spcAft>
                <a:spcPts val="0"/>
              </a:spcAft>
              <a:buClr>
                <a:schemeClr val="accent2"/>
              </a:buClr>
              <a:buSzPct val="100000"/>
              <a:buFont typeface="Wingdings" panose="05000000000000000000" pitchFamily="2" charset="2"/>
              <a:buChar char=""/>
              <a:defRPr sz="1800" b="0" kern="1200">
                <a:solidFill>
                  <a:schemeClr val="tx1"/>
                </a:solidFill>
                <a:latin typeface="+mn-lt"/>
                <a:ea typeface="+mn-ea"/>
                <a:cs typeface="+mn-cs"/>
              </a:defRPr>
            </a:lvl3pPr>
            <a:lvl4pPr marL="687600" indent="-228600" algn="l" defTabSz="357708" rtl="0" eaLnBrk="1" latinLnBrk="0" hangingPunct="1">
              <a:lnSpc>
                <a:spcPct val="140000"/>
              </a:lnSpc>
              <a:spcBef>
                <a:spcPts val="0"/>
              </a:spcBef>
              <a:spcAft>
                <a:spcPts val="0"/>
              </a:spcAft>
              <a:buClr>
                <a:schemeClr val="tx1"/>
              </a:buClr>
              <a:buSzPct val="100000"/>
              <a:buFont typeface="Wingdings" panose="05000000000000000000" pitchFamily="2" charset="2"/>
              <a:buChar char=""/>
              <a:defRPr sz="1600" b="0" kern="1200" baseline="0">
                <a:solidFill>
                  <a:schemeClr val="tx1"/>
                </a:solidFill>
                <a:latin typeface="+mn-lt"/>
                <a:ea typeface="+mn-ea"/>
                <a:cs typeface="+mn-cs"/>
              </a:defRPr>
            </a:lvl4pPr>
            <a:lvl5pPr marL="890800" indent="-203200" algn="l" defTabSz="357708" rtl="0" eaLnBrk="1" latinLnBrk="0" hangingPunct="1">
              <a:lnSpc>
                <a:spcPct val="140000"/>
              </a:lnSpc>
              <a:spcBef>
                <a:spcPts val="0"/>
              </a:spcBef>
              <a:spcAft>
                <a:spcPts val="0"/>
              </a:spcAft>
              <a:buClr>
                <a:schemeClr val="tx1"/>
              </a:buClr>
              <a:buSzPct val="100000"/>
              <a:buFont typeface="Wingdings" panose="05000000000000000000" pitchFamily="2" charset="2"/>
              <a:buChar char=""/>
              <a:defRPr sz="1400" kern="1200">
                <a:solidFill>
                  <a:schemeClr val="tx1"/>
                </a:solidFill>
                <a:latin typeface="+mn-lt"/>
                <a:ea typeface="+mn-ea"/>
                <a:cs typeface="+mn-cs"/>
              </a:defRPr>
            </a:lvl5pPr>
            <a:lvl6pPr marL="1043200" indent="-152400" algn="l" defTabSz="357708" rtl="0" eaLnBrk="1" latinLnBrk="0" hangingPunct="1">
              <a:lnSpc>
                <a:spcPct val="140000"/>
              </a:lnSpc>
              <a:spcBef>
                <a:spcPts val="0"/>
              </a:spcBef>
              <a:spcAft>
                <a:spcPts val="0"/>
              </a:spcAft>
              <a:buClr>
                <a:schemeClr val="tx1"/>
              </a:buClr>
              <a:buSzPct val="100000"/>
              <a:buFont typeface="Wingdings" panose="05000000000000000000" pitchFamily="2" charset="2"/>
              <a:buChar char=""/>
              <a:defRPr sz="1200" kern="1200" baseline="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lvl="0">
              <a:spcBef>
                <a:spcPct val="0"/>
              </a:spcBef>
              <a:spcAft>
                <a:spcPct val="0"/>
              </a:spcAft>
            </a:pPr>
            <a:fld id="{BF31084D-1F95-4578-944B-F9F2357C0C23}" type="datetime'''''''H''''i''''''''''''''''''''''''''''g''''h'''''''''''''">
              <a:rPr lang="en-GB" altLang="en-US" sz="2800" smtClean="0">
                <a:latin typeface="ShellBook" panose="00000500000000000000" pitchFamily="2" charset="0"/>
                <a:sym typeface="ShellBook" panose="00000500000000000000" pitchFamily="2" charset="0"/>
              </a:rPr>
              <a:pPr lvl="0">
                <a:spcBef>
                  <a:spcPct val="0"/>
                </a:spcBef>
                <a:spcAft>
                  <a:spcPct val="0"/>
                </a:spcAft>
              </a:pPr>
              <a:t>High</a:t>
            </a:fld>
            <a:endParaRPr lang="en-GB" sz="2800">
              <a:latin typeface="ShellBook" panose="00000500000000000000" pitchFamily="2" charset="0"/>
              <a:sym typeface="ShellBook" panose="00000500000000000000" pitchFamily="2" charset="0"/>
            </a:endParaRPr>
          </a:p>
        </p:txBody>
      </p:sp>
      <p:sp>
        <p:nvSpPr>
          <p:cNvPr id="42" name="Rectangle 41">
            <a:extLst>
              <a:ext uri="{FF2B5EF4-FFF2-40B4-BE49-F238E27FC236}">
                <a16:creationId xmlns:a16="http://schemas.microsoft.com/office/drawing/2014/main" id="{0435FD70-4335-9654-5EEF-8310D99D2D3A}"/>
              </a:ext>
            </a:extLst>
          </p:cNvPr>
          <p:cNvSpPr>
            <a:spLocks/>
          </p:cNvSpPr>
          <p:nvPr>
            <p:custDataLst>
              <p:tags r:id="rId15"/>
            </p:custDataLst>
          </p:nvPr>
        </p:nvSpPr>
        <p:spPr bwMode="auto">
          <a:xfrm>
            <a:off x="26495375" y="28281313"/>
            <a:ext cx="895350" cy="596900"/>
          </a:xfrm>
          <a:prstGeom prst="rect">
            <a:avLst/>
          </a:prstGeom>
          <a:noFill/>
          <a:ln w="9525" algn="ctr">
            <a:noFill/>
            <a:miter lim="800000"/>
            <a:headEnd/>
            <a:tailEnd/>
          </a:ln>
          <a:effectLst/>
          <a:extLst>
            <a:ext uri="{909E8E84-426E-40DD-AFC4-6F175D3DCCD1}">
              <a14:hiddenFill xmlns:a14="http://schemas.microsoft.com/office/drawing/2010/main">
                <a:solidFill>
                  <a:scrgbClr r="0" g="0" b="0"/>
                </a:solidFill>
              </a14:hiddenFill>
            </a:ext>
          </a:extLst>
        </p:spPr>
        <p:txBody>
          <a:bodyPr vert="horz" wrap="none" lIns="0" tIns="0" rIns="0" bIns="0" numCol="1" anchor="ctr" anchorCtr="0" compatLnSpc="1">
            <a:prstTxWarp prst="textNoShape">
              <a:avLst/>
            </a:prstTxWarp>
            <a:noAutofit/>
          </a:bodyPr>
          <a:lstStyle>
            <a:lvl1pPr marL="0" indent="0" algn="l" defTabSz="357708" rtl="0" eaLnBrk="1" latinLnBrk="0" hangingPunct="1">
              <a:lnSpc>
                <a:spcPct val="140000"/>
              </a:lnSpc>
              <a:spcBef>
                <a:spcPts val="0"/>
              </a:spcBef>
              <a:spcAft>
                <a:spcPts val="0"/>
              </a:spcAft>
              <a:buClr>
                <a:schemeClr val="accent2"/>
              </a:buClr>
              <a:buSzPct val="85000"/>
              <a:buFont typeface="Wingdings" pitchFamily="2" charset="2"/>
              <a:buNone/>
              <a:defRPr sz="1800" kern="1200" baseline="0">
                <a:solidFill>
                  <a:schemeClr val="tx1"/>
                </a:solidFill>
                <a:latin typeface="+mn-lt"/>
                <a:ea typeface="+mn-ea"/>
                <a:cs typeface="+mn-cs"/>
              </a:defRPr>
            </a:lvl1pPr>
            <a:lvl2pPr marL="230400" indent="-230400" algn="l" defTabSz="357708" rtl="0" eaLnBrk="1" latinLnBrk="0" hangingPunct="1">
              <a:lnSpc>
                <a:spcPct val="140000"/>
              </a:lnSpc>
              <a:spcBef>
                <a:spcPts val="0"/>
              </a:spcBef>
              <a:spcAft>
                <a:spcPts val="0"/>
              </a:spcAft>
              <a:buClr>
                <a:schemeClr val="accent2"/>
              </a:buClr>
              <a:buSzPct val="75000"/>
              <a:buFont typeface="Wingdings" panose="05000000000000000000" pitchFamily="2" charset="2"/>
              <a:buChar char=""/>
              <a:defRPr sz="1800" b="0" kern="1200">
                <a:solidFill>
                  <a:schemeClr val="tx1"/>
                </a:solidFill>
                <a:latin typeface="+mn-lt"/>
                <a:ea typeface="+mn-ea"/>
                <a:cs typeface="+mn-cs"/>
              </a:defRPr>
            </a:lvl2pPr>
            <a:lvl3pPr marL="459000" indent="-228600" algn="l" defTabSz="357708" rtl="0" eaLnBrk="1" latinLnBrk="0" hangingPunct="1">
              <a:lnSpc>
                <a:spcPct val="140000"/>
              </a:lnSpc>
              <a:spcBef>
                <a:spcPts val="0"/>
              </a:spcBef>
              <a:spcAft>
                <a:spcPts val="0"/>
              </a:spcAft>
              <a:buClr>
                <a:schemeClr val="accent2"/>
              </a:buClr>
              <a:buSzPct val="100000"/>
              <a:buFont typeface="Wingdings" panose="05000000000000000000" pitchFamily="2" charset="2"/>
              <a:buChar char=""/>
              <a:defRPr sz="1800" b="0" kern="1200">
                <a:solidFill>
                  <a:schemeClr val="tx1"/>
                </a:solidFill>
                <a:latin typeface="+mn-lt"/>
                <a:ea typeface="+mn-ea"/>
                <a:cs typeface="+mn-cs"/>
              </a:defRPr>
            </a:lvl3pPr>
            <a:lvl4pPr marL="687600" indent="-228600" algn="l" defTabSz="357708" rtl="0" eaLnBrk="1" latinLnBrk="0" hangingPunct="1">
              <a:lnSpc>
                <a:spcPct val="140000"/>
              </a:lnSpc>
              <a:spcBef>
                <a:spcPts val="0"/>
              </a:spcBef>
              <a:spcAft>
                <a:spcPts val="0"/>
              </a:spcAft>
              <a:buClr>
                <a:schemeClr val="tx1"/>
              </a:buClr>
              <a:buSzPct val="100000"/>
              <a:buFont typeface="Wingdings" panose="05000000000000000000" pitchFamily="2" charset="2"/>
              <a:buChar char=""/>
              <a:defRPr sz="1600" b="0" kern="1200" baseline="0">
                <a:solidFill>
                  <a:schemeClr val="tx1"/>
                </a:solidFill>
                <a:latin typeface="+mn-lt"/>
                <a:ea typeface="+mn-ea"/>
                <a:cs typeface="+mn-cs"/>
              </a:defRPr>
            </a:lvl4pPr>
            <a:lvl5pPr marL="890800" indent="-203200" algn="l" defTabSz="357708" rtl="0" eaLnBrk="1" latinLnBrk="0" hangingPunct="1">
              <a:lnSpc>
                <a:spcPct val="140000"/>
              </a:lnSpc>
              <a:spcBef>
                <a:spcPts val="0"/>
              </a:spcBef>
              <a:spcAft>
                <a:spcPts val="0"/>
              </a:spcAft>
              <a:buClr>
                <a:schemeClr val="tx1"/>
              </a:buClr>
              <a:buSzPct val="100000"/>
              <a:buFont typeface="Wingdings" panose="05000000000000000000" pitchFamily="2" charset="2"/>
              <a:buChar char=""/>
              <a:defRPr sz="1400" kern="1200">
                <a:solidFill>
                  <a:schemeClr val="tx1"/>
                </a:solidFill>
                <a:latin typeface="+mn-lt"/>
                <a:ea typeface="+mn-ea"/>
                <a:cs typeface="+mn-cs"/>
              </a:defRPr>
            </a:lvl5pPr>
            <a:lvl6pPr marL="1043200" indent="-152400" algn="l" defTabSz="357708" rtl="0" eaLnBrk="1" latinLnBrk="0" hangingPunct="1">
              <a:lnSpc>
                <a:spcPct val="140000"/>
              </a:lnSpc>
              <a:spcBef>
                <a:spcPts val="0"/>
              </a:spcBef>
              <a:spcAft>
                <a:spcPts val="0"/>
              </a:spcAft>
              <a:buClr>
                <a:schemeClr val="tx1"/>
              </a:buClr>
              <a:buSzPct val="100000"/>
              <a:buFont typeface="Wingdings" panose="05000000000000000000" pitchFamily="2" charset="2"/>
              <a:buChar char=""/>
              <a:defRPr sz="1200" kern="1200" baseline="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lvl="0">
              <a:spcBef>
                <a:spcPct val="0"/>
              </a:spcBef>
              <a:spcAft>
                <a:spcPct val="0"/>
              </a:spcAft>
            </a:pPr>
            <a:fld id="{C08D0596-3B58-4A4B-86F2-0F1859289CF2}" type="datetime'S''u''''''''''''r''''''''''''''''''''''''''g''''''e'''''''''">
              <a:rPr lang="en-GB" altLang="en-US" sz="2800" smtClean="0">
                <a:latin typeface="ShellBook" panose="00000500000000000000" pitchFamily="2" charset="0"/>
                <a:sym typeface="ShellBook" panose="00000500000000000000" pitchFamily="2" charset="0"/>
              </a:rPr>
              <a:pPr lvl="0">
                <a:spcBef>
                  <a:spcPct val="0"/>
                </a:spcBef>
                <a:spcAft>
                  <a:spcPct val="0"/>
                </a:spcAft>
              </a:pPr>
              <a:t>Surge</a:t>
            </a:fld>
            <a:endParaRPr lang="en-GB" sz="2800">
              <a:latin typeface="ShellBook" panose="00000500000000000000" pitchFamily="2" charset="0"/>
              <a:sym typeface="ShellBook" panose="00000500000000000000" pitchFamily="2" charset="0"/>
            </a:endParaRPr>
          </a:p>
        </p:txBody>
      </p:sp>
      <p:sp>
        <p:nvSpPr>
          <p:cNvPr id="46" name="TextBox 45">
            <a:extLst>
              <a:ext uri="{FF2B5EF4-FFF2-40B4-BE49-F238E27FC236}">
                <a16:creationId xmlns:a16="http://schemas.microsoft.com/office/drawing/2014/main" id="{CFDD65F6-010D-8CCA-A3EC-FB820D9C932A}"/>
              </a:ext>
            </a:extLst>
          </p:cNvPr>
          <p:cNvSpPr txBox="1"/>
          <p:nvPr/>
        </p:nvSpPr>
        <p:spPr bwMode="auto">
          <a:xfrm>
            <a:off x="17263388" y="25357174"/>
            <a:ext cx="9485987" cy="1232582"/>
          </a:xfrm>
          <a:prstGeom prst="rect">
            <a:avLst/>
          </a:prstGeom>
          <a:noFill/>
          <a:ln w="9525" algn="ctr">
            <a:noFill/>
            <a:miter lim="800000"/>
            <a:headEnd/>
            <a:tailEnd/>
          </a:ln>
        </p:spPr>
        <p:txBody>
          <a:bodyPr wrap="square">
            <a:spAutoFit/>
          </a:bodyPr>
          <a:lstStyle/>
          <a:p>
            <a:pPr defTabSz="357708">
              <a:lnSpc>
                <a:spcPct val="140000"/>
              </a:lnSpc>
              <a:buClr>
                <a:schemeClr val="accent2"/>
              </a:buClr>
              <a:buSzPct val="75000"/>
            </a:pPr>
            <a:r>
              <a:rPr lang="en-GB" sz="2800" dirty="0">
                <a:latin typeface="ShellBook" panose="00000500000000000000" pitchFamily="2" charset="0"/>
              </a:rPr>
              <a:t>Example P50 Brent price in different demand scenarios</a:t>
            </a:r>
          </a:p>
          <a:p>
            <a:pPr defTabSz="357708">
              <a:lnSpc>
                <a:spcPct val="140000"/>
              </a:lnSpc>
              <a:buClr>
                <a:schemeClr val="accent2"/>
              </a:buClr>
              <a:buSzPct val="75000"/>
            </a:pPr>
            <a:r>
              <a:rPr lang="en-GB" sz="2800" dirty="0">
                <a:solidFill>
                  <a:schemeClr val="bg1">
                    <a:lumMod val="75000"/>
                  </a:schemeClr>
                </a:solidFill>
                <a:latin typeface="ShellBook" panose="00000500000000000000" pitchFamily="2" charset="0"/>
              </a:rPr>
              <a:t>$/b RT25</a:t>
            </a:r>
          </a:p>
        </p:txBody>
      </p:sp>
      <p:cxnSp>
        <p:nvCxnSpPr>
          <p:cNvPr id="169" name="Straight Connector 168">
            <a:extLst>
              <a:ext uri="{FF2B5EF4-FFF2-40B4-BE49-F238E27FC236}">
                <a16:creationId xmlns:a16="http://schemas.microsoft.com/office/drawing/2014/main" id="{E3E62CAD-C746-D465-E269-6FE7ADD76847}"/>
              </a:ext>
            </a:extLst>
          </p:cNvPr>
          <p:cNvCxnSpPr/>
          <p:nvPr>
            <p:custDataLst>
              <p:tags r:id="rId16"/>
            </p:custDataLst>
          </p:nvPr>
        </p:nvCxnSpPr>
        <p:spPr bwMode="auto">
          <a:xfrm>
            <a:off x="10469563" y="31719838"/>
            <a:ext cx="390525" cy="0"/>
          </a:xfrm>
          <a:prstGeom prst="line">
            <a:avLst/>
          </a:prstGeom>
          <a:ln w="3175" cap="flat" cmpd="sng" algn="ctr">
            <a:solidFill>
              <a:schemeClr val="tx1"/>
            </a:solidFill>
            <a:prstDash val="lgDash"/>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66" name="Straight Connector 165">
            <a:extLst>
              <a:ext uri="{FF2B5EF4-FFF2-40B4-BE49-F238E27FC236}">
                <a16:creationId xmlns:a16="http://schemas.microsoft.com/office/drawing/2014/main" id="{04FF5EA8-1402-6BB7-A072-D114D57B9D1C}"/>
              </a:ext>
            </a:extLst>
          </p:cNvPr>
          <p:cNvCxnSpPr/>
          <p:nvPr>
            <p:custDataLst>
              <p:tags r:id="rId17"/>
            </p:custDataLst>
          </p:nvPr>
        </p:nvCxnSpPr>
        <p:spPr bwMode="auto">
          <a:xfrm>
            <a:off x="13106400" y="27262138"/>
            <a:ext cx="390525" cy="0"/>
          </a:xfrm>
          <a:prstGeom prst="line">
            <a:avLst/>
          </a:prstGeom>
          <a:ln w="3175" cap="flat" cmpd="sng" algn="ctr">
            <a:solidFill>
              <a:schemeClr val="tx1"/>
            </a:solidFill>
            <a:prstDash val="lgDash"/>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67" name="Straight Connector 166">
            <a:extLst>
              <a:ext uri="{FF2B5EF4-FFF2-40B4-BE49-F238E27FC236}">
                <a16:creationId xmlns:a16="http://schemas.microsoft.com/office/drawing/2014/main" id="{4E134078-1422-5777-50BF-1C69F157AAF9}"/>
              </a:ext>
            </a:extLst>
          </p:cNvPr>
          <p:cNvCxnSpPr/>
          <p:nvPr>
            <p:custDataLst>
              <p:tags r:id="rId18"/>
            </p:custDataLst>
          </p:nvPr>
        </p:nvCxnSpPr>
        <p:spPr bwMode="auto">
          <a:xfrm>
            <a:off x="12228513" y="28200350"/>
            <a:ext cx="388938" cy="0"/>
          </a:xfrm>
          <a:prstGeom prst="line">
            <a:avLst/>
          </a:prstGeom>
          <a:ln w="3175" cap="flat" cmpd="sng" algn="ctr">
            <a:solidFill>
              <a:schemeClr val="tx1"/>
            </a:solidFill>
            <a:prstDash val="lgDash"/>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68" name="Straight Connector 167">
            <a:extLst>
              <a:ext uri="{FF2B5EF4-FFF2-40B4-BE49-F238E27FC236}">
                <a16:creationId xmlns:a16="http://schemas.microsoft.com/office/drawing/2014/main" id="{8BBEC037-065E-9B83-35EE-8F6AC44E6CCE}"/>
              </a:ext>
            </a:extLst>
          </p:cNvPr>
          <p:cNvCxnSpPr/>
          <p:nvPr>
            <p:custDataLst>
              <p:tags r:id="rId19"/>
            </p:custDataLst>
          </p:nvPr>
        </p:nvCxnSpPr>
        <p:spPr bwMode="auto">
          <a:xfrm>
            <a:off x="11349038" y="30926088"/>
            <a:ext cx="390525" cy="0"/>
          </a:xfrm>
          <a:prstGeom prst="line">
            <a:avLst/>
          </a:prstGeom>
          <a:ln w="3175" cap="flat" cmpd="sng" algn="ctr">
            <a:solidFill>
              <a:schemeClr val="tx1"/>
            </a:solidFill>
            <a:prstDash val="lgDash"/>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70" name="Straight Connector 169">
            <a:extLst>
              <a:ext uri="{FF2B5EF4-FFF2-40B4-BE49-F238E27FC236}">
                <a16:creationId xmlns:a16="http://schemas.microsoft.com/office/drawing/2014/main" id="{E44791FB-49C0-5693-203C-559BAB6EE911}"/>
              </a:ext>
            </a:extLst>
          </p:cNvPr>
          <p:cNvCxnSpPr/>
          <p:nvPr>
            <p:custDataLst>
              <p:tags r:id="rId20"/>
            </p:custDataLst>
          </p:nvPr>
        </p:nvCxnSpPr>
        <p:spPr bwMode="auto">
          <a:xfrm>
            <a:off x="9591675" y="27217688"/>
            <a:ext cx="388938" cy="0"/>
          </a:xfrm>
          <a:prstGeom prst="line">
            <a:avLst/>
          </a:prstGeom>
          <a:ln w="3175" cap="flat" cmpd="sng" algn="ctr">
            <a:solidFill>
              <a:schemeClr val="tx1"/>
            </a:solidFill>
            <a:prstDash val="lgDash"/>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71" name="Straight Connector 170">
            <a:extLst>
              <a:ext uri="{FF2B5EF4-FFF2-40B4-BE49-F238E27FC236}">
                <a16:creationId xmlns:a16="http://schemas.microsoft.com/office/drawing/2014/main" id="{8C6632CC-4F54-DD58-02E9-CBD2DAEF47DF}"/>
              </a:ext>
            </a:extLst>
          </p:cNvPr>
          <p:cNvCxnSpPr/>
          <p:nvPr>
            <p:custDataLst>
              <p:tags r:id="rId21"/>
            </p:custDataLst>
          </p:nvPr>
        </p:nvCxnSpPr>
        <p:spPr bwMode="auto">
          <a:xfrm>
            <a:off x="8712200" y="27401838"/>
            <a:ext cx="390525" cy="0"/>
          </a:xfrm>
          <a:prstGeom prst="line">
            <a:avLst/>
          </a:prstGeom>
          <a:ln w="3175" cap="flat" cmpd="sng" algn="ctr">
            <a:solidFill>
              <a:schemeClr val="tx1"/>
            </a:solidFill>
            <a:prstDash val="lgDash"/>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72" name="Straight Connector 171">
            <a:extLst>
              <a:ext uri="{FF2B5EF4-FFF2-40B4-BE49-F238E27FC236}">
                <a16:creationId xmlns:a16="http://schemas.microsoft.com/office/drawing/2014/main" id="{A8C2EA23-2124-EDAB-2802-610455CE5438}"/>
              </a:ext>
            </a:extLst>
          </p:cNvPr>
          <p:cNvCxnSpPr/>
          <p:nvPr>
            <p:custDataLst>
              <p:tags r:id="rId22"/>
            </p:custDataLst>
          </p:nvPr>
        </p:nvCxnSpPr>
        <p:spPr bwMode="auto">
          <a:xfrm>
            <a:off x="7834313" y="27843163"/>
            <a:ext cx="388938" cy="0"/>
          </a:xfrm>
          <a:prstGeom prst="line">
            <a:avLst/>
          </a:prstGeom>
          <a:ln w="3175" cap="flat" cmpd="sng" algn="ctr">
            <a:solidFill>
              <a:schemeClr val="tx1"/>
            </a:solidFill>
            <a:prstDash val="lgDash"/>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74" name="Straight Connector 173">
            <a:extLst>
              <a:ext uri="{FF2B5EF4-FFF2-40B4-BE49-F238E27FC236}">
                <a16:creationId xmlns:a16="http://schemas.microsoft.com/office/drawing/2014/main" id="{3991DFFB-3F3E-EFE1-FDFD-4745762A7E55}"/>
              </a:ext>
            </a:extLst>
          </p:cNvPr>
          <p:cNvCxnSpPr/>
          <p:nvPr>
            <p:custDataLst>
              <p:tags r:id="rId23"/>
            </p:custDataLst>
          </p:nvPr>
        </p:nvCxnSpPr>
        <p:spPr bwMode="auto">
          <a:xfrm>
            <a:off x="6954838" y="28584525"/>
            <a:ext cx="390525" cy="0"/>
          </a:xfrm>
          <a:prstGeom prst="line">
            <a:avLst/>
          </a:prstGeom>
          <a:ln w="3175" cap="flat" cmpd="sng" algn="ctr">
            <a:solidFill>
              <a:schemeClr val="tx1"/>
            </a:solidFill>
            <a:prstDash val="lgDash"/>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75" name="Straight Connector 174">
            <a:extLst>
              <a:ext uri="{FF2B5EF4-FFF2-40B4-BE49-F238E27FC236}">
                <a16:creationId xmlns:a16="http://schemas.microsoft.com/office/drawing/2014/main" id="{0278B418-AD7E-6352-FA90-634D61C5980A}"/>
              </a:ext>
            </a:extLst>
          </p:cNvPr>
          <p:cNvCxnSpPr/>
          <p:nvPr>
            <p:custDataLst>
              <p:tags r:id="rId24"/>
            </p:custDataLst>
          </p:nvPr>
        </p:nvCxnSpPr>
        <p:spPr bwMode="auto">
          <a:xfrm>
            <a:off x="6075363" y="27124025"/>
            <a:ext cx="390525" cy="0"/>
          </a:xfrm>
          <a:prstGeom prst="line">
            <a:avLst/>
          </a:prstGeom>
          <a:ln w="3175" cap="flat" cmpd="sng" algn="ctr">
            <a:solidFill>
              <a:schemeClr val="tx1"/>
            </a:solidFill>
            <a:prstDash val="lgDash"/>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77" name="Straight Connector 176">
            <a:extLst>
              <a:ext uri="{FF2B5EF4-FFF2-40B4-BE49-F238E27FC236}">
                <a16:creationId xmlns:a16="http://schemas.microsoft.com/office/drawing/2014/main" id="{37F8C511-C4A8-04D3-05A4-0B97CA387D57}"/>
              </a:ext>
            </a:extLst>
          </p:cNvPr>
          <p:cNvCxnSpPr/>
          <p:nvPr>
            <p:custDataLst>
              <p:tags r:id="rId25"/>
            </p:custDataLst>
          </p:nvPr>
        </p:nvCxnSpPr>
        <p:spPr bwMode="auto">
          <a:xfrm>
            <a:off x="5197475" y="27219275"/>
            <a:ext cx="388938" cy="0"/>
          </a:xfrm>
          <a:prstGeom prst="line">
            <a:avLst/>
          </a:prstGeom>
          <a:ln w="3175" cap="flat" cmpd="sng" algn="ctr">
            <a:solidFill>
              <a:schemeClr val="tx1"/>
            </a:solidFill>
            <a:prstDash val="lgDash"/>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76" name="Straight Connector 175">
            <a:extLst>
              <a:ext uri="{FF2B5EF4-FFF2-40B4-BE49-F238E27FC236}">
                <a16:creationId xmlns:a16="http://schemas.microsoft.com/office/drawing/2014/main" id="{02EE4448-36DB-43E9-6F2D-BB48618E3CB1}"/>
              </a:ext>
            </a:extLst>
          </p:cNvPr>
          <p:cNvCxnSpPr>
            <a:cxnSpLocks/>
          </p:cNvCxnSpPr>
          <p:nvPr>
            <p:custDataLst>
              <p:tags r:id="rId26"/>
            </p:custDataLst>
          </p:nvPr>
        </p:nvCxnSpPr>
        <p:spPr bwMode="auto">
          <a:xfrm>
            <a:off x="4318000" y="27568525"/>
            <a:ext cx="390525" cy="0"/>
          </a:xfrm>
          <a:prstGeom prst="line">
            <a:avLst/>
          </a:prstGeom>
          <a:ln w="3175" cap="flat" cmpd="sng" algn="ctr">
            <a:solidFill>
              <a:schemeClr val="tx1"/>
            </a:solidFill>
            <a:prstDash val="lgDash"/>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65" name="Straight Connector 164">
            <a:extLst>
              <a:ext uri="{FF2B5EF4-FFF2-40B4-BE49-F238E27FC236}">
                <a16:creationId xmlns:a16="http://schemas.microsoft.com/office/drawing/2014/main" id="{5BE7A1DA-AB88-2256-426C-2DBCF3F25EEE}"/>
              </a:ext>
            </a:extLst>
          </p:cNvPr>
          <p:cNvCxnSpPr/>
          <p:nvPr>
            <p:custDataLst>
              <p:tags r:id="rId27"/>
            </p:custDataLst>
          </p:nvPr>
        </p:nvCxnSpPr>
        <p:spPr bwMode="auto">
          <a:xfrm>
            <a:off x="3438525" y="29905325"/>
            <a:ext cx="390525" cy="0"/>
          </a:xfrm>
          <a:prstGeom prst="line">
            <a:avLst/>
          </a:prstGeom>
          <a:ln w="3175" cap="flat" cmpd="sng" algn="ctr">
            <a:solidFill>
              <a:schemeClr val="tx1"/>
            </a:solidFill>
            <a:prstDash val="lgDash"/>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73" name="Straight Connector 172">
            <a:extLst>
              <a:ext uri="{FF2B5EF4-FFF2-40B4-BE49-F238E27FC236}">
                <a16:creationId xmlns:a16="http://schemas.microsoft.com/office/drawing/2014/main" id="{50DE9547-4963-59A8-D746-FF5617C38133}"/>
              </a:ext>
            </a:extLst>
          </p:cNvPr>
          <p:cNvCxnSpPr/>
          <p:nvPr>
            <p:custDataLst>
              <p:tags r:id="rId28"/>
            </p:custDataLst>
          </p:nvPr>
        </p:nvCxnSpPr>
        <p:spPr bwMode="auto">
          <a:xfrm>
            <a:off x="2560638" y="27797125"/>
            <a:ext cx="388938" cy="0"/>
          </a:xfrm>
          <a:prstGeom prst="line">
            <a:avLst/>
          </a:prstGeom>
          <a:ln w="3175" cap="flat" cmpd="sng" algn="ctr">
            <a:solidFill>
              <a:schemeClr val="tx1"/>
            </a:solidFill>
            <a:prstDash val="lgDash"/>
            <a:round/>
            <a:headEnd type="none" w="med" len="med"/>
            <a:tailEnd type="none" w="med" len="med"/>
          </a:ln>
          <a:effectLst/>
        </p:spPr>
        <p:style>
          <a:lnRef idx="1">
            <a:schemeClr val="dk1"/>
          </a:lnRef>
          <a:fillRef idx="0">
            <a:schemeClr val="dk1"/>
          </a:fillRef>
          <a:effectRef idx="0">
            <a:schemeClr val="dk1"/>
          </a:effectRef>
          <a:fontRef idx="minor">
            <a:schemeClr val="tx1"/>
          </a:fontRef>
        </p:style>
      </p:cxnSp>
      <p:graphicFrame>
        <p:nvGraphicFramePr>
          <p:cNvPr id="140" name="Chart 139">
            <a:extLst>
              <a:ext uri="{FF2B5EF4-FFF2-40B4-BE49-F238E27FC236}">
                <a16:creationId xmlns:a16="http://schemas.microsoft.com/office/drawing/2014/main" id="{940B45D0-3293-C00C-B005-54BA5B16E9A7}"/>
              </a:ext>
            </a:extLst>
          </p:cNvPr>
          <p:cNvGraphicFramePr/>
          <p:nvPr>
            <p:custDataLst>
              <p:tags r:id="rId29"/>
            </p:custDataLst>
            <p:extLst>
              <p:ext uri="{D42A27DB-BD31-4B8C-83A1-F6EECF244321}">
                <p14:modId xmlns:p14="http://schemas.microsoft.com/office/powerpoint/2010/main" val="828554785"/>
              </p:ext>
            </p:extLst>
          </p:nvPr>
        </p:nvGraphicFramePr>
        <p:xfrm>
          <a:off x="1793875" y="26695400"/>
          <a:ext cx="12469813" cy="5734050"/>
        </p:xfrm>
        <a:graphic>
          <a:graphicData uri="http://schemas.openxmlformats.org/drawingml/2006/chart">
            <c:chart xmlns:c="http://schemas.openxmlformats.org/drawingml/2006/chart" xmlns:r="http://schemas.openxmlformats.org/officeDocument/2006/relationships" r:id="rId84"/>
          </a:graphicData>
        </a:graphic>
      </p:graphicFrame>
      <p:sp useBgFill="1">
        <p:nvSpPr>
          <p:cNvPr id="136" name="Freeform: Shape 135">
            <a:extLst>
              <a:ext uri="{FF2B5EF4-FFF2-40B4-BE49-F238E27FC236}">
                <a16:creationId xmlns:a16="http://schemas.microsoft.com/office/drawing/2014/main" id="{22BBD0B3-C4C4-2888-32FD-8B7B88ED5505}"/>
              </a:ext>
            </a:extLst>
          </p:cNvPr>
          <p:cNvSpPr/>
          <p:nvPr>
            <p:custDataLst>
              <p:tags r:id="rId30"/>
            </p:custDataLst>
          </p:nvPr>
        </p:nvSpPr>
        <p:spPr bwMode="auto">
          <a:xfrm>
            <a:off x="1993900" y="31746825"/>
            <a:ext cx="644526" cy="230189"/>
          </a:xfrm>
          <a:custGeom>
            <a:avLst/>
            <a:gdLst/>
            <a:ahLst/>
            <a:cxnLst/>
            <a:rect l="0" t="0" r="0" b="0"/>
            <a:pathLst>
              <a:path w="644526" h="230189">
                <a:moveTo>
                  <a:pt x="0" y="173038"/>
                </a:moveTo>
                <a:lnTo>
                  <a:pt x="644525" y="0"/>
                </a:lnTo>
                <a:lnTo>
                  <a:pt x="644525" y="57150"/>
                </a:lnTo>
                <a:lnTo>
                  <a:pt x="0" y="230188"/>
                </a:lnTo>
                <a:close/>
              </a:path>
            </a:pathLst>
          </a:cu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useBgFill="1">
        <p:nvSpPr>
          <p:cNvPr id="139" name="Freeform: Shape 138">
            <a:extLst>
              <a:ext uri="{FF2B5EF4-FFF2-40B4-BE49-F238E27FC236}">
                <a16:creationId xmlns:a16="http://schemas.microsoft.com/office/drawing/2014/main" id="{1B580F6C-2E85-1342-D4B8-DC77EF99B39F}"/>
              </a:ext>
            </a:extLst>
          </p:cNvPr>
          <p:cNvSpPr/>
          <p:nvPr>
            <p:custDataLst>
              <p:tags r:id="rId31"/>
            </p:custDataLst>
          </p:nvPr>
        </p:nvSpPr>
        <p:spPr bwMode="auto">
          <a:xfrm>
            <a:off x="13419138" y="31746825"/>
            <a:ext cx="644526" cy="230189"/>
          </a:xfrm>
          <a:custGeom>
            <a:avLst/>
            <a:gdLst/>
            <a:ahLst/>
            <a:cxnLst/>
            <a:rect l="0" t="0" r="0" b="0"/>
            <a:pathLst>
              <a:path w="644526" h="230189">
                <a:moveTo>
                  <a:pt x="0" y="173038"/>
                </a:moveTo>
                <a:lnTo>
                  <a:pt x="644525" y="0"/>
                </a:lnTo>
                <a:lnTo>
                  <a:pt x="644525" y="57150"/>
                </a:lnTo>
                <a:lnTo>
                  <a:pt x="0" y="230188"/>
                </a:lnTo>
                <a:close/>
              </a:path>
            </a:pathLst>
          </a:cu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4" name="Freeform: Shape 133">
            <a:extLst>
              <a:ext uri="{FF2B5EF4-FFF2-40B4-BE49-F238E27FC236}">
                <a16:creationId xmlns:a16="http://schemas.microsoft.com/office/drawing/2014/main" id="{B5DF53E2-1F64-E409-C1E3-1DEE1EAEF248}"/>
              </a:ext>
            </a:extLst>
          </p:cNvPr>
          <p:cNvSpPr/>
          <p:nvPr>
            <p:custDataLst>
              <p:tags r:id="rId32"/>
            </p:custDataLst>
          </p:nvPr>
        </p:nvSpPr>
        <p:spPr bwMode="auto">
          <a:xfrm>
            <a:off x="1993900" y="31746825"/>
            <a:ext cx="644526" cy="173039"/>
          </a:xfrm>
          <a:custGeom>
            <a:avLst/>
            <a:gdLst/>
            <a:ahLst/>
            <a:cxnLst/>
            <a:rect l="0" t="0" r="0" b="0"/>
            <a:pathLst>
              <a:path w="644526" h="173039">
                <a:moveTo>
                  <a:pt x="0" y="173038"/>
                </a:moveTo>
                <a:lnTo>
                  <a:pt x="644525" y="0"/>
                </a:lnTo>
              </a:path>
            </a:pathLst>
          </a:custGeom>
          <a:ln w="9525" cap="flat" cmpd="sng" algn="ctr">
            <a:solidFill>
              <a:schemeClr val="tx1"/>
            </a:solidFill>
            <a:prstDash val="solid"/>
            <a:round/>
            <a:headEnd type="none" w="med" len="med"/>
            <a:tailEnd type="none" w="med" len="med"/>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35" name="Freeform: Shape 134">
            <a:extLst>
              <a:ext uri="{FF2B5EF4-FFF2-40B4-BE49-F238E27FC236}">
                <a16:creationId xmlns:a16="http://schemas.microsoft.com/office/drawing/2014/main" id="{EA19FE02-A93A-86A5-D94A-530610FFFD52}"/>
              </a:ext>
            </a:extLst>
          </p:cNvPr>
          <p:cNvSpPr/>
          <p:nvPr>
            <p:custDataLst>
              <p:tags r:id="rId33"/>
            </p:custDataLst>
          </p:nvPr>
        </p:nvSpPr>
        <p:spPr bwMode="auto">
          <a:xfrm>
            <a:off x="1993900" y="31803975"/>
            <a:ext cx="644526" cy="173039"/>
          </a:xfrm>
          <a:custGeom>
            <a:avLst/>
            <a:gdLst/>
            <a:ahLst/>
            <a:cxnLst/>
            <a:rect l="0" t="0" r="0" b="0"/>
            <a:pathLst>
              <a:path w="644526" h="173039">
                <a:moveTo>
                  <a:pt x="0" y="173038"/>
                </a:moveTo>
                <a:lnTo>
                  <a:pt x="644525" y="0"/>
                </a:lnTo>
              </a:path>
            </a:pathLst>
          </a:custGeom>
          <a:ln w="9525" cap="flat" cmpd="sng" algn="ctr">
            <a:solidFill>
              <a:schemeClr val="tx1"/>
            </a:solidFill>
            <a:prstDash val="solid"/>
            <a:round/>
            <a:headEnd type="none" w="med" len="med"/>
            <a:tailEnd type="none" w="med" len="med"/>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37" name="Freeform: Shape 136">
            <a:extLst>
              <a:ext uri="{FF2B5EF4-FFF2-40B4-BE49-F238E27FC236}">
                <a16:creationId xmlns:a16="http://schemas.microsoft.com/office/drawing/2014/main" id="{E3579A39-7D1B-D469-1E99-62A29F8C4ED2}"/>
              </a:ext>
            </a:extLst>
          </p:cNvPr>
          <p:cNvSpPr/>
          <p:nvPr>
            <p:custDataLst>
              <p:tags r:id="rId34"/>
            </p:custDataLst>
          </p:nvPr>
        </p:nvSpPr>
        <p:spPr bwMode="auto">
          <a:xfrm>
            <a:off x="13419138" y="31746825"/>
            <a:ext cx="644526" cy="173039"/>
          </a:xfrm>
          <a:custGeom>
            <a:avLst/>
            <a:gdLst/>
            <a:ahLst/>
            <a:cxnLst/>
            <a:rect l="0" t="0" r="0" b="0"/>
            <a:pathLst>
              <a:path w="644526" h="173039">
                <a:moveTo>
                  <a:pt x="0" y="173038"/>
                </a:moveTo>
                <a:lnTo>
                  <a:pt x="644525" y="0"/>
                </a:lnTo>
              </a:path>
            </a:pathLst>
          </a:custGeom>
          <a:ln w="9525" cap="flat" cmpd="sng" algn="ctr">
            <a:solidFill>
              <a:schemeClr val="tx1"/>
            </a:solidFill>
            <a:prstDash val="solid"/>
            <a:round/>
            <a:headEnd type="none" w="med" len="med"/>
            <a:tailEnd type="none" w="med" len="med"/>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38" name="Freeform: Shape 137">
            <a:extLst>
              <a:ext uri="{FF2B5EF4-FFF2-40B4-BE49-F238E27FC236}">
                <a16:creationId xmlns:a16="http://schemas.microsoft.com/office/drawing/2014/main" id="{CA5EB9BD-7097-6D83-0FE0-DA15F5041BE8}"/>
              </a:ext>
            </a:extLst>
          </p:cNvPr>
          <p:cNvSpPr/>
          <p:nvPr>
            <p:custDataLst>
              <p:tags r:id="rId35"/>
            </p:custDataLst>
          </p:nvPr>
        </p:nvSpPr>
        <p:spPr bwMode="auto">
          <a:xfrm>
            <a:off x="13419138" y="31803975"/>
            <a:ext cx="644526" cy="173039"/>
          </a:xfrm>
          <a:custGeom>
            <a:avLst/>
            <a:gdLst/>
            <a:ahLst/>
            <a:cxnLst/>
            <a:rect l="0" t="0" r="0" b="0"/>
            <a:pathLst>
              <a:path w="644526" h="173039">
                <a:moveTo>
                  <a:pt x="0" y="173038"/>
                </a:moveTo>
                <a:lnTo>
                  <a:pt x="644525" y="0"/>
                </a:lnTo>
              </a:path>
            </a:pathLst>
          </a:custGeom>
          <a:ln w="9525" cap="flat" cmpd="sng" algn="ctr">
            <a:solidFill>
              <a:schemeClr val="tx1"/>
            </a:solidFill>
            <a:prstDash val="solid"/>
            <a:round/>
            <a:headEnd type="none" w="med" len="med"/>
            <a:tailEnd type="none" w="med" len="med"/>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cxnSp>
        <p:nvCxnSpPr>
          <p:cNvPr id="190" name="Straight Connector 189">
            <a:extLst>
              <a:ext uri="{FF2B5EF4-FFF2-40B4-BE49-F238E27FC236}">
                <a16:creationId xmlns:a16="http://schemas.microsoft.com/office/drawing/2014/main" id="{CA8A56DA-E744-016D-D150-EBDC875056C8}"/>
              </a:ext>
            </a:extLst>
          </p:cNvPr>
          <p:cNvCxnSpPr/>
          <p:nvPr>
            <p:custDataLst>
              <p:tags r:id="rId36"/>
            </p:custDataLst>
          </p:nvPr>
        </p:nvCxnSpPr>
        <p:spPr bwMode="auto">
          <a:xfrm flipV="1">
            <a:off x="5830888" y="27120850"/>
            <a:ext cx="0" cy="2787650"/>
          </a:xfrm>
          <a:prstGeom prst="line">
            <a:avLst/>
          </a:prstGeom>
          <a:ln w="28575" cap="flat" cmpd="sng" algn="ctr">
            <a:solidFill>
              <a:schemeClr val="tx1"/>
            </a:solidFill>
            <a:prstDash val="solid"/>
            <a:round/>
            <a:headEnd type="none" w="med" len="med"/>
            <a:tailEnd type="triangle" w="med" len="med"/>
          </a:ln>
          <a:effectLst/>
        </p:spPr>
        <p:style>
          <a:lnRef idx="1">
            <a:schemeClr val="dk1"/>
          </a:lnRef>
          <a:fillRef idx="0">
            <a:schemeClr val="dk1"/>
          </a:fillRef>
          <a:effectRef idx="0">
            <a:schemeClr val="dk1"/>
          </a:effectRef>
          <a:fontRef idx="minor">
            <a:schemeClr val="tx1"/>
          </a:fontRef>
        </p:style>
      </p:cxnSp>
      <p:cxnSp>
        <p:nvCxnSpPr>
          <p:cNvPr id="192" name="Straight Connector 191">
            <a:extLst>
              <a:ext uri="{FF2B5EF4-FFF2-40B4-BE49-F238E27FC236}">
                <a16:creationId xmlns:a16="http://schemas.microsoft.com/office/drawing/2014/main" id="{6CBFDFED-5F46-85B2-5F84-5E186AD9625D}"/>
              </a:ext>
            </a:extLst>
          </p:cNvPr>
          <p:cNvCxnSpPr/>
          <p:nvPr>
            <p:custDataLst>
              <p:tags r:id="rId37"/>
            </p:custDataLst>
          </p:nvPr>
        </p:nvCxnSpPr>
        <p:spPr bwMode="auto">
          <a:xfrm>
            <a:off x="6956425" y="27124025"/>
            <a:ext cx="2433638" cy="0"/>
          </a:xfrm>
          <a:prstGeom prst="line">
            <a:avLst/>
          </a:prstGeom>
          <a:ln w="6350" cap="flat" cmpd="sng" algn="ctr">
            <a:solidFill>
              <a:schemeClr val="tx1"/>
            </a:solidFill>
            <a:prstDash val="dash"/>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3" name="Straight Connector 192">
            <a:extLst>
              <a:ext uri="{FF2B5EF4-FFF2-40B4-BE49-F238E27FC236}">
                <a16:creationId xmlns:a16="http://schemas.microsoft.com/office/drawing/2014/main" id="{EF0E7D11-FAEB-6A81-AEEA-1861FAB4B401}"/>
              </a:ext>
            </a:extLst>
          </p:cNvPr>
          <p:cNvCxnSpPr>
            <a:cxnSpLocks/>
          </p:cNvCxnSpPr>
          <p:nvPr>
            <p:custDataLst>
              <p:tags r:id="rId38"/>
            </p:custDataLst>
          </p:nvPr>
        </p:nvCxnSpPr>
        <p:spPr bwMode="auto">
          <a:xfrm>
            <a:off x="9347200" y="27120850"/>
            <a:ext cx="0" cy="100013"/>
          </a:xfrm>
          <a:prstGeom prst="line">
            <a:avLst/>
          </a:prstGeom>
          <a:ln w="28575" cap="flat" cmpd="sng" algn="ctr">
            <a:solidFill>
              <a:schemeClr val="tx1"/>
            </a:solidFill>
            <a:prstDash val="solid"/>
            <a:round/>
            <a:headEnd type="none" w="med" len="med"/>
            <a:tailEnd type="triangle" w="med" len="med"/>
          </a:ln>
          <a:effectLst/>
        </p:spPr>
        <p:style>
          <a:lnRef idx="1">
            <a:schemeClr val="dk1"/>
          </a:lnRef>
          <a:fillRef idx="0">
            <a:schemeClr val="dk1"/>
          </a:fillRef>
          <a:effectRef idx="0">
            <a:schemeClr val="dk1"/>
          </a:effectRef>
          <a:fontRef idx="minor">
            <a:schemeClr val="tx1"/>
          </a:fontRef>
        </p:style>
      </p:cxnSp>
      <p:cxnSp>
        <p:nvCxnSpPr>
          <p:cNvPr id="187" name="Straight Connector 186">
            <a:extLst>
              <a:ext uri="{FF2B5EF4-FFF2-40B4-BE49-F238E27FC236}">
                <a16:creationId xmlns:a16="http://schemas.microsoft.com/office/drawing/2014/main" id="{2D622B72-CEB1-4061-E7F1-928EBD76843F}"/>
              </a:ext>
            </a:extLst>
          </p:cNvPr>
          <p:cNvCxnSpPr/>
          <p:nvPr>
            <p:custDataLst>
              <p:tags r:id="rId39"/>
            </p:custDataLst>
          </p:nvPr>
        </p:nvCxnSpPr>
        <p:spPr bwMode="auto">
          <a:xfrm>
            <a:off x="7834313" y="28584525"/>
            <a:ext cx="1555750" cy="0"/>
          </a:xfrm>
          <a:prstGeom prst="line">
            <a:avLst/>
          </a:prstGeom>
          <a:ln w="6350" cap="flat" cmpd="sng" algn="ctr">
            <a:solidFill>
              <a:schemeClr val="tx1"/>
            </a:solidFill>
            <a:prstDash val="dash"/>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42" name="Straight Connector 241">
            <a:extLst>
              <a:ext uri="{FF2B5EF4-FFF2-40B4-BE49-F238E27FC236}">
                <a16:creationId xmlns:a16="http://schemas.microsoft.com/office/drawing/2014/main" id="{2DF4FC1E-EBEE-D9FE-F79C-290AA0208E0C}"/>
              </a:ext>
            </a:extLst>
          </p:cNvPr>
          <p:cNvCxnSpPr/>
          <p:nvPr>
            <p:custDataLst>
              <p:tags r:id="rId40"/>
            </p:custDataLst>
          </p:nvPr>
        </p:nvCxnSpPr>
        <p:spPr bwMode="auto">
          <a:xfrm flipV="1">
            <a:off x="9347200" y="27214513"/>
            <a:ext cx="0" cy="1373188"/>
          </a:xfrm>
          <a:prstGeom prst="line">
            <a:avLst/>
          </a:prstGeom>
          <a:ln w="28575" cap="flat" cmpd="sng" algn="ctr">
            <a:solidFill>
              <a:schemeClr val="tx1"/>
            </a:solidFill>
            <a:prstDash val="solid"/>
            <a:round/>
            <a:headEnd type="none" w="med" len="med"/>
            <a:tailEnd type="triangle" w="med" len="med"/>
          </a:ln>
          <a:effectLst/>
        </p:spPr>
        <p:style>
          <a:lnRef idx="1">
            <a:schemeClr val="dk1"/>
          </a:lnRef>
          <a:fillRef idx="0">
            <a:schemeClr val="dk1"/>
          </a:fillRef>
          <a:effectRef idx="0">
            <a:schemeClr val="dk1"/>
          </a:effectRef>
          <a:fontRef idx="minor">
            <a:schemeClr val="tx1"/>
          </a:fontRef>
        </p:style>
      </p:cxnSp>
      <p:cxnSp>
        <p:nvCxnSpPr>
          <p:cNvPr id="185" name="Straight Connector 184">
            <a:extLst>
              <a:ext uri="{FF2B5EF4-FFF2-40B4-BE49-F238E27FC236}">
                <a16:creationId xmlns:a16="http://schemas.microsoft.com/office/drawing/2014/main" id="{4059722E-36DD-ED2E-D331-269C35A93DE5}"/>
              </a:ext>
            </a:extLst>
          </p:cNvPr>
          <p:cNvCxnSpPr/>
          <p:nvPr>
            <p:custDataLst>
              <p:tags r:id="rId41"/>
            </p:custDataLst>
          </p:nvPr>
        </p:nvCxnSpPr>
        <p:spPr bwMode="auto">
          <a:xfrm>
            <a:off x="11349038" y="31719838"/>
            <a:ext cx="1555750" cy="0"/>
          </a:xfrm>
          <a:prstGeom prst="line">
            <a:avLst/>
          </a:prstGeom>
          <a:ln w="6350" cap="flat" cmpd="sng" algn="ctr">
            <a:solidFill>
              <a:schemeClr val="tx1"/>
            </a:solidFill>
            <a:prstDash val="dash"/>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6" name="Straight Connector 185">
            <a:extLst>
              <a:ext uri="{FF2B5EF4-FFF2-40B4-BE49-F238E27FC236}">
                <a16:creationId xmlns:a16="http://schemas.microsoft.com/office/drawing/2014/main" id="{9192D5A2-D4EE-6877-3EEA-4895CAFDB7FC}"/>
              </a:ext>
            </a:extLst>
          </p:cNvPr>
          <p:cNvCxnSpPr>
            <a:cxnSpLocks/>
          </p:cNvCxnSpPr>
          <p:nvPr>
            <p:custDataLst>
              <p:tags r:id="rId42"/>
            </p:custDataLst>
          </p:nvPr>
        </p:nvCxnSpPr>
        <p:spPr bwMode="auto">
          <a:xfrm flipV="1">
            <a:off x="12861925" y="27944763"/>
            <a:ext cx="0" cy="3778250"/>
          </a:xfrm>
          <a:prstGeom prst="line">
            <a:avLst/>
          </a:prstGeom>
          <a:ln w="28575"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9" name="Straight Connector 188">
            <a:extLst>
              <a:ext uri="{FF2B5EF4-FFF2-40B4-BE49-F238E27FC236}">
                <a16:creationId xmlns:a16="http://schemas.microsoft.com/office/drawing/2014/main" id="{FDA6E427-136B-8574-B96D-B3CF984BB184}"/>
              </a:ext>
            </a:extLst>
          </p:cNvPr>
          <p:cNvCxnSpPr/>
          <p:nvPr>
            <p:custDataLst>
              <p:tags r:id="rId43"/>
            </p:custDataLst>
          </p:nvPr>
        </p:nvCxnSpPr>
        <p:spPr bwMode="auto">
          <a:xfrm flipV="1">
            <a:off x="12861925" y="27258963"/>
            <a:ext cx="0" cy="258763"/>
          </a:xfrm>
          <a:prstGeom prst="line">
            <a:avLst/>
          </a:prstGeom>
          <a:ln w="28575" cap="flat" cmpd="sng" algn="ctr">
            <a:solidFill>
              <a:schemeClr val="tx1"/>
            </a:solidFill>
            <a:prstDash val="solid"/>
            <a:round/>
            <a:headEnd type="none" w="med" len="med"/>
            <a:tailEnd type="triangle" w="med" len="med"/>
          </a:ln>
          <a:effectLst/>
        </p:spPr>
        <p:style>
          <a:lnRef idx="1">
            <a:schemeClr val="dk1"/>
          </a:lnRef>
          <a:fillRef idx="0">
            <a:schemeClr val="dk1"/>
          </a:fillRef>
          <a:effectRef idx="0">
            <a:schemeClr val="dk1"/>
          </a:effectRef>
          <a:fontRef idx="minor">
            <a:schemeClr val="tx1"/>
          </a:fontRef>
        </p:style>
      </p:cxnSp>
      <p:cxnSp>
        <p:nvCxnSpPr>
          <p:cNvPr id="191" name="Straight Connector 190">
            <a:extLst>
              <a:ext uri="{FF2B5EF4-FFF2-40B4-BE49-F238E27FC236}">
                <a16:creationId xmlns:a16="http://schemas.microsoft.com/office/drawing/2014/main" id="{1ACB955C-AE1E-ACD3-6296-0E14051A8B40}"/>
              </a:ext>
            </a:extLst>
          </p:cNvPr>
          <p:cNvCxnSpPr/>
          <p:nvPr>
            <p:custDataLst>
              <p:tags r:id="rId44"/>
            </p:custDataLst>
          </p:nvPr>
        </p:nvCxnSpPr>
        <p:spPr bwMode="auto">
          <a:xfrm>
            <a:off x="4318000" y="29905325"/>
            <a:ext cx="1555750" cy="0"/>
          </a:xfrm>
          <a:prstGeom prst="line">
            <a:avLst/>
          </a:prstGeom>
          <a:ln w="6350" cap="flat" cmpd="sng" algn="ctr">
            <a:solidFill>
              <a:schemeClr val="tx1"/>
            </a:solidFill>
            <a:prstDash val="dash"/>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6" name="Straight Connector 195">
            <a:extLst>
              <a:ext uri="{FF2B5EF4-FFF2-40B4-BE49-F238E27FC236}">
                <a16:creationId xmlns:a16="http://schemas.microsoft.com/office/drawing/2014/main" id="{5FD8F6ED-FE0B-2B4C-3552-45E801A84EFA}"/>
              </a:ext>
            </a:extLst>
          </p:cNvPr>
          <p:cNvCxnSpPr/>
          <p:nvPr>
            <p:custDataLst>
              <p:tags r:id="rId45"/>
            </p:custDataLst>
          </p:nvPr>
        </p:nvCxnSpPr>
        <p:spPr bwMode="auto">
          <a:xfrm flipV="1">
            <a:off x="2316163" y="26619200"/>
            <a:ext cx="0" cy="687388"/>
          </a:xfrm>
          <a:prstGeom prst="line">
            <a:avLst/>
          </a:prstGeom>
          <a:ln w="12700"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4" name="Straight Connector 193">
            <a:extLst>
              <a:ext uri="{FF2B5EF4-FFF2-40B4-BE49-F238E27FC236}">
                <a16:creationId xmlns:a16="http://schemas.microsoft.com/office/drawing/2014/main" id="{16BBFF77-E3D9-222B-E298-AD8DDE27C9A2}"/>
              </a:ext>
            </a:extLst>
          </p:cNvPr>
          <p:cNvCxnSpPr/>
          <p:nvPr>
            <p:custDataLst>
              <p:tags r:id="rId46"/>
            </p:custDataLst>
          </p:nvPr>
        </p:nvCxnSpPr>
        <p:spPr bwMode="auto">
          <a:xfrm>
            <a:off x="2316163" y="26619200"/>
            <a:ext cx="11425238" cy="0"/>
          </a:xfrm>
          <a:prstGeom prst="line">
            <a:avLst/>
          </a:prstGeom>
          <a:ln w="12700"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5" name="Straight Connector 194">
            <a:extLst>
              <a:ext uri="{FF2B5EF4-FFF2-40B4-BE49-F238E27FC236}">
                <a16:creationId xmlns:a16="http://schemas.microsoft.com/office/drawing/2014/main" id="{6A5B22E6-CA8C-FFE3-2EAD-29D621770CCF}"/>
              </a:ext>
            </a:extLst>
          </p:cNvPr>
          <p:cNvCxnSpPr/>
          <p:nvPr>
            <p:custDataLst>
              <p:tags r:id="rId47"/>
            </p:custDataLst>
          </p:nvPr>
        </p:nvCxnSpPr>
        <p:spPr bwMode="auto">
          <a:xfrm>
            <a:off x="13741400" y="26619200"/>
            <a:ext cx="0" cy="152400"/>
          </a:xfrm>
          <a:prstGeom prst="line">
            <a:avLst/>
          </a:prstGeom>
          <a:ln w="12700" cap="flat" cmpd="sng" algn="ctr">
            <a:solidFill>
              <a:schemeClr val="tx1"/>
            </a:solidFill>
            <a:prstDash val="solid"/>
            <a:round/>
            <a:headEnd type="none" w="med" len="med"/>
            <a:tailEnd type="triangle" w="med" len="med"/>
          </a:ln>
          <a:effectLst/>
        </p:spPr>
        <p:style>
          <a:lnRef idx="1">
            <a:schemeClr val="dk1"/>
          </a:lnRef>
          <a:fillRef idx="0">
            <a:schemeClr val="dk1"/>
          </a:fillRef>
          <a:effectRef idx="0">
            <a:schemeClr val="dk1"/>
          </a:effectRef>
          <a:fontRef idx="minor">
            <a:schemeClr val="tx1"/>
          </a:fontRef>
        </p:style>
      </p:cxnSp>
      <p:sp>
        <p:nvSpPr>
          <p:cNvPr id="198" name="Rectangle 197">
            <a:extLst>
              <a:ext uri="{FF2B5EF4-FFF2-40B4-BE49-F238E27FC236}">
                <a16:creationId xmlns:a16="http://schemas.microsoft.com/office/drawing/2014/main" id="{BEDD0A5E-554F-A025-1409-9FA35C338F8D}"/>
              </a:ext>
            </a:extLst>
          </p:cNvPr>
          <p:cNvSpPr>
            <a:spLocks/>
          </p:cNvSpPr>
          <p:nvPr>
            <p:custDataLst>
              <p:tags r:id="rId48"/>
            </p:custDataLst>
          </p:nvPr>
        </p:nvSpPr>
        <p:spPr bwMode="auto">
          <a:xfrm>
            <a:off x="13420725" y="32084963"/>
            <a:ext cx="642938" cy="427038"/>
          </a:xfrm>
          <a:prstGeom prst="rect">
            <a:avLst/>
          </a:prstGeom>
          <a:noFill/>
          <a:ln w="9525" algn="ctr">
            <a:noFill/>
            <a:miter lim="800000"/>
            <a:headEnd/>
            <a:tailEnd/>
          </a:ln>
          <a:effectLst/>
          <a:extLst>
            <a:ext uri="{909E8E84-426E-40DD-AFC4-6F175D3DCCD1}">
              <a14:hiddenFill xmlns:a14="http://schemas.microsoft.com/office/drawing/2010/main">
                <a:solidFill>
                  <a:scrgbClr r="0" g="0" b="0"/>
                </a:solidFill>
              </a14:hiddenFill>
            </a:ext>
          </a:extLst>
        </p:spPr>
        <p:txBody>
          <a:bodyPr vert="horz" wrap="none" lIns="0" tIns="0" rIns="0" bIns="0" numCol="1" anchor="t" anchorCtr="0" compatLnSpc="1">
            <a:prstTxWarp prst="textNoShape">
              <a:avLst/>
            </a:prstTxWarp>
            <a:noAutofit/>
          </a:bodyPr>
          <a:lstStyle>
            <a:lvl1pPr marL="0" indent="0" algn="l" defTabSz="357708" rtl="0" eaLnBrk="1" latinLnBrk="0" hangingPunct="1">
              <a:lnSpc>
                <a:spcPct val="140000"/>
              </a:lnSpc>
              <a:spcBef>
                <a:spcPts val="0"/>
              </a:spcBef>
              <a:spcAft>
                <a:spcPts val="0"/>
              </a:spcAft>
              <a:buClr>
                <a:schemeClr val="accent2"/>
              </a:buClr>
              <a:buSzPct val="85000"/>
              <a:buFont typeface="Wingdings" pitchFamily="2" charset="2"/>
              <a:buNone/>
              <a:defRPr sz="1800" kern="1200" baseline="0">
                <a:solidFill>
                  <a:schemeClr val="tx1"/>
                </a:solidFill>
                <a:latin typeface="+mn-lt"/>
                <a:ea typeface="+mn-ea"/>
                <a:cs typeface="+mn-cs"/>
              </a:defRPr>
            </a:lvl1pPr>
            <a:lvl2pPr marL="230400" indent="-230400" algn="l" defTabSz="357708" rtl="0" eaLnBrk="1" latinLnBrk="0" hangingPunct="1">
              <a:lnSpc>
                <a:spcPct val="140000"/>
              </a:lnSpc>
              <a:spcBef>
                <a:spcPts val="0"/>
              </a:spcBef>
              <a:spcAft>
                <a:spcPts val="0"/>
              </a:spcAft>
              <a:buClr>
                <a:schemeClr val="accent2"/>
              </a:buClr>
              <a:buSzPct val="75000"/>
              <a:buFont typeface="Wingdings" panose="05000000000000000000" pitchFamily="2" charset="2"/>
              <a:buChar char=""/>
              <a:defRPr sz="1800" b="0" kern="1200">
                <a:solidFill>
                  <a:schemeClr val="tx1"/>
                </a:solidFill>
                <a:latin typeface="+mn-lt"/>
                <a:ea typeface="+mn-ea"/>
                <a:cs typeface="+mn-cs"/>
              </a:defRPr>
            </a:lvl2pPr>
            <a:lvl3pPr marL="459000" indent="-228600" algn="l" defTabSz="357708" rtl="0" eaLnBrk="1" latinLnBrk="0" hangingPunct="1">
              <a:lnSpc>
                <a:spcPct val="140000"/>
              </a:lnSpc>
              <a:spcBef>
                <a:spcPts val="0"/>
              </a:spcBef>
              <a:spcAft>
                <a:spcPts val="0"/>
              </a:spcAft>
              <a:buClr>
                <a:schemeClr val="accent2"/>
              </a:buClr>
              <a:buSzPct val="100000"/>
              <a:buFont typeface="Wingdings" panose="05000000000000000000" pitchFamily="2" charset="2"/>
              <a:buChar char=""/>
              <a:defRPr sz="1800" b="0" kern="1200">
                <a:solidFill>
                  <a:schemeClr val="tx1"/>
                </a:solidFill>
                <a:latin typeface="+mn-lt"/>
                <a:ea typeface="+mn-ea"/>
                <a:cs typeface="+mn-cs"/>
              </a:defRPr>
            </a:lvl3pPr>
            <a:lvl4pPr marL="687600" indent="-228600" algn="l" defTabSz="357708" rtl="0" eaLnBrk="1" latinLnBrk="0" hangingPunct="1">
              <a:lnSpc>
                <a:spcPct val="140000"/>
              </a:lnSpc>
              <a:spcBef>
                <a:spcPts val="0"/>
              </a:spcBef>
              <a:spcAft>
                <a:spcPts val="0"/>
              </a:spcAft>
              <a:buClr>
                <a:schemeClr val="tx1"/>
              </a:buClr>
              <a:buSzPct val="100000"/>
              <a:buFont typeface="Wingdings" panose="05000000000000000000" pitchFamily="2" charset="2"/>
              <a:buChar char=""/>
              <a:defRPr sz="1600" b="0" kern="1200" baseline="0">
                <a:solidFill>
                  <a:schemeClr val="tx1"/>
                </a:solidFill>
                <a:latin typeface="+mn-lt"/>
                <a:ea typeface="+mn-ea"/>
                <a:cs typeface="+mn-cs"/>
              </a:defRPr>
            </a:lvl4pPr>
            <a:lvl5pPr marL="890800" indent="-203200" algn="l" defTabSz="357708" rtl="0" eaLnBrk="1" latinLnBrk="0" hangingPunct="1">
              <a:lnSpc>
                <a:spcPct val="140000"/>
              </a:lnSpc>
              <a:spcBef>
                <a:spcPts val="0"/>
              </a:spcBef>
              <a:spcAft>
                <a:spcPts val="0"/>
              </a:spcAft>
              <a:buClr>
                <a:schemeClr val="tx1"/>
              </a:buClr>
              <a:buSzPct val="100000"/>
              <a:buFont typeface="Wingdings" panose="05000000000000000000" pitchFamily="2" charset="2"/>
              <a:buChar char=""/>
              <a:defRPr sz="1400" kern="1200">
                <a:solidFill>
                  <a:schemeClr val="tx1"/>
                </a:solidFill>
                <a:latin typeface="+mn-lt"/>
                <a:ea typeface="+mn-ea"/>
                <a:cs typeface="+mn-cs"/>
              </a:defRPr>
            </a:lvl5pPr>
            <a:lvl6pPr marL="1043200" indent="-152400" algn="l" defTabSz="357708" rtl="0" eaLnBrk="1" latinLnBrk="0" hangingPunct="1">
              <a:lnSpc>
                <a:spcPct val="140000"/>
              </a:lnSpc>
              <a:spcBef>
                <a:spcPts val="0"/>
              </a:spcBef>
              <a:spcAft>
                <a:spcPts val="0"/>
              </a:spcAft>
              <a:buClr>
                <a:schemeClr val="tx1"/>
              </a:buClr>
              <a:buSzPct val="100000"/>
              <a:buFont typeface="Wingdings" panose="05000000000000000000" pitchFamily="2" charset="2"/>
              <a:buChar char=""/>
              <a:defRPr sz="1200" kern="1200" baseline="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lvl="0" algn="ctr">
              <a:spcBef>
                <a:spcPct val="0"/>
              </a:spcBef>
              <a:spcAft>
                <a:spcPct val="0"/>
              </a:spcAft>
            </a:pPr>
            <a:fld id="{0069DD8F-50F6-45CC-871C-E4420F1A7BA3}" type="datetime'''''''''''''''2''0''''''''4''''''''''''''''''0'''''''''''">
              <a:rPr lang="en-GB" altLang="en-US" sz="2000" smtClean="0">
                <a:latin typeface="ShellBook" panose="00000500000000000000" pitchFamily="2" charset="0"/>
                <a:sym typeface="ShellBook" panose="00000500000000000000" pitchFamily="2" charset="0"/>
              </a:rPr>
              <a:pPr lvl="0" algn="ctr">
                <a:spcBef>
                  <a:spcPct val="0"/>
                </a:spcBef>
                <a:spcAft>
                  <a:spcPct val="0"/>
                </a:spcAft>
              </a:pPr>
              <a:t>2040</a:t>
            </a:fld>
            <a:endParaRPr lang="en-GB" sz="2000">
              <a:latin typeface="ShellBook" panose="00000500000000000000" pitchFamily="2" charset="0"/>
              <a:sym typeface="ShellBook" panose="00000500000000000000" pitchFamily="2" charset="0"/>
            </a:endParaRPr>
          </a:p>
        </p:txBody>
      </p:sp>
      <p:sp>
        <p:nvSpPr>
          <p:cNvPr id="199" name="Rectangle 198">
            <a:extLst>
              <a:ext uri="{FF2B5EF4-FFF2-40B4-BE49-F238E27FC236}">
                <a16:creationId xmlns:a16="http://schemas.microsoft.com/office/drawing/2014/main" id="{C9512FA4-DFD0-F5DF-0CB9-ED54F6A98CA8}"/>
              </a:ext>
            </a:extLst>
          </p:cNvPr>
          <p:cNvSpPr>
            <a:spLocks/>
          </p:cNvSpPr>
          <p:nvPr>
            <p:custDataLst>
              <p:tags r:id="rId49"/>
            </p:custDataLst>
          </p:nvPr>
        </p:nvSpPr>
        <p:spPr bwMode="auto">
          <a:xfrm>
            <a:off x="9885363" y="32084963"/>
            <a:ext cx="679450" cy="854075"/>
          </a:xfrm>
          <a:prstGeom prst="rect">
            <a:avLst/>
          </a:prstGeom>
          <a:noFill/>
          <a:ln w="9525" algn="ctr">
            <a:noFill/>
            <a:miter lim="800000"/>
            <a:headEnd/>
            <a:tailEnd/>
          </a:ln>
          <a:effectLst/>
          <a:extLst>
            <a:ext uri="{909E8E84-426E-40DD-AFC4-6F175D3DCCD1}">
              <a14:hiddenFill xmlns:a14="http://schemas.microsoft.com/office/drawing/2010/main">
                <a:solidFill>
                  <a:scrgbClr r="0" g="0" b="0"/>
                </a:solidFill>
              </a14:hiddenFill>
            </a:ext>
          </a:extLst>
        </p:spPr>
        <p:txBody>
          <a:bodyPr vert="horz" wrap="square" lIns="0" tIns="0" rIns="0" bIns="0" numCol="1" anchor="t" anchorCtr="0" compatLnSpc="1">
            <a:prstTxWarp prst="textNoShape">
              <a:avLst/>
            </a:prstTxWarp>
            <a:noAutofit/>
          </a:bodyPr>
          <a:lstStyle>
            <a:lvl1pPr marL="0" indent="0" algn="l" defTabSz="357708" rtl="0" eaLnBrk="1" latinLnBrk="0" hangingPunct="1">
              <a:lnSpc>
                <a:spcPct val="140000"/>
              </a:lnSpc>
              <a:spcBef>
                <a:spcPts val="0"/>
              </a:spcBef>
              <a:spcAft>
                <a:spcPts val="0"/>
              </a:spcAft>
              <a:buClr>
                <a:schemeClr val="accent2"/>
              </a:buClr>
              <a:buSzPct val="85000"/>
              <a:buFont typeface="Wingdings" pitchFamily="2" charset="2"/>
              <a:buNone/>
              <a:defRPr sz="1800" kern="1200" baseline="0">
                <a:solidFill>
                  <a:schemeClr val="tx1"/>
                </a:solidFill>
                <a:latin typeface="+mn-lt"/>
                <a:ea typeface="+mn-ea"/>
                <a:cs typeface="+mn-cs"/>
              </a:defRPr>
            </a:lvl1pPr>
            <a:lvl2pPr marL="230400" indent="-230400" algn="l" defTabSz="357708" rtl="0" eaLnBrk="1" latinLnBrk="0" hangingPunct="1">
              <a:lnSpc>
                <a:spcPct val="140000"/>
              </a:lnSpc>
              <a:spcBef>
                <a:spcPts val="0"/>
              </a:spcBef>
              <a:spcAft>
                <a:spcPts val="0"/>
              </a:spcAft>
              <a:buClr>
                <a:schemeClr val="accent2"/>
              </a:buClr>
              <a:buSzPct val="75000"/>
              <a:buFont typeface="Wingdings" panose="05000000000000000000" pitchFamily="2" charset="2"/>
              <a:buChar char=""/>
              <a:defRPr sz="1800" b="0" kern="1200">
                <a:solidFill>
                  <a:schemeClr val="tx1"/>
                </a:solidFill>
                <a:latin typeface="+mn-lt"/>
                <a:ea typeface="+mn-ea"/>
                <a:cs typeface="+mn-cs"/>
              </a:defRPr>
            </a:lvl2pPr>
            <a:lvl3pPr marL="459000" indent="-228600" algn="l" defTabSz="357708" rtl="0" eaLnBrk="1" latinLnBrk="0" hangingPunct="1">
              <a:lnSpc>
                <a:spcPct val="140000"/>
              </a:lnSpc>
              <a:spcBef>
                <a:spcPts val="0"/>
              </a:spcBef>
              <a:spcAft>
                <a:spcPts val="0"/>
              </a:spcAft>
              <a:buClr>
                <a:schemeClr val="accent2"/>
              </a:buClr>
              <a:buSzPct val="100000"/>
              <a:buFont typeface="Wingdings" panose="05000000000000000000" pitchFamily="2" charset="2"/>
              <a:buChar char=""/>
              <a:defRPr sz="1800" b="0" kern="1200">
                <a:solidFill>
                  <a:schemeClr val="tx1"/>
                </a:solidFill>
                <a:latin typeface="+mn-lt"/>
                <a:ea typeface="+mn-ea"/>
                <a:cs typeface="+mn-cs"/>
              </a:defRPr>
            </a:lvl3pPr>
            <a:lvl4pPr marL="687600" indent="-228600" algn="l" defTabSz="357708" rtl="0" eaLnBrk="1" latinLnBrk="0" hangingPunct="1">
              <a:lnSpc>
                <a:spcPct val="140000"/>
              </a:lnSpc>
              <a:spcBef>
                <a:spcPts val="0"/>
              </a:spcBef>
              <a:spcAft>
                <a:spcPts val="0"/>
              </a:spcAft>
              <a:buClr>
                <a:schemeClr val="tx1"/>
              </a:buClr>
              <a:buSzPct val="100000"/>
              <a:buFont typeface="Wingdings" panose="05000000000000000000" pitchFamily="2" charset="2"/>
              <a:buChar char=""/>
              <a:defRPr sz="1600" b="0" kern="1200" baseline="0">
                <a:solidFill>
                  <a:schemeClr val="tx1"/>
                </a:solidFill>
                <a:latin typeface="+mn-lt"/>
                <a:ea typeface="+mn-ea"/>
                <a:cs typeface="+mn-cs"/>
              </a:defRPr>
            </a:lvl4pPr>
            <a:lvl5pPr marL="890800" indent="-203200" algn="l" defTabSz="357708" rtl="0" eaLnBrk="1" latinLnBrk="0" hangingPunct="1">
              <a:lnSpc>
                <a:spcPct val="140000"/>
              </a:lnSpc>
              <a:spcBef>
                <a:spcPts val="0"/>
              </a:spcBef>
              <a:spcAft>
                <a:spcPts val="0"/>
              </a:spcAft>
              <a:buClr>
                <a:schemeClr val="tx1"/>
              </a:buClr>
              <a:buSzPct val="100000"/>
              <a:buFont typeface="Wingdings" panose="05000000000000000000" pitchFamily="2" charset="2"/>
              <a:buChar char=""/>
              <a:defRPr sz="1400" kern="1200">
                <a:solidFill>
                  <a:schemeClr val="tx1"/>
                </a:solidFill>
                <a:latin typeface="+mn-lt"/>
                <a:ea typeface="+mn-ea"/>
                <a:cs typeface="+mn-cs"/>
              </a:defRPr>
            </a:lvl5pPr>
            <a:lvl6pPr marL="1043200" indent="-152400" algn="l" defTabSz="357708" rtl="0" eaLnBrk="1" latinLnBrk="0" hangingPunct="1">
              <a:lnSpc>
                <a:spcPct val="140000"/>
              </a:lnSpc>
              <a:spcBef>
                <a:spcPts val="0"/>
              </a:spcBef>
              <a:spcAft>
                <a:spcPts val="0"/>
              </a:spcAft>
              <a:buClr>
                <a:schemeClr val="tx1"/>
              </a:buClr>
              <a:buSzPct val="100000"/>
              <a:buFont typeface="Wingdings" panose="05000000000000000000" pitchFamily="2" charset="2"/>
              <a:buChar char=""/>
              <a:defRPr sz="1200" kern="1200" baseline="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lvl="0" algn="ctr">
              <a:spcBef>
                <a:spcPct val="0"/>
              </a:spcBef>
              <a:spcAft>
                <a:spcPct val="0"/>
              </a:spcAft>
            </a:pPr>
            <a:fld id="{B85DD232-ED26-40EA-9F46-D8B2E12D2598}" type="datetime'''N''on''''''''''''''''''''-''''''''''OP''E''''''''C'''''">
              <a:rPr lang="en-GB" altLang="en-US" sz="2000" smtClean="0">
                <a:latin typeface="ShellBook" panose="00000500000000000000" pitchFamily="2" charset="0"/>
                <a:sym typeface="ShellBook" panose="00000500000000000000" pitchFamily="2" charset="0"/>
              </a:rPr>
              <a:pPr lvl="0" algn="ctr">
                <a:spcBef>
                  <a:spcPct val="0"/>
                </a:spcBef>
                <a:spcAft>
                  <a:spcPct val="0"/>
                </a:spcAft>
              </a:pPr>
              <a:t>Non-OPEC</a:t>
            </a:fld>
            <a:endParaRPr lang="en-GB" sz="2000">
              <a:latin typeface="ShellBook" panose="00000500000000000000" pitchFamily="2" charset="0"/>
              <a:sym typeface="ShellBook" panose="00000500000000000000" pitchFamily="2" charset="0"/>
            </a:endParaRPr>
          </a:p>
        </p:txBody>
      </p:sp>
      <p:sp>
        <p:nvSpPr>
          <p:cNvPr id="200" name="Rectangle 199">
            <a:extLst>
              <a:ext uri="{FF2B5EF4-FFF2-40B4-BE49-F238E27FC236}">
                <a16:creationId xmlns:a16="http://schemas.microsoft.com/office/drawing/2014/main" id="{E21304D7-8E4E-BB25-9012-332845837EFF}"/>
              </a:ext>
            </a:extLst>
          </p:cNvPr>
          <p:cNvSpPr>
            <a:spLocks/>
          </p:cNvSpPr>
          <p:nvPr>
            <p:custDataLst>
              <p:tags r:id="rId50"/>
            </p:custDataLst>
          </p:nvPr>
        </p:nvSpPr>
        <p:spPr bwMode="gray">
          <a:xfrm>
            <a:off x="10033000" y="29256038"/>
            <a:ext cx="385763" cy="427038"/>
          </a:xfrm>
          <a:prstGeom prst="rect">
            <a:avLst/>
          </a:prstGeom>
          <a:solidFill>
            <a:schemeClr val="bg1"/>
          </a:solidFill>
          <a:ln w="9525" algn="ctr">
            <a:noFill/>
            <a:miter lim="800000"/>
            <a:headEnd/>
            <a:tailEnd/>
          </a:ln>
          <a:effectLst/>
        </p:spPr>
        <p:txBody>
          <a:bodyPr vert="horz" wrap="none" lIns="36513" tIns="0" rIns="36513" bIns="0" numCol="1" anchor="ctr" anchorCtr="0" compatLnSpc="1">
            <a:prstTxWarp prst="textNoShape">
              <a:avLst/>
            </a:prstTxWarp>
            <a:noAutofit/>
          </a:bodyPr>
          <a:lstStyle>
            <a:lvl1pPr marL="0" indent="0" algn="l" defTabSz="357708" rtl="0" eaLnBrk="1" latinLnBrk="0" hangingPunct="1">
              <a:lnSpc>
                <a:spcPct val="140000"/>
              </a:lnSpc>
              <a:spcBef>
                <a:spcPts val="0"/>
              </a:spcBef>
              <a:spcAft>
                <a:spcPts val="0"/>
              </a:spcAft>
              <a:buClr>
                <a:schemeClr val="accent2"/>
              </a:buClr>
              <a:buSzPct val="85000"/>
              <a:buFont typeface="Wingdings" pitchFamily="2" charset="2"/>
              <a:buNone/>
              <a:defRPr sz="1800" kern="1200" baseline="0">
                <a:solidFill>
                  <a:schemeClr val="tx1"/>
                </a:solidFill>
                <a:latin typeface="+mn-lt"/>
                <a:ea typeface="+mn-ea"/>
                <a:cs typeface="+mn-cs"/>
              </a:defRPr>
            </a:lvl1pPr>
            <a:lvl2pPr marL="230400" indent="-230400" algn="l" defTabSz="357708" rtl="0" eaLnBrk="1" latinLnBrk="0" hangingPunct="1">
              <a:lnSpc>
                <a:spcPct val="140000"/>
              </a:lnSpc>
              <a:spcBef>
                <a:spcPts val="0"/>
              </a:spcBef>
              <a:spcAft>
                <a:spcPts val="0"/>
              </a:spcAft>
              <a:buClr>
                <a:schemeClr val="accent2"/>
              </a:buClr>
              <a:buSzPct val="75000"/>
              <a:buFont typeface="Wingdings" panose="05000000000000000000" pitchFamily="2" charset="2"/>
              <a:buChar char=""/>
              <a:defRPr sz="1800" b="0" kern="1200">
                <a:solidFill>
                  <a:schemeClr val="tx1"/>
                </a:solidFill>
                <a:latin typeface="+mn-lt"/>
                <a:ea typeface="+mn-ea"/>
                <a:cs typeface="+mn-cs"/>
              </a:defRPr>
            </a:lvl2pPr>
            <a:lvl3pPr marL="459000" indent="-228600" algn="l" defTabSz="357708" rtl="0" eaLnBrk="1" latinLnBrk="0" hangingPunct="1">
              <a:lnSpc>
                <a:spcPct val="140000"/>
              </a:lnSpc>
              <a:spcBef>
                <a:spcPts val="0"/>
              </a:spcBef>
              <a:spcAft>
                <a:spcPts val="0"/>
              </a:spcAft>
              <a:buClr>
                <a:schemeClr val="accent2"/>
              </a:buClr>
              <a:buSzPct val="100000"/>
              <a:buFont typeface="Wingdings" panose="05000000000000000000" pitchFamily="2" charset="2"/>
              <a:buChar char=""/>
              <a:defRPr sz="1800" b="0" kern="1200">
                <a:solidFill>
                  <a:schemeClr val="tx1"/>
                </a:solidFill>
                <a:latin typeface="+mn-lt"/>
                <a:ea typeface="+mn-ea"/>
                <a:cs typeface="+mn-cs"/>
              </a:defRPr>
            </a:lvl3pPr>
            <a:lvl4pPr marL="687600" indent="-228600" algn="l" defTabSz="357708" rtl="0" eaLnBrk="1" latinLnBrk="0" hangingPunct="1">
              <a:lnSpc>
                <a:spcPct val="140000"/>
              </a:lnSpc>
              <a:spcBef>
                <a:spcPts val="0"/>
              </a:spcBef>
              <a:spcAft>
                <a:spcPts val="0"/>
              </a:spcAft>
              <a:buClr>
                <a:schemeClr val="tx1"/>
              </a:buClr>
              <a:buSzPct val="100000"/>
              <a:buFont typeface="Wingdings" panose="05000000000000000000" pitchFamily="2" charset="2"/>
              <a:buChar char=""/>
              <a:defRPr sz="1600" b="0" kern="1200" baseline="0">
                <a:solidFill>
                  <a:schemeClr val="tx1"/>
                </a:solidFill>
                <a:latin typeface="+mn-lt"/>
                <a:ea typeface="+mn-ea"/>
                <a:cs typeface="+mn-cs"/>
              </a:defRPr>
            </a:lvl4pPr>
            <a:lvl5pPr marL="890800" indent="-203200" algn="l" defTabSz="357708" rtl="0" eaLnBrk="1" latinLnBrk="0" hangingPunct="1">
              <a:lnSpc>
                <a:spcPct val="140000"/>
              </a:lnSpc>
              <a:spcBef>
                <a:spcPts val="0"/>
              </a:spcBef>
              <a:spcAft>
                <a:spcPts val="0"/>
              </a:spcAft>
              <a:buClr>
                <a:schemeClr val="tx1"/>
              </a:buClr>
              <a:buSzPct val="100000"/>
              <a:buFont typeface="Wingdings" panose="05000000000000000000" pitchFamily="2" charset="2"/>
              <a:buChar char=""/>
              <a:defRPr sz="1400" kern="1200">
                <a:solidFill>
                  <a:schemeClr val="tx1"/>
                </a:solidFill>
                <a:latin typeface="+mn-lt"/>
                <a:ea typeface="+mn-ea"/>
                <a:cs typeface="+mn-cs"/>
              </a:defRPr>
            </a:lvl5pPr>
            <a:lvl6pPr marL="1043200" indent="-152400" algn="l" defTabSz="357708" rtl="0" eaLnBrk="1" latinLnBrk="0" hangingPunct="1">
              <a:lnSpc>
                <a:spcPct val="140000"/>
              </a:lnSpc>
              <a:spcBef>
                <a:spcPts val="0"/>
              </a:spcBef>
              <a:spcAft>
                <a:spcPts val="0"/>
              </a:spcAft>
              <a:buClr>
                <a:schemeClr val="tx1"/>
              </a:buClr>
              <a:buSzPct val="100000"/>
              <a:buFont typeface="Wingdings" panose="05000000000000000000" pitchFamily="2" charset="2"/>
              <a:buChar char=""/>
              <a:defRPr sz="1200" kern="1200" baseline="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lvl="0" algn="ctr">
              <a:spcBef>
                <a:spcPct val="0"/>
              </a:spcBef>
              <a:spcAft>
                <a:spcPct val="0"/>
              </a:spcAft>
            </a:pPr>
            <a:fld id="{FB29E37E-E6B1-4220-BA3E-ABA81B51F726}" type="datetime'''''''2''7'''''''''''''''''''''''''''''''''''''''''">
              <a:rPr lang="en-GB" altLang="en-US" sz="2000" smtClean="0">
                <a:effectLst/>
                <a:latin typeface="ShellBook" panose="00000500000000000000" pitchFamily="2" charset="0"/>
                <a:sym typeface="ShellBook" panose="00000500000000000000" pitchFamily="2" charset="0"/>
              </a:rPr>
              <a:pPr lvl="0" algn="ctr">
                <a:spcBef>
                  <a:spcPct val="0"/>
                </a:spcBef>
                <a:spcAft>
                  <a:spcPct val="0"/>
                </a:spcAft>
              </a:pPr>
              <a:t>27</a:t>
            </a:fld>
            <a:endParaRPr lang="en-GB" sz="2000">
              <a:latin typeface="ShellBook" panose="00000500000000000000" pitchFamily="2" charset="0"/>
              <a:sym typeface="ShellBook" panose="00000500000000000000" pitchFamily="2" charset="0"/>
            </a:endParaRPr>
          </a:p>
        </p:txBody>
      </p:sp>
      <p:sp>
        <p:nvSpPr>
          <p:cNvPr id="45" name="Rectangle 44">
            <a:extLst>
              <a:ext uri="{FF2B5EF4-FFF2-40B4-BE49-F238E27FC236}">
                <a16:creationId xmlns:a16="http://schemas.microsoft.com/office/drawing/2014/main" id="{00689505-86AE-AB83-C46F-63F4DD0A302E}"/>
              </a:ext>
            </a:extLst>
          </p:cNvPr>
          <p:cNvSpPr/>
          <p:nvPr>
            <p:custDataLst>
              <p:tags r:id="rId51"/>
            </p:custDataLst>
          </p:nvPr>
        </p:nvSpPr>
        <p:spPr bwMode="gray">
          <a:xfrm>
            <a:off x="9258300" y="27097038"/>
            <a:ext cx="177800" cy="427038"/>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wrap="none" lIns="36513" tIns="0" rIns="36513" bIns="0" rtlCol="0" anchor="ctr"/>
          <a:lstStyle/>
          <a:p>
            <a:pPr algn="ctr">
              <a:lnSpc>
                <a:spcPct val="140000"/>
              </a:lnSpc>
              <a:spcBef>
                <a:spcPct val="0"/>
              </a:spcBef>
              <a:spcAft>
                <a:spcPct val="0"/>
              </a:spcAft>
            </a:pPr>
            <a:fld id="{0A28C7C5-5B0C-4BBB-B23E-0FD5C5A35255}" type="datetime'''''''''''''''''''''''''''''''1'''''''''''''''''''">
              <a:rPr lang="en-GB" altLang="en-US" sz="2000" smtClean="0">
                <a:solidFill>
                  <a:schemeClr val="tx1"/>
                </a:solidFill>
                <a:effectLst/>
                <a:latin typeface="ShellBook" panose="00000500000000000000" pitchFamily="2" charset="0"/>
                <a:sym typeface="ShellBook" panose="00000500000000000000" pitchFamily="2" charset="0"/>
              </a:rPr>
              <a:pPr algn="ctr">
                <a:lnSpc>
                  <a:spcPct val="140000"/>
                </a:lnSpc>
                <a:spcBef>
                  <a:spcPct val="0"/>
                </a:spcBef>
                <a:spcAft>
                  <a:spcPct val="0"/>
                </a:spcAft>
              </a:pPr>
              <a:t>1</a:t>
            </a:fld>
            <a:endParaRPr lang="en-GB" sz="2000">
              <a:solidFill>
                <a:schemeClr val="tx1"/>
              </a:solidFill>
              <a:latin typeface="ShellBook" panose="00000500000000000000" pitchFamily="2" charset="0"/>
              <a:sym typeface="ShellBook" panose="00000500000000000000" pitchFamily="2" charset="0"/>
            </a:endParaRPr>
          </a:p>
        </p:txBody>
      </p:sp>
      <p:sp>
        <p:nvSpPr>
          <p:cNvPr id="201" name="Rectangle 200">
            <a:extLst>
              <a:ext uri="{FF2B5EF4-FFF2-40B4-BE49-F238E27FC236}">
                <a16:creationId xmlns:a16="http://schemas.microsoft.com/office/drawing/2014/main" id="{7FE5A062-EFF6-3BD5-EA21-F21D8A0B513A}"/>
              </a:ext>
            </a:extLst>
          </p:cNvPr>
          <p:cNvSpPr>
            <a:spLocks/>
          </p:cNvSpPr>
          <p:nvPr>
            <p:custDataLst>
              <p:tags r:id="rId52"/>
            </p:custDataLst>
          </p:nvPr>
        </p:nvSpPr>
        <p:spPr bwMode="auto">
          <a:xfrm>
            <a:off x="6291263" y="32084963"/>
            <a:ext cx="838200" cy="427038"/>
          </a:xfrm>
          <a:prstGeom prst="rect">
            <a:avLst/>
          </a:prstGeom>
          <a:noFill/>
          <a:ln w="9525" algn="ctr">
            <a:noFill/>
            <a:miter lim="800000"/>
            <a:headEnd/>
            <a:tailEnd/>
          </a:ln>
          <a:effectLst/>
          <a:extLst>
            <a:ext uri="{909E8E84-426E-40DD-AFC4-6F175D3DCCD1}">
              <a14:hiddenFill xmlns:a14="http://schemas.microsoft.com/office/drawing/2010/main">
                <a:solidFill>
                  <a:scrgbClr r="0" g="0" b="0"/>
                </a:solidFill>
              </a14:hiddenFill>
            </a:ext>
          </a:extLst>
        </p:spPr>
        <p:txBody>
          <a:bodyPr vert="horz" wrap="none" lIns="0" tIns="0" rIns="0" bIns="0" numCol="1" anchor="t" anchorCtr="0" compatLnSpc="1">
            <a:prstTxWarp prst="textNoShape">
              <a:avLst/>
            </a:prstTxWarp>
            <a:noAutofit/>
          </a:bodyPr>
          <a:lstStyle>
            <a:lvl1pPr marL="0" indent="0" algn="l" defTabSz="357708" rtl="0" eaLnBrk="1" latinLnBrk="0" hangingPunct="1">
              <a:lnSpc>
                <a:spcPct val="140000"/>
              </a:lnSpc>
              <a:spcBef>
                <a:spcPts val="0"/>
              </a:spcBef>
              <a:spcAft>
                <a:spcPts val="0"/>
              </a:spcAft>
              <a:buClr>
                <a:schemeClr val="accent2"/>
              </a:buClr>
              <a:buSzPct val="85000"/>
              <a:buFont typeface="Wingdings" pitchFamily="2" charset="2"/>
              <a:buNone/>
              <a:defRPr sz="1800" kern="1200" baseline="0">
                <a:solidFill>
                  <a:schemeClr val="tx1"/>
                </a:solidFill>
                <a:latin typeface="+mn-lt"/>
                <a:ea typeface="+mn-ea"/>
                <a:cs typeface="+mn-cs"/>
              </a:defRPr>
            </a:lvl1pPr>
            <a:lvl2pPr marL="230400" indent="-230400" algn="l" defTabSz="357708" rtl="0" eaLnBrk="1" latinLnBrk="0" hangingPunct="1">
              <a:lnSpc>
                <a:spcPct val="140000"/>
              </a:lnSpc>
              <a:spcBef>
                <a:spcPts val="0"/>
              </a:spcBef>
              <a:spcAft>
                <a:spcPts val="0"/>
              </a:spcAft>
              <a:buClr>
                <a:schemeClr val="accent2"/>
              </a:buClr>
              <a:buSzPct val="75000"/>
              <a:buFont typeface="Wingdings" panose="05000000000000000000" pitchFamily="2" charset="2"/>
              <a:buChar char=""/>
              <a:defRPr sz="1800" b="0" kern="1200">
                <a:solidFill>
                  <a:schemeClr val="tx1"/>
                </a:solidFill>
                <a:latin typeface="+mn-lt"/>
                <a:ea typeface="+mn-ea"/>
                <a:cs typeface="+mn-cs"/>
              </a:defRPr>
            </a:lvl2pPr>
            <a:lvl3pPr marL="459000" indent="-228600" algn="l" defTabSz="357708" rtl="0" eaLnBrk="1" latinLnBrk="0" hangingPunct="1">
              <a:lnSpc>
                <a:spcPct val="140000"/>
              </a:lnSpc>
              <a:spcBef>
                <a:spcPts val="0"/>
              </a:spcBef>
              <a:spcAft>
                <a:spcPts val="0"/>
              </a:spcAft>
              <a:buClr>
                <a:schemeClr val="accent2"/>
              </a:buClr>
              <a:buSzPct val="100000"/>
              <a:buFont typeface="Wingdings" panose="05000000000000000000" pitchFamily="2" charset="2"/>
              <a:buChar char=""/>
              <a:defRPr sz="1800" b="0" kern="1200">
                <a:solidFill>
                  <a:schemeClr val="tx1"/>
                </a:solidFill>
                <a:latin typeface="+mn-lt"/>
                <a:ea typeface="+mn-ea"/>
                <a:cs typeface="+mn-cs"/>
              </a:defRPr>
            </a:lvl3pPr>
            <a:lvl4pPr marL="687600" indent="-228600" algn="l" defTabSz="357708" rtl="0" eaLnBrk="1" latinLnBrk="0" hangingPunct="1">
              <a:lnSpc>
                <a:spcPct val="140000"/>
              </a:lnSpc>
              <a:spcBef>
                <a:spcPts val="0"/>
              </a:spcBef>
              <a:spcAft>
                <a:spcPts val="0"/>
              </a:spcAft>
              <a:buClr>
                <a:schemeClr val="tx1"/>
              </a:buClr>
              <a:buSzPct val="100000"/>
              <a:buFont typeface="Wingdings" panose="05000000000000000000" pitchFamily="2" charset="2"/>
              <a:buChar char=""/>
              <a:defRPr sz="1600" b="0" kern="1200" baseline="0">
                <a:solidFill>
                  <a:schemeClr val="tx1"/>
                </a:solidFill>
                <a:latin typeface="+mn-lt"/>
                <a:ea typeface="+mn-ea"/>
                <a:cs typeface="+mn-cs"/>
              </a:defRPr>
            </a:lvl4pPr>
            <a:lvl5pPr marL="890800" indent="-203200" algn="l" defTabSz="357708" rtl="0" eaLnBrk="1" latinLnBrk="0" hangingPunct="1">
              <a:lnSpc>
                <a:spcPct val="140000"/>
              </a:lnSpc>
              <a:spcBef>
                <a:spcPts val="0"/>
              </a:spcBef>
              <a:spcAft>
                <a:spcPts val="0"/>
              </a:spcAft>
              <a:buClr>
                <a:schemeClr val="tx1"/>
              </a:buClr>
              <a:buSzPct val="100000"/>
              <a:buFont typeface="Wingdings" panose="05000000000000000000" pitchFamily="2" charset="2"/>
              <a:buChar char=""/>
              <a:defRPr sz="1400" kern="1200">
                <a:solidFill>
                  <a:schemeClr val="tx1"/>
                </a:solidFill>
                <a:latin typeface="+mn-lt"/>
                <a:ea typeface="+mn-ea"/>
                <a:cs typeface="+mn-cs"/>
              </a:defRPr>
            </a:lvl5pPr>
            <a:lvl6pPr marL="1043200" indent="-152400" algn="l" defTabSz="357708" rtl="0" eaLnBrk="1" latinLnBrk="0" hangingPunct="1">
              <a:lnSpc>
                <a:spcPct val="140000"/>
              </a:lnSpc>
              <a:spcBef>
                <a:spcPts val="0"/>
              </a:spcBef>
              <a:spcAft>
                <a:spcPts val="0"/>
              </a:spcAft>
              <a:buClr>
                <a:schemeClr val="tx1"/>
              </a:buClr>
              <a:buSzPct val="100000"/>
              <a:buFont typeface="Wingdings" panose="05000000000000000000" pitchFamily="2" charset="2"/>
              <a:buChar char=""/>
              <a:defRPr sz="1200" kern="1200" baseline="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lvl="0" algn="ctr">
              <a:spcBef>
                <a:spcPct val="0"/>
              </a:spcBef>
              <a:spcAft>
                <a:spcPct val="0"/>
              </a:spcAft>
            </a:pPr>
            <a:fld id="{C088F406-485C-466E-A766-215EF801F888}" type="datetime'''O''P''''''''''''''''''''E''''''C+'''''''''''''''''''''''''">
              <a:rPr lang="en-GB" altLang="en-US" sz="2000" smtClean="0">
                <a:latin typeface="ShellBook" panose="00000500000000000000" pitchFamily="2" charset="0"/>
                <a:sym typeface="ShellBook" panose="00000500000000000000" pitchFamily="2" charset="0"/>
              </a:rPr>
              <a:pPr lvl="0" algn="ctr">
                <a:spcBef>
                  <a:spcPct val="0"/>
                </a:spcBef>
                <a:spcAft>
                  <a:spcPct val="0"/>
                </a:spcAft>
              </a:pPr>
              <a:t>OPEC+</a:t>
            </a:fld>
            <a:endParaRPr lang="en-GB" sz="2000">
              <a:latin typeface="ShellBook" panose="00000500000000000000" pitchFamily="2" charset="0"/>
              <a:sym typeface="ShellBook" panose="00000500000000000000" pitchFamily="2" charset="0"/>
            </a:endParaRPr>
          </a:p>
        </p:txBody>
      </p:sp>
      <p:sp>
        <p:nvSpPr>
          <p:cNvPr id="202" name="Rectangle 201">
            <a:extLst>
              <a:ext uri="{FF2B5EF4-FFF2-40B4-BE49-F238E27FC236}">
                <a16:creationId xmlns:a16="http://schemas.microsoft.com/office/drawing/2014/main" id="{3C6AC5ED-9343-3C32-C81B-473E8A9585E6}"/>
              </a:ext>
            </a:extLst>
          </p:cNvPr>
          <p:cNvSpPr>
            <a:spLocks/>
          </p:cNvSpPr>
          <p:nvPr>
            <p:custDataLst>
              <p:tags r:id="rId53"/>
            </p:custDataLst>
          </p:nvPr>
        </p:nvSpPr>
        <p:spPr bwMode="gray">
          <a:xfrm>
            <a:off x="6594475" y="27641550"/>
            <a:ext cx="231775" cy="427038"/>
          </a:xfrm>
          <a:prstGeom prst="rect">
            <a:avLst/>
          </a:prstGeom>
          <a:solidFill>
            <a:schemeClr val="bg1"/>
          </a:solidFill>
          <a:ln w="9525" algn="ctr">
            <a:noFill/>
            <a:miter lim="800000"/>
            <a:headEnd/>
            <a:tailEnd/>
          </a:ln>
          <a:effectLst/>
        </p:spPr>
        <p:txBody>
          <a:bodyPr vert="horz" wrap="none" lIns="36513" tIns="0" rIns="36513" bIns="0" numCol="1" anchor="ctr" anchorCtr="0" compatLnSpc="1">
            <a:prstTxWarp prst="textNoShape">
              <a:avLst/>
            </a:prstTxWarp>
            <a:noAutofit/>
          </a:bodyPr>
          <a:lstStyle>
            <a:lvl1pPr marL="0" indent="0" algn="l" defTabSz="357708" rtl="0" eaLnBrk="1" latinLnBrk="0" hangingPunct="1">
              <a:lnSpc>
                <a:spcPct val="140000"/>
              </a:lnSpc>
              <a:spcBef>
                <a:spcPts val="0"/>
              </a:spcBef>
              <a:spcAft>
                <a:spcPts val="0"/>
              </a:spcAft>
              <a:buClr>
                <a:schemeClr val="accent2"/>
              </a:buClr>
              <a:buSzPct val="85000"/>
              <a:buFont typeface="Wingdings" pitchFamily="2" charset="2"/>
              <a:buNone/>
              <a:defRPr sz="1800" kern="1200" baseline="0">
                <a:solidFill>
                  <a:schemeClr val="tx1"/>
                </a:solidFill>
                <a:latin typeface="+mn-lt"/>
                <a:ea typeface="+mn-ea"/>
                <a:cs typeface="+mn-cs"/>
              </a:defRPr>
            </a:lvl1pPr>
            <a:lvl2pPr marL="230400" indent="-230400" algn="l" defTabSz="357708" rtl="0" eaLnBrk="1" latinLnBrk="0" hangingPunct="1">
              <a:lnSpc>
                <a:spcPct val="140000"/>
              </a:lnSpc>
              <a:spcBef>
                <a:spcPts val="0"/>
              </a:spcBef>
              <a:spcAft>
                <a:spcPts val="0"/>
              </a:spcAft>
              <a:buClr>
                <a:schemeClr val="accent2"/>
              </a:buClr>
              <a:buSzPct val="75000"/>
              <a:buFont typeface="Wingdings" panose="05000000000000000000" pitchFamily="2" charset="2"/>
              <a:buChar char=""/>
              <a:defRPr sz="1800" b="0" kern="1200">
                <a:solidFill>
                  <a:schemeClr val="tx1"/>
                </a:solidFill>
                <a:latin typeface="+mn-lt"/>
                <a:ea typeface="+mn-ea"/>
                <a:cs typeface="+mn-cs"/>
              </a:defRPr>
            </a:lvl2pPr>
            <a:lvl3pPr marL="459000" indent="-228600" algn="l" defTabSz="357708" rtl="0" eaLnBrk="1" latinLnBrk="0" hangingPunct="1">
              <a:lnSpc>
                <a:spcPct val="140000"/>
              </a:lnSpc>
              <a:spcBef>
                <a:spcPts val="0"/>
              </a:spcBef>
              <a:spcAft>
                <a:spcPts val="0"/>
              </a:spcAft>
              <a:buClr>
                <a:schemeClr val="accent2"/>
              </a:buClr>
              <a:buSzPct val="100000"/>
              <a:buFont typeface="Wingdings" panose="05000000000000000000" pitchFamily="2" charset="2"/>
              <a:buChar char=""/>
              <a:defRPr sz="1800" b="0" kern="1200">
                <a:solidFill>
                  <a:schemeClr val="tx1"/>
                </a:solidFill>
                <a:latin typeface="+mn-lt"/>
                <a:ea typeface="+mn-ea"/>
                <a:cs typeface="+mn-cs"/>
              </a:defRPr>
            </a:lvl3pPr>
            <a:lvl4pPr marL="687600" indent="-228600" algn="l" defTabSz="357708" rtl="0" eaLnBrk="1" latinLnBrk="0" hangingPunct="1">
              <a:lnSpc>
                <a:spcPct val="140000"/>
              </a:lnSpc>
              <a:spcBef>
                <a:spcPts val="0"/>
              </a:spcBef>
              <a:spcAft>
                <a:spcPts val="0"/>
              </a:spcAft>
              <a:buClr>
                <a:schemeClr val="tx1"/>
              </a:buClr>
              <a:buSzPct val="100000"/>
              <a:buFont typeface="Wingdings" panose="05000000000000000000" pitchFamily="2" charset="2"/>
              <a:buChar char=""/>
              <a:defRPr sz="1600" b="0" kern="1200" baseline="0">
                <a:solidFill>
                  <a:schemeClr val="tx1"/>
                </a:solidFill>
                <a:latin typeface="+mn-lt"/>
                <a:ea typeface="+mn-ea"/>
                <a:cs typeface="+mn-cs"/>
              </a:defRPr>
            </a:lvl4pPr>
            <a:lvl5pPr marL="890800" indent="-203200" algn="l" defTabSz="357708" rtl="0" eaLnBrk="1" latinLnBrk="0" hangingPunct="1">
              <a:lnSpc>
                <a:spcPct val="140000"/>
              </a:lnSpc>
              <a:spcBef>
                <a:spcPts val="0"/>
              </a:spcBef>
              <a:spcAft>
                <a:spcPts val="0"/>
              </a:spcAft>
              <a:buClr>
                <a:schemeClr val="tx1"/>
              </a:buClr>
              <a:buSzPct val="100000"/>
              <a:buFont typeface="Wingdings" panose="05000000000000000000" pitchFamily="2" charset="2"/>
              <a:buChar char=""/>
              <a:defRPr sz="1400" kern="1200">
                <a:solidFill>
                  <a:schemeClr val="tx1"/>
                </a:solidFill>
                <a:latin typeface="+mn-lt"/>
                <a:ea typeface="+mn-ea"/>
                <a:cs typeface="+mn-cs"/>
              </a:defRPr>
            </a:lvl5pPr>
            <a:lvl6pPr marL="1043200" indent="-152400" algn="l" defTabSz="357708" rtl="0" eaLnBrk="1" latinLnBrk="0" hangingPunct="1">
              <a:lnSpc>
                <a:spcPct val="140000"/>
              </a:lnSpc>
              <a:spcBef>
                <a:spcPts val="0"/>
              </a:spcBef>
              <a:spcAft>
                <a:spcPts val="0"/>
              </a:spcAft>
              <a:buClr>
                <a:schemeClr val="tx1"/>
              </a:buClr>
              <a:buSzPct val="100000"/>
              <a:buFont typeface="Wingdings" panose="05000000000000000000" pitchFamily="2" charset="2"/>
              <a:buChar char=""/>
              <a:defRPr sz="1200" kern="1200" baseline="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lvl="0" algn="ctr">
              <a:spcBef>
                <a:spcPct val="0"/>
              </a:spcBef>
              <a:spcAft>
                <a:spcPct val="0"/>
              </a:spcAft>
            </a:pPr>
            <a:fld id="{202199E8-14C4-4EEA-85BB-B16B9454690A}" type="datetime'''''''''''''''9'''''''''''''">
              <a:rPr lang="en-GB" altLang="en-US" sz="2000" smtClean="0">
                <a:effectLst/>
                <a:latin typeface="ShellBook" panose="00000500000000000000" pitchFamily="2" charset="0"/>
                <a:sym typeface="ShellBook" panose="00000500000000000000" pitchFamily="2" charset="0"/>
              </a:rPr>
              <a:pPr lvl="0" algn="ctr">
                <a:spcBef>
                  <a:spcPct val="0"/>
                </a:spcBef>
                <a:spcAft>
                  <a:spcPct val="0"/>
                </a:spcAft>
              </a:pPr>
              <a:t>9</a:t>
            </a:fld>
            <a:endParaRPr lang="en-GB" sz="2000">
              <a:latin typeface="ShellBook" panose="00000500000000000000" pitchFamily="2" charset="0"/>
              <a:sym typeface="ShellBook" panose="00000500000000000000" pitchFamily="2" charset="0"/>
            </a:endParaRPr>
          </a:p>
        </p:txBody>
      </p:sp>
      <p:sp>
        <p:nvSpPr>
          <p:cNvPr id="203" name="Rectangle 202">
            <a:extLst>
              <a:ext uri="{FF2B5EF4-FFF2-40B4-BE49-F238E27FC236}">
                <a16:creationId xmlns:a16="http://schemas.microsoft.com/office/drawing/2014/main" id="{8D61A96D-D228-9335-872E-852E18757AF7}"/>
              </a:ext>
            </a:extLst>
          </p:cNvPr>
          <p:cNvSpPr>
            <a:spLocks/>
          </p:cNvSpPr>
          <p:nvPr>
            <p:custDataLst>
              <p:tags r:id="rId54"/>
            </p:custDataLst>
          </p:nvPr>
        </p:nvSpPr>
        <p:spPr bwMode="gray">
          <a:xfrm>
            <a:off x="5741988" y="26958925"/>
            <a:ext cx="177800" cy="427038"/>
          </a:xfrm>
          <a:prstGeom prst="rect">
            <a:avLst/>
          </a:prstGeom>
          <a:solidFill>
            <a:schemeClr val="accent1"/>
          </a:solidFill>
          <a:ln w="9525" algn="ctr">
            <a:noFill/>
            <a:miter lim="800000"/>
            <a:headEnd/>
            <a:tailEnd/>
          </a:ln>
          <a:effectLst/>
        </p:spPr>
        <p:txBody>
          <a:bodyPr vert="horz" wrap="none" lIns="36513" tIns="0" rIns="36513" bIns="0" numCol="1" anchor="ctr" anchorCtr="0" compatLnSpc="1">
            <a:prstTxWarp prst="textNoShape">
              <a:avLst/>
            </a:prstTxWarp>
            <a:noAutofit/>
          </a:bodyPr>
          <a:lstStyle>
            <a:lvl1pPr marL="0" indent="0" algn="l" defTabSz="357708" rtl="0" eaLnBrk="1" latinLnBrk="0" hangingPunct="1">
              <a:lnSpc>
                <a:spcPct val="140000"/>
              </a:lnSpc>
              <a:spcBef>
                <a:spcPts val="0"/>
              </a:spcBef>
              <a:spcAft>
                <a:spcPts val="0"/>
              </a:spcAft>
              <a:buClr>
                <a:schemeClr val="accent2"/>
              </a:buClr>
              <a:buSzPct val="85000"/>
              <a:buFont typeface="Wingdings" pitchFamily="2" charset="2"/>
              <a:buNone/>
              <a:defRPr sz="1800" kern="1200" baseline="0">
                <a:solidFill>
                  <a:schemeClr val="tx1"/>
                </a:solidFill>
                <a:latin typeface="+mn-lt"/>
                <a:ea typeface="+mn-ea"/>
                <a:cs typeface="+mn-cs"/>
              </a:defRPr>
            </a:lvl1pPr>
            <a:lvl2pPr marL="230400" indent="-230400" algn="l" defTabSz="357708" rtl="0" eaLnBrk="1" latinLnBrk="0" hangingPunct="1">
              <a:lnSpc>
                <a:spcPct val="140000"/>
              </a:lnSpc>
              <a:spcBef>
                <a:spcPts val="0"/>
              </a:spcBef>
              <a:spcAft>
                <a:spcPts val="0"/>
              </a:spcAft>
              <a:buClr>
                <a:schemeClr val="accent2"/>
              </a:buClr>
              <a:buSzPct val="75000"/>
              <a:buFont typeface="Wingdings" panose="05000000000000000000" pitchFamily="2" charset="2"/>
              <a:buChar char=""/>
              <a:defRPr sz="1800" b="0" kern="1200">
                <a:solidFill>
                  <a:schemeClr val="tx1"/>
                </a:solidFill>
                <a:latin typeface="+mn-lt"/>
                <a:ea typeface="+mn-ea"/>
                <a:cs typeface="+mn-cs"/>
              </a:defRPr>
            </a:lvl2pPr>
            <a:lvl3pPr marL="459000" indent="-228600" algn="l" defTabSz="357708" rtl="0" eaLnBrk="1" latinLnBrk="0" hangingPunct="1">
              <a:lnSpc>
                <a:spcPct val="140000"/>
              </a:lnSpc>
              <a:spcBef>
                <a:spcPts val="0"/>
              </a:spcBef>
              <a:spcAft>
                <a:spcPts val="0"/>
              </a:spcAft>
              <a:buClr>
                <a:schemeClr val="accent2"/>
              </a:buClr>
              <a:buSzPct val="100000"/>
              <a:buFont typeface="Wingdings" panose="05000000000000000000" pitchFamily="2" charset="2"/>
              <a:buChar char=""/>
              <a:defRPr sz="1800" b="0" kern="1200">
                <a:solidFill>
                  <a:schemeClr val="tx1"/>
                </a:solidFill>
                <a:latin typeface="+mn-lt"/>
                <a:ea typeface="+mn-ea"/>
                <a:cs typeface="+mn-cs"/>
              </a:defRPr>
            </a:lvl3pPr>
            <a:lvl4pPr marL="687600" indent="-228600" algn="l" defTabSz="357708" rtl="0" eaLnBrk="1" latinLnBrk="0" hangingPunct="1">
              <a:lnSpc>
                <a:spcPct val="140000"/>
              </a:lnSpc>
              <a:spcBef>
                <a:spcPts val="0"/>
              </a:spcBef>
              <a:spcAft>
                <a:spcPts val="0"/>
              </a:spcAft>
              <a:buClr>
                <a:schemeClr val="tx1"/>
              </a:buClr>
              <a:buSzPct val="100000"/>
              <a:buFont typeface="Wingdings" panose="05000000000000000000" pitchFamily="2" charset="2"/>
              <a:buChar char=""/>
              <a:defRPr sz="1600" b="0" kern="1200" baseline="0">
                <a:solidFill>
                  <a:schemeClr val="tx1"/>
                </a:solidFill>
                <a:latin typeface="+mn-lt"/>
                <a:ea typeface="+mn-ea"/>
                <a:cs typeface="+mn-cs"/>
              </a:defRPr>
            </a:lvl4pPr>
            <a:lvl5pPr marL="890800" indent="-203200" algn="l" defTabSz="357708" rtl="0" eaLnBrk="1" latinLnBrk="0" hangingPunct="1">
              <a:lnSpc>
                <a:spcPct val="140000"/>
              </a:lnSpc>
              <a:spcBef>
                <a:spcPts val="0"/>
              </a:spcBef>
              <a:spcAft>
                <a:spcPts val="0"/>
              </a:spcAft>
              <a:buClr>
                <a:schemeClr val="tx1"/>
              </a:buClr>
              <a:buSzPct val="100000"/>
              <a:buFont typeface="Wingdings" panose="05000000000000000000" pitchFamily="2" charset="2"/>
              <a:buChar char=""/>
              <a:defRPr sz="1400" kern="1200">
                <a:solidFill>
                  <a:schemeClr val="tx1"/>
                </a:solidFill>
                <a:latin typeface="+mn-lt"/>
                <a:ea typeface="+mn-ea"/>
                <a:cs typeface="+mn-cs"/>
              </a:defRPr>
            </a:lvl5pPr>
            <a:lvl6pPr marL="1043200" indent="-152400" algn="l" defTabSz="357708" rtl="0" eaLnBrk="1" latinLnBrk="0" hangingPunct="1">
              <a:lnSpc>
                <a:spcPct val="140000"/>
              </a:lnSpc>
              <a:spcBef>
                <a:spcPts val="0"/>
              </a:spcBef>
              <a:spcAft>
                <a:spcPts val="0"/>
              </a:spcAft>
              <a:buClr>
                <a:schemeClr val="tx1"/>
              </a:buClr>
              <a:buSzPct val="100000"/>
              <a:buFont typeface="Wingdings" panose="05000000000000000000" pitchFamily="2" charset="2"/>
              <a:buChar char=""/>
              <a:defRPr sz="1200" kern="1200" baseline="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lvl="0" algn="ctr">
              <a:spcBef>
                <a:spcPct val="0"/>
              </a:spcBef>
              <a:spcAft>
                <a:spcPct val="0"/>
              </a:spcAft>
            </a:pPr>
            <a:fld id="{9640A5A9-A9C5-413E-924C-3A57EA83588B}" type="datetime'''''''''1'''''''''''''''''''''''''''''''''''''''''''''''''''''">
              <a:rPr lang="en-GB" altLang="en-US" sz="2000" smtClean="0">
                <a:effectLst/>
                <a:latin typeface="ShellBook" panose="00000500000000000000" pitchFamily="2" charset="0"/>
                <a:sym typeface="ShellBook" panose="00000500000000000000" pitchFamily="2" charset="0"/>
              </a:rPr>
              <a:pPr lvl="0" algn="ctr">
                <a:spcBef>
                  <a:spcPct val="0"/>
                </a:spcBef>
                <a:spcAft>
                  <a:spcPct val="0"/>
                </a:spcAft>
              </a:pPr>
              <a:t>1</a:t>
            </a:fld>
            <a:endParaRPr lang="en-GB" sz="2000">
              <a:latin typeface="ShellBook" panose="00000500000000000000" pitchFamily="2" charset="0"/>
              <a:sym typeface="ShellBook" panose="00000500000000000000" pitchFamily="2" charset="0"/>
            </a:endParaRPr>
          </a:p>
        </p:txBody>
      </p:sp>
      <p:sp>
        <p:nvSpPr>
          <p:cNvPr id="206" name="Rectangle 205">
            <a:extLst>
              <a:ext uri="{FF2B5EF4-FFF2-40B4-BE49-F238E27FC236}">
                <a16:creationId xmlns:a16="http://schemas.microsoft.com/office/drawing/2014/main" id="{9F14620B-5C43-748B-3A8E-FAEBBC06DF77}"/>
              </a:ext>
            </a:extLst>
          </p:cNvPr>
          <p:cNvSpPr>
            <a:spLocks/>
          </p:cNvSpPr>
          <p:nvPr>
            <p:custDataLst>
              <p:tags r:id="rId55"/>
            </p:custDataLst>
          </p:nvPr>
        </p:nvSpPr>
        <p:spPr bwMode="auto">
          <a:xfrm>
            <a:off x="1998663" y="32084963"/>
            <a:ext cx="636588" cy="427038"/>
          </a:xfrm>
          <a:prstGeom prst="rect">
            <a:avLst/>
          </a:prstGeom>
          <a:noFill/>
          <a:ln w="9525" algn="ctr">
            <a:noFill/>
            <a:miter lim="800000"/>
            <a:headEnd/>
            <a:tailEnd/>
          </a:ln>
          <a:effectLst/>
          <a:extLst>
            <a:ext uri="{909E8E84-426E-40DD-AFC4-6F175D3DCCD1}">
              <a14:hiddenFill xmlns:a14="http://schemas.microsoft.com/office/drawing/2010/main">
                <a:solidFill>
                  <a:scrgbClr r="0" g="0" b="0"/>
                </a:solidFill>
              </a14:hiddenFill>
            </a:ext>
          </a:extLst>
        </p:spPr>
        <p:txBody>
          <a:bodyPr vert="horz" wrap="none" lIns="0" tIns="0" rIns="0" bIns="0" numCol="1" anchor="t" anchorCtr="0" compatLnSpc="1">
            <a:prstTxWarp prst="textNoShape">
              <a:avLst/>
            </a:prstTxWarp>
            <a:noAutofit/>
          </a:bodyPr>
          <a:lstStyle>
            <a:lvl1pPr marL="0" indent="0" algn="l" defTabSz="357708" rtl="0" eaLnBrk="1" latinLnBrk="0" hangingPunct="1">
              <a:lnSpc>
                <a:spcPct val="140000"/>
              </a:lnSpc>
              <a:spcBef>
                <a:spcPts val="0"/>
              </a:spcBef>
              <a:spcAft>
                <a:spcPts val="0"/>
              </a:spcAft>
              <a:buClr>
                <a:schemeClr val="accent2"/>
              </a:buClr>
              <a:buSzPct val="85000"/>
              <a:buFont typeface="Wingdings" pitchFamily="2" charset="2"/>
              <a:buNone/>
              <a:defRPr sz="1800" kern="1200" baseline="0">
                <a:solidFill>
                  <a:schemeClr val="tx1"/>
                </a:solidFill>
                <a:latin typeface="+mn-lt"/>
                <a:ea typeface="+mn-ea"/>
                <a:cs typeface="+mn-cs"/>
              </a:defRPr>
            </a:lvl1pPr>
            <a:lvl2pPr marL="230400" indent="-230400" algn="l" defTabSz="357708" rtl="0" eaLnBrk="1" latinLnBrk="0" hangingPunct="1">
              <a:lnSpc>
                <a:spcPct val="140000"/>
              </a:lnSpc>
              <a:spcBef>
                <a:spcPts val="0"/>
              </a:spcBef>
              <a:spcAft>
                <a:spcPts val="0"/>
              </a:spcAft>
              <a:buClr>
                <a:schemeClr val="accent2"/>
              </a:buClr>
              <a:buSzPct val="75000"/>
              <a:buFont typeface="Wingdings" panose="05000000000000000000" pitchFamily="2" charset="2"/>
              <a:buChar char=""/>
              <a:defRPr sz="1800" b="0" kern="1200">
                <a:solidFill>
                  <a:schemeClr val="tx1"/>
                </a:solidFill>
                <a:latin typeface="+mn-lt"/>
                <a:ea typeface="+mn-ea"/>
                <a:cs typeface="+mn-cs"/>
              </a:defRPr>
            </a:lvl2pPr>
            <a:lvl3pPr marL="459000" indent="-228600" algn="l" defTabSz="357708" rtl="0" eaLnBrk="1" latinLnBrk="0" hangingPunct="1">
              <a:lnSpc>
                <a:spcPct val="140000"/>
              </a:lnSpc>
              <a:spcBef>
                <a:spcPts val="0"/>
              </a:spcBef>
              <a:spcAft>
                <a:spcPts val="0"/>
              </a:spcAft>
              <a:buClr>
                <a:schemeClr val="accent2"/>
              </a:buClr>
              <a:buSzPct val="100000"/>
              <a:buFont typeface="Wingdings" panose="05000000000000000000" pitchFamily="2" charset="2"/>
              <a:buChar char=""/>
              <a:defRPr sz="1800" b="0" kern="1200">
                <a:solidFill>
                  <a:schemeClr val="tx1"/>
                </a:solidFill>
                <a:latin typeface="+mn-lt"/>
                <a:ea typeface="+mn-ea"/>
                <a:cs typeface="+mn-cs"/>
              </a:defRPr>
            </a:lvl3pPr>
            <a:lvl4pPr marL="687600" indent="-228600" algn="l" defTabSz="357708" rtl="0" eaLnBrk="1" latinLnBrk="0" hangingPunct="1">
              <a:lnSpc>
                <a:spcPct val="140000"/>
              </a:lnSpc>
              <a:spcBef>
                <a:spcPts val="0"/>
              </a:spcBef>
              <a:spcAft>
                <a:spcPts val="0"/>
              </a:spcAft>
              <a:buClr>
                <a:schemeClr val="tx1"/>
              </a:buClr>
              <a:buSzPct val="100000"/>
              <a:buFont typeface="Wingdings" panose="05000000000000000000" pitchFamily="2" charset="2"/>
              <a:buChar char=""/>
              <a:defRPr sz="1600" b="0" kern="1200" baseline="0">
                <a:solidFill>
                  <a:schemeClr val="tx1"/>
                </a:solidFill>
                <a:latin typeface="+mn-lt"/>
                <a:ea typeface="+mn-ea"/>
                <a:cs typeface="+mn-cs"/>
              </a:defRPr>
            </a:lvl4pPr>
            <a:lvl5pPr marL="890800" indent="-203200" algn="l" defTabSz="357708" rtl="0" eaLnBrk="1" latinLnBrk="0" hangingPunct="1">
              <a:lnSpc>
                <a:spcPct val="140000"/>
              </a:lnSpc>
              <a:spcBef>
                <a:spcPts val="0"/>
              </a:spcBef>
              <a:spcAft>
                <a:spcPts val="0"/>
              </a:spcAft>
              <a:buClr>
                <a:schemeClr val="tx1"/>
              </a:buClr>
              <a:buSzPct val="100000"/>
              <a:buFont typeface="Wingdings" panose="05000000000000000000" pitchFamily="2" charset="2"/>
              <a:buChar char=""/>
              <a:defRPr sz="1400" kern="1200">
                <a:solidFill>
                  <a:schemeClr val="tx1"/>
                </a:solidFill>
                <a:latin typeface="+mn-lt"/>
                <a:ea typeface="+mn-ea"/>
                <a:cs typeface="+mn-cs"/>
              </a:defRPr>
            </a:lvl5pPr>
            <a:lvl6pPr marL="1043200" indent="-152400" algn="l" defTabSz="357708" rtl="0" eaLnBrk="1" latinLnBrk="0" hangingPunct="1">
              <a:lnSpc>
                <a:spcPct val="140000"/>
              </a:lnSpc>
              <a:spcBef>
                <a:spcPts val="0"/>
              </a:spcBef>
              <a:spcAft>
                <a:spcPts val="0"/>
              </a:spcAft>
              <a:buClr>
                <a:schemeClr val="tx1"/>
              </a:buClr>
              <a:buSzPct val="100000"/>
              <a:buFont typeface="Wingdings" panose="05000000000000000000" pitchFamily="2" charset="2"/>
              <a:buChar char=""/>
              <a:defRPr sz="1200" kern="1200" baseline="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lvl="0" algn="ctr">
              <a:spcBef>
                <a:spcPct val="0"/>
              </a:spcBef>
              <a:spcAft>
                <a:spcPct val="0"/>
              </a:spcAft>
            </a:pPr>
            <a:fld id="{B9FC9E89-932E-430C-9303-9E46B92231F9}" type="datetime'''''''''''''2''0''2''5'''''''''">
              <a:rPr lang="en-GB" altLang="en-US" sz="2000" smtClean="0">
                <a:latin typeface="ShellBook" panose="00000500000000000000" pitchFamily="2" charset="0"/>
                <a:sym typeface="ShellBook" panose="00000500000000000000" pitchFamily="2" charset="0"/>
              </a:rPr>
              <a:pPr lvl="0" algn="ctr">
                <a:spcBef>
                  <a:spcPct val="0"/>
                </a:spcBef>
                <a:spcAft>
                  <a:spcPct val="0"/>
                </a:spcAft>
              </a:pPr>
              <a:t>2025</a:t>
            </a:fld>
            <a:endParaRPr lang="en-GB" sz="2000">
              <a:latin typeface="ShellBook" panose="00000500000000000000" pitchFamily="2" charset="0"/>
              <a:sym typeface="ShellBook" panose="00000500000000000000" pitchFamily="2" charset="0"/>
            </a:endParaRPr>
          </a:p>
        </p:txBody>
      </p:sp>
      <p:sp>
        <p:nvSpPr>
          <p:cNvPr id="133" name="Rectangle 132">
            <a:extLst>
              <a:ext uri="{FF2B5EF4-FFF2-40B4-BE49-F238E27FC236}">
                <a16:creationId xmlns:a16="http://schemas.microsoft.com/office/drawing/2014/main" id="{ED82E8E7-1E8D-402E-AF98-95F1D8129149}"/>
              </a:ext>
            </a:extLst>
          </p:cNvPr>
          <p:cNvSpPr/>
          <p:nvPr>
            <p:custDataLst>
              <p:tags r:id="rId56"/>
            </p:custDataLst>
          </p:nvPr>
        </p:nvSpPr>
        <p:spPr bwMode="gray">
          <a:xfrm>
            <a:off x="4840288" y="27181175"/>
            <a:ext cx="227013" cy="427038"/>
          </a:xfrm>
          <a:prstGeom prst="rect">
            <a:avLst/>
          </a:prstGeom>
          <a:solidFill>
            <a:srgbClr val="C3CFE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wrap="none" lIns="36513" tIns="0" rIns="36513" bIns="0" rtlCol="0" anchor="ctr"/>
          <a:lstStyle/>
          <a:p>
            <a:pPr algn="ctr">
              <a:lnSpc>
                <a:spcPct val="140000"/>
              </a:lnSpc>
              <a:spcBef>
                <a:spcPct val="0"/>
              </a:spcBef>
              <a:spcAft>
                <a:spcPct val="0"/>
              </a:spcAft>
            </a:pPr>
            <a:fld id="{74AA152C-FCAE-498E-8451-0C06A13D40C3}" type="datetime'''''''''2'''''''''''''''">
              <a:rPr lang="en-GB" altLang="en-US" sz="2000" smtClean="0">
                <a:solidFill>
                  <a:schemeClr val="tx1"/>
                </a:solidFill>
                <a:effectLst/>
                <a:latin typeface="ShellBook" panose="00000500000000000000" pitchFamily="2" charset="0"/>
                <a:sym typeface="ShellBook" panose="00000500000000000000" pitchFamily="2" charset="0"/>
              </a:rPr>
              <a:pPr algn="ctr">
                <a:lnSpc>
                  <a:spcPct val="140000"/>
                </a:lnSpc>
                <a:spcBef>
                  <a:spcPct val="0"/>
                </a:spcBef>
                <a:spcAft>
                  <a:spcPct val="0"/>
                </a:spcAft>
              </a:pPr>
              <a:t>2</a:t>
            </a:fld>
            <a:endParaRPr lang="en-GB" sz="2000">
              <a:solidFill>
                <a:schemeClr val="tx1"/>
              </a:solidFill>
              <a:latin typeface="ShellBook" panose="00000500000000000000" pitchFamily="2" charset="0"/>
              <a:sym typeface="ShellBook" panose="00000500000000000000" pitchFamily="2" charset="0"/>
            </a:endParaRPr>
          </a:p>
        </p:txBody>
      </p:sp>
      <p:sp>
        <p:nvSpPr>
          <p:cNvPr id="207" name="Rectangle 206">
            <a:extLst>
              <a:ext uri="{FF2B5EF4-FFF2-40B4-BE49-F238E27FC236}">
                <a16:creationId xmlns:a16="http://schemas.microsoft.com/office/drawing/2014/main" id="{1519F88E-D7E7-4597-5875-2CC00044405F}"/>
              </a:ext>
            </a:extLst>
          </p:cNvPr>
          <p:cNvSpPr>
            <a:spLocks/>
          </p:cNvSpPr>
          <p:nvPr>
            <p:custDataLst>
              <p:tags r:id="rId57"/>
            </p:custDataLst>
          </p:nvPr>
        </p:nvSpPr>
        <p:spPr bwMode="auto">
          <a:xfrm>
            <a:off x="2854325" y="32084963"/>
            <a:ext cx="679450" cy="427038"/>
          </a:xfrm>
          <a:prstGeom prst="rect">
            <a:avLst/>
          </a:prstGeom>
          <a:noFill/>
          <a:ln w="9525" algn="ctr">
            <a:noFill/>
            <a:miter lim="800000"/>
            <a:headEnd/>
            <a:tailEnd/>
          </a:ln>
          <a:effectLst/>
          <a:extLst>
            <a:ext uri="{909E8E84-426E-40DD-AFC4-6F175D3DCCD1}">
              <a14:hiddenFill xmlns:a14="http://schemas.microsoft.com/office/drawing/2010/main">
                <a:solidFill>
                  <a:scrgbClr r="0" g="0" b="0"/>
                </a:solidFill>
              </a14:hiddenFill>
            </a:ext>
          </a:extLst>
        </p:spPr>
        <p:txBody>
          <a:bodyPr vert="horz" wrap="none" lIns="0" tIns="0" rIns="0" bIns="0" numCol="1" anchor="t" anchorCtr="0" compatLnSpc="1">
            <a:prstTxWarp prst="textNoShape">
              <a:avLst/>
            </a:prstTxWarp>
            <a:noAutofit/>
          </a:bodyPr>
          <a:lstStyle>
            <a:lvl1pPr marL="0" indent="0" algn="l" defTabSz="357708" rtl="0" eaLnBrk="1" latinLnBrk="0" hangingPunct="1">
              <a:lnSpc>
                <a:spcPct val="140000"/>
              </a:lnSpc>
              <a:spcBef>
                <a:spcPts val="0"/>
              </a:spcBef>
              <a:spcAft>
                <a:spcPts val="0"/>
              </a:spcAft>
              <a:buClr>
                <a:schemeClr val="accent2"/>
              </a:buClr>
              <a:buSzPct val="85000"/>
              <a:buFont typeface="Wingdings" pitchFamily="2" charset="2"/>
              <a:buNone/>
              <a:defRPr sz="1800" kern="1200" baseline="0">
                <a:solidFill>
                  <a:schemeClr val="tx1"/>
                </a:solidFill>
                <a:latin typeface="+mn-lt"/>
                <a:ea typeface="+mn-ea"/>
                <a:cs typeface="+mn-cs"/>
              </a:defRPr>
            </a:lvl1pPr>
            <a:lvl2pPr marL="230400" indent="-230400" algn="l" defTabSz="357708" rtl="0" eaLnBrk="1" latinLnBrk="0" hangingPunct="1">
              <a:lnSpc>
                <a:spcPct val="140000"/>
              </a:lnSpc>
              <a:spcBef>
                <a:spcPts val="0"/>
              </a:spcBef>
              <a:spcAft>
                <a:spcPts val="0"/>
              </a:spcAft>
              <a:buClr>
                <a:schemeClr val="accent2"/>
              </a:buClr>
              <a:buSzPct val="75000"/>
              <a:buFont typeface="Wingdings" panose="05000000000000000000" pitchFamily="2" charset="2"/>
              <a:buChar char=""/>
              <a:defRPr sz="1800" b="0" kern="1200">
                <a:solidFill>
                  <a:schemeClr val="tx1"/>
                </a:solidFill>
                <a:latin typeface="+mn-lt"/>
                <a:ea typeface="+mn-ea"/>
                <a:cs typeface="+mn-cs"/>
              </a:defRPr>
            </a:lvl2pPr>
            <a:lvl3pPr marL="459000" indent="-228600" algn="l" defTabSz="357708" rtl="0" eaLnBrk="1" latinLnBrk="0" hangingPunct="1">
              <a:lnSpc>
                <a:spcPct val="140000"/>
              </a:lnSpc>
              <a:spcBef>
                <a:spcPts val="0"/>
              </a:spcBef>
              <a:spcAft>
                <a:spcPts val="0"/>
              </a:spcAft>
              <a:buClr>
                <a:schemeClr val="accent2"/>
              </a:buClr>
              <a:buSzPct val="100000"/>
              <a:buFont typeface="Wingdings" panose="05000000000000000000" pitchFamily="2" charset="2"/>
              <a:buChar char=""/>
              <a:defRPr sz="1800" b="0" kern="1200">
                <a:solidFill>
                  <a:schemeClr val="tx1"/>
                </a:solidFill>
                <a:latin typeface="+mn-lt"/>
                <a:ea typeface="+mn-ea"/>
                <a:cs typeface="+mn-cs"/>
              </a:defRPr>
            </a:lvl3pPr>
            <a:lvl4pPr marL="687600" indent="-228600" algn="l" defTabSz="357708" rtl="0" eaLnBrk="1" latinLnBrk="0" hangingPunct="1">
              <a:lnSpc>
                <a:spcPct val="140000"/>
              </a:lnSpc>
              <a:spcBef>
                <a:spcPts val="0"/>
              </a:spcBef>
              <a:spcAft>
                <a:spcPts val="0"/>
              </a:spcAft>
              <a:buClr>
                <a:schemeClr val="tx1"/>
              </a:buClr>
              <a:buSzPct val="100000"/>
              <a:buFont typeface="Wingdings" panose="05000000000000000000" pitchFamily="2" charset="2"/>
              <a:buChar char=""/>
              <a:defRPr sz="1600" b="0" kern="1200" baseline="0">
                <a:solidFill>
                  <a:schemeClr val="tx1"/>
                </a:solidFill>
                <a:latin typeface="+mn-lt"/>
                <a:ea typeface="+mn-ea"/>
                <a:cs typeface="+mn-cs"/>
              </a:defRPr>
            </a:lvl4pPr>
            <a:lvl5pPr marL="890800" indent="-203200" algn="l" defTabSz="357708" rtl="0" eaLnBrk="1" latinLnBrk="0" hangingPunct="1">
              <a:lnSpc>
                <a:spcPct val="140000"/>
              </a:lnSpc>
              <a:spcBef>
                <a:spcPts val="0"/>
              </a:spcBef>
              <a:spcAft>
                <a:spcPts val="0"/>
              </a:spcAft>
              <a:buClr>
                <a:schemeClr val="tx1"/>
              </a:buClr>
              <a:buSzPct val="100000"/>
              <a:buFont typeface="Wingdings" panose="05000000000000000000" pitchFamily="2" charset="2"/>
              <a:buChar char=""/>
              <a:defRPr sz="1400" kern="1200">
                <a:solidFill>
                  <a:schemeClr val="tx1"/>
                </a:solidFill>
                <a:latin typeface="+mn-lt"/>
                <a:ea typeface="+mn-ea"/>
                <a:cs typeface="+mn-cs"/>
              </a:defRPr>
            </a:lvl5pPr>
            <a:lvl6pPr marL="1043200" indent="-152400" algn="l" defTabSz="357708" rtl="0" eaLnBrk="1" latinLnBrk="0" hangingPunct="1">
              <a:lnSpc>
                <a:spcPct val="140000"/>
              </a:lnSpc>
              <a:spcBef>
                <a:spcPts val="0"/>
              </a:spcBef>
              <a:spcAft>
                <a:spcPts val="0"/>
              </a:spcAft>
              <a:buClr>
                <a:schemeClr val="tx1"/>
              </a:buClr>
              <a:buSzPct val="100000"/>
              <a:buFont typeface="Wingdings" panose="05000000000000000000" pitchFamily="2" charset="2"/>
              <a:buChar char=""/>
              <a:defRPr sz="1200" kern="1200" baseline="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lvl="0" algn="ctr">
              <a:spcBef>
                <a:spcPct val="0"/>
              </a:spcBef>
              <a:spcAft>
                <a:spcPct val="0"/>
              </a:spcAft>
            </a:pPr>
            <a:fld id="{DF9B1335-D457-40D2-8699-B3372EB8CAA7}" type="datetime'''''''''O''''''''''''P''''''E''''''''''C'''''''''''''''''">
              <a:rPr lang="en-GB" altLang="en-US" sz="2000" smtClean="0">
                <a:latin typeface="ShellBook" panose="00000500000000000000" pitchFamily="2" charset="0"/>
                <a:sym typeface="ShellBook" panose="00000500000000000000" pitchFamily="2" charset="0"/>
              </a:rPr>
              <a:pPr lvl="0" algn="ctr">
                <a:spcBef>
                  <a:spcPct val="0"/>
                </a:spcBef>
                <a:spcAft>
                  <a:spcPct val="0"/>
                </a:spcAft>
              </a:pPr>
              <a:t>OPEC</a:t>
            </a:fld>
            <a:endParaRPr lang="en-GB" sz="2000">
              <a:latin typeface="ShellBook" panose="00000500000000000000" pitchFamily="2" charset="0"/>
              <a:sym typeface="ShellBook" panose="00000500000000000000" pitchFamily="2" charset="0"/>
            </a:endParaRPr>
          </a:p>
        </p:txBody>
      </p:sp>
      <p:sp>
        <p:nvSpPr>
          <p:cNvPr id="208" name="Rectangle 207">
            <a:extLst>
              <a:ext uri="{FF2B5EF4-FFF2-40B4-BE49-F238E27FC236}">
                <a16:creationId xmlns:a16="http://schemas.microsoft.com/office/drawing/2014/main" id="{38E1D1A9-29A1-6BF7-7710-F54AF6CA5EC5}"/>
              </a:ext>
            </a:extLst>
          </p:cNvPr>
          <p:cNvSpPr>
            <a:spLocks/>
          </p:cNvSpPr>
          <p:nvPr>
            <p:custDataLst>
              <p:tags r:id="rId58"/>
            </p:custDataLst>
          </p:nvPr>
        </p:nvSpPr>
        <p:spPr bwMode="gray">
          <a:xfrm>
            <a:off x="3028950" y="28638500"/>
            <a:ext cx="330200" cy="427038"/>
          </a:xfrm>
          <a:prstGeom prst="rect">
            <a:avLst/>
          </a:prstGeom>
          <a:solidFill>
            <a:schemeClr val="bg1"/>
          </a:solidFill>
          <a:ln w="9525" algn="ctr">
            <a:noFill/>
            <a:miter lim="800000"/>
            <a:headEnd/>
            <a:tailEnd/>
          </a:ln>
          <a:effectLst/>
        </p:spPr>
        <p:txBody>
          <a:bodyPr vert="horz" wrap="none" lIns="36513" tIns="0" rIns="36513" bIns="0" numCol="1" anchor="ctr" anchorCtr="0" compatLnSpc="1">
            <a:prstTxWarp prst="textNoShape">
              <a:avLst/>
            </a:prstTxWarp>
            <a:noAutofit/>
          </a:bodyPr>
          <a:lstStyle>
            <a:lvl1pPr marL="0" indent="0" algn="l" defTabSz="357708" rtl="0" eaLnBrk="1" latinLnBrk="0" hangingPunct="1">
              <a:lnSpc>
                <a:spcPct val="140000"/>
              </a:lnSpc>
              <a:spcBef>
                <a:spcPts val="0"/>
              </a:spcBef>
              <a:spcAft>
                <a:spcPts val="0"/>
              </a:spcAft>
              <a:buClr>
                <a:schemeClr val="accent2"/>
              </a:buClr>
              <a:buSzPct val="85000"/>
              <a:buFont typeface="Wingdings" pitchFamily="2" charset="2"/>
              <a:buNone/>
              <a:defRPr sz="1800" kern="1200" baseline="0">
                <a:solidFill>
                  <a:schemeClr val="tx1"/>
                </a:solidFill>
                <a:latin typeface="+mn-lt"/>
                <a:ea typeface="+mn-ea"/>
                <a:cs typeface="+mn-cs"/>
              </a:defRPr>
            </a:lvl1pPr>
            <a:lvl2pPr marL="230400" indent="-230400" algn="l" defTabSz="357708" rtl="0" eaLnBrk="1" latinLnBrk="0" hangingPunct="1">
              <a:lnSpc>
                <a:spcPct val="140000"/>
              </a:lnSpc>
              <a:spcBef>
                <a:spcPts val="0"/>
              </a:spcBef>
              <a:spcAft>
                <a:spcPts val="0"/>
              </a:spcAft>
              <a:buClr>
                <a:schemeClr val="accent2"/>
              </a:buClr>
              <a:buSzPct val="75000"/>
              <a:buFont typeface="Wingdings" panose="05000000000000000000" pitchFamily="2" charset="2"/>
              <a:buChar char=""/>
              <a:defRPr sz="1800" b="0" kern="1200">
                <a:solidFill>
                  <a:schemeClr val="tx1"/>
                </a:solidFill>
                <a:latin typeface="+mn-lt"/>
                <a:ea typeface="+mn-ea"/>
                <a:cs typeface="+mn-cs"/>
              </a:defRPr>
            </a:lvl2pPr>
            <a:lvl3pPr marL="459000" indent="-228600" algn="l" defTabSz="357708" rtl="0" eaLnBrk="1" latinLnBrk="0" hangingPunct="1">
              <a:lnSpc>
                <a:spcPct val="140000"/>
              </a:lnSpc>
              <a:spcBef>
                <a:spcPts val="0"/>
              </a:spcBef>
              <a:spcAft>
                <a:spcPts val="0"/>
              </a:spcAft>
              <a:buClr>
                <a:schemeClr val="accent2"/>
              </a:buClr>
              <a:buSzPct val="100000"/>
              <a:buFont typeface="Wingdings" panose="05000000000000000000" pitchFamily="2" charset="2"/>
              <a:buChar char=""/>
              <a:defRPr sz="1800" b="0" kern="1200">
                <a:solidFill>
                  <a:schemeClr val="tx1"/>
                </a:solidFill>
                <a:latin typeface="+mn-lt"/>
                <a:ea typeface="+mn-ea"/>
                <a:cs typeface="+mn-cs"/>
              </a:defRPr>
            </a:lvl3pPr>
            <a:lvl4pPr marL="687600" indent="-228600" algn="l" defTabSz="357708" rtl="0" eaLnBrk="1" latinLnBrk="0" hangingPunct="1">
              <a:lnSpc>
                <a:spcPct val="140000"/>
              </a:lnSpc>
              <a:spcBef>
                <a:spcPts val="0"/>
              </a:spcBef>
              <a:spcAft>
                <a:spcPts val="0"/>
              </a:spcAft>
              <a:buClr>
                <a:schemeClr val="tx1"/>
              </a:buClr>
              <a:buSzPct val="100000"/>
              <a:buFont typeface="Wingdings" panose="05000000000000000000" pitchFamily="2" charset="2"/>
              <a:buChar char=""/>
              <a:defRPr sz="1600" b="0" kern="1200" baseline="0">
                <a:solidFill>
                  <a:schemeClr val="tx1"/>
                </a:solidFill>
                <a:latin typeface="+mn-lt"/>
                <a:ea typeface="+mn-ea"/>
                <a:cs typeface="+mn-cs"/>
              </a:defRPr>
            </a:lvl4pPr>
            <a:lvl5pPr marL="890800" indent="-203200" algn="l" defTabSz="357708" rtl="0" eaLnBrk="1" latinLnBrk="0" hangingPunct="1">
              <a:lnSpc>
                <a:spcPct val="140000"/>
              </a:lnSpc>
              <a:spcBef>
                <a:spcPts val="0"/>
              </a:spcBef>
              <a:spcAft>
                <a:spcPts val="0"/>
              </a:spcAft>
              <a:buClr>
                <a:schemeClr val="tx1"/>
              </a:buClr>
              <a:buSzPct val="100000"/>
              <a:buFont typeface="Wingdings" panose="05000000000000000000" pitchFamily="2" charset="2"/>
              <a:buChar char=""/>
              <a:defRPr sz="1400" kern="1200">
                <a:solidFill>
                  <a:schemeClr val="tx1"/>
                </a:solidFill>
                <a:latin typeface="+mn-lt"/>
                <a:ea typeface="+mn-ea"/>
                <a:cs typeface="+mn-cs"/>
              </a:defRPr>
            </a:lvl5pPr>
            <a:lvl6pPr marL="1043200" indent="-152400" algn="l" defTabSz="357708" rtl="0" eaLnBrk="1" latinLnBrk="0" hangingPunct="1">
              <a:lnSpc>
                <a:spcPct val="140000"/>
              </a:lnSpc>
              <a:spcBef>
                <a:spcPts val="0"/>
              </a:spcBef>
              <a:spcAft>
                <a:spcPts val="0"/>
              </a:spcAft>
              <a:buClr>
                <a:schemeClr val="tx1"/>
              </a:buClr>
              <a:buSzPct val="100000"/>
              <a:buFont typeface="Wingdings" panose="05000000000000000000" pitchFamily="2" charset="2"/>
              <a:buChar char=""/>
              <a:defRPr sz="1200" kern="1200" baseline="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lvl="0" algn="ctr">
              <a:spcBef>
                <a:spcPct val="0"/>
              </a:spcBef>
              <a:spcAft>
                <a:spcPct val="0"/>
              </a:spcAft>
            </a:pPr>
            <a:fld id="{09764A93-DBD3-4B6F-AFCA-092776D3FF45}" type="datetime'''''''''''1''''3'''''''''''''''''''''">
              <a:rPr lang="en-GB" altLang="en-US" sz="2000" smtClean="0">
                <a:effectLst/>
                <a:latin typeface="ShellBook" panose="00000500000000000000" pitchFamily="2" charset="0"/>
                <a:sym typeface="ShellBook" panose="00000500000000000000" pitchFamily="2" charset="0"/>
              </a:rPr>
              <a:pPr lvl="0" algn="ctr">
                <a:spcBef>
                  <a:spcPct val="0"/>
                </a:spcBef>
                <a:spcAft>
                  <a:spcPct val="0"/>
                </a:spcAft>
              </a:pPr>
              <a:t>13</a:t>
            </a:fld>
            <a:endParaRPr lang="en-GB" sz="2000">
              <a:latin typeface="ShellBook" panose="00000500000000000000" pitchFamily="2" charset="0"/>
              <a:sym typeface="ShellBook" panose="00000500000000000000" pitchFamily="2" charset="0"/>
            </a:endParaRPr>
          </a:p>
        </p:txBody>
      </p:sp>
      <p:sp>
        <p:nvSpPr>
          <p:cNvPr id="204" name="Rectangle 203">
            <a:extLst>
              <a:ext uri="{FF2B5EF4-FFF2-40B4-BE49-F238E27FC236}">
                <a16:creationId xmlns:a16="http://schemas.microsoft.com/office/drawing/2014/main" id="{C74E186B-EAC9-CBAE-F549-6E1FC1EE4B54}"/>
              </a:ext>
            </a:extLst>
          </p:cNvPr>
          <p:cNvSpPr>
            <a:spLocks/>
          </p:cNvSpPr>
          <p:nvPr>
            <p:custDataLst>
              <p:tags r:id="rId59"/>
            </p:custDataLst>
          </p:nvPr>
        </p:nvSpPr>
        <p:spPr bwMode="gray">
          <a:xfrm>
            <a:off x="2120900" y="27344688"/>
            <a:ext cx="390525" cy="427038"/>
          </a:xfrm>
          <a:prstGeom prst="rect">
            <a:avLst/>
          </a:prstGeom>
          <a:noFill/>
          <a:ln w="9525" algn="ctr">
            <a:noFill/>
            <a:miter lim="800000"/>
            <a:headEnd/>
            <a:tailEnd/>
          </a:ln>
          <a:effectLst/>
          <a:extLst>
            <a:ext uri="{909E8E84-426E-40DD-AFC4-6F175D3DCCD1}">
              <a14:hiddenFill xmlns:a14="http://schemas.microsoft.com/office/drawing/2010/main">
                <a:solidFill>
                  <a:scrgbClr r="0" g="0" b="0"/>
                </a:solidFill>
              </a14:hiddenFill>
            </a:ext>
          </a:extLst>
        </p:spPr>
        <p:txBody>
          <a:bodyPr vert="horz" wrap="none" lIns="36513" tIns="0" rIns="36513" bIns="0" numCol="1" anchor="b" anchorCtr="0" compatLnSpc="1">
            <a:prstTxWarp prst="textNoShape">
              <a:avLst/>
            </a:prstTxWarp>
            <a:noAutofit/>
          </a:bodyPr>
          <a:lstStyle>
            <a:lvl1pPr marL="0" indent="0" algn="l" defTabSz="357708" rtl="0" eaLnBrk="1" latinLnBrk="0" hangingPunct="1">
              <a:lnSpc>
                <a:spcPct val="140000"/>
              </a:lnSpc>
              <a:spcBef>
                <a:spcPts val="0"/>
              </a:spcBef>
              <a:spcAft>
                <a:spcPts val="0"/>
              </a:spcAft>
              <a:buClr>
                <a:schemeClr val="accent2"/>
              </a:buClr>
              <a:buSzPct val="85000"/>
              <a:buFont typeface="Wingdings" pitchFamily="2" charset="2"/>
              <a:buNone/>
              <a:defRPr sz="1800" kern="1200" baseline="0">
                <a:solidFill>
                  <a:schemeClr val="tx1"/>
                </a:solidFill>
                <a:latin typeface="+mn-lt"/>
                <a:ea typeface="+mn-ea"/>
                <a:cs typeface="+mn-cs"/>
              </a:defRPr>
            </a:lvl1pPr>
            <a:lvl2pPr marL="230400" indent="-230400" algn="l" defTabSz="357708" rtl="0" eaLnBrk="1" latinLnBrk="0" hangingPunct="1">
              <a:lnSpc>
                <a:spcPct val="140000"/>
              </a:lnSpc>
              <a:spcBef>
                <a:spcPts val="0"/>
              </a:spcBef>
              <a:spcAft>
                <a:spcPts val="0"/>
              </a:spcAft>
              <a:buClr>
                <a:schemeClr val="accent2"/>
              </a:buClr>
              <a:buSzPct val="75000"/>
              <a:buFont typeface="Wingdings" panose="05000000000000000000" pitchFamily="2" charset="2"/>
              <a:buChar char=""/>
              <a:defRPr sz="1800" b="0" kern="1200">
                <a:solidFill>
                  <a:schemeClr val="tx1"/>
                </a:solidFill>
                <a:latin typeface="+mn-lt"/>
                <a:ea typeface="+mn-ea"/>
                <a:cs typeface="+mn-cs"/>
              </a:defRPr>
            </a:lvl2pPr>
            <a:lvl3pPr marL="459000" indent="-228600" algn="l" defTabSz="357708" rtl="0" eaLnBrk="1" latinLnBrk="0" hangingPunct="1">
              <a:lnSpc>
                <a:spcPct val="140000"/>
              </a:lnSpc>
              <a:spcBef>
                <a:spcPts val="0"/>
              </a:spcBef>
              <a:spcAft>
                <a:spcPts val="0"/>
              </a:spcAft>
              <a:buClr>
                <a:schemeClr val="accent2"/>
              </a:buClr>
              <a:buSzPct val="100000"/>
              <a:buFont typeface="Wingdings" panose="05000000000000000000" pitchFamily="2" charset="2"/>
              <a:buChar char=""/>
              <a:defRPr sz="1800" b="0" kern="1200">
                <a:solidFill>
                  <a:schemeClr val="tx1"/>
                </a:solidFill>
                <a:latin typeface="+mn-lt"/>
                <a:ea typeface="+mn-ea"/>
                <a:cs typeface="+mn-cs"/>
              </a:defRPr>
            </a:lvl3pPr>
            <a:lvl4pPr marL="687600" indent="-228600" algn="l" defTabSz="357708" rtl="0" eaLnBrk="1" latinLnBrk="0" hangingPunct="1">
              <a:lnSpc>
                <a:spcPct val="140000"/>
              </a:lnSpc>
              <a:spcBef>
                <a:spcPts val="0"/>
              </a:spcBef>
              <a:spcAft>
                <a:spcPts val="0"/>
              </a:spcAft>
              <a:buClr>
                <a:schemeClr val="tx1"/>
              </a:buClr>
              <a:buSzPct val="100000"/>
              <a:buFont typeface="Wingdings" panose="05000000000000000000" pitchFamily="2" charset="2"/>
              <a:buChar char=""/>
              <a:defRPr sz="1600" b="0" kern="1200" baseline="0">
                <a:solidFill>
                  <a:schemeClr val="tx1"/>
                </a:solidFill>
                <a:latin typeface="+mn-lt"/>
                <a:ea typeface="+mn-ea"/>
                <a:cs typeface="+mn-cs"/>
              </a:defRPr>
            </a:lvl4pPr>
            <a:lvl5pPr marL="890800" indent="-203200" algn="l" defTabSz="357708" rtl="0" eaLnBrk="1" latinLnBrk="0" hangingPunct="1">
              <a:lnSpc>
                <a:spcPct val="140000"/>
              </a:lnSpc>
              <a:spcBef>
                <a:spcPts val="0"/>
              </a:spcBef>
              <a:spcAft>
                <a:spcPts val="0"/>
              </a:spcAft>
              <a:buClr>
                <a:schemeClr val="tx1"/>
              </a:buClr>
              <a:buSzPct val="100000"/>
              <a:buFont typeface="Wingdings" panose="05000000000000000000" pitchFamily="2" charset="2"/>
              <a:buChar char=""/>
              <a:defRPr sz="1400" kern="1200">
                <a:solidFill>
                  <a:schemeClr val="tx1"/>
                </a:solidFill>
                <a:latin typeface="+mn-lt"/>
                <a:ea typeface="+mn-ea"/>
                <a:cs typeface="+mn-cs"/>
              </a:defRPr>
            </a:lvl5pPr>
            <a:lvl6pPr marL="1043200" indent="-152400" algn="l" defTabSz="357708" rtl="0" eaLnBrk="1" latinLnBrk="0" hangingPunct="1">
              <a:lnSpc>
                <a:spcPct val="140000"/>
              </a:lnSpc>
              <a:spcBef>
                <a:spcPts val="0"/>
              </a:spcBef>
              <a:spcAft>
                <a:spcPts val="0"/>
              </a:spcAft>
              <a:buClr>
                <a:schemeClr val="tx1"/>
              </a:buClr>
              <a:buSzPct val="100000"/>
              <a:buFont typeface="Wingdings" panose="05000000000000000000" pitchFamily="2" charset="2"/>
              <a:buChar char=""/>
              <a:defRPr sz="1200" kern="1200" baseline="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lvl="0" algn="ctr">
              <a:spcBef>
                <a:spcPct val="0"/>
              </a:spcBef>
              <a:spcAft>
                <a:spcPct val="0"/>
              </a:spcAft>
            </a:pPr>
            <a:fld id="{FFEED6D2-AC7F-408B-9057-CF5EBEDBD805}" type="datetime'''''''''''''''9''''''''''''''''7'''''''''''''''''''''''''''">
              <a:rPr lang="en-GB" altLang="en-US" sz="2000" smtClean="0">
                <a:latin typeface="ShellBook" panose="00000500000000000000" pitchFamily="2" charset="0"/>
                <a:sym typeface="ShellBook" panose="00000500000000000000" pitchFamily="2" charset="0"/>
              </a:rPr>
              <a:pPr lvl="0" algn="ctr">
                <a:spcBef>
                  <a:spcPct val="0"/>
                </a:spcBef>
                <a:spcAft>
                  <a:spcPct val="0"/>
                </a:spcAft>
              </a:pPr>
              <a:t>97</a:t>
            </a:fld>
            <a:endParaRPr lang="en-GB" sz="2000">
              <a:latin typeface="ShellBook" panose="00000500000000000000" pitchFamily="2" charset="0"/>
              <a:sym typeface="ShellBook" panose="00000500000000000000" pitchFamily="2" charset="0"/>
            </a:endParaRPr>
          </a:p>
        </p:txBody>
      </p:sp>
      <p:sp>
        <p:nvSpPr>
          <p:cNvPr id="205" name="Rectangle 204">
            <a:extLst>
              <a:ext uri="{FF2B5EF4-FFF2-40B4-BE49-F238E27FC236}">
                <a16:creationId xmlns:a16="http://schemas.microsoft.com/office/drawing/2014/main" id="{6C5BB9A3-2BF0-D01B-2099-51C387E88406}"/>
              </a:ext>
            </a:extLst>
          </p:cNvPr>
          <p:cNvSpPr>
            <a:spLocks/>
          </p:cNvSpPr>
          <p:nvPr>
            <p:custDataLst>
              <p:tags r:id="rId60"/>
            </p:custDataLst>
          </p:nvPr>
        </p:nvSpPr>
        <p:spPr bwMode="gray">
          <a:xfrm>
            <a:off x="13493750" y="26809700"/>
            <a:ext cx="495300" cy="427038"/>
          </a:xfrm>
          <a:prstGeom prst="rect">
            <a:avLst/>
          </a:prstGeom>
          <a:noFill/>
          <a:ln w="9525" algn="ctr">
            <a:noFill/>
            <a:miter lim="800000"/>
            <a:headEnd/>
            <a:tailEnd/>
          </a:ln>
          <a:effectLst/>
          <a:extLst>
            <a:ext uri="{909E8E84-426E-40DD-AFC4-6F175D3DCCD1}">
              <a14:hiddenFill xmlns:a14="http://schemas.microsoft.com/office/drawing/2010/main">
                <a:solidFill>
                  <a:scrgbClr r="0" g="0" b="0"/>
                </a:solidFill>
              </a14:hiddenFill>
            </a:ext>
          </a:extLst>
        </p:spPr>
        <p:txBody>
          <a:bodyPr vert="horz" wrap="none" lIns="36513" tIns="0" rIns="36513" bIns="0" numCol="1" anchor="b" anchorCtr="0" compatLnSpc="1">
            <a:prstTxWarp prst="textNoShape">
              <a:avLst/>
            </a:prstTxWarp>
            <a:noAutofit/>
          </a:bodyPr>
          <a:lstStyle>
            <a:lvl1pPr marL="0" indent="0" algn="l" defTabSz="357708" rtl="0" eaLnBrk="1" latinLnBrk="0" hangingPunct="1">
              <a:lnSpc>
                <a:spcPct val="140000"/>
              </a:lnSpc>
              <a:spcBef>
                <a:spcPts val="0"/>
              </a:spcBef>
              <a:spcAft>
                <a:spcPts val="0"/>
              </a:spcAft>
              <a:buClr>
                <a:schemeClr val="accent2"/>
              </a:buClr>
              <a:buSzPct val="85000"/>
              <a:buFont typeface="Wingdings" pitchFamily="2" charset="2"/>
              <a:buNone/>
              <a:defRPr sz="1800" kern="1200" baseline="0">
                <a:solidFill>
                  <a:schemeClr val="tx1"/>
                </a:solidFill>
                <a:latin typeface="+mn-lt"/>
                <a:ea typeface="+mn-ea"/>
                <a:cs typeface="+mn-cs"/>
              </a:defRPr>
            </a:lvl1pPr>
            <a:lvl2pPr marL="230400" indent="-230400" algn="l" defTabSz="357708" rtl="0" eaLnBrk="1" latinLnBrk="0" hangingPunct="1">
              <a:lnSpc>
                <a:spcPct val="140000"/>
              </a:lnSpc>
              <a:spcBef>
                <a:spcPts val="0"/>
              </a:spcBef>
              <a:spcAft>
                <a:spcPts val="0"/>
              </a:spcAft>
              <a:buClr>
                <a:schemeClr val="accent2"/>
              </a:buClr>
              <a:buSzPct val="75000"/>
              <a:buFont typeface="Wingdings" panose="05000000000000000000" pitchFamily="2" charset="2"/>
              <a:buChar char=""/>
              <a:defRPr sz="1800" b="0" kern="1200">
                <a:solidFill>
                  <a:schemeClr val="tx1"/>
                </a:solidFill>
                <a:latin typeface="+mn-lt"/>
                <a:ea typeface="+mn-ea"/>
                <a:cs typeface="+mn-cs"/>
              </a:defRPr>
            </a:lvl2pPr>
            <a:lvl3pPr marL="459000" indent="-228600" algn="l" defTabSz="357708" rtl="0" eaLnBrk="1" latinLnBrk="0" hangingPunct="1">
              <a:lnSpc>
                <a:spcPct val="140000"/>
              </a:lnSpc>
              <a:spcBef>
                <a:spcPts val="0"/>
              </a:spcBef>
              <a:spcAft>
                <a:spcPts val="0"/>
              </a:spcAft>
              <a:buClr>
                <a:schemeClr val="accent2"/>
              </a:buClr>
              <a:buSzPct val="100000"/>
              <a:buFont typeface="Wingdings" panose="05000000000000000000" pitchFamily="2" charset="2"/>
              <a:buChar char=""/>
              <a:defRPr sz="1800" b="0" kern="1200">
                <a:solidFill>
                  <a:schemeClr val="tx1"/>
                </a:solidFill>
                <a:latin typeface="+mn-lt"/>
                <a:ea typeface="+mn-ea"/>
                <a:cs typeface="+mn-cs"/>
              </a:defRPr>
            </a:lvl3pPr>
            <a:lvl4pPr marL="687600" indent="-228600" algn="l" defTabSz="357708" rtl="0" eaLnBrk="1" latinLnBrk="0" hangingPunct="1">
              <a:lnSpc>
                <a:spcPct val="140000"/>
              </a:lnSpc>
              <a:spcBef>
                <a:spcPts val="0"/>
              </a:spcBef>
              <a:spcAft>
                <a:spcPts val="0"/>
              </a:spcAft>
              <a:buClr>
                <a:schemeClr val="tx1"/>
              </a:buClr>
              <a:buSzPct val="100000"/>
              <a:buFont typeface="Wingdings" panose="05000000000000000000" pitchFamily="2" charset="2"/>
              <a:buChar char=""/>
              <a:defRPr sz="1600" b="0" kern="1200" baseline="0">
                <a:solidFill>
                  <a:schemeClr val="tx1"/>
                </a:solidFill>
                <a:latin typeface="+mn-lt"/>
                <a:ea typeface="+mn-ea"/>
                <a:cs typeface="+mn-cs"/>
              </a:defRPr>
            </a:lvl4pPr>
            <a:lvl5pPr marL="890800" indent="-203200" algn="l" defTabSz="357708" rtl="0" eaLnBrk="1" latinLnBrk="0" hangingPunct="1">
              <a:lnSpc>
                <a:spcPct val="140000"/>
              </a:lnSpc>
              <a:spcBef>
                <a:spcPts val="0"/>
              </a:spcBef>
              <a:spcAft>
                <a:spcPts val="0"/>
              </a:spcAft>
              <a:buClr>
                <a:schemeClr val="tx1"/>
              </a:buClr>
              <a:buSzPct val="100000"/>
              <a:buFont typeface="Wingdings" panose="05000000000000000000" pitchFamily="2" charset="2"/>
              <a:buChar char=""/>
              <a:defRPr sz="1400" kern="1200">
                <a:solidFill>
                  <a:schemeClr val="tx1"/>
                </a:solidFill>
                <a:latin typeface="+mn-lt"/>
                <a:ea typeface="+mn-ea"/>
                <a:cs typeface="+mn-cs"/>
              </a:defRPr>
            </a:lvl5pPr>
            <a:lvl6pPr marL="1043200" indent="-152400" algn="l" defTabSz="357708" rtl="0" eaLnBrk="1" latinLnBrk="0" hangingPunct="1">
              <a:lnSpc>
                <a:spcPct val="140000"/>
              </a:lnSpc>
              <a:spcBef>
                <a:spcPts val="0"/>
              </a:spcBef>
              <a:spcAft>
                <a:spcPts val="0"/>
              </a:spcAft>
              <a:buClr>
                <a:schemeClr val="tx1"/>
              </a:buClr>
              <a:buSzPct val="100000"/>
              <a:buFont typeface="Wingdings" panose="05000000000000000000" pitchFamily="2" charset="2"/>
              <a:buChar char=""/>
              <a:defRPr sz="1200" kern="1200" baseline="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lvl="0" algn="ctr">
              <a:spcBef>
                <a:spcPct val="0"/>
              </a:spcBef>
              <a:spcAft>
                <a:spcPct val="0"/>
              </a:spcAft>
            </a:pPr>
            <a:fld id="{943C75FD-4AB6-45CF-8602-6E0008D9948D}" type="datetime'''''''''''''''10''''''''''''''''''''''''''''''0'''''''''">
              <a:rPr lang="en-GB" altLang="en-US" sz="2000" smtClean="0">
                <a:latin typeface="ShellBook" panose="00000500000000000000" pitchFamily="2" charset="0"/>
                <a:sym typeface="ShellBook" panose="00000500000000000000" pitchFamily="2" charset="0"/>
              </a:rPr>
              <a:pPr lvl="0" algn="ctr">
                <a:spcBef>
                  <a:spcPct val="0"/>
                </a:spcBef>
                <a:spcAft>
                  <a:spcPct val="0"/>
                </a:spcAft>
              </a:pPr>
              <a:t>100</a:t>
            </a:fld>
            <a:endParaRPr lang="en-GB" sz="2000">
              <a:latin typeface="ShellBook" panose="00000500000000000000" pitchFamily="2" charset="0"/>
              <a:sym typeface="ShellBook" panose="00000500000000000000" pitchFamily="2" charset="0"/>
            </a:endParaRPr>
          </a:p>
        </p:txBody>
      </p:sp>
      <p:sp>
        <p:nvSpPr>
          <p:cNvPr id="211" name="Oval 210">
            <a:extLst>
              <a:ext uri="{FF2B5EF4-FFF2-40B4-BE49-F238E27FC236}">
                <a16:creationId xmlns:a16="http://schemas.microsoft.com/office/drawing/2014/main" id="{72F9CA9B-E9A7-8008-6B17-355A68DACABA}"/>
              </a:ext>
            </a:extLst>
          </p:cNvPr>
          <p:cNvSpPr>
            <a:spLocks/>
          </p:cNvSpPr>
          <p:nvPr>
            <p:custDataLst>
              <p:tags r:id="rId61"/>
            </p:custDataLst>
          </p:nvPr>
        </p:nvSpPr>
        <p:spPr bwMode="auto">
          <a:xfrm>
            <a:off x="9086850" y="27682825"/>
            <a:ext cx="522288" cy="522288"/>
          </a:xfrm>
          <a:prstGeom prst="ellipse">
            <a:avLst/>
          </a:prstGeom>
          <a:solidFill>
            <a:schemeClr val="bg1"/>
          </a:solidFill>
          <a:ln w="9525" cmpd="sng" algn="ctr">
            <a:solidFill>
              <a:schemeClr val="tx1"/>
            </a:solidFill>
            <a:miter lim="800000"/>
            <a:headEnd/>
            <a:tailEnd/>
          </a:ln>
          <a:effectLst/>
        </p:spPr>
        <p:txBody>
          <a:bodyPr vert="horz" wrap="none" lIns="0" tIns="0" rIns="0" bIns="0" numCol="1" anchor="ctr" anchorCtr="0" compatLnSpc="1">
            <a:prstTxWarp prst="textNoShape">
              <a:avLst/>
            </a:prstTxWarp>
            <a:noAutofit/>
          </a:bodyPr>
          <a:lstStyle>
            <a:lvl1pPr marL="0" indent="0" algn="l" defTabSz="357708" rtl="0" eaLnBrk="1" latinLnBrk="0" hangingPunct="1">
              <a:lnSpc>
                <a:spcPct val="140000"/>
              </a:lnSpc>
              <a:spcBef>
                <a:spcPts val="0"/>
              </a:spcBef>
              <a:spcAft>
                <a:spcPts val="0"/>
              </a:spcAft>
              <a:buClr>
                <a:schemeClr val="accent2"/>
              </a:buClr>
              <a:buSzPct val="85000"/>
              <a:buFont typeface="Wingdings" pitchFamily="2" charset="2"/>
              <a:buNone/>
              <a:defRPr sz="1800" kern="1200" baseline="0">
                <a:solidFill>
                  <a:schemeClr val="tx1"/>
                </a:solidFill>
                <a:latin typeface="+mn-lt"/>
                <a:ea typeface="+mn-ea"/>
                <a:cs typeface="+mn-cs"/>
              </a:defRPr>
            </a:lvl1pPr>
            <a:lvl2pPr marL="230400" indent="-230400" algn="l" defTabSz="357708" rtl="0" eaLnBrk="1" latinLnBrk="0" hangingPunct="1">
              <a:lnSpc>
                <a:spcPct val="140000"/>
              </a:lnSpc>
              <a:spcBef>
                <a:spcPts val="0"/>
              </a:spcBef>
              <a:spcAft>
                <a:spcPts val="0"/>
              </a:spcAft>
              <a:buClr>
                <a:schemeClr val="accent2"/>
              </a:buClr>
              <a:buSzPct val="75000"/>
              <a:buFont typeface="Wingdings" panose="05000000000000000000" pitchFamily="2" charset="2"/>
              <a:buChar char=""/>
              <a:defRPr sz="1800" b="0" kern="1200">
                <a:solidFill>
                  <a:schemeClr val="tx1"/>
                </a:solidFill>
                <a:latin typeface="+mn-lt"/>
                <a:ea typeface="+mn-ea"/>
                <a:cs typeface="+mn-cs"/>
              </a:defRPr>
            </a:lvl2pPr>
            <a:lvl3pPr marL="459000" indent="-228600" algn="l" defTabSz="357708" rtl="0" eaLnBrk="1" latinLnBrk="0" hangingPunct="1">
              <a:lnSpc>
                <a:spcPct val="140000"/>
              </a:lnSpc>
              <a:spcBef>
                <a:spcPts val="0"/>
              </a:spcBef>
              <a:spcAft>
                <a:spcPts val="0"/>
              </a:spcAft>
              <a:buClr>
                <a:schemeClr val="accent2"/>
              </a:buClr>
              <a:buSzPct val="100000"/>
              <a:buFont typeface="Wingdings" panose="05000000000000000000" pitchFamily="2" charset="2"/>
              <a:buChar char=""/>
              <a:defRPr sz="1800" b="0" kern="1200">
                <a:solidFill>
                  <a:schemeClr val="tx1"/>
                </a:solidFill>
                <a:latin typeface="+mn-lt"/>
                <a:ea typeface="+mn-ea"/>
                <a:cs typeface="+mn-cs"/>
              </a:defRPr>
            </a:lvl3pPr>
            <a:lvl4pPr marL="687600" indent="-228600" algn="l" defTabSz="357708" rtl="0" eaLnBrk="1" latinLnBrk="0" hangingPunct="1">
              <a:lnSpc>
                <a:spcPct val="140000"/>
              </a:lnSpc>
              <a:spcBef>
                <a:spcPts val="0"/>
              </a:spcBef>
              <a:spcAft>
                <a:spcPts val="0"/>
              </a:spcAft>
              <a:buClr>
                <a:schemeClr val="tx1"/>
              </a:buClr>
              <a:buSzPct val="100000"/>
              <a:buFont typeface="Wingdings" panose="05000000000000000000" pitchFamily="2" charset="2"/>
              <a:buChar char=""/>
              <a:defRPr sz="1600" b="0" kern="1200" baseline="0">
                <a:solidFill>
                  <a:schemeClr val="tx1"/>
                </a:solidFill>
                <a:latin typeface="+mn-lt"/>
                <a:ea typeface="+mn-ea"/>
                <a:cs typeface="+mn-cs"/>
              </a:defRPr>
            </a:lvl4pPr>
            <a:lvl5pPr marL="890800" indent="-203200" algn="l" defTabSz="357708" rtl="0" eaLnBrk="1" latinLnBrk="0" hangingPunct="1">
              <a:lnSpc>
                <a:spcPct val="140000"/>
              </a:lnSpc>
              <a:spcBef>
                <a:spcPts val="0"/>
              </a:spcBef>
              <a:spcAft>
                <a:spcPts val="0"/>
              </a:spcAft>
              <a:buClr>
                <a:schemeClr val="tx1"/>
              </a:buClr>
              <a:buSzPct val="100000"/>
              <a:buFont typeface="Wingdings" panose="05000000000000000000" pitchFamily="2" charset="2"/>
              <a:buChar char=""/>
              <a:defRPr sz="1400" kern="1200">
                <a:solidFill>
                  <a:schemeClr val="tx1"/>
                </a:solidFill>
                <a:latin typeface="+mn-lt"/>
                <a:ea typeface="+mn-ea"/>
                <a:cs typeface="+mn-cs"/>
              </a:defRPr>
            </a:lvl5pPr>
            <a:lvl6pPr marL="1043200" indent="-152400" algn="l" defTabSz="357708" rtl="0" eaLnBrk="1" latinLnBrk="0" hangingPunct="1">
              <a:lnSpc>
                <a:spcPct val="140000"/>
              </a:lnSpc>
              <a:spcBef>
                <a:spcPts val="0"/>
              </a:spcBef>
              <a:spcAft>
                <a:spcPts val="0"/>
              </a:spcAft>
              <a:buClr>
                <a:schemeClr val="tx1"/>
              </a:buClr>
              <a:buSzPct val="100000"/>
              <a:buFont typeface="Wingdings" panose="05000000000000000000" pitchFamily="2" charset="2"/>
              <a:buChar char=""/>
              <a:defRPr sz="1200" kern="1200" baseline="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lvl="0" algn="ctr">
              <a:spcBef>
                <a:spcPct val="0"/>
              </a:spcBef>
              <a:spcAft>
                <a:spcPct val="0"/>
              </a:spcAft>
            </a:pPr>
            <a:fld id="{EEB3C322-F0E0-4D7A-A297-E109B1DF252B}" type="datetime'''''''''''''''''''''''''''''''''''''''''+''''8'''''''''''">
              <a:rPr lang="en-GB" altLang="en-US" sz="2000" b="1" smtClean="0">
                <a:effectLst/>
                <a:latin typeface="ShellBook" panose="00000500000000000000" pitchFamily="2" charset="0"/>
                <a:sym typeface="ShellBook" panose="00000500000000000000" pitchFamily="2" charset="0"/>
              </a:rPr>
              <a:pPr lvl="0" algn="ctr">
                <a:spcBef>
                  <a:spcPct val="0"/>
                </a:spcBef>
                <a:spcAft>
                  <a:spcPct val="0"/>
                </a:spcAft>
              </a:pPr>
              <a:t>+8</a:t>
            </a:fld>
            <a:endParaRPr lang="en-GB" sz="2000" b="1">
              <a:latin typeface="ShellBook" panose="00000500000000000000" pitchFamily="2" charset="0"/>
              <a:sym typeface="ShellBook" panose="00000500000000000000" pitchFamily="2" charset="0"/>
            </a:endParaRPr>
          </a:p>
        </p:txBody>
      </p:sp>
      <p:sp>
        <p:nvSpPr>
          <p:cNvPr id="210" name="Oval 209">
            <a:extLst>
              <a:ext uri="{FF2B5EF4-FFF2-40B4-BE49-F238E27FC236}">
                <a16:creationId xmlns:a16="http://schemas.microsoft.com/office/drawing/2014/main" id="{4091B80D-B016-794E-52B8-4758FA5E0D0B}"/>
              </a:ext>
            </a:extLst>
          </p:cNvPr>
          <p:cNvSpPr>
            <a:spLocks/>
          </p:cNvSpPr>
          <p:nvPr>
            <p:custDataLst>
              <p:tags r:id="rId62"/>
            </p:custDataLst>
          </p:nvPr>
        </p:nvSpPr>
        <p:spPr bwMode="auto">
          <a:xfrm>
            <a:off x="5530850" y="28257500"/>
            <a:ext cx="601663" cy="601663"/>
          </a:xfrm>
          <a:prstGeom prst="ellipse">
            <a:avLst/>
          </a:prstGeom>
          <a:solidFill>
            <a:schemeClr val="bg1"/>
          </a:solidFill>
          <a:ln w="9525" cmpd="sng" algn="ctr">
            <a:solidFill>
              <a:schemeClr val="tx1"/>
            </a:solidFill>
            <a:miter lim="800000"/>
            <a:headEnd/>
            <a:tailEnd/>
          </a:ln>
          <a:effectLst/>
        </p:spPr>
        <p:txBody>
          <a:bodyPr vert="horz" wrap="none" lIns="0" tIns="0" rIns="0" bIns="0" numCol="1" anchor="ctr" anchorCtr="0" compatLnSpc="1">
            <a:prstTxWarp prst="textNoShape">
              <a:avLst/>
            </a:prstTxWarp>
            <a:noAutofit/>
          </a:bodyPr>
          <a:lstStyle>
            <a:lvl1pPr marL="0" indent="0" algn="l" defTabSz="357708" rtl="0" eaLnBrk="1" latinLnBrk="0" hangingPunct="1">
              <a:lnSpc>
                <a:spcPct val="140000"/>
              </a:lnSpc>
              <a:spcBef>
                <a:spcPts val="0"/>
              </a:spcBef>
              <a:spcAft>
                <a:spcPts val="0"/>
              </a:spcAft>
              <a:buClr>
                <a:schemeClr val="accent2"/>
              </a:buClr>
              <a:buSzPct val="85000"/>
              <a:buFont typeface="Wingdings" pitchFamily="2" charset="2"/>
              <a:buNone/>
              <a:defRPr sz="1800" kern="1200" baseline="0">
                <a:solidFill>
                  <a:schemeClr val="tx1"/>
                </a:solidFill>
                <a:latin typeface="+mn-lt"/>
                <a:ea typeface="+mn-ea"/>
                <a:cs typeface="+mn-cs"/>
              </a:defRPr>
            </a:lvl1pPr>
            <a:lvl2pPr marL="230400" indent="-230400" algn="l" defTabSz="357708" rtl="0" eaLnBrk="1" latinLnBrk="0" hangingPunct="1">
              <a:lnSpc>
                <a:spcPct val="140000"/>
              </a:lnSpc>
              <a:spcBef>
                <a:spcPts val="0"/>
              </a:spcBef>
              <a:spcAft>
                <a:spcPts val="0"/>
              </a:spcAft>
              <a:buClr>
                <a:schemeClr val="accent2"/>
              </a:buClr>
              <a:buSzPct val="75000"/>
              <a:buFont typeface="Wingdings" panose="05000000000000000000" pitchFamily="2" charset="2"/>
              <a:buChar char=""/>
              <a:defRPr sz="1800" b="0" kern="1200">
                <a:solidFill>
                  <a:schemeClr val="tx1"/>
                </a:solidFill>
                <a:latin typeface="+mn-lt"/>
                <a:ea typeface="+mn-ea"/>
                <a:cs typeface="+mn-cs"/>
              </a:defRPr>
            </a:lvl2pPr>
            <a:lvl3pPr marL="459000" indent="-228600" algn="l" defTabSz="357708" rtl="0" eaLnBrk="1" latinLnBrk="0" hangingPunct="1">
              <a:lnSpc>
                <a:spcPct val="140000"/>
              </a:lnSpc>
              <a:spcBef>
                <a:spcPts val="0"/>
              </a:spcBef>
              <a:spcAft>
                <a:spcPts val="0"/>
              </a:spcAft>
              <a:buClr>
                <a:schemeClr val="accent2"/>
              </a:buClr>
              <a:buSzPct val="100000"/>
              <a:buFont typeface="Wingdings" panose="05000000000000000000" pitchFamily="2" charset="2"/>
              <a:buChar char=""/>
              <a:defRPr sz="1800" b="0" kern="1200">
                <a:solidFill>
                  <a:schemeClr val="tx1"/>
                </a:solidFill>
                <a:latin typeface="+mn-lt"/>
                <a:ea typeface="+mn-ea"/>
                <a:cs typeface="+mn-cs"/>
              </a:defRPr>
            </a:lvl3pPr>
            <a:lvl4pPr marL="687600" indent="-228600" algn="l" defTabSz="357708" rtl="0" eaLnBrk="1" latinLnBrk="0" hangingPunct="1">
              <a:lnSpc>
                <a:spcPct val="140000"/>
              </a:lnSpc>
              <a:spcBef>
                <a:spcPts val="0"/>
              </a:spcBef>
              <a:spcAft>
                <a:spcPts val="0"/>
              </a:spcAft>
              <a:buClr>
                <a:schemeClr val="tx1"/>
              </a:buClr>
              <a:buSzPct val="100000"/>
              <a:buFont typeface="Wingdings" panose="05000000000000000000" pitchFamily="2" charset="2"/>
              <a:buChar char=""/>
              <a:defRPr sz="1600" b="0" kern="1200" baseline="0">
                <a:solidFill>
                  <a:schemeClr val="tx1"/>
                </a:solidFill>
                <a:latin typeface="+mn-lt"/>
                <a:ea typeface="+mn-ea"/>
                <a:cs typeface="+mn-cs"/>
              </a:defRPr>
            </a:lvl4pPr>
            <a:lvl5pPr marL="890800" indent="-203200" algn="l" defTabSz="357708" rtl="0" eaLnBrk="1" latinLnBrk="0" hangingPunct="1">
              <a:lnSpc>
                <a:spcPct val="140000"/>
              </a:lnSpc>
              <a:spcBef>
                <a:spcPts val="0"/>
              </a:spcBef>
              <a:spcAft>
                <a:spcPts val="0"/>
              </a:spcAft>
              <a:buClr>
                <a:schemeClr val="tx1"/>
              </a:buClr>
              <a:buSzPct val="100000"/>
              <a:buFont typeface="Wingdings" panose="05000000000000000000" pitchFamily="2" charset="2"/>
              <a:buChar char=""/>
              <a:defRPr sz="1400" kern="1200">
                <a:solidFill>
                  <a:schemeClr val="tx1"/>
                </a:solidFill>
                <a:latin typeface="+mn-lt"/>
                <a:ea typeface="+mn-ea"/>
                <a:cs typeface="+mn-cs"/>
              </a:defRPr>
            </a:lvl5pPr>
            <a:lvl6pPr marL="1043200" indent="-152400" algn="l" defTabSz="357708" rtl="0" eaLnBrk="1" latinLnBrk="0" hangingPunct="1">
              <a:lnSpc>
                <a:spcPct val="140000"/>
              </a:lnSpc>
              <a:spcBef>
                <a:spcPts val="0"/>
              </a:spcBef>
              <a:spcAft>
                <a:spcPts val="0"/>
              </a:spcAft>
              <a:buClr>
                <a:schemeClr val="tx1"/>
              </a:buClr>
              <a:buSzPct val="100000"/>
              <a:buFont typeface="Wingdings" panose="05000000000000000000" pitchFamily="2" charset="2"/>
              <a:buChar char=""/>
              <a:defRPr sz="1200" kern="1200" baseline="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lvl="0" algn="ctr">
              <a:spcBef>
                <a:spcPct val="0"/>
              </a:spcBef>
              <a:spcAft>
                <a:spcPct val="0"/>
              </a:spcAft>
            </a:pPr>
            <a:fld id="{4DAC872C-3B99-42DB-B7A1-4FF19C1285CB}" type="datetime'''+''''''''''''1''''''''''''''7'''''">
              <a:rPr lang="en-GB" altLang="en-US" sz="2000" smtClean="0">
                <a:effectLst/>
                <a:latin typeface="ShellBook" panose="00000500000000000000" pitchFamily="2" charset="0"/>
                <a:sym typeface="ShellBook" panose="00000500000000000000" pitchFamily="2" charset="0"/>
              </a:rPr>
              <a:pPr lvl="0" algn="ctr">
                <a:spcBef>
                  <a:spcPct val="0"/>
                </a:spcBef>
                <a:spcAft>
                  <a:spcPct val="0"/>
                </a:spcAft>
              </a:pPr>
              <a:t>+17</a:t>
            </a:fld>
            <a:endParaRPr lang="en-GB" sz="2000">
              <a:latin typeface="ShellBook" panose="00000500000000000000" pitchFamily="2" charset="0"/>
              <a:sym typeface="ShellBook" panose="00000500000000000000" pitchFamily="2" charset="0"/>
            </a:endParaRPr>
          </a:p>
        </p:txBody>
      </p:sp>
      <p:sp>
        <p:nvSpPr>
          <p:cNvPr id="209" name="Oval 208">
            <a:extLst>
              <a:ext uri="{FF2B5EF4-FFF2-40B4-BE49-F238E27FC236}">
                <a16:creationId xmlns:a16="http://schemas.microsoft.com/office/drawing/2014/main" id="{4CACC409-B99B-10D6-FF47-817A6CDE53A9}"/>
              </a:ext>
            </a:extLst>
          </p:cNvPr>
          <p:cNvSpPr>
            <a:spLocks/>
          </p:cNvSpPr>
          <p:nvPr>
            <p:custDataLst>
              <p:tags r:id="rId63"/>
            </p:custDataLst>
          </p:nvPr>
        </p:nvSpPr>
        <p:spPr bwMode="auto">
          <a:xfrm>
            <a:off x="12528550" y="29232225"/>
            <a:ext cx="668338" cy="604838"/>
          </a:xfrm>
          <a:prstGeom prst="ellipse">
            <a:avLst/>
          </a:prstGeom>
          <a:solidFill>
            <a:schemeClr val="bg1"/>
          </a:solidFill>
          <a:ln w="9525" cmpd="sng" algn="ctr">
            <a:solidFill>
              <a:schemeClr val="tx1"/>
            </a:solidFill>
            <a:miter lim="800000"/>
            <a:headEnd/>
            <a:tailEnd/>
          </a:ln>
          <a:effectLst/>
        </p:spPr>
        <p:txBody>
          <a:bodyPr vert="horz" wrap="none" lIns="0" tIns="0" rIns="0" bIns="0" numCol="1" anchor="ctr" anchorCtr="0" compatLnSpc="1">
            <a:prstTxWarp prst="textNoShape">
              <a:avLst/>
            </a:prstTxWarp>
            <a:noAutofit/>
          </a:bodyPr>
          <a:lstStyle>
            <a:lvl1pPr marL="0" indent="0" algn="l" defTabSz="357708" rtl="0" eaLnBrk="1" latinLnBrk="0" hangingPunct="1">
              <a:lnSpc>
                <a:spcPct val="140000"/>
              </a:lnSpc>
              <a:spcBef>
                <a:spcPts val="0"/>
              </a:spcBef>
              <a:spcAft>
                <a:spcPts val="0"/>
              </a:spcAft>
              <a:buClr>
                <a:schemeClr val="accent2"/>
              </a:buClr>
              <a:buSzPct val="85000"/>
              <a:buFont typeface="Wingdings" pitchFamily="2" charset="2"/>
              <a:buNone/>
              <a:defRPr sz="1800" kern="1200" baseline="0">
                <a:solidFill>
                  <a:schemeClr val="tx1"/>
                </a:solidFill>
                <a:latin typeface="+mn-lt"/>
                <a:ea typeface="+mn-ea"/>
                <a:cs typeface="+mn-cs"/>
              </a:defRPr>
            </a:lvl1pPr>
            <a:lvl2pPr marL="230400" indent="-230400" algn="l" defTabSz="357708" rtl="0" eaLnBrk="1" latinLnBrk="0" hangingPunct="1">
              <a:lnSpc>
                <a:spcPct val="140000"/>
              </a:lnSpc>
              <a:spcBef>
                <a:spcPts val="0"/>
              </a:spcBef>
              <a:spcAft>
                <a:spcPts val="0"/>
              </a:spcAft>
              <a:buClr>
                <a:schemeClr val="accent2"/>
              </a:buClr>
              <a:buSzPct val="75000"/>
              <a:buFont typeface="Wingdings" panose="05000000000000000000" pitchFamily="2" charset="2"/>
              <a:buChar char=""/>
              <a:defRPr sz="1800" b="0" kern="1200">
                <a:solidFill>
                  <a:schemeClr val="tx1"/>
                </a:solidFill>
                <a:latin typeface="+mn-lt"/>
                <a:ea typeface="+mn-ea"/>
                <a:cs typeface="+mn-cs"/>
              </a:defRPr>
            </a:lvl2pPr>
            <a:lvl3pPr marL="459000" indent="-228600" algn="l" defTabSz="357708" rtl="0" eaLnBrk="1" latinLnBrk="0" hangingPunct="1">
              <a:lnSpc>
                <a:spcPct val="140000"/>
              </a:lnSpc>
              <a:spcBef>
                <a:spcPts val="0"/>
              </a:spcBef>
              <a:spcAft>
                <a:spcPts val="0"/>
              </a:spcAft>
              <a:buClr>
                <a:schemeClr val="accent2"/>
              </a:buClr>
              <a:buSzPct val="100000"/>
              <a:buFont typeface="Wingdings" panose="05000000000000000000" pitchFamily="2" charset="2"/>
              <a:buChar char=""/>
              <a:defRPr sz="1800" b="0" kern="1200">
                <a:solidFill>
                  <a:schemeClr val="tx1"/>
                </a:solidFill>
                <a:latin typeface="+mn-lt"/>
                <a:ea typeface="+mn-ea"/>
                <a:cs typeface="+mn-cs"/>
              </a:defRPr>
            </a:lvl3pPr>
            <a:lvl4pPr marL="687600" indent="-228600" algn="l" defTabSz="357708" rtl="0" eaLnBrk="1" latinLnBrk="0" hangingPunct="1">
              <a:lnSpc>
                <a:spcPct val="140000"/>
              </a:lnSpc>
              <a:spcBef>
                <a:spcPts val="0"/>
              </a:spcBef>
              <a:spcAft>
                <a:spcPts val="0"/>
              </a:spcAft>
              <a:buClr>
                <a:schemeClr val="tx1"/>
              </a:buClr>
              <a:buSzPct val="100000"/>
              <a:buFont typeface="Wingdings" panose="05000000000000000000" pitchFamily="2" charset="2"/>
              <a:buChar char=""/>
              <a:defRPr sz="1600" b="0" kern="1200" baseline="0">
                <a:solidFill>
                  <a:schemeClr val="tx1"/>
                </a:solidFill>
                <a:latin typeface="+mn-lt"/>
                <a:ea typeface="+mn-ea"/>
                <a:cs typeface="+mn-cs"/>
              </a:defRPr>
            </a:lvl4pPr>
            <a:lvl5pPr marL="890800" indent="-203200" algn="l" defTabSz="357708" rtl="0" eaLnBrk="1" latinLnBrk="0" hangingPunct="1">
              <a:lnSpc>
                <a:spcPct val="140000"/>
              </a:lnSpc>
              <a:spcBef>
                <a:spcPts val="0"/>
              </a:spcBef>
              <a:spcAft>
                <a:spcPts val="0"/>
              </a:spcAft>
              <a:buClr>
                <a:schemeClr val="tx1"/>
              </a:buClr>
              <a:buSzPct val="100000"/>
              <a:buFont typeface="Wingdings" panose="05000000000000000000" pitchFamily="2" charset="2"/>
              <a:buChar char=""/>
              <a:defRPr sz="1400" kern="1200">
                <a:solidFill>
                  <a:schemeClr val="tx1"/>
                </a:solidFill>
                <a:latin typeface="+mn-lt"/>
                <a:ea typeface="+mn-ea"/>
                <a:cs typeface="+mn-cs"/>
              </a:defRPr>
            </a:lvl5pPr>
            <a:lvl6pPr marL="1043200" indent="-152400" algn="l" defTabSz="357708" rtl="0" eaLnBrk="1" latinLnBrk="0" hangingPunct="1">
              <a:lnSpc>
                <a:spcPct val="140000"/>
              </a:lnSpc>
              <a:spcBef>
                <a:spcPts val="0"/>
              </a:spcBef>
              <a:spcAft>
                <a:spcPts val="0"/>
              </a:spcAft>
              <a:buClr>
                <a:schemeClr val="tx1"/>
              </a:buClr>
              <a:buSzPct val="100000"/>
              <a:buFont typeface="Wingdings" panose="05000000000000000000" pitchFamily="2" charset="2"/>
              <a:buChar char=""/>
              <a:defRPr sz="1200" kern="1200" baseline="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lvl="0" algn="ctr">
              <a:spcBef>
                <a:spcPct val="0"/>
              </a:spcBef>
              <a:spcAft>
                <a:spcPct val="0"/>
              </a:spcAft>
            </a:pPr>
            <a:fld id="{A62833EA-AF18-4E9D-9B76-76BF5D1A5973}" type="datetime'+''''''''''''''''''''''27'''''''''''''''''''''''''''''''''">
              <a:rPr lang="en-GB" altLang="en-US" sz="2000" smtClean="0">
                <a:effectLst/>
                <a:latin typeface="ShellBook" panose="00000500000000000000" pitchFamily="2" charset="0"/>
                <a:sym typeface="ShellBook" panose="00000500000000000000" pitchFamily="2" charset="0"/>
              </a:rPr>
              <a:pPr lvl="0" algn="ctr">
                <a:spcBef>
                  <a:spcPct val="0"/>
                </a:spcBef>
                <a:spcAft>
                  <a:spcPct val="0"/>
                </a:spcAft>
              </a:pPr>
              <a:t>+27</a:t>
            </a:fld>
            <a:endParaRPr lang="en-GB" sz="2000">
              <a:latin typeface="ShellBook" panose="00000500000000000000" pitchFamily="2" charset="0"/>
              <a:sym typeface="ShellBook" panose="00000500000000000000" pitchFamily="2" charset="0"/>
            </a:endParaRPr>
          </a:p>
        </p:txBody>
      </p:sp>
      <p:sp>
        <p:nvSpPr>
          <p:cNvPr id="212" name="Oval 211">
            <a:extLst>
              <a:ext uri="{FF2B5EF4-FFF2-40B4-BE49-F238E27FC236}">
                <a16:creationId xmlns:a16="http://schemas.microsoft.com/office/drawing/2014/main" id="{89565D0A-B9C5-FB05-3674-72AEDE2E381D}"/>
              </a:ext>
            </a:extLst>
          </p:cNvPr>
          <p:cNvSpPr>
            <a:spLocks/>
          </p:cNvSpPr>
          <p:nvPr>
            <p:custDataLst>
              <p:tags r:id="rId64"/>
            </p:custDataLst>
          </p:nvPr>
        </p:nvSpPr>
        <p:spPr bwMode="auto">
          <a:xfrm>
            <a:off x="7653338" y="26317575"/>
            <a:ext cx="750888" cy="604838"/>
          </a:xfrm>
          <a:prstGeom prst="ellipse">
            <a:avLst/>
          </a:prstGeom>
          <a:solidFill>
            <a:schemeClr val="bg1"/>
          </a:solidFill>
          <a:ln w="9525" cmpd="sng" algn="ctr">
            <a:solidFill>
              <a:schemeClr val="tx1"/>
            </a:solidFill>
            <a:miter lim="800000"/>
            <a:headEnd/>
            <a:tailEnd/>
          </a:ln>
          <a:effectLst/>
        </p:spPr>
        <p:txBody>
          <a:bodyPr vert="horz" wrap="none" lIns="0" tIns="0" rIns="0" bIns="0" numCol="1" anchor="ctr" anchorCtr="0" compatLnSpc="1">
            <a:prstTxWarp prst="textNoShape">
              <a:avLst/>
            </a:prstTxWarp>
            <a:noAutofit/>
          </a:bodyPr>
          <a:lstStyle>
            <a:lvl1pPr marL="0" indent="0" algn="l" defTabSz="357708" rtl="0" eaLnBrk="1" latinLnBrk="0" hangingPunct="1">
              <a:lnSpc>
                <a:spcPct val="140000"/>
              </a:lnSpc>
              <a:spcBef>
                <a:spcPts val="0"/>
              </a:spcBef>
              <a:spcAft>
                <a:spcPts val="0"/>
              </a:spcAft>
              <a:buClr>
                <a:schemeClr val="accent2"/>
              </a:buClr>
              <a:buSzPct val="85000"/>
              <a:buFont typeface="Wingdings" pitchFamily="2" charset="2"/>
              <a:buNone/>
              <a:defRPr sz="1800" kern="1200" baseline="0">
                <a:solidFill>
                  <a:schemeClr val="tx1"/>
                </a:solidFill>
                <a:latin typeface="+mn-lt"/>
                <a:ea typeface="+mn-ea"/>
                <a:cs typeface="+mn-cs"/>
              </a:defRPr>
            </a:lvl1pPr>
            <a:lvl2pPr marL="230400" indent="-230400" algn="l" defTabSz="357708" rtl="0" eaLnBrk="1" latinLnBrk="0" hangingPunct="1">
              <a:lnSpc>
                <a:spcPct val="140000"/>
              </a:lnSpc>
              <a:spcBef>
                <a:spcPts val="0"/>
              </a:spcBef>
              <a:spcAft>
                <a:spcPts val="0"/>
              </a:spcAft>
              <a:buClr>
                <a:schemeClr val="accent2"/>
              </a:buClr>
              <a:buSzPct val="75000"/>
              <a:buFont typeface="Wingdings" panose="05000000000000000000" pitchFamily="2" charset="2"/>
              <a:buChar char=""/>
              <a:defRPr sz="1800" b="0" kern="1200">
                <a:solidFill>
                  <a:schemeClr val="tx1"/>
                </a:solidFill>
                <a:latin typeface="+mn-lt"/>
                <a:ea typeface="+mn-ea"/>
                <a:cs typeface="+mn-cs"/>
              </a:defRPr>
            </a:lvl2pPr>
            <a:lvl3pPr marL="459000" indent="-228600" algn="l" defTabSz="357708" rtl="0" eaLnBrk="1" latinLnBrk="0" hangingPunct="1">
              <a:lnSpc>
                <a:spcPct val="140000"/>
              </a:lnSpc>
              <a:spcBef>
                <a:spcPts val="0"/>
              </a:spcBef>
              <a:spcAft>
                <a:spcPts val="0"/>
              </a:spcAft>
              <a:buClr>
                <a:schemeClr val="accent2"/>
              </a:buClr>
              <a:buSzPct val="100000"/>
              <a:buFont typeface="Wingdings" panose="05000000000000000000" pitchFamily="2" charset="2"/>
              <a:buChar char=""/>
              <a:defRPr sz="1800" b="0" kern="1200">
                <a:solidFill>
                  <a:schemeClr val="tx1"/>
                </a:solidFill>
                <a:latin typeface="+mn-lt"/>
                <a:ea typeface="+mn-ea"/>
                <a:cs typeface="+mn-cs"/>
              </a:defRPr>
            </a:lvl3pPr>
            <a:lvl4pPr marL="687600" indent="-228600" algn="l" defTabSz="357708" rtl="0" eaLnBrk="1" latinLnBrk="0" hangingPunct="1">
              <a:lnSpc>
                <a:spcPct val="140000"/>
              </a:lnSpc>
              <a:spcBef>
                <a:spcPts val="0"/>
              </a:spcBef>
              <a:spcAft>
                <a:spcPts val="0"/>
              </a:spcAft>
              <a:buClr>
                <a:schemeClr val="tx1"/>
              </a:buClr>
              <a:buSzPct val="100000"/>
              <a:buFont typeface="Wingdings" panose="05000000000000000000" pitchFamily="2" charset="2"/>
              <a:buChar char=""/>
              <a:defRPr sz="1600" b="0" kern="1200" baseline="0">
                <a:solidFill>
                  <a:schemeClr val="tx1"/>
                </a:solidFill>
                <a:latin typeface="+mn-lt"/>
                <a:ea typeface="+mn-ea"/>
                <a:cs typeface="+mn-cs"/>
              </a:defRPr>
            </a:lvl4pPr>
            <a:lvl5pPr marL="890800" indent="-203200" algn="l" defTabSz="357708" rtl="0" eaLnBrk="1" latinLnBrk="0" hangingPunct="1">
              <a:lnSpc>
                <a:spcPct val="140000"/>
              </a:lnSpc>
              <a:spcBef>
                <a:spcPts val="0"/>
              </a:spcBef>
              <a:spcAft>
                <a:spcPts val="0"/>
              </a:spcAft>
              <a:buClr>
                <a:schemeClr val="tx1"/>
              </a:buClr>
              <a:buSzPct val="100000"/>
              <a:buFont typeface="Wingdings" panose="05000000000000000000" pitchFamily="2" charset="2"/>
              <a:buChar char=""/>
              <a:defRPr sz="1400" kern="1200">
                <a:solidFill>
                  <a:schemeClr val="tx1"/>
                </a:solidFill>
                <a:latin typeface="+mn-lt"/>
                <a:ea typeface="+mn-ea"/>
                <a:cs typeface="+mn-cs"/>
              </a:defRPr>
            </a:lvl5pPr>
            <a:lvl6pPr marL="1043200" indent="-152400" algn="l" defTabSz="357708" rtl="0" eaLnBrk="1" latinLnBrk="0" hangingPunct="1">
              <a:lnSpc>
                <a:spcPct val="140000"/>
              </a:lnSpc>
              <a:spcBef>
                <a:spcPts val="0"/>
              </a:spcBef>
              <a:spcAft>
                <a:spcPts val="0"/>
              </a:spcAft>
              <a:buClr>
                <a:schemeClr val="tx1"/>
              </a:buClr>
              <a:buSzPct val="100000"/>
              <a:buFont typeface="Wingdings" panose="05000000000000000000" pitchFamily="2" charset="2"/>
              <a:buChar char=""/>
              <a:defRPr sz="1200" kern="1200" baseline="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lvl="0" algn="ctr">
              <a:spcBef>
                <a:spcPct val="0"/>
              </a:spcBef>
              <a:spcAft>
                <a:spcPct val="0"/>
              </a:spcAft>
            </a:pPr>
            <a:fld id="{38C31738-5079-42CD-B34D-08A4A91E8F86}" type="datetime'''''''''''+''''''3''''''''''.''''''''2'''''''''''''''''''">
              <a:rPr lang="en-GB" altLang="en-US" sz="2000" smtClean="0">
                <a:effectLst/>
                <a:latin typeface="ShellBook" panose="00000500000000000000" pitchFamily="2" charset="0"/>
                <a:sym typeface="ShellBook" panose="00000500000000000000" pitchFamily="2" charset="0"/>
              </a:rPr>
              <a:pPr lvl="0" algn="ctr">
                <a:spcBef>
                  <a:spcPct val="0"/>
                </a:spcBef>
                <a:spcAft>
                  <a:spcPct val="0"/>
                </a:spcAft>
              </a:pPr>
              <a:t>+3.2</a:t>
            </a:fld>
            <a:endParaRPr lang="en-GB" sz="2000">
              <a:latin typeface="ShellBook" panose="00000500000000000000" pitchFamily="2" charset="0"/>
              <a:sym typeface="ShellBook" panose="00000500000000000000" pitchFamily="2" charset="0"/>
            </a:endParaRPr>
          </a:p>
        </p:txBody>
      </p:sp>
      <p:sp>
        <p:nvSpPr>
          <p:cNvPr id="213" name="Rectangle 212">
            <a:extLst>
              <a:ext uri="{FF2B5EF4-FFF2-40B4-BE49-F238E27FC236}">
                <a16:creationId xmlns:a16="http://schemas.microsoft.com/office/drawing/2014/main" id="{44569BF3-BC4D-E022-B682-A39DAA5408AF}"/>
              </a:ext>
            </a:extLst>
          </p:cNvPr>
          <p:cNvSpPr/>
          <p:nvPr>
            <p:custDataLst>
              <p:tags r:id="rId65"/>
            </p:custDataLst>
          </p:nvPr>
        </p:nvSpPr>
        <p:spPr bwMode="auto">
          <a:xfrm>
            <a:off x="4867275" y="30089475"/>
            <a:ext cx="285750" cy="214313"/>
          </a:xfrm>
          <a:prstGeom prst="rect">
            <a:avLst/>
          </a:prstGeom>
          <a:solidFill>
            <a:srgbClr val="C0C0C0"/>
          </a:solidFill>
          <a:ln w="3175" cmpd="sng" algn="ctr">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err="1"/>
          </a:p>
        </p:txBody>
      </p:sp>
      <p:sp>
        <p:nvSpPr>
          <p:cNvPr id="214" name="Rectangle 213">
            <a:extLst>
              <a:ext uri="{FF2B5EF4-FFF2-40B4-BE49-F238E27FC236}">
                <a16:creationId xmlns:a16="http://schemas.microsoft.com/office/drawing/2014/main" id="{E3A49324-556B-49F9-8D3F-B853B1470260}"/>
              </a:ext>
            </a:extLst>
          </p:cNvPr>
          <p:cNvSpPr/>
          <p:nvPr>
            <p:custDataLst>
              <p:tags r:id="rId66"/>
            </p:custDataLst>
          </p:nvPr>
        </p:nvSpPr>
        <p:spPr bwMode="auto">
          <a:xfrm>
            <a:off x="4867275" y="30481588"/>
            <a:ext cx="285750" cy="214313"/>
          </a:xfrm>
          <a:prstGeom prst="rect">
            <a:avLst/>
          </a:prstGeom>
          <a:pattFill prst="wdDnDiag">
            <a:fgClr>
              <a:schemeClr val="tx1"/>
            </a:fgClr>
            <a:bgClr>
              <a:schemeClr val="bg1"/>
            </a:bgClr>
          </a:pattFill>
          <a:ln w="3175" cmpd="sng" algn="ctr">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err="1"/>
          </a:p>
        </p:txBody>
      </p:sp>
      <p:sp>
        <p:nvSpPr>
          <p:cNvPr id="215" name="Rectangle 214">
            <a:extLst>
              <a:ext uri="{FF2B5EF4-FFF2-40B4-BE49-F238E27FC236}">
                <a16:creationId xmlns:a16="http://schemas.microsoft.com/office/drawing/2014/main" id="{56CE6A64-6A1A-2EC9-2F54-75AF068B9F38}"/>
              </a:ext>
            </a:extLst>
          </p:cNvPr>
          <p:cNvSpPr/>
          <p:nvPr>
            <p:custDataLst>
              <p:tags r:id="rId67"/>
            </p:custDataLst>
          </p:nvPr>
        </p:nvSpPr>
        <p:spPr bwMode="auto">
          <a:xfrm>
            <a:off x="4867275" y="30873700"/>
            <a:ext cx="285750" cy="214313"/>
          </a:xfrm>
          <a:prstGeom prst="rect">
            <a:avLst/>
          </a:prstGeom>
          <a:solidFill>
            <a:srgbClr val="6F8DB9"/>
          </a:solidFill>
          <a:ln w="3175" cmpd="sng" algn="ctr">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err="1"/>
          </a:p>
        </p:txBody>
      </p:sp>
      <p:sp>
        <p:nvSpPr>
          <p:cNvPr id="216" name="Rectangle 215">
            <a:extLst>
              <a:ext uri="{FF2B5EF4-FFF2-40B4-BE49-F238E27FC236}">
                <a16:creationId xmlns:a16="http://schemas.microsoft.com/office/drawing/2014/main" id="{F26DBE36-94EF-4120-EACA-A3A39E04DDA4}"/>
              </a:ext>
            </a:extLst>
          </p:cNvPr>
          <p:cNvSpPr/>
          <p:nvPr>
            <p:custDataLst>
              <p:tags r:id="rId68"/>
            </p:custDataLst>
          </p:nvPr>
        </p:nvSpPr>
        <p:spPr bwMode="auto">
          <a:xfrm>
            <a:off x="4867275" y="31265813"/>
            <a:ext cx="285750" cy="214313"/>
          </a:xfrm>
          <a:prstGeom prst="rect">
            <a:avLst/>
          </a:prstGeom>
          <a:solidFill>
            <a:srgbClr val="C3CFE1"/>
          </a:solidFill>
          <a:ln w="3175" cmpd="sng" algn="ctr">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err="1"/>
          </a:p>
        </p:txBody>
      </p:sp>
      <p:sp>
        <p:nvSpPr>
          <p:cNvPr id="217" name="Rectangle 216">
            <a:extLst>
              <a:ext uri="{FF2B5EF4-FFF2-40B4-BE49-F238E27FC236}">
                <a16:creationId xmlns:a16="http://schemas.microsoft.com/office/drawing/2014/main" id="{C1831E69-36AD-1CDB-CC02-B640835C1208}"/>
              </a:ext>
            </a:extLst>
          </p:cNvPr>
          <p:cNvSpPr/>
          <p:nvPr>
            <p:custDataLst>
              <p:tags r:id="rId69"/>
            </p:custDataLst>
          </p:nvPr>
        </p:nvSpPr>
        <p:spPr bwMode="auto">
          <a:xfrm>
            <a:off x="4867275" y="31657925"/>
            <a:ext cx="285750" cy="214313"/>
          </a:xfrm>
          <a:prstGeom prst="rect">
            <a:avLst/>
          </a:prstGeom>
          <a:solidFill>
            <a:schemeClr val="accent1"/>
          </a:solidFill>
          <a:ln w="3175" cmpd="sng" algn="ctr">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err="1"/>
          </a:p>
        </p:txBody>
      </p:sp>
      <p:sp>
        <p:nvSpPr>
          <p:cNvPr id="218" name="Rectangle 217">
            <a:extLst>
              <a:ext uri="{FF2B5EF4-FFF2-40B4-BE49-F238E27FC236}">
                <a16:creationId xmlns:a16="http://schemas.microsoft.com/office/drawing/2014/main" id="{E12335E0-B0B9-FFB6-7294-79AF3A85533C}"/>
              </a:ext>
            </a:extLst>
          </p:cNvPr>
          <p:cNvSpPr>
            <a:spLocks/>
          </p:cNvSpPr>
          <p:nvPr>
            <p:custDataLst>
              <p:tags r:id="rId70"/>
            </p:custDataLst>
          </p:nvPr>
        </p:nvSpPr>
        <p:spPr bwMode="auto">
          <a:xfrm>
            <a:off x="5203825" y="30010100"/>
            <a:ext cx="431800" cy="341313"/>
          </a:xfrm>
          <a:prstGeom prst="rect">
            <a:avLst/>
          </a:prstGeom>
          <a:noFill/>
          <a:ln w="9525" algn="ctr">
            <a:noFill/>
            <a:miter lim="800000"/>
            <a:headEnd/>
            <a:tailEnd/>
          </a:ln>
          <a:effectLst/>
          <a:extLst>
            <a:ext uri="{909E8E84-426E-40DD-AFC4-6F175D3DCCD1}">
              <a14:hiddenFill xmlns:a14="http://schemas.microsoft.com/office/drawing/2010/main">
                <a:solidFill>
                  <a:scrgbClr r="0" g="0" b="0"/>
                </a:solidFill>
              </a14:hiddenFill>
            </a:ext>
          </a:extLst>
        </p:spPr>
        <p:txBody>
          <a:bodyPr vert="horz" wrap="none" lIns="0" tIns="0" rIns="0" bIns="0" numCol="1" anchor="ctr" anchorCtr="0" compatLnSpc="1">
            <a:prstTxWarp prst="textNoShape">
              <a:avLst/>
            </a:prstTxWarp>
            <a:noAutofit/>
          </a:bodyPr>
          <a:lstStyle>
            <a:lvl1pPr marL="0" indent="0" algn="l" defTabSz="357708" rtl="0" eaLnBrk="1" latinLnBrk="0" hangingPunct="1">
              <a:lnSpc>
                <a:spcPct val="140000"/>
              </a:lnSpc>
              <a:spcBef>
                <a:spcPts val="0"/>
              </a:spcBef>
              <a:spcAft>
                <a:spcPts val="0"/>
              </a:spcAft>
              <a:buClr>
                <a:schemeClr val="accent2"/>
              </a:buClr>
              <a:buSzPct val="85000"/>
              <a:buFont typeface="Wingdings" pitchFamily="2" charset="2"/>
              <a:buNone/>
              <a:defRPr sz="1800" kern="1200" baseline="0">
                <a:solidFill>
                  <a:schemeClr val="tx1"/>
                </a:solidFill>
                <a:latin typeface="+mn-lt"/>
                <a:ea typeface="+mn-ea"/>
                <a:cs typeface="+mn-cs"/>
              </a:defRPr>
            </a:lvl1pPr>
            <a:lvl2pPr marL="230400" indent="-230400" algn="l" defTabSz="357708" rtl="0" eaLnBrk="1" latinLnBrk="0" hangingPunct="1">
              <a:lnSpc>
                <a:spcPct val="140000"/>
              </a:lnSpc>
              <a:spcBef>
                <a:spcPts val="0"/>
              </a:spcBef>
              <a:spcAft>
                <a:spcPts val="0"/>
              </a:spcAft>
              <a:buClr>
                <a:schemeClr val="accent2"/>
              </a:buClr>
              <a:buSzPct val="75000"/>
              <a:buFont typeface="Wingdings" panose="05000000000000000000" pitchFamily="2" charset="2"/>
              <a:buChar char=""/>
              <a:defRPr sz="1800" b="0" kern="1200">
                <a:solidFill>
                  <a:schemeClr val="tx1"/>
                </a:solidFill>
                <a:latin typeface="+mn-lt"/>
                <a:ea typeface="+mn-ea"/>
                <a:cs typeface="+mn-cs"/>
              </a:defRPr>
            </a:lvl2pPr>
            <a:lvl3pPr marL="459000" indent="-228600" algn="l" defTabSz="357708" rtl="0" eaLnBrk="1" latinLnBrk="0" hangingPunct="1">
              <a:lnSpc>
                <a:spcPct val="140000"/>
              </a:lnSpc>
              <a:spcBef>
                <a:spcPts val="0"/>
              </a:spcBef>
              <a:spcAft>
                <a:spcPts val="0"/>
              </a:spcAft>
              <a:buClr>
                <a:schemeClr val="accent2"/>
              </a:buClr>
              <a:buSzPct val="100000"/>
              <a:buFont typeface="Wingdings" panose="05000000000000000000" pitchFamily="2" charset="2"/>
              <a:buChar char=""/>
              <a:defRPr sz="1800" b="0" kern="1200">
                <a:solidFill>
                  <a:schemeClr val="tx1"/>
                </a:solidFill>
                <a:latin typeface="+mn-lt"/>
                <a:ea typeface="+mn-ea"/>
                <a:cs typeface="+mn-cs"/>
              </a:defRPr>
            </a:lvl3pPr>
            <a:lvl4pPr marL="687600" indent="-228600" algn="l" defTabSz="357708" rtl="0" eaLnBrk="1" latinLnBrk="0" hangingPunct="1">
              <a:lnSpc>
                <a:spcPct val="140000"/>
              </a:lnSpc>
              <a:spcBef>
                <a:spcPts val="0"/>
              </a:spcBef>
              <a:spcAft>
                <a:spcPts val="0"/>
              </a:spcAft>
              <a:buClr>
                <a:schemeClr val="tx1"/>
              </a:buClr>
              <a:buSzPct val="100000"/>
              <a:buFont typeface="Wingdings" panose="05000000000000000000" pitchFamily="2" charset="2"/>
              <a:buChar char=""/>
              <a:defRPr sz="1600" b="0" kern="1200" baseline="0">
                <a:solidFill>
                  <a:schemeClr val="tx1"/>
                </a:solidFill>
                <a:latin typeface="+mn-lt"/>
                <a:ea typeface="+mn-ea"/>
                <a:cs typeface="+mn-cs"/>
              </a:defRPr>
            </a:lvl4pPr>
            <a:lvl5pPr marL="890800" indent="-203200" algn="l" defTabSz="357708" rtl="0" eaLnBrk="1" latinLnBrk="0" hangingPunct="1">
              <a:lnSpc>
                <a:spcPct val="140000"/>
              </a:lnSpc>
              <a:spcBef>
                <a:spcPts val="0"/>
              </a:spcBef>
              <a:spcAft>
                <a:spcPts val="0"/>
              </a:spcAft>
              <a:buClr>
                <a:schemeClr val="tx1"/>
              </a:buClr>
              <a:buSzPct val="100000"/>
              <a:buFont typeface="Wingdings" panose="05000000000000000000" pitchFamily="2" charset="2"/>
              <a:buChar char=""/>
              <a:defRPr sz="1400" kern="1200">
                <a:solidFill>
                  <a:schemeClr val="tx1"/>
                </a:solidFill>
                <a:latin typeface="+mn-lt"/>
                <a:ea typeface="+mn-ea"/>
                <a:cs typeface="+mn-cs"/>
              </a:defRPr>
            </a:lvl5pPr>
            <a:lvl6pPr marL="1043200" indent="-152400" algn="l" defTabSz="357708" rtl="0" eaLnBrk="1" latinLnBrk="0" hangingPunct="1">
              <a:lnSpc>
                <a:spcPct val="140000"/>
              </a:lnSpc>
              <a:spcBef>
                <a:spcPts val="0"/>
              </a:spcBef>
              <a:spcAft>
                <a:spcPts val="0"/>
              </a:spcAft>
              <a:buClr>
                <a:schemeClr val="tx1"/>
              </a:buClr>
              <a:buSzPct val="100000"/>
              <a:buFont typeface="Wingdings" panose="05000000000000000000" pitchFamily="2" charset="2"/>
              <a:buChar char=""/>
              <a:defRPr sz="1200" kern="1200" baseline="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lvl="0">
              <a:spcBef>
                <a:spcPct val="0"/>
              </a:spcBef>
              <a:spcAft>
                <a:spcPct val="0"/>
              </a:spcAft>
            </a:pPr>
            <a:fld id="{C41956A6-3ADA-4CFA-8CB0-61CA6B41FF51}" type="datetime'''''''''''''''T''''''''''''''''''''''''''''''o''t''al'">
              <a:rPr lang="en-GB" altLang="en-US" sz="1600" smtClean="0">
                <a:latin typeface="ShellBook" panose="00000500000000000000" pitchFamily="2" charset="0"/>
              </a:rPr>
              <a:pPr lvl="0">
                <a:spcBef>
                  <a:spcPct val="0"/>
                </a:spcBef>
                <a:spcAft>
                  <a:spcPct val="0"/>
                </a:spcAft>
              </a:pPr>
              <a:t>Total</a:t>
            </a:fld>
            <a:endParaRPr lang="en-GB" sz="1600">
              <a:latin typeface="ShellBook" panose="00000500000000000000" pitchFamily="2" charset="0"/>
              <a:sym typeface="ShellBook" panose="00000500000000000000" pitchFamily="2" charset="0"/>
            </a:endParaRPr>
          </a:p>
        </p:txBody>
      </p:sp>
      <p:sp>
        <p:nvSpPr>
          <p:cNvPr id="219" name="Rectangle 218">
            <a:extLst>
              <a:ext uri="{FF2B5EF4-FFF2-40B4-BE49-F238E27FC236}">
                <a16:creationId xmlns:a16="http://schemas.microsoft.com/office/drawing/2014/main" id="{5DB1C8BC-07E7-176E-FAD9-BDBD1F70C433}"/>
              </a:ext>
            </a:extLst>
          </p:cNvPr>
          <p:cNvSpPr>
            <a:spLocks/>
          </p:cNvSpPr>
          <p:nvPr>
            <p:custDataLst>
              <p:tags r:id="rId71"/>
            </p:custDataLst>
          </p:nvPr>
        </p:nvSpPr>
        <p:spPr bwMode="auto">
          <a:xfrm>
            <a:off x="5203825" y="30402213"/>
            <a:ext cx="2757488" cy="341313"/>
          </a:xfrm>
          <a:prstGeom prst="rect">
            <a:avLst/>
          </a:prstGeom>
          <a:noFill/>
          <a:ln w="9525" algn="ctr">
            <a:noFill/>
            <a:miter lim="800000"/>
            <a:headEnd/>
            <a:tailEnd/>
          </a:ln>
          <a:effectLst/>
          <a:extLst>
            <a:ext uri="{909E8E84-426E-40DD-AFC4-6F175D3DCCD1}">
              <a14:hiddenFill xmlns:a14="http://schemas.microsoft.com/office/drawing/2010/main">
                <a:solidFill>
                  <a:scrgbClr r="0" g="0" b="0"/>
                </a:solidFill>
              </a14:hiddenFill>
            </a:ext>
          </a:extLst>
        </p:spPr>
        <p:txBody>
          <a:bodyPr vert="horz" wrap="none" lIns="0" tIns="0" rIns="0" bIns="0" numCol="1" anchor="ctr" anchorCtr="0" compatLnSpc="1">
            <a:prstTxWarp prst="textNoShape">
              <a:avLst/>
            </a:prstTxWarp>
            <a:noAutofit/>
          </a:bodyPr>
          <a:lstStyle>
            <a:lvl1pPr marL="0" indent="0" algn="l" defTabSz="357708" rtl="0" eaLnBrk="1" latinLnBrk="0" hangingPunct="1">
              <a:lnSpc>
                <a:spcPct val="140000"/>
              </a:lnSpc>
              <a:spcBef>
                <a:spcPts val="0"/>
              </a:spcBef>
              <a:spcAft>
                <a:spcPts val="0"/>
              </a:spcAft>
              <a:buClr>
                <a:schemeClr val="accent2"/>
              </a:buClr>
              <a:buSzPct val="85000"/>
              <a:buFont typeface="Wingdings" pitchFamily="2" charset="2"/>
              <a:buNone/>
              <a:defRPr sz="1800" kern="1200" baseline="0">
                <a:solidFill>
                  <a:schemeClr val="tx1"/>
                </a:solidFill>
                <a:latin typeface="+mn-lt"/>
                <a:ea typeface="+mn-ea"/>
                <a:cs typeface="+mn-cs"/>
              </a:defRPr>
            </a:lvl1pPr>
            <a:lvl2pPr marL="230400" indent="-230400" algn="l" defTabSz="357708" rtl="0" eaLnBrk="1" latinLnBrk="0" hangingPunct="1">
              <a:lnSpc>
                <a:spcPct val="140000"/>
              </a:lnSpc>
              <a:spcBef>
                <a:spcPts val="0"/>
              </a:spcBef>
              <a:spcAft>
                <a:spcPts val="0"/>
              </a:spcAft>
              <a:buClr>
                <a:schemeClr val="accent2"/>
              </a:buClr>
              <a:buSzPct val="75000"/>
              <a:buFont typeface="Wingdings" panose="05000000000000000000" pitchFamily="2" charset="2"/>
              <a:buChar char=""/>
              <a:defRPr sz="1800" b="0" kern="1200">
                <a:solidFill>
                  <a:schemeClr val="tx1"/>
                </a:solidFill>
                <a:latin typeface="+mn-lt"/>
                <a:ea typeface="+mn-ea"/>
                <a:cs typeface="+mn-cs"/>
              </a:defRPr>
            </a:lvl2pPr>
            <a:lvl3pPr marL="459000" indent="-228600" algn="l" defTabSz="357708" rtl="0" eaLnBrk="1" latinLnBrk="0" hangingPunct="1">
              <a:lnSpc>
                <a:spcPct val="140000"/>
              </a:lnSpc>
              <a:spcBef>
                <a:spcPts val="0"/>
              </a:spcBef>
              <a:spcAft>
                <a:spcPts val="0"/>
              </a:spcAft>
              <a:buClr>
                <a:schemeClr val="accent2"/>
              </a:buClr>
              <a:buSzPct val="100000"/>
              <a:buFont typeface="Wingdings" panose="05000000000000000000" pitchFamily="2" charset="2"/>
              <a:buChar char=""/>
              <a:defRPr sz="1800" b="0" kern="1200">
                <a:solidFill>
                  <a:schemeClr val="tx1"/>
                </a:solidFill>
                <a:latin typeface="+mn-lt"/>
                <a:ea typeface="+mn-ea"/>
                <a:cs typeface="+mn-cs"/>
              </a:defRPr>
            </a:lvl3pPr>
            <a:lvl4pPr marL="687600" indent="-228600" algn="l" defTabSz="357708" rtl="0" eaLnBrk="1" latinLnBrk="0" hangingPunct="1">
              <a:lnSpc>
                <a:spcPct val="140000"/>
              </a:lnSpc>
              <a:spcBef>
                <a:spcPts val="0"/>
              </a:spcBef>
              <a:spcAft>
                <a:spcPts val="0"/>
              </a:spcAft>
              <a:buClr>
                <a:schemeClr val="tx1"/>
              </a:buClr>
              <a:buSzPct val="100000"/>
              <a:buFont typeface="Wingdings" panose="05000000000000000000" pitchFamily="2" charset="2"/>
              <a:buChar char=""/>
              <a:defRPr sz="1600" b="0" kern="1200" baseline="0">
                <a:solidFill>
                  <a:schemeClr val="tx1"/>
                </a:solidFill>
                <a:latin typeface="+mn-lt"/>
                <a:ea typeface="+mn-ea"/>
                <a:cs typeface="+mn-cs"/>
              </a:defRPr>
            </a:lvl4pPr>
            <a:lvl5pPr marL="890800" indent="-203200" algn="l" defTabSz="357708" rtl="0" eaLnBrk="1" latinLnBrk="0" hangingPunct="1">
              <a:lnSpc>
                <a:spcPct val="140000"/>
              </a:lnSpc>
              <a:spcBef>
                <a:spcPts val="0"/>
              </a:spcBef>
              <a:spcAft>
                <a:spcPts val="0"/>
              </a:spcAft>
              <a:buClr>
                <a:schemeClr val="tx1"/>
              </a:buClr>
              <a:buSzPct val="100000"/>
              <a:buFont typeface="Wingdings" panose="05000000000000000000" pitchFamily="2" charset="2"/>
              <a:buChar char=""/>
              <a:defRPr sz="1400" kern="1200">
                <a:solidFill>
                  <a:schemeClr val="tx1"/>
                </a:solidFill>
                <a:latin typeface="+mn-lt"/>
                <a:ea typeface="+mn-ea"/>
                <a:cs typeface="+mn-cs"/>
              </a:defRPr>
            </a:lvl5pPr>
            <a:lvl6pPr marL="1043200" indent="-152400" algn="l" defTabSz="357708" rtl="0" eaLnBrk="1" latinLnBrk="0" hangingPunct="1">
              <a:lnSpc>
                <a:spcPct val="140000"/>
              </a:lnSpc>
              <a:spcBef>
                <a:spcPts val="0"/>
              </a:spcBef>
              <a:spcAft>
                <a:spcPts val="0"/>
              </a:spcAft>
              <a:buClr>
                <a:schemeClr val="tx1"/>
              </a:buClr>
              <a:buSzPct val="100000"/>
              <a:buFont typeface="Wingdings" panose="05000000000000000000" pitchFamily="2" charset="2"/>
              <a:buChar char=""/>
              <a:defRPr sz="1200" kern="1200" baseline="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lvl="0">
              <a:spcBef>
                <a:spcPct val="0"/>
              </a:spcBef>
              <a:spcAft>
                <a:spcPct val="0"/>
              </a:spcAft>
            </a:pPr>
            <a:fld id="{E6EEF074-8D2F-46B3-9D15-074C94239528}" type="datetime'''Ons''tr''''e''am - m''i''nimal inter''''''v''e''nt''''ion'">
              <a:rPr lang="en-GB" altLang="en-US" sz="1600" smtClean="0">
                <a:latin typeface="ShellBook" panose="00000500000000000000" pitchFamily="2" charset="0"/>
              </a:rPr>
              <a:pPr lvl="0">
                <a:spcBef>
                  <a:spcPct val="0"/>
                </a:spcBef>
                <a:spcAft>
                  <a:spcPct val="0"/>
                </a:spcAft>
              </a:pPr>
              <a:t>Onstream - minimal intervention</a:t>
            </a:fld>
            <a:endParaRPr lang="en-GB" sz="1600">
              <a:latin typeface="ShellBook" panose="00000500000000000000" pitchFamily="2" charset="0"/>
              <a:sym typeface="ShellBook" panose="00000500000000000000" pitchFamily="2" charset="0"/>
            </a:endParaRPr>
          </a:p>
        </p:txBody>
      </p:sp>
      <p:sp>
        <p:nvSpPr>
          <p:cNvPr id="220" name="Rectangle 219">
            <a:extLst>
              <a:ext uri="{FF2B5EF4-FFF2-40B4-BE49-F238E27FC236}">
                <a16:creationId xmlns:a16="http://schemas.microsoft.com/office/drawing/2014/main" id="{74990D4E-8B1E-32DD-D07D-45A6ADB31E96}"/>
              </a:ext>
            </a:extLst>
          </p:cNvPr>
          <p:cNvSpPr>
            <a:spLocks/>
          </p:cNvSpPr>
          <p:nvPr>
            <p:custDataLst>
              <p:tags r:id="rId72"/>
            </p:custDataLst>
          </p:nvPr>
        </p:nvSpPr>
        <p:spPr bwMode="auto">
          <a:xfrm>
            <a:off x="5203825" y="30794325"/>
            <a:ext cx="4587875" cy="341313"/>
          </a:xfrm>
          <a:prstGeom prst="rect">
            <a:avLst/>
          </a:prstGeom>
          <a:noFill/>
          <a:ln w="9525" algn="ctr">
            <a:noFill/>
            <a:miter lim="800000"/>
            <a:headEnd/>
            <a:tailEnd/>
          </a:ln>
          <a:effectLst/>
          <a:extLst>
            <a:ext uri="{909E8E84-426E-40DD-AFC4-6F175D3DCCD1}">
              <a14:hiddenFill xmlns:a14="http://schemas.microsoft.com/office/drawing/2010/main">
                <a:solidFill>
                  <a:scrgbClr r="0" g="0" b="0"/>
                </a:solidFill>
              </a14:hiddenFill>
            </a:ext>
          </a:extLst>
        </p:spPr>
        <p:txBody>
          <a:bodyPr vert="horz" wrap="none" lIns="0" tIns="0" rIns="0" bIns="0" numCol="1" anchor="ctr" anchorCtr="0" compatLnSpc="1">
            <a:prstTxWarp prst="textNoShape">
              <a:avLst/>
            </a:prstTxWarp>
            <a:noAutofit/>
          </a:bodyPr>
          <a:lstStyle>
            <a:lvl1pPr marL="0" indent="0" algn="l" defTabSz="357708" rtl="0" eaLnBrk="1" latinLnBrk="0" hangingPunct="1">
              <a:lnSpc>
                <a:spcPct val="140000"/>
              </a:lnSpc>
              <a:spcBef>
                <a:spcPts val="0"/>
              </a:spcBef>
              <a:spcAft>
                <a:spcPts val="0"/>
              </a:spcAft>
              <a:buClr>
                <a:schemeClr val="accent2"/>
              </a:buClr>
              <a:buSzPct val="85000"/>
              <a:buFont typeface="Wingdings" pitchFamily="2" charset="2"/>
              <a:buNone/>
              <a:defRPr sz="1800" kern="1200" baseline="0">
                <a:solidFill>
                  <a:schemeClr val="tx1"/>
                </a:solidFill>
                <a:latin typeface="+mn-lt"/>
                <a:ea typeface="+mn-ea"/>
                <a:cs typeface="+mn-cs"/>
              </a:defRPr>
            </a:lvl1pPr>
            <a:lvl2pPr marL="230400" indent="-230400" algn="l" defTabSz="357708" rtl="0" eaLnBrk="1" latinLnBrk="0" hangingPunct="1">
              <a:lnSpc>
                <a:spcPct val="140000"/>
              </a:lnSpc>
              <a:spcBef>
                <a:spcPts val="0"/>
              </a:spcBef>
              <a:spcAft>
                <a:spcPts val="0"/>
              </a:spcAft>
              <a:buClr>
                <a:schemeClr val="accent2"/>
              </a:buClr>
              <a:buSzPct val="75000"/>
              <a:buFont typeface="Wingdings" panose="05000000000000000000" pitchFamily="2" charset="2"/>
              <a:buChar char=""/>
              <a:defRPr sz="1800" b="0" kern="1200">
                <a:solidFill>
                  <a:schemeClr val="tx1"/>
                </a:solidFill>
                <a:latin typeface="+mn-lt"/>
                <a:ea typeface="+mn-ea"/>
                <a:cs typeface="+mn-cs"/>
              </a:defRPr>
            </a:lvl2pPr>
            <a:lvl3pPr marL="459000" indent="-228600" algn="l" defTabSz="357708" rtl="0" eaLnBrk="1" latinLnBrk="0" hangingPunct="1">
              <a:lnSpc>
                <a:spcPct val="140000"/>
              </a:lnSpc>
              <a:spcBef>
                <a:spcPts val="0"/>
              </a:spcBef>
              <a:spcAft>
                <a:spcPts val="0"/>
              </a:spcAft>
              <a:buClr>
                <a:schemeClr val="accent2"/>
              </a:buClr>
              <a:buSzPct val="100000"/>
              <a:buFont typeface="Wingdings" panose="05000000000000000000" pitchFamily="2" charset="2"/>
              <a:buChar char=""/>
              <a:defRPr sz="1800" b="0" kern="1200">
                <a:solidFill>
                  <a:schemeClr val="tx1"/>
                </a:solidFill>
                <a:latin typeface="+mn-lt"/>
                <a:ea typeface="+mn-ea"/>
                <a:cs typeface="+mn-cs"/>
              </a:defRPr>
            </a:lvl3pPr>
            <a:lvl4pPr marL="687600" indent="-228600" algn="l" defTabSz="357708" rtl="0" eaLnBrk="1" latinLnBrk="0" hangingPunct="1">
              <a:lnSpc>
                <a:spcPct val="140000"/>
              </a:lnSpc>
              <a:spcBef>
                <a:spcPts val="0"/>
              </a:spcBef>
              <a:spcAft>
                <a:spcPts val="0"/>
              </a:spcAft>
              <a:buClr>
                <a:schemeClr val="tx1"/>
              </a:buClr>
              <a:buSzPct val="100000"/>
              <a:buFont typeface="Wingdings" panose="05000000000000000000" pitchFamily="2" charset="2"/>
              <a:buChar char=""/>
              <a:defRPr sz="1600" b="0" kern="1200" baseline="0">
                <a:solidFill>
                  <a:schemeClr val="tx1"/>
                </a:solidFill>
                <a:latin typeface="+mn-lt"/>
                <a:ea typeface="+mn-ea"/>
                <a:cs typeface="+mn-cs"/>
              </a:defRPr>
            </a:lvl4pPr>
            <a:lvl5pPr marL="890800" indent="-203200" algn="l" defTabSz="357708" rtl="0" eaLnBrk="1" latinLnBrk="0" hangingPunct="1">
              <a:lnSpc>
                <a:spcPct val="140000"/>
              </a:lnSpc>
              <a:spcBef>
                <a:spcPts val="0"/>
              </a:spcBef>
              <a:spcAft>
                <a:spcPts val="0"/>
              </a:spcAft>
              <a:buClr>
                <a:schemeClr val="tx1"/>
              </a:buClr>
              <a:buSzPct val="100000"/>
              <a:buFont typeface="Wingdings" panose="05000000000000000000" pitchFamily="2" charset="2"/>
              <a:buChar char=""/>
              <a:defRPr sz="1400" kern="1200">
                <a:solidFill>
                  <a:schemeClr val="tx1"/>
                </a:solidFill>
                <a:latin typeface="+mn-lt"/>
                <a:ea typeface="+mn-ea"/>
                <a:cs typeface="+mn-cs"/>
              </a:defRPr>
            </a:lvl5pPr>
            <a:lvl6pPr marL="1043200" indent="-152400" algn="l" defTabSz="357708" rtl="0" eaLnBrk="1" latinLnBrk="0" hangingPunct="1">
              <a:lnSpc>
                <a:spcPct val="140000"/>
              </a:lnSpc>
              <a:spcBef>
                <a:spcPts val="0"/>
              </a:spcBef>
              <a:spcAft>
                <a:spcPts val="0"/>
              </a:spcAft>
              <a:buClr>
                <a:schemeClr val="tx1"/>
              </a:buClr>
              <a:buSzPct val="100000"/>
              <a:buFont typeface="Wingdings" panose="05000000000000000000" pitchFamily="2" charset="2"/>
              <a:buChar char=""/>
              <a:defRPr sz="1200" kern="1200" baseline="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lvl="0">
              <a:spcBef>
                <a:spcPct val="0"/>
              </a:spcBef>
              <a:spcAft>
                <a:spcPct val="0"/>
              </a:spcAft>
            </a:pPr>
            <a:fld id="{30FC2E2D-8B34-4A44-AF3A-A1594A0168FF}" type="datetime'Develo''ped Resource - I''ncr''ement''al Capex ''i.e. WR''FM'">
              <a:rPr lang="en-US" altLang="en-US" sz="1600" smtClean="0">
                <a:latin typeface="ShellBook" panose="00000500000000000000" pitchFamily="2" charset="0"/>
              </a:rPr>
              <a:pPr lvl="0">
                <a:spcBef>
                  <a:spcPct val="0"/>
                </a:spcBef>
                <a:spcAft>
                  <a:spcPct val="0"/>
                </a:spcAft>
              </a:pPr>
              <a:t>Developed Resource - Incremental Capex i.e. WRFM</a:t>
            </a:fld>
            <a:endParaRPr lang="en-GB" sz="1600">
              <a:latin typeface="ShellBook" panose="00000500000000000000" pitchFamily="2" charset="0"/>
              <a:sym typeface="ShellBook" panose="00000500000000000000" pitchFamily="2" charset="0"/>
            </a:endParaRPr>
          </a:p>
        </p:txBody>
      </p:sp>
      <p:sp>
        <p:nvSpPr>
          <p:cNvPr id="221" name="Rectangle 220">
            <a:extLst>
              <a:ext uri="{FF2B5EF4-FFF2-40B4-BE49-F238E27FC236}">
                <a16:creationId xmlns:a16="http://schemas.microsoft.com/office/drawing/2014/main" id="{CECDD4A9-5C68-998D-0AAD-8DFBC933E02F}"/>
              </a:ext>
            </a:extLst>
          </p:cNvPr>
          <p:cNvSpPr>
            <a:spLocks/>
          </p:cNvSpPr>
          <p:nvPr>
            <p:custDataLst>
              <p:tags r:id="rId73"/>
            </p:custDataLst>
          </p:nvPr>
        </p:nvSpPr>
        <p:spPr bwMode="auto">
          <a:xfrm>
            <a:off x="5203825" y="31186438"/>
            <a:ext cx="3238500" cy="341313"/>
          </a:xfrm>
          <a:prstGeom prst="rect">
            <a:avLst/>
          </a:prstGeom>
          <a:noFill/>
          <a:ln w="9525" algn="ctr">
            <a:noFill/>
            <a:miter lim="800000"/>
            <a:headEnd/>
            <a:tailEnd/>
          </a:ln>
          <a:effectLst/>
          <a:extLst>
            <a:ext uri="{909E8E84-426E-40DD-AFC4-6F175D3DCCD1}">
              <a14:hiddenFill xmlns:a14="http://schemas.microsoft.com/office/drawing/2010/main">
                <a:solidFill>
                  <a:scrgbClr r="0" g="0" b="0"/>
                </a:solidFill>
              </a14:hiddenFill>
            </a:ext>
          </a:extLst>
        </p:spPr>
        <p:txBody>
          <a:bodyPr vert="horz" wrap="none" lIns="0" tIns="0" rIns="0" bIns="0" numCol="1" anchor="ctr" anchorCtr="0" compatLnSpc="1">
            <a:prstTxWarp prst="textNoShape">
              <a:avLst/>
            </a:prstTxWarp>
            <a:noAutofit/>
          </a:bodyPr>
          <a:lstStyle>
            <a:lvl1pPr marL="0" indent="0" algn="l" defTabSz="357708" rtl="0" eaLnBrk="1" latinLnBrk="0" hangingPunct="1">
              <a:lnSpc>
                <a:spcPct val="140000"/>
              </a:lnSpc>
              <a:spcBef>
                <a:spcPts val="0"/>
              </a:spcBef>
              <a:spcAft>
                <a:spcPts val="0"/>
              </a:spcAft>
              <a:buClr>
                <a:schemeClr val="accent2"/>
              </a:buClr>
              <a:buSzPct val="85000"/>
              <a:buFont typeface="Wingdings" pitchFamily="2" charset="2"/>
              <a:buNone/>
              <a:defRPr sz="1800" kern="1200" baseline="0">
                <a:solidFill>
                  <a:schemeClr val="tx1"/>
                </a:solidFill>
                <a:latin typeface="+mn-lt"/>
                <a:ea typeface="+mn-ea"/>
                <a:cs typeface="+mn-cs"/>
              </a:defRPr>
            </a:lvl1pPr>
            <a:lvl2pPr marL="230400" indent="-230400" algn="l" defTabSz="357708" rtl="0" eaLnBrk="1" latinLnBrk="0" hangingPunct="1">
              <a:lnSpc>
                <a:spcPct val="140000"/>
              </a:lnSpc>
              <a:spcBef>
                <a:spcPts val="0"/>
              </a:spcBef>
              <a:spcAft>
                <a:spcPts val="0"/>
              </a:spcAft>
              <a:buClr>
                <a:schemeClr val="accent2"/>
              </a:buClr>
              <a:buSzPct val="75000"/>
              <a:buFont typeface="Wingdings" panose="05000000000000000000" pitchFamily="2" charset="2"/>
              <a:buChar char=""/>
              <a:defRPr sz="1800" b="0" kern="1200">
                <a:solidFill>
                  <a:schemeClr val="tx1"/>
                </a:solidFill>
                <a:latin typeface="+mn-lt"/>
                <a:ea typeface="+mn-ea"/>
                <a:cs typeface="+mn-cs"/>
              </a:defRPr>
            </a:lvl2pPr>
            <a:lvl3pPr marL="459000" indent="-228600" algn="l" defTabSz="357708" rtl="0" eaLnBrk="1" latinLnBrk="0" hangingPunct="1">
              <a:lnSpc>
                <a:spcPct val="140000"/>
              </a:lnSpc>
              <a:spcBef>
                <a:spcPts val="0"/>
              </a:spcBef>
              <a:spcAft>
                <a:spcPts val="0"/>
              </a:spcAft>
              <a:buClr>
                <a:schemeClr val="accent2"/>
              </a:buClr>
              <a:buSzPct val="100000"/>
              <a:buFont typeface="Wingdings" panose="05000000000000000000" pitchFamily="2" charset="2"/>
              <a:buChar char=""/>
              <a:defRPr sz="1800" b="0" kern="1200">
                <a:solidFill>
                  <a:schemeClr val="tx1"/>
                </a:solidFill>
                <a:latin typeface="+mn-lt"/>
                <a:ea typeface="+mn-ea"/>
                <a:cs typeface="+mn-cs"/>
              </a:defRPr>
            </a:lvl3pPr>
            <a:lvl4pPr marL="687600" indent="-228600" algn="l" defTabSz="357708" rtl="0" eaLnBrk="1" latinLnBrk="0" hangingPunct="1">
              <a:lnSpc>
                <a:spcPct val="140000"/>
              </a:lnSpc>
              <a:spcBef>
                <a:spcPts val="0"/>
              </a:spcBef>
              <a:spcAft>
                <a:spcPts val="0"/>
              </a:spcAft>
              <a:buClr>
                <a:schemeClr val="tx1"/>
              </a:buClr>
              <a:buSzPct val="100000"/>
              <a:buFont typeface="Wingdings" panose="05000000000000000000" pitchFamily="2" charset="2"/>
              <a:buChar char=""/>
              <a:defRPr sz="1600" b="0" kern="1200" baseline="0">
                <a:solidFill>
                  <a:schemeClr val="tx1"/>
                </a:solidFill>
                <a:latin typeface="+mn-lt"/>
                <a:ea typeface="+mn-ea"/>
                <a:cs typeface="+mn-cs"/>
              </a:defRPr>
            </a:lvl4pPr>
            <a:lvl5pPr marL="890800" indent="-203200" algn="l" defTabSz="357708" rtl="0" eaLnBrk="1" latinLnBrk="0" hangingPunct="1">
              <a:lnSpc>
                <a:spcPct val="140000"/>
              </a:lnSpc>
              <a:spcBef>
                <a:spcPts val="0"/>
              </a:spcBef>
              <a:spcAft>
                <a:spcPts val="0"/>
              </a:spcAft>
              <a:buClr>
                <a:schemeClr val="tx1"/>
              </a:buClr>
              <a:buSzPct val="100000"/>
              <a:buFont typeface="Wingdings" panose="05000000000000000000" pitchFamily="2" charset="2"/>
              <a:buChar char=""/>
              <a:defRPr sz="1400" kern="1200">
                <a:solidFill>
                  <a:schemeClr val="tx1"/>
                </a:solidFill>
                <a:latin typeface="+mn-lt"/>
                <a:ea typeface="+mn-ea"/>
                <a:cs typeface="+mn-cs"/>
              </a:defRPr>
            </a:lvl5pPr>
            <a:lvl6pPr marL="1043200" indent="-152400" algn="l" defTabSz="357708" rtl="0" eaLnBrk="1" latinLnBrk="0" hangingPunct="1">
              <a:lnSpc>
                <a:spcPct val="140000"/>
              </a:lnSpc>
              <a:spcBef>
                <a:spcPts val="0"/>
              </a:spcBef>
              <a:spcAft>
                <a:spcPts val="0"/>
              </a:spcAft>
              <a:buClr>
                <a:schemeClr val="tx1"/>
              </a:buClr>
              <a:buSzPct val="100000"/>
              <a:buFont typeface="Wingdings" panose="05000000000000000000" pitchFamily="2" charset="2"/>
              <a:buChar char=""/>
              <a:defRPr sz="1200" kern="1200" baseline="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lvl="0">
              <a:spcBef>
                <a:spcPct val="0"/>
              </a:spcBef>
              <a:spcAft>
                <a:spcPct val="0"/>
              </a:spcAft>
            </a:pPr>
            <a:fld id="{B5E1C33C-CA5D-42DB-98BE-00A3B914FE13}" type="datetime'Unde''vel''ope''d Reso''''urc''es - New'' F''''i''eld''''''s'">
              <a:rPr lang="en-GB" altLang="en-US" sz="1600" smtClean="0">
                <a:latin typeface="ShellBook" panose="00000500000000000000" pitchFamily="2" charset="0"/>
              </a:rPr>
              <a:pPr lvl="0">
                <a:spcBef>
                  <a:spcPct val="0"/>
                </a:spcBef>
                <a:spcAft>
                  <a:spcPct val="0"/>
                </a:spcAft>
              </a:pPr>
              <a:t>Undeveloped Resources - New Fields</a:t>
            </a:fld>
            <a:endParaRPr lang="en-GB" sz="1600">
              <a:latin typeface="ShellBook" panose="00000500000000000000" pitchFamily="2" charset="0"/>
              <a:sym typeface="ShellBook" panose="00000500000000000000" pitchFamily="2" charset="0"/>
            </a:endParaRPr>
          </a:p>
        </p:txBody>
      </p:sp>
      <p:sp>
        <p:nvSpPr>
          <p:cNvPr id="222" name="Rectangle 221">
            <a:extLst>
              <a:ext uri="{FF2B5EF4-FFF2-40B4-BE49-F238E27FC236}">
                <a16:creationId xmlns:a16="http://schemas.microsoft.com/office/drawing/2014/main" id="{74F79C3F-F816-4ED4-CA0D-18AAE6A855C9}"/>
              </a:ext>
            </a:extLst>
          </p:cNvPr>
          <p:cNvSpPr>
            <a:spLocks/>
          </p:cNvSpPr>
          <p:nvPr>
            <p:custDataLst>
              <p:tags r:id="rId74"/>
            </p:custDataLst>
          </p:nvPr>
        </p:nvSpPr>
        <p:spPr bwMode="auto">
          <a:xfrm>
            <a:off x="5203825" y="31578550"/>
            <a:ext cx="998538" cy="341313"/>
          </a:xfrm>
          <a:prstGeom prst="rect">
            <a:avLst/>
          </a:prstGeom>
          <a:noFill/>
          <a:ln w="9525" algn="ctr">
            <a:noFill/>
            <a:miter lim="800000"/>
            <a:headEnd/>
            <a:tailEnd/>
          </a:ln>
          <a:effectLst/>
          <a:extLst>
            <a:ext uri="{909E8E84-426E-40DD-AFC4-6F175D3DCCD1}">
              <a14:hiddenFill xmlns:a14="http://schemas.microsoft.com/office/drawing/2010/main">
                <a:solidFill>
                  <a:scrgbClr r="0" g="0" b="0"/>
                </a:solidFill>
              </a14:hiddenFill>
            </a:ext>
          </a:extLst>
        </p:spPr>
        <p:txBody>
          <a:bodyPr vert="horz" wrap="none" lIns="0" tIns="0" rIns="0" bIns="0" numCol="1" anchor="ctr" anchorCtr="0" compatLnSpc="1">
            <a:prstTxWarp prst="textNoShape">
              <a:avLst/>
            </a:prstTxWarp>
            <a:noAutofit/>
          </a:bodyPr>
          <a:lstStyle>
            <a:lvl1pPr marL="0" indent="0" algn="l" defTabSz="357708" rtl="0" eaLnBrk="1" latinLnBrk="0" hangingPunct="1">
              <a:lnSpc>
                <a:spcPct val="140000"/>
              </a:lnSpc>
              <a:spcBef>
                <a:spcPts val="0"/>
              </a:spcBef>
              <a:spcAft>
                <a:spcPts val="0"/>
              </a:spcAft>
              <a:buClr>
                <a:schemeClr val="accent2"/>
              </a:buClr>
              <a:buSzPct val="85000"/>
              <a:buFont typeface="Wingdings" pitchFamily="2" charset="2"/>
              <a:buNone/>
              <a:defRPr sz="1800" kern="1200" baseline="0">
                <a:solidFill>
                  <a:schemeClr val="tx1"/>
                </a:solidFill>
                <a:latin typeface="+mn-lt"/>
                <a:ea typeface="+mn-ea"/>
                <a:cs typeface="+mn-cs"/>
              </a:defRPr>
            </a:lvl1pPr>
            <a:lvl2pPr marL="230400" indent="-230400" algn="l" defTabSz="357708" rtl="0" eaLnBrk="1" latinLnBrk="0" hangingPunct="1">
              <a:lnSpc>
                <a:spcPct val="140000"/>
              </a:lnSpc>
              <a:spcBef>
                <a:spcPts val="0"/>
              </a:spcBef>
              <a:spcAft>
                <a:spcPts val="0"/>
              </a:spcAft>
              <a:buClr>
                <a:schemeClr val="accent2"/>
              </a:buClr>
              <a:buSzPct val="75000"/>
              <a:buFont typeface="Wingdings" panose="05000000000000000000" pitchFamily="2" charset="2"/>
              <a:buChar char=""/>
              <a:defRPr sz="1800" b="0" kern="1200">
                <a:solidFill>
                  <a:schemeClr val="tx1"/>
                </a:solidFill>
                <a:latin typeface="+mn-lt"/>
                <a:ea typeface="+mn-ea"/>
                <a:cs typeface="+mn-cs"/>
              </a:defRPr>
            </a:lvl2pPr>
            <a:lvl3pPr marL="459000" indent="-228600" algn="l" defTabSz="357708" rtl="0" eaLnBrk="1" latinLnBrk="0" hangingPunct="1">
              <a:lnSpc>
                <a:spcPct val="140000"/>
              </a:lnSpc>
              <a:spcBef>
                <a:spcPts val="0"/>
              </a:spcBef>
              <a:spcAft>
                <a:spcPts val="0"/>
              </a:spcAft>
              <a:buClr>
                <a:schemeClr val="accent2"/>
              </a:buClr>
              <a:buSzPct val="100000"/>
              <a:buFont typeface="Wingdings" panose="05000000000000000000" pitchFamily="2" charset="2"/>
              <a:buChar char=""/>
              <a:defRPr sz="1800" b="0" kern="1200">
                <a:solidFill>
                  <a:schemeClr val="tx1"/>
                </a:solidFill>
                <a:latin typeface="+mn-lt"/>
                <a:ea typeface="+mn-ea"/>
                <a:cs typeface="+mn-cs"/>
              </a:defRPr>
            </a:lvl3pPr>
            <a:lvl4pPr marL="687600" indent="-228600" algn="l" defTabSz="357708" rtl="0" eaLnBrk="1" latinLnBrk="0" hangingPunct="1">
              <a:lnSpc>
                <a:spcPct val="140000"/>
              </a:lnSpc>
              <a:spcBef>
                <a:spcPts val="0"/>
              </a:spcBef>
              <a:spcAft>
                <a:spcPts val="0"/>
              </a:spcAft>
              <a:buClr>
                <a:schemeClr val="tx1"/>
              </a:buClr>
              <a:buSzPct val="100000"/>
              <a:buFont typeface="Wingdings" panose="05000000000000000000" pitchFamily="2" charset="2"/>
              <a:buChar char=""/>
              <a:defRPr sz="1600" b="0" kern="1200" baseline="0">
                <a:solidFill>
                  <a:schemeClr val="tx1"/>
                </a:solidFill>
                <a:latin typeface="+mn-lt"/>
                <a:ea typeface="+mn-ea"/>
                <a:cs typeface="+mn-cs"/>
              </a:defRPr>
            </a:lvl4pPr>
            <a:lvl5pPr marL="890800" indent="-203200" algn="l" defTabSz="357708" rtl="0" eaLnBrk="1" latinLnBrk="0" hangingPunct="1">
              <a:lnSpc>
                <a:spcPct val="140000"/>
              </a:lnSpc>
              <a:spcBef>
                <a:spcPts val="0"/>
              </a:spcBef>
              <a:spcAft>
                <a:spcPts val="0"/>
              </a:spcAft>
              <a:buClr>
                <a:schemeClr val="tx1"/>
              </a:buClr>
              <a:buSzPct val="100000"/>
              <a:buFont typeface="Wingdings" panose="05000000000000000000" pitchFamily="2" charset="2"/>
              <a:buChar char=""/>
              <a:defRPr sz="1400" kern="1200">
                <a:solidFill>
                  <a:schemeClr val="tx1"/>
                </a:solidFill>
                <a:latin typeface="+mn-lt"/>
                <a:ea typeface="+mn-ea"/>
                <a:cs typeface="+mn-cs"/>
              </a:defRPr>
            </a:lvl5pPr>
            <a:lvl6pPr marL="1043200" indent="-152400" algn="l" defTabSz="357708" rtl="0" eaLnBrk="1" latinLnBrk="0" hangingPunct="1">
              <a:lnSpc>
                <a:spcPct val="140000"/>
              </a:lnSpc>
              <a:spcBef>
                <a:spcPts val="0"/>
              </a:spcBef>
              <a:spcAft>
                <a:spcPts val="0"/>
              </a:spcAft>
              <a:buClr>
                <a:schemeClr val="tx1"/>
              </a:buClr>
              <a:buSzPct val="100000"/>
              <a:buFont typeface="Wingdings" panose="05000000000000000000" pitchFamily="2" charset="2"/>
              <a:buChar char=""/>
              <a:defRPr sz="1200" kern="1200" baseline="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lvl="0">
              <a:spcBef>
                <a:spcPct val="0"/>
              </a:spcBef>
              <a:spcAft>
                <a:spcPct val="0"/>
              </a:spcAft>
            </a:pPr>
            <a:fld id="{FEF26AE0-3D9F-4AD1-9329-63A19343E9CC}" type="datetime'''''E''''''''''''x''p''l''''o''rat''''''i''''''o''''n'''''''''">
              <a:rPr lang="en-GB" altLang="en-US" sz="1600" smtClean="0">
                <a:latin typeface="ShellBook" panose="00000500000000000000" pitchFamily="2" charset="0"/>
              </a:rPr>
              <a:pPr lvl="0">
                <a:spcBef>
                  <a:spcPct val="0"/>
                </a:spcBef>
                <a:spcAft>
                  <a:spcPct val="0"/>
                </a:spcAft>
              </a:pPr>
              <a:t>Exploration</a:t>
            </a:fld>
            <a:endParaRPr lang="en-GB" sz="1600">
              <a:latin typeface="ShellBook" panose="00000500000000000000" pitchFamily="2" charset="0"/>
              <a:sym typeface="ShellBook" panose="00000500000000000000" pitchFamily="2" charset="0"/>
            </a:endParaRPr>
          </a:p>
        </p:txBody>
      </p:sp>
      <p:sp>
        <p:nvSpPr>
          <p:cNvPr id="297" name="Text 14">
            <a:extLst>
              <a:ext uri="{FF2B5EF4-FFF2-40B4-BE49-F238E27FC236}">
                <a16:creationId xmlns:a16="http://schemas.microsoft.com/office/drawing/2014/main" id="{6213C62B-7845-1FF9-03B2-91EA97B72B42}"/>
              </a:ext>
            </a:extLst>
          </p:cNvPr>
          <p:cNvSpPr/>
          <p:nvPr/>
        </p:nvSpPr>
        <p:spPr>
          <a:xfrm>
            <a:off x="1404424" y="36923663"/>
            <a:ext cx="28199276" cy="6196805"/>
          </a:xfrm>
          <a:prstGeom prst="rect">
            <a:avLst/>
          </a:prstGeom>
          <a:noFill/>
          <a:ln/>
        </p:spPr>
        <p:txBody>
          <a:bodyPr wrap="square" lIns="0" tIns="0" rIns="0" bIns="0" rtlCol="0" anchor="t"/>
          <a:lstStyle/>
          <a:p>
            <a:pPr marL="457200" indent="-457200" algn="just">
              <a:lnSpc>
                <a:spcPct val="113000"/>
              </a:lnSpc>
              <a:spcAft>
                <a:spcPts val="60"/>
              </a:spcAft>
              <a:buFont typeface="Arial" panose="020B0604020202020204" pitchFamily="34" charset="0"/>
              <a:buChar char="•"/>
            </a:pPr>
            <a:r>
              <a:rPr lang="en-GB" sz="3200" dirty="0">
                <a:latin typeface="ShellBook" panose="00000500000000000000" pitchFamily="2" charset="0"/>
              </a:rPr>
              <a:t>Collaboration is critical. Teams across SCA and Trading both provide inputs and depend on the final product, so everyone needs clear visibility on what will be delivered and when.</a:t>
            </a:r>
          </a:p>
          <a:p>
            <a:pPr marL="457200" indent="-457200" algn="just">
              <a:lnSpc>
                <a:spcPct val="113000"/>
              </a:lnSpc>
              <a:spcAft>
                <a:spcPts val="60"/>
              </a:spcAft>
              <a:buFont typeface="Arial" panose="020B0604020202020204" pitchFamily="34" charset="0"/>
              <a:buChar char="•"/>
            </a:pPr>
            <a:r>
              <a:rPr lang="en-GB" sz="3200" dirty="0">
                <a:latin typeface="ShellBook" panose="00000500000000000000" pitchFamily="2" charset="0"/>
              </a:rPr>
              <a:t>Investment in the models is focused on faster, sharper workflows that are sophisticated enough to capture complexity, simple enough to run quickly, and clear enough to interpret. Our ORTEC colleagues are essential to keeping the model suite reliable, freeing the team to focus on analysis rather than debugging.</a:t>
            </a:r>
          </a:p>
          <a:p>
            <a:pPr marL="457200" indent="-457200" algn="just">
              <a:lnSpc>
                <a:spcPct val="113000"/>
              </a:lnSpc>
              <a:spcAft>
                <a:spcPts val="60"/>
              </a:spcAft>
              <a:buFont typeface="Arial" panose="020B0604020202020204" pitchFamily="34" charset="0"/>
              <a:buChar char="•"/>
            </a:pPr>
            <a:r>
              <a:rPr lang="en-GB" sz="3200" dirty="0">
                <a:latin typeface="ShellBook" panose="00000500000000000000" pitchFamily="2" charset="0"/>
              </a:rPr>
              <a:t>External perspective is indispensable. The team invests significant time engaging with vendors, service companies and internal experts. Some of the most valuable insights come from conference conversations providing signals that never appear in a database. As data becomes commoditised, judgement, networks and human insight will be the real differentiators.</a:t>
            </a:r>
            <a:endParaRPr lang="en-GB" sz="3600" dirty="0">
              <a:latin typeface="ShellBook" panose="00000500000000000000" pitchFamily="2" charset="0"/>
            </a:endParaRPr>
          </a:p>
        </p:txBody>
      </p:sp>
      <p:sp>
        <p:nvSpPr>
          <p:cNvPr id="298" name="Oval 297">
            <a:extLst>
              <a:ext uri="{FF2B5EF4-FFF2-40B4-BE49-F238E27FC236}">
                <a16:creationId xmlns:a16="http://schemas.microsoft.com/office/drawing/2014/main" id="{F477E92D-B388-69F4-89F8-D200D42AE766}"/>
              </a:ext>
            </a:extLst>
          </p:cNvPr>
          <p:cNvSpPr/>
          <p:nvPr/>
        </p:nvSpPr>
        <p:spPr>
          <a:xfrm>
            <a:off x="1318970" y="15096935"/>
            <a:ext cx="1080000" cy="10800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800"/>
              <a:t>A</a:t>
            </a:r>
          </a:p>
        </p:txBody>
      </p:sp>
      <p:sp>
        <p:nvSpPr>
          <p:cNvPr id="303" name="Oval 302">
            <a:extLst>
              <a:ext uri="{FF2B5EF4-FFF2-40B4-BE49-F238E27FC236}">
                <a16:creationId xmlns:a16="http://schemas.microsoft.com/office/drawing/2014/main" id="{DD0DE602-D931-AA83-F110-F4787C7F596A}"/>
              </a:ext>
            </a:extLst>
          </p:cNvPr>
          <p:cNvSpPr/>
          <p:nvPr/>
        </p:nvSpPr>
        <p:spPr>
          <a:xfrm>
            <a:off x="15773401" y="15144363"/>
            <a:ext cx="1080000" cy="10800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800" dirty="0"/>
              <a:t>B</a:t>
            </a:r>
          </a:p>
        </p:txBody>
      </p:sp>
      <p:sp>
        <p:nvSpPr>
          <p:cNvPr id="305" name="Oval 304">
            <a:extLst>
              <a:ext uri="{FF2B5EF4-FFF2-40B4-BE49-F238E27FC236}">
                <a16:creationId xmlns:a16="http://schemas.microsoft.com/office/drawing/2014/main" id="{1765C748-96AD-55BD-1DCF-5BAE610B6C6C}"/>
              </a:ext>
            </a:extLst>
          </p:cNvPr>
          <p:cNvSpPr/>
          <p:nvPr/>
        </p:nvSpPr>
        <p:spPr>
          <a:xfrm>
            <a:off x="1275837" y="25440338"/>
            <a:ext cx="1080000" cy="10800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800"/>
              <a:t>C</a:t>
            </a:r>
          </a:p>
        </p:txBody>
      </p:sp>
      <p:sp>
        <p:nvSpPr>
          <p:cNvPr id="325" name="Oval 324">
            <a:extLst>
              <a:ext uri="{FF2B5EF4-FFF2-40B4-BE49-F238E27FC236}">
                <a16:creationId xmlns:a16="http://schemas.microsoft.com/office/drawing/2014/main" id="{24B11A7C-B99C-85F2-D15D-E0D34DE2407B}"/>
              </a:ext>
            </a:extLst>
          </p:cNvPr>
          <p:cNvSpPr/>
          <p:nvPr/>
        </p:nvSpPr>
        <p:spPr>
          <a:xfrm>
            <a:off x="15852275" y="25455011"/>
            <a:ext cx="1080000" cy="10800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800"/>
              <a:t>D</a:t>
            </a:r>
          </a:p>
        </p:txBody>
      </p:sp>
      <p:sp>
        <p:nvSpPr>
          <p:cNvPr id="334" name="Content Placeholder 10">
            <a:extLst>
              <a:ext uri="{FF2B5EF4-FFF2-40B4-BE49-F238E27FC236}">
                <a16:creationId xmlns:a16="http://schemas.microsoft.com/office/drawing/2014/main" id="{530567BD-5B14-8660-A26D-E5FEC0013C28}"/>
              </a:ext>
            </a:extLst>
          </p:cNvPr>
          <p:cNvSpPr txBox="1">
            <a:spLocks/>
          </p:cNvSpPr>
          <p:nvPr/>
        </p:nvSpPr>
        <p:spPr bwMode="auto">
          <a:xfrm>
            <a:off x="1562100" y="32762361"/>
            <a:ext cx="11731625" cy="1582733"/>
          </a:xfrm>
          <a:prstGeom prst="rect">
            <a:avLst/>
          </a:prstGeom>
          <a:noFill/>
          <a:ln w="9525" algn="ctr">
            <a:noFill/>
            <a:miter lim="800000"/>
            <a:headEnd/>
            <a:tailEnd/>
          </a:ln>
        </p:spPr>
        <p:txBody>
          <a:bodyPr vert="horz" wrap="square" lIns="0" tIns="0" rIns="0" bIns="0" numCol="1" anchor="t" anchorCtr="0" compatLnSpc="1">
            <a:prstTxWarp prst="textNoShape">
              <a:avLst/>
            </a:prstTxWarp>
          </a:bodyPr>
          <a:lstStyle>
            <a:lvl1pPr marL="0" indent="0" algn="l" defTabSz="357708" rtl="0" eaLnBrk="1" latinLnBrk="0" hangingPunct="1">
              <a:lnSpc>
                <a:spcPct val="140000"/>
              </a:lnSpc>
              <a:spcBef>
                <a:spcPts val="0"/>
              </a:spcBef>
              <a:spcAft>
                <a:spcPts val="0"/>
              </a:spcAft>
              <a:buClr>
                <a:schemeClr val="accent2"/>
              </a:buClr>
              <a:buSzPct val="85000"/>
              <a:buFont typeface="Wingdings" pitchFamily="2" charset="2"/>
              <a:buNone/>
              <a:defRPr sz="1800" kern="1200" baseline="0">
                <a:solidFill>
                  <a:schemeClr val="tx1"/>
                </a:solidFill>
                <a:latin typeface="+mn-lt"/>
                <a:ea typeface="+mn-ea"/>
                <a:cs typeface="+mn-cs"/>
              </a:defRPr>
            </a:lvl1pPr>
            <a:lvl2pPr marL="230400" indent="-230400" algn="l" defTabSz="357708" rtl="0" eaLnBrk="1" latinLnBrk="0" hangingPunct="1">
              <a:lnSpc>
                <a:spcPct val="140000"/>
              </a:lnSpc>
              <a:spcBef>
                <a:spcPts val="0"/>
              </a:spcBef>
              <a:spcAft>
                <a:spcPts val="0"/>
              </a:spcAft>
              <a:buClr>
                <a:schemeClr val="accent2"/>
              </a:buClr>
              <a:buSzPct val="75000"/>
              <a:buFont typeface="Wingdings" panose="05000000000000000000" pitchFamily="2" charset="2"/>
              <a:buChar char=""/>
              <a:defRPr sz="1800" b="0" kern="1200">
                <a:solidFill>
                  <a:schemeClr val="tx1"/>
                </a:solidFill>
                <a:latin typeface="+mn-lt"/>
                <a:ea typeface="+mn-ea"/>
                <a:cs typeface="+mn-cs"/>
              </a:defRPr>
            </a:lvl2pPr>
            <a:lvl3pPr marL="459000" indent="-228600" algn="l" defTabSz="357708" rtl="0" eaLnBrk="1" latinLnBrk="0" hangingPunct="1">
              <a:lnSpc>
                <a:spcPct val="140000"/>
              </a:lnSpc>
              <a:spcBef>
                <a:spcPts val="0"/>
              </a:spcBef>
              <a:spcAft>
                <a:spcPts val="0"/>
              </a:spcAft>
              <a:buClr>
                <a:schemeClr val="accent2"/>
              </a:buClr>
              <a:buSzPct val="100000"/>
              <a:buFont typeface="Wingdings" panose="05000000000000000000" pitchFamily="2" charset="2"/>
              <a:buChar char=""/>
              <a:defRPr sz="1800" b="0" kern="1200">
                <a:solidFill>
                  <a:schemeClr val="tx1"/>
                </a:solidFill>
                <a:latin typeface="+mn-lt"/>
                <a:ea typeface="+mn-ea"/>
                <a:cs typeface="+mn-cs"/>
              </a:defRPr>
            </a:lvl3pPr>
            <a:lvl4pPr marL="687600" indent="-228600" algn="l" defTabSz="357708" rtl="0" eaLnBrk="1" latinLnBrk="0" hangingPunct="1">
              <a:lnSpc>
                <a:spcPct val="140000"/>
              </a:lnSpc>
              <a:spcBef>
                <a:spcPts val="0"/>
              </a:spcBef>
              <a:spcAft>
                <a:spcPts val="0"/>
              </a:spcAft>
              <a:buClr>
                <a:schemeClr val="tx1"/>
              </a:buClr>
              <a:buSzPct val="100000"/>
              <a:buFont typeface="Wingdings" panose="05000000000000000000" pitchFamily="2" charset="2"/>
              <a:buChar char=""/>
              <a:defRPr sz="1600" b="0" kern="1200" baseline="0">
                <a:solidFill>
                  <a:schemeClr val="tx1"/>
                </a:solidFill>
                <a:latin typeface="+mn-lt"/>
                <a:ea typeface="+mn-ea"/>
                <a:cs typeface="+mn-cs"/>
              </a:defRPr>
            </a:lvl4pPr>
            <a:lvl5pPr marL="890800" indent="-203200" algn="l" defTabSz="357708" rtl="0" eaLnBrk="1" latinLnBrk="0" hangingPunct="1">
              <a:lnSpc>
                <a:spcPct val="140000"/>
              </a:lnSpc>
              <a:spcBef>
                <a:spcPts val="0"/>
              </a:spcBef>
              <a:spcAft>
                <a:spcPts val="0"/>
              </a:spcAft>
              <a:buClr>
                <a:schemeClr val="tx1"/>
              </a:buClr>
              <a:buSzPct val="100000"/>
              <a:buFont typeface="Wingdings" panose="05000000000000000000" pitchFamily="2" charset="2"/>
              <a:buChar char=""/>
              <a:defRPr sz="1400" kern="1200">
                <a:solidFill>
                  <a:schemeClr val="tx1"/>
                </a:solidFill>
                <a:latin typeface="+mn-lt"/>
                <a:ea typeface="+mn-ea"/>
                <a:cs typeface="+mn-cs"/>
              </a:defRPr>
            </a:lvl5pPr>
            <a:lvl6pPr marL="1043200" indent="-152400" algn="l" defTabSz="357708" rtl="0" eaLnBrk="1" latinLnBrk="0" hangingPunct="1">
              <a:lnSpc>
                <a:spcPct val="140000"/>
              </a:lnSpc>
              <a:spcBef>
                <a:spcPts val="0"/>
              </a:spcBef>
              <a:spcAft>
                <a:spcPts val="0"/>
              </a:spcAft>
              <a:buClr>
                <a:schemeClr val="tx1"/>
              </a:buClr>
              <a:buSzPct val="100000"/>
              <a:buFont typeface="Wingdings" panose="05000000000000000000" pitchFamily="2" charset="2"/>
              <a:buChar char=""/>
              <a:defRPr sz="1200" kern="1200" baseline="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171450" indent="-171450" algn="just">
              <a:spcAft>
                <a:spcPts val="600"/>
              </a:spcAft>
              <a:buFont typeface="Arial" panose="020B0604020202020204" pitchFamily="34" charset="0"/>
              <a:buChar char="•"/>
            </a:pPr>
            <a:endParaRPr lang="en-GB" sz="2800" b="1">
              <a:latin typeface="ShellBook" panose="00000500000000000000" pitchFamily="2" charset="0"/>
            </a:endParaRPr>
          </a:p>
        </p:txBody>
      </p:sp>
      <p:sp>
        <p:nvSpPr>
          <p:cNvPr id="338" name="TextBox 337">
            <a:extLst>
              <a:ext uri="{FF2B5EF4-FFF2-40B4-BE49-F238E27FC236}">
                <a16:creationId xmlns:a16="http://schemas.microsoft.com/office/drawing/2014/main" id="{C1DB29B0-B77F-7B4C-8977-DAD0C2C08648}"/>
              </a:ext>
            </a:extLst>
          </p:cNvPr>
          <p:cNvSpPr txBox="1"/>
          <p:nvPr/>
        </p:nvSpPr>
        <p:spPr bwMode="auto">
          <a:xfrm>
            <a:off x="16905387" y="15063907"/>
            <a:ext cx="12119662" cy="1232582"/>
          </a:xfrm>
          <a:prstGeom prst="rect">
            <a:avLst/>
          </a:prstGeom>
          <a:noFill/>
          <a:ln w="9525" algn="ctr">
            <a:noFill/>
            <a:miter lim="800000"/>
            <a:headEnd/>
            <a:tailEnd/>
          </a:ln>
        </p:spPr>
        <p:txBody>
          <a:bodyPr wrap="square">
            <a:spAutoFit/>
          </a:bodyPr>
          <a:lstStyle/>
          <a:p>
            <a:pPr defTabSz="357708">
              <a:lnSpc>
                <a:spcPct val="140000"/>
              </a:lnSpc>
              <a:buClr>
                <a:schemeClr val="accent2"/>
              </a:buClr>
              <a:buSzPct val="75000"/>
            </a:pPr>
            <a:r>
              <a:rPr lang="en-GB" sz="2800" dirty="0">
                <a:latin typeface="ShellBook" panose="00000500000000000000" pitchFamily="2" charset="0"/>
              </a:rPr>
              <a:t>Modelled supply under different pricing scenarios</a:t>
            </a:r>
          </a:p>
          <a:p>
            <a:pPr defTabSz="357708">
              <a:lnSpc>
                <a:spcPct val="140000"/>
              </a:lnSpc>
              <a:buClr>
                <a:schemeClr val="accent2"/>
              </a:buClr>
              <a:buSzPct val="75000"/>
            </a:pPr>
            <a:r>
              <a:rPr lang="en-GB" sz="2800" dirty="0">
                <a:solidFill>
                  <a:schemeClr val="bg1">
                    <a:lumMod val="75000"/>
                  </a:schemeClr>
                </a:solidFill>
                <a:latin typeface="ShellBook" panose="00000500000000000000" pitchFamily="2" charset="0"/>
              </a:rPr>
              <a:t>Bboe/yr &amp; Tcf/yr</a:t>
            </a:r>
          </a:p>
        </p:txBody>
      </p:sp>
      <p:sp>
        <p:nvSpPr>
          <p:cNvPr id="349" name="TextBox 348">
            <a:extLst>
              <a:ext uri="{FF2B5EF4-FFF2-40B4-BE49-F238E27FC236}">
                <a16:creationId xmlns:a16="http://schemas.microsoft.com/office/drawing/2014/main" id="{B8B8B437-5ABE-DC75-1FDE-627A0359168B}"/>
              </a:ext>
            </a:extLst>
          </p:cNvPr>
          <p:cNvSpPr txBox="1"/>
          <p:nvPr/>
        </p:nvSpPr>
        <p:spPr bwMode="auto">
          <a:xfrm>
            <a:off x="2467692" y="25352941"/>
            <a:ext cx="12119662" cy="1232582"/>
          </a:xfrm>
          <a:prstGeom prst="rect">
            <a:avLst/>
          </a:prstGeom>
          <a:noFill/>
          <a:ln w="9525" algn="ctr">
            <a:noFill/>
            <a:miter lim="800000"/>
            <a:headEnd/>
            <a:tailEnd/>
          </a:ln>
        </p:spPr>
        <p:txBody>
          <a:bodyPr wrap="square">
            <a:spAutoFit/>
          </a:bodyPr>
          <a:lstStyle/>
          <a:p>
            <a:pPr defTabSz="357708">
              <a:lnSpc>
                <a:spcPct val="140000"/>
              </a:lnSpc>
              <a:buClr>
                <a:schemeClr val="accent2"/>
              </a:buClr>
              <a:buSzPct val="75000"/>
            </a:pPr>
            <a:r>
              <a:rPr lang="en-GB" sz="2800" dirty="0">
                <a:latin typeface="ShellBook" panose="00000500000000000000" pitchFamily="2" charset="0"/>
              </a:rPr>
              <a:t>Detailed waterfall showing supply changes to 2040 - Archipelagos</a:t>
            </a:r>
          </a:p>
          <a:p>
            <a:pPr defTabSz="357708">
              <a:lnSpc>
                <a:spcPct val="140000"/>
              </a:lnSpc>
              <a:buClr>
                <a:schemeClr val="accent2"/>
              </a:buClr>
              <a:buSzPct val="75000"/>
            </a:pPr>
            <a:r>
              <a:rPr lang="en-GB" sz="2800" dirty="0">
                <a:solidFill>
                  <a:schemeClr val="bg1">
                    <a:lumMod val="75000"/>
                  </a:schemeClr>
                </a:solidFill>
                <a:latin typeface="ShellBook" panose="00000500000000000000" pitchFamily="2" charset="0"/>
              </a:rPr>
              <a:t>Mb/d</a:t>
            </a:r>
          </a:p>
        </p:txBody>
      </p:sp>
      <p:sp>
        <p:nvSpPr>
          <p:cNvPr id="33" name="TextBox 32">
            <a:extLst>
              <a:ext uri="{FF2B5EF4-FFF2-40B4-BE49-F238E27FC236}">
                <a16:creationId xmlns:a16="http://schemas.microsoft.com/office/drawing/2014/main" id="{D3FE75C9-F89F-5704-5010-641B0EB9EBF9}"/>
              </a:ext>
            </a:extLst>
          </p:cNvPr>
          <p:cNvSpPr txBox="1"/>
          <p:nvPr/>
        </p:nvSpPr>
        <p:spPr>
          <a:xfrm>
            <a:off x="1275837" y="11430000"/>
            <a:ext cx="27989726" cy="3580693"/>
          </a:xfrm>
          <a:prstGeom prst="rect">
            <a:avLst/>
          </a:prstGeom>
          <a:noFill/>
        </p:spPr>
        <p:txBody>
          <a:bodyPr wrap="square" lIns="0" tIns="0" rIns="0" bIns="0" rtlCol="0">
            <a:noAutofit/>
          </a:bodyPr>
          <a:lstStyle/>
          <a:p>
            <a:pPr marL="457200" indent="-457200">
              <a:lnSpc>
                <a:spcPct val="113000"/>
              </a:lnSpc>
              <a:spcAft>
                <a:spcPts val="60"/>
              </a:spcAft>
              <a:buFont typeface="Arial" panose="020B0604020202020204" pitchFamily="34" charset="0"/>
              <a:buChar char="•"/>
            </a:pPr>
            <a:r>
              <a:rPr lang="en-GB" sz="3600" dirty="0">
                <a:latin typeface="ShellBook" panose="00000500000000000000" pitchFamily="2" charset="0"/>
              </a:rPr>
              <a:t>Events this year remind us that disruptions to energy supply can have impacts that reverberate throughout the world and significantly affect the global economy. Shell’s Global Supply Model (GSM) has been continually developed over the last decade to model how Oil and Gas supply might develop in the coming decades under different commodity price and geopolitical scenarios</a:t>
            </a:r>
          </a:p>
          <a:p>
            <a:pPr marL="457200" indent="-457200">
              <a:lnSpc>
                <a:spcPct val="113000"/>
              </a:lnSpc>
              <a:spcAft>
                <a:spcPts val="60"/>
              </a:spcAft>
              <a:buFont typeface="Arial" panose="020B0604020202020204" pitchFamily="34" charset="0"/>
              <a:buChar char="•"/>
            </a:pPr>
            <a:r>
              <a:rPr lang="en-GB" sz="3600" dirty="0">
                <a:latin typeface="ShellBook" panose="00000500000000000000" pitchFamily="2" charset="0"/>
              </a:rPr>
              <a:t>Our goal is to provide a long-term view on price to underpin long-term capital investments (PSV) and to provide a detailed geographical breakdown of supply to feed into Shell’s bespoke Regional Tension Tool (RTT) that delivers the Oil and Chemical Screening Values (OCSV)</a:t>
            </a:r>
            <a:r>
              <a:rPr lang="en-GB" sz="4000" dirty="0">
                <a:latin typeface="ShellBook" panose="00000500000000000000" pitchFamily="2" charset="0"/>
              </a:rPr>
              <a:t>  </a:t>
            </a:r>
          </a:p>
          <a:p>
            <a:pPr marL="2795687" lvl="1" indent="-457200">
              <a:lnSpc>
                <a:spcPct val="113000"/>
              </a:lnSpc>
              <a:spcAft>
                <a:spcPts val="60"/>
              </a:spcAft>
              <a:buFont typeface="Arial" panose="020B0604020202020204" pitchFamily="34" charset="0"/>
              <a:buChar char="•"/>
            </a:pPr>
            <a:endParaRPr lang="en-GB" sz="4800" dirty="0">
              <a:latin typeface="ShellBook" panose="00000500000000000000" pitchFamily="2" charset="0"/>
            </a:endParaRPr>
          </a:p>
        </p:txBody>
      </p:sp>
      <p:sp>
        <p:nvSpPr>
          <p:cNvPr id="52" name="TextBox 51">
            <a:extLst>
              <a:ext uri="{FF2B5EF4-FFF2-40B4-BE49-F238E27FC236}">
                <a16:creationId xmlns:a16="http://schemas.microsoft.com/office/drawing/2014/main" id="{C9723800-F43A-FD18-92FC-FE84FC46C158}"/>
              </a:ext>
            </a:extLst>
          </p:cNvPr>
          <p:cNvSpPr txBox="1"/>
          <p:nvPr/>
        </p:nvSpPr>
        <p:spPr>
          <a:xfrm>
            <a:off x="8028781" y="20890287"/>
            <a:ext cx="1924050" cy="688183"/>
          </a:xfrm>
          <a:prstGeom prst="rect">
            <a:avLst/>
          </a:prstGeom>
          <a:noFill/>
        </p:spPr>
        <p:txBody>
          <a:bodyPr wrap="square" lIns="0" tIns="0" rIns="0" bIns="0" rtlCol="0">
            <a:noAutofit/>
          </a:bodyPr>
          <a:lstStyle/>
          <a:p>
            <a:pPr>
              <a:lnSpc>
                <a:spcPct val="113000"/>
              </a:lnSpc>
              <a:spcAft>
                <a:spcPts val="60"/>
              </a:spcAft>
            </a:pPr>
            <a:r>
              <a:rPr lang="en-GB" sz="2800" dirty="0"/>
              <a:t>5% Decline</a:t>
            </a:r>
          </a:p>
        </p:txBody>
      </p:sp>
      <p:sp>
        <p:nvSpPr>
          <p:cNvPr id="69" name="Content Placeholder 10">
            <a:extLst>
              <a:ext uri="{FF2B5EF4-FFF2-40B4-BE49-F238E27FC236}">
                <a16:creationId xmlns:a16="http://schemas.microsoft.com/office/drawing/2014/main" id="{424F544F-C135-9A3C-D2A0-6DF6F84BA46C}"/>
              </a:ext>
            </a:extLst>
          </p:cNvPr>
          <p:cNvSpPr txBox="1">
            <a:spLocks/>
          </p:cNvSpPr>
          <p:nvPr/>
        </p:nvSpPr>
        <p:spPr>
          <a:xfrm>
            <a:off x="15670603" y="22820408"/>
            <a:ext cx="13354446" cy="1566628"/>
          </a:xfrm>
          <a:prstGeom prst="rect">
            <a:avLst/>
          </a:prstGeom>
          <a:solidFill>
            <a:schemeClr val="bg1"/>
          </a:solidFill>
        </p:spPr>
        <p:txBody>
          <a:bodyPr/>
          <a:lstStyle>
            <a:lvl1pPr marL="0" indent="0" algn="l" defTabSz="268288" rtl="0" eaLnBrk="1" latinLnBrk="0" hangingPunct="1">
              <a:lnSpc>
                <a:spcPct val="120000"/>
              </a:lnSpc>
              <a:spcBef>
                <a:spcPts val="0"/>
              </a:spcBef>
              <a:spcAft>
                <a:spcPts val="600"/>
              </a:spcAft>
              <a:buClr>
                <a:schemeClr val="accent2"/>
              </a:buClr>
              <a:buSzPct val="85000"/>
              <a:buFont typeface="Wingdings" pitchFamily="2" charset="2"/>
              <a:buNone/>
              <a:defRPr sz="1800" kern="1200" baseline="0">
                <a:solidFill>
                  <a:schemeClr val="tx1"/>
                </a:solidFill>
                <a:latin typeface="+mn-lt"/>
                <a:ea typeface="+mn-ea"/>
                <a:cs typeface="+mn-cs"/>
              </a:defRPr>
            </a:lvl1pPr>
            <a:lvl2pPr marL="269875" indent="-269875" algn="l" defTabSz="268288" rtl="0" eaLnBrk="1" latinLnBrk="0" hangingPunct="1">
              <a:lnSpc>
                <a:spcPct val="120000"/>
              </a:lnSpc>
              <a:spcBef>
                <a:spcPts val="0"/>
              </a:spcBef>
              <a:spcAft>
                <a:spcPts val="600"/>
              </a:spcAft>
              <a:buClr>
                <a:schemeClr val="accent2"/>
              </a:buClr>
              <a:buSzPct val="85000"/>
              <a:buFont typeface="Wingdings" pitchFamily="2" charset="2"/>
              <a:buChar char="n"/>
              <a:defRPr sz="1800" b="0" kern="1200">
                <a:solidFill>
                  <a:schemeClr val="tx1"/>
                </a:solidFill>
                <a:latin typeface="+mn-lt"/>
                <a:ea typeface="+mn-ea"/>
                <a:cs typeface="+mn-cs"/>
              </a:defRPr>
            </a:lvl2pPr>
            <a:lvl3pPr marL="454025" indent="-184150" algn="l" defTabSz="268288" rtl="0" eaLnBrk="1" latinLnBrk="0" hangingPunct="1">
              <a:lnSpc>
                <a:spcPct val="120000"/>
              </a:lnSpc>
              <a:spcBef>
                <a:spcPts val="0"/>
              </a:spcBef>
              <a:spcAft>
                <a:spcPts val="600"/>
              </a:spcAft>
              <a:buClr>
                <a:schemeClr val="tx1"/>
              </a:buClr>
              <a:buSzPct val="75000"/>
              <a:buFont typeface="Wingdings" pitchFamily="2" charset="2"/>
              <a:buChar char=""/>
              <a:defRPr sz="1800" b="0" kern="1200">
                <a:solidFill>
                  <a:schemeClr val="tx1"/>
                </a:solidFill>
                <a:latin typeface="+mn-lt"/>
                <a:ea typeface="+mn-ea"/>
                <a:cs typeface="+mn-cs"/>
              </a:defRPr>
            </a:lvl3pPr>
            <a:lvl4pPr marL="631825" indent="-177800" algn="l" defTabSz="268288" rtl="0" eaLnBrk="1" latinLnBrk="0" hangingPunct="1">
              <a:lnSpc>
                <a:spcPct val="120000"/>
              </a:lnSpc>
              <a:spcBef>
                <a:spcPts val="0"/>
              </a:spcBef>
              <a:spcAft>
                <a:spcPts val="600"/>
              </a:spcAft>
              <a:buClr>
                <a:schemeClr val="tx1"/>
              </a:buClr>
              <a:buSzPct val="75000"/>
              <a:buFont typeface="Wingdings" pitchFamily="2" charset="2"/>
              <a:buChar char=""/>
              <a:defRPr sz="1600" b="0" kern="1200" baseline="0">
                <a:solidFill>
                  <a:schemeClr val="tx1"/>
                </a:solidFill>
                <a:latin typeface="+mn-lt"/>
                <a:ea typeface="+mn-ea"/>
                <a:cs typeface="+mn-cs"/>
              </a:defRPr>
            </a:lvl4pPr>
            <a:lvl5pPr marL="811213" indent="-173038" algn="l" defTabSz="268288" rtl="0" eaLnBrk="1" latinLnBrk="0" hangingPunct="1">
              <a:lnSpc>
                <a:spcPct val="120000"/>
              </a:lnSpc>
              <a:spcBef>
                <a:spcPts val="0"/>
              </a:spcBef>
              <a:spcAft>
                <a:spcPts val="600"/>
              </a:spcAft>
              <a:buClr>
                <a:schemeClr val="tx1"/>
              </a:buClr>
              <a:buSzPct val="75000"/>
              <a:buFont typeface="Wingdings" pitchFamily="2" charset="2"/>
              <a:buChar char=""/>
              <a:defRPr sz="1400" kern="1200">
                <a:solidFill>
                  <a:schemeClr val="tx1"/>
                </a:solidFill>
                <a:latin typeface="+mn-lt"/>
                <a:ea typeface="+mn-ea"/>
                <a:cs typeface="+mn-cs"/>
              </a:defRPr>
            </a:lvl5pPr>
            <a:lvl6pPr marL="989013" indent="-177800" algn="l" defTabSz="268288" rtl="0" eaLnBrk="1" latinLnBrk="0" hangingPunct="1">
              <a:lnSpc>
                <a:spcPct val="120000"/>
              </a:lnSpc>
              <a:spcBef>
                <a:spcPts val="0"/>
              </a:spcBef>
              <a:spcAft>
                <a:spcPts val="600"/>
              </a:spcAft>
              <a:buClr>
                <a:schemeClr val="tx1"/>
              </a:buClr>
              <a:buSzPct val="75000"/>
              <a:buFont typeface="Wingdings" pitchFamily="2" charset="2"/>
              <a:buChar char=""/>
              <a:defRPr sz="12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r>
              <a:rPr lang="en-GB" sz="2800" dirty="0">
                <a:latin typeface="ShellBook" panose="00000500000000000000" pitchFamily="2" charset="0"/>
              </a:rPr>
              <a:t>The GSM then models Oil, Condensate, NGL and Natural Gas production for 98 countries at the play-level, based on current production, cost of supply, resource base and constraints (e.g. sanctions). The aggregate global view is then compared to demand and the best matches selected.</a:t>
            </a:r>
          </a:p>
        </p:txBody>
      </p:sp>
      <p:sp>
        <p:nvSpPr>
          <p:cNvPr id="73" name="Content Placeholder 10">
            <a:extLst>
              <a:ext uri="{FF2B5EF4-FFF2-40B4-BE49-F238E27FC236}">
                <a16:creationId xmlns:a16="http://schemas.microsoft.com/office/drawing/2014/main" id="{C3EFF08C-88B6-8298-039C-4572C7833F0D}"/>
              </a:ext>
            </a:extLst>
          </p:cNvPr>
          <p:cNvSpPr txBox="1">
            <a:spLocks/>
          </p:cNvSpPr>
          <p:nvPr/>
        </p:nvSpPr>
        <p:spPr>
          <a:xfrm>
            <a:off x="1275837" y="32845611"/>
            <a:ext cx="13610932" cy="1566628"/>
          </a:xfrm>
          <a:prstGeom prst="rect">
            <a:avLst/>
          </a:prstGeom>
          <a:solidFill>
            <a:schemeClr val="bg1"/>
          </a:solidFill>
        </p:spPr>
        <p:txBody>
          <a:bodyPr/>
          <a:lstStyle>
            <a:lvl1pPr marL="0" indent="0" algn="l" defTabSz="268288" rtl="0" eaLnBrk="1" latinLnBrk="0" hangingPunct="1">
              <a:lnSpc>
                <a:spcPct val="120000"/>
              </a:lnSpc>
              <a:spcBef>
                <a:spcPts val="0"/>
              </a:spcBef>
              <a:spcAft>
                <a:spcPts val="600"/>
              </a:spcAft>
              <a:buClr>
                <a:schemeClr val="accent2"/>
              </a:buClr>
              <a:buSzPct val="85000"/>
              <a:buFont typeface="Wingdings" pitchFamily="2" charset="2"/>
              <a:buNone/>
              <a:defRPr sz="1800" kern="1200" baseline="0">
                <a:solidFill>
                  <a:schemeClr val="tx1"/>
                </a:solidFill>
                <a:latin typeface="+mn-lt"/>
                <a:ea typeface="+mn-ea"/>
                <a:cs typeface="+mn-cs"/>
              </a:defRPr>
            </a:lvl1pPr>
            <a:lvl2pPr marL="269875" indent="-269875" algn="l" defTabSz="268288" rtl="0" eaLnBrk="1" latinLnBrk="0" hangingPunct="1">
              <a:lnSpc>
                <a:spcPct val="120000"/>
              </a:lnSpc>
              <a:spcBef>
                <a:spcPts val="0"/>
              </a:spcBef>
              <a:spcAft>
                <a:spcPts val="600"/>
              </a:spcAft>
              <a:buClr>
                <a:schemeClr val="accent2"/>
              </a:buClr>
              <a:buSzPct val="85000"/>
              <a:buFont typeface="Wingdings" pitchFamily="2" charset="2"/>
              <a:buChar char="n"/>
              <a:defRPr sz="1800" b="0" kern="1200">
                <a:solidFill>
                  <a:schemeClr val="tx1"/>
                </a:solidFill>
                <a:latin typeface="+mn-lt"/>
                <a:ea typeface="+mn-ea"/>
                <a:cs typeface="+mn-cs"/>
              </a:defRPr>
            </a:lvl2pPr>
            <a:lvl3pPr marL="454025" indent="-184150" algn="l" defTabSz="268288" rtl="0" eaLnBrk="1" latinLnBrk="0" hangingPunct="1">
              <a:lnSpc>
                <a:spcPct val="120000"/>
              </a:lnSpc>
              <a:spcBef>
                <a:spcPts val="0"/>
              </a:spcBef>
              <a:spcAft>
                <a:spcPts val="600"/>
              </a:spcAft>
              <a:buClr>
                <a:schemeClr val="tx1"/>
              </a:buClr>
              <a:buSzPct val="75000"/>
              <a:buFont typeface="Wingdings" pitchFamily="2" charset="2"/>
              <a:buChar char=""/>
              <a:defRPr sz="1800" b="0" kern="1200">
                <a:solidFill>
                  <a:schemeClr val="tx1"/>
                </a:solidFill>
                <a:latin typeface="+mn-lt"/>
                <a:ea typeface="+mn-ea"/>
                <a:cs typeface="+mn-cs"/>
              </a:defRPr>
            </a:lvl3pPr>
            <a:lvl4pPr marL="631825" indent="-177800" algn="l" defTabSz="268288" rtl="0" eaLnBrk="1" latinLnBrk="0" hangingPunct="1">
              <a:lnSpc>
                <a:spcPct val="120000"/>
              </a:lnSpc>
              <a:spcBef>
                <a:spcPts val="0"/>
              </a:spcBef>
              <a:spcAft>
                <a:spcPts val="600"/>
              </a:spcAft>
              <a:buClr>
                <a:schemeClr val="tx1"/>
              </a:buClr>
              <a:buSzPct val="75000"/>
              <a:buFont typeface="Wingdings" pitchFamily="2" charset="2"/>
              <a:buChar char=""/>
              <a:defRPr sz="1600" b="0" kern="1200" baseline="0">
                <a:solidFill>
                  <a:schemeClr val="tx1"/>
                </a:solidFill>
                <a:latin typeface="+mn-lt"/>
                <a:ea typeface="+mn-ea"/>
                <a:cs typeface="+mn-cs"/>
              </a:defRPr>
            </a:lvl4pPr>
            <a:lvl5pPr marL="811213" indent="-173038" algn="l" defTabSz="268288" rtl="0" eaLnBrk="1" latinLnBrk="0" hangingPunct="1">
              <a:lnSpc>
                <a:spcPct val="120000"/>
              </a:lnSpc>
              <a:spcBef>
                <a:spcPts val="0"/>
              </a:spcBef>
              <a:spcAft>
                <a:spcPts val="600"/>
              </a:spcAft>
              <a:buClr>
                <a:schemeClr val="tx1"/>
              </a:buClr>
              <a:buSzPct val="75000"/>
              <a:buFont typeface="Wingdings" pitchFamily="2" charset="2"/>
              <a:buChar char=""/>
              <a:defRPr sz="1400" kern="1200">
                <a:solidFill>
                  <a:schemeClr val="tx1"/>
                </a:solidFill>
                <a:latin typeface="+mn-lt"/>
                <a:ea typeface="+mn-ea"/>
                <a:cs typeface="+mn-cs"/>
              </a:defRPr>
            </a:lvl5pPr>
            <a:lvl6pPr marL="989013" indent="-177800" algn="l" defTabSz="268288" rtl="0" eaLnBrk="1" latinLnBrk="0" hangingPunct="1">
              <a:lnSpc>
                <a:spcPct val="120000"/>
              </a:lnSpc>
              <a:spcBef>
                <a:spcPts val="0"/>
              </a:spcBef>
              <a:spcAft>
                <a:spcPts val="600"/>
              </a:spcAft>
              <a:buClr>
                <a:schemeClr val="tx1"/>
              </a:buClr>
              <a:buSzPct val="75000"/>
              <a:buFont typeface="Wingdings" pitchFamily="2" charset="2"/>
              <a:buChar char=""/>
              <a:defRPr sz="12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r>
              <a:rPr lang="en-GB" sz="2800" dirty="0">
                <a:latin typeface="ShellBook" panose="00000500000000000000" pitchFamily="2" charset="0"/>
              </a:rPr>
              <a:t>The granularity of the data enables a wide range of applications. One is a clear view of growth drivers for the upstream industry; the role of resource maturation versus exploration and the capital investment required in different geographies. </a:t>
            </a:r>
          </a:p>
        </p:txBody>
      </p:sp>
      <p:sp>
        <p:nvSpPr>
          <p:cNvPr id="75" name="Content Placeholder 10">
            <a:extLst>
              <a:ext uri="{FF2B5EF4-FFF2-40B4-BE49-F238E27FC236}">
                <a16:creationId xmlns:a16="http://schemas.microsoft.com/office/drawing/2014/main" id="{0C38EEA4-621E-E413-597D-662849298808}"/>
              </a:ext>
            </a:extLst>
          </p:cNvPr>
          <p:cNvSpPr txBox="1">
            <a:spLocks/>
          </p:cNvSpPr>
          <p:nvPr/>
        </p:nvSpPr>
        <p:spPr>
          <a:xfrm>
            <a:off x="15721753" y="32857835"/>
            <a:ext cx="13610932" cy="1566628"/>
          </a:xfrm>
          <a:prstGeom prst="rect">
            <a:avLst/>
          </a:prstGeom>
          <a:solidFill>
            <a:schemeClr val="bg1"/>
          </a:solidFill>
        </p:spPr>
        <p:txBody>
          <a:bodyPr/>
          <a:lstStyle>
            <a:lvl1pPr marL="0" indent="0" algn="l" defTabSz="268288" rtl="0" eaLnBrk="1" latinLnBrk="0" hangingPunct="1">
              <a:lnSpc>
                <a:spcPct val="120000"/>
              </a:lnSpc>
              <a:spcBef>
                <a:spcPts val="0"/>
              </a:spcBef>
              <a:spcAft>
                <a:spcPts val="600"/>
              </a:spcAft>
              <a:buClr>
                <a:schemeClr val="accent2"/>
              </a:buClr>
              <a:buSzPct val="85000"/>
              <a:buFont typeface="Wingdings" pitchFamily="2" charset="2"/>
              <a:buNone/>
              <a:defRPr sz="1800" kern="1200" baseline="0">
                <a:solidFill>
                  <a:schemeClr val="tx1"/>
                </a:solidFill>
                <a:latin typeface="+mn-lt"/>
                <a:ea typeface="+mn-ea"/>
                <a:cs typeface="+mn-cs"/>
              </a:defRPr>
            </a:lvl1pPr>
            <a:lvl2pPr marL="269875" indent="-269875" algn="l" defTabSz="268288" rtl="0" eaLnBrk="1" latinLnBrk="0" hangingPunct="1">
              <a:lnSpc>
                <a:spcPct val="120000"/>
              </a:lnSpc>
              <a:spcBef>
                <a:spcPts val="0"/>
              </a:spcBef>
              <a:spcAft>
                <a:spcPts val="600"/>
              </a:spcAft>
              <a:buClr>
                <a:schemeClr val="accent2"/>
              </a:buClr>
              <a:buSzPct val="85000"/>
              <a:buFont typeface="Wingdings" pitchFamily="2" charset="2"/>
              <a:buChar char="n"/>
              <a:defRPr sz="1800" b="0" kern="1200">
                <a:solidFill>
                  <a:schemeClr val="tx1"/>
                </a:solidFill>
                <a:latin typeface="+mn-lt"/>
                <a:ea typeface="+mn-ea"/>
                <a:cs typeface="+mn-cs"/>
              </a:defRPr>
            </a:lvl2pPr>
            <a:lvl3pPr marL="454025" indent="-184150" algn="l" defTabSz="268288" rtl="0" eaLnBrk="1" latinLnBrk="0" hangingPunct="1">
              <a:lnSpc>
                <a:spcPct val="120000"/>
              </a:lnSpc>
              <a:spcBef>
                <a:spcPts val="0"/>
              </a:spcBef>
              <a:spcAft>
                <a:spcPts val="600"/>
              </a:spcAft>
              <a:buClr>
                <a:schemeClr val="tx1"/>
              </a:buClr>
              <a:buSzPct val="75000"/>
              <a:buFont typeface="Wingdings" pitchFamily="2" charset="2"/>
              <a:buChar char=""/>
              <a:defRPr sz="1800" b="0" kern="1200">
                <a:solidFill>
                  <a:schemeClr val="tx1"/>
                </a:solidFill>
                <a:latin typeface="+mn-lt"/>
                <a:ea typeface="+mn-ea"/>
                <a:cs typeface="+mn-cs"/>
              </a:defRPr>
            </a:lvl3pPr>
            <a:lvl4pPr marL="631825" indent="-177800" algn="l" defTabSz="268288" rtl="0" eaLnBrk="1" latinLnBrk="0" hangingPunct="1">
              <a:lnSpc>
                <a:spcPct val="120000"/>
              </a:lnSpc>
              <a:spcBef>
                <a:spcPts val="0"/>
              </a:spcBef>
              <a:spcAft>
                <a:spcPts val="600"/>
              </a:spcAft>
              <a:buClr>
                <a:schemeClr val="tx1"/>
              </a:buClr>
              <a:buSzPct val="75000"/>
              <a:buFont typeface="Wingdings" pitchFamily="2" charset="2"/>
              <a:buChar char=""/>
              <a:defRPr sz="1600" b="0" kern="1200" baseline="0">
                <a:solidFill>
                  <a:schemeClr val="tx1"/>
                </a:solidFill>
                <a:latin typeface="+mn-lt"/>
                <a:ea typeface="+mn-ea"/>
                <a:cs typeface="+mn-cs"/>
              </a:defRPr>
            </a:lvl4pPr>
            <a:lvl5pPr marL="811213" indent="-173038" algn="l" defTabSz="268288" rtl="0" eaLnBrk="1" latinLnBrk="0" hangingPunct="1">
              <a:lnSpc>
                <a:spcPct val="120000"/>
              </a:lnSpc>
              <a:spcBef>
                <a:spcPts val="0"/>
              </a:spcBef>
              <a:spcAft>
                <a:spcPts val="600"/>
              </a:spcAft>
              <a:buClr>
                <a:schemeClr val="tx1"/>
              </a:buClr>
              <a:buSzPct val="75000"/>
              <a:buFont typeface="Wingdings" pitchFamily="2" charset="2"/>
              <a:buChar char=""/>
              <a:defRPr sz="1400" kern="1200">
                <a:solidFill>
                  <a:schemeClr val="tx1"/>
                </a:solidFill>
                <a:latin typeface="+mn-lt"/>
                <a:ea typeface="+mn-ea"/>
                <a:cs typeface="+mn-cs"/>
              </a:defRPr>
            </a:lvl5pPr>
            <a:lvl6pPr marL="989013" indent="-177800" algn="l" defTabSz="268288" rtl="0" eaLnBrk="1" latinLnBrk="0" hangingPunct="1">
              <a:lnSpc>
                <a:spcPct val="120000"/>
              </a:lnSpc>
              <a:spcBef>
                <a:spcPts val="0"/>
              </a:spcBef>
              <a:spcAft>
                <a:spcPts val="600"/>
              </a:spcAft>
              <a:buClr>
                <a:schemeClr val="tx1"/>
              </a:buClr>
              <a:buSzPct val="75000"/>
              <a:buFont typeface="Wingdings" pitchFamily="2" charset="2"/>
              <a:buChar char=""/>
              <a:defRPr sz="12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r>
              <a:rPr lang="en-GB" sz="2800">
                <a:latin typeface="ShellBook" panose="00000500000000000000" pitchFamily="2" charset="0"/>
              </a:rPr>
              <a:t>Through integrating multiple demand and supply scenarios, the team can produce a robust assessment of the range of prices required to meet a particular demand scenario.</a:t>
            </a:r>
          </a:p>
        </p:txBody>
      </p:sp>
      <p:sp>
        <p:nvSpPr>
          <p:cNvPr id="76" name="Rectangle 75">
            <a:extLst>
              <a:ext uri="{FF2B5EF4-FFF2-40B4-BE49-F238E27FC236}">
                <a16:creationId xmlns:a16="http://schemas.microsoft.com/office/drawing/2014/main" id="{C51E57FE-4E47-49B5-E2A4-49C908C92F3D}"/>
              </a:ext>
            </a:extLst>
          </p:cNvPr>
          <p:cNvSpPr/>
          <p:nvPr/>
        </p:nvSpPr>
        <p:spPr>
          <a:xfrm>
            <a:off x="1147251" y="14943850"/>
            <a:ext cx="13990353" cy="10167226"/>
          </a:xfrm>
          <a:prstGeom prst="rect">
            <a:avLst/>
          </a:prstGeom>
          <a:noFill/>
          <a:ln w="3175">
            <a:solidFill>
              <a:schemeClr val="tx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0" name="Rectangle 79">
            <a:extLst>
              <a:ext uri="{FF2B5EF4-FFF2-40B4-BE49-F238E27FC236}">
                <a16:creationId xmlns:a16="http://schemas.microsoft.com/office/drawing/2014/main" id="{47EC0965-FBEC-F0BB-E9BC-4F64994F2784}"/>
              </a:ext>
            </a:extLst>
          </p:cNvPr>
          <p:cNvSpPr/>
          <p:nvPr/>
        </p:nvSpPr>
        <p:spPr>
          <a:xfrm>
            <a:off x="15375475" y="14933783"/>
            <a:ext cx="13990353" cy="10166400"/>
          </a:xfrm>
          <a:prstGeom prst="rect">
            <a:avLst/>
          </a:prstGeom>
          <a:noFill/>
          <a:ln w="3175">
            <a:solidFill>
              <a:schemeClr val="tx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2" name="Rectangle 81">
            <a:extLst>
              <a:ext uri="{FF2B5EF4-FFF2-40B4-BE49-F238E27FC236}">
                <a16:creationId xmlns:a16="http://schemas.microsoft.com/office/drawing/2014/main" id="{678A6C26-3EDD-D77A-D872-933EE0703D6C}"/>
              </a:ext>
            </a:extLst>
          </p:cNvPr>
          <p:cNvSpPr/>
          <p:nvPr/>
        </p:nvSpPr>
        <p:spPr>
          <a:xfrm>
            <a:off x="1140761" y="25271815"/>
            <a:ext cx="13990353" cy="9202669"/>
          </a:xfrm>
          <a:prstGeom prst="rect">
            <a:avLst/>
          </a:prstGeom>
          <a:noFill/>
          <a:ln w="3175">
            <a:solidFill>
              <a:schemeClr val="tx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4" name="Rectangle 83">
            <a:extLst>
              <a:ext uri="{FF2B5EF4-FFF2-40B4-BE49-F238E27FC236}">
                <a16:creationId xmlns:a16="http://schemas.microsoft.com/office/drawing/2014/main" id="{115E0839-7B8D-DB2D-2834-63BE1DDAB665}"/>
              </a:ext>
            </a:extLst>
          </p:cNvPr>
          <p:cNvSpPr/>
          <p:nvPr/>
        </p:nvSpPr>
        <p:spPr>
          <a:xfrm>
            <a:off x="15361586" y="25280178"/>
            <a:ext cx="13990353" cy="9188255"/>
          </a:xfrm>
          <a:prstGeom prst="rect">
            <a:avLst/>
          </a:prstGeom>
          <a:noFill/>
          <a:ln w="3175">
            <a:solidFill>
              <a:schemeClr val="tx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49" name="Picture 148">
            <a:extLst>
              <a:ext uri="{FF2B5EF4-FFF2-40B4-BE49-F238E27FC236}">
                <a16:creationId xmlns:a16="http://schemas.microsoft.com/office/drawing/2014/main" id="{549A4927-72C6-9C87-A985-4BDC8B927C1F}"/>
              </a:ext>
            </a:extLst>
          </p:cNvPr>
          <p:cNvPicPr>
            <a:picLocks noChangeAspect="1"/>
          </p:cNvPicPr>
          <p:nvPr/>
        </p:nvPicPr>
        <p:blipFill>
          <a:blip r:embed="rId85"/>
          <a:stretch>
            <a:fillRect/>
          </a:stretch>
        </p:blipFill>
        <p:spPr>
          <a:xfrm>
            <a:off x="16351645" y="16346691"/>
            <a:ext cx="12064639" cy="6192000"/>
          </a:xfrm>
          <a:prstGeom prst="rect">
            <a:avLst/>
          </a:prstGeom>
        </p:spPr>
      </p:pic>
    </p:spTree>
    <p:extLst>
      <p:ext uri="{BB962C8B-B14F-4D97-AF65-F5344CB8AC3E}">
        <p14:creationId xmlns:p14="http://schemas.microsoft.com/office/powerpoint/2010/main" val="199609537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fpdaV.AY6VuMCaQsSXQzfA"/>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2f.Y.ZsXqG8JeJeFNmsjYA"/>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wi.WJiyy048Hq44I0BvPXQ"/>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YO8i3b9P_8.dCI0Ec4dTgA"/>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uc1NjyzvO69ZzzSMjcLUYw"/>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lRVJiS.GRBYYVBVmCtSExA"/>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VU5J6FwTa6gamElEcgBhvQ"/>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PEMt9BlSWqsQznULi8VHWA"/>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EIwBlkPakqT8QbIZer77AQ"/>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bqk.oQZ7FCatG1i8RXq4SQ"/>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SCpmfKMWh_9aEa.F9JIW3A"/>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j.101roUFH.m7ZuFEwI4UA"/>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EsnyGxg7G__J7cmmgy6_OA"/>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CuHiAoAMQXBeeWr4oF5wJg"/>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wHY_p4yzhuXPxCo4dNgjHg"/>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7wu5EIc_6L1ePWHWy9.pkA"/>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BaWH6FWtL1Os3.49OSy_5A"/>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6oOgCWIQNRCthWMOikvqaA"/>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IFvleDcyXYljayaXo2v.6g"/>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NffUHszxVUGBvBcVZetD6w"/>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4fUfh0rDtkC43ry4sbfmeQ"/>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0Ua_VHV0jx9ZfQm1MB_E0g"/>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Fo_VnSO_AHR2SJ7IbM9_XQ"/>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wqA.j8o.P7JrQ4psYDTKyQ"/>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5ecHlloyF3RxEz7p.D1pVA"/>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OOl1is3M33rCWYTZWh12zg"/>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KZ6p0gjjOfRNXL1exDSXEA"/>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YdcWhItlbKWRYRCW3ee8sg"/>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8uJldf62CEGlddQshVJ56w"/>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bP3JDuZW8culGzo1h3wEzA"/>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rjfV3zdRDxntYvwPHUQSyg"/>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8d8vbeJoP7sRUdYqYWTIFg"/>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bFK4wgTBEbrDifJOKMvDWQ"/>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OZX9vuGOPBfJVi1MMm8WWw"/>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IKaB3mRJ6yugVWK6Z5Fhfw"/>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jKEPjJLB3hOn1OllwTlqQw"/>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n0E4gtlJPVAAQvkTXq5B4A"/>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YzLdVfClGYCfySTxwznICA"/>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xLdH6aw414hGT1Ll0JMuNw"/>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LpgFNOA3EFx.mTKe1aL2kg"/>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5XL7eYDxay0PE_xPTVBrJA"/>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unjxiRrFnkDO5CsY5ubedg"/>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PsP73tDpP0GJqqEbGeIHA"/>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m1hNchAIGXkcOrwUCMgmsA"/>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Q5YNYu1CoE_Nmw4ZCV8bzg"/>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maen9aZmnuK.auQDTyRJZg"/>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jIdWgW.gT8qU_K_Mn28Lug"/>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LfyHoHYne8ZgsLrStapIDQ"/>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7pbkg5piuYoGTMhc8swYtg"/>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im5ajptHy6BhcQdOZjRuoA"/>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x_h0DW0e.SoEcp8t1vlJWA"/>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GCzdD3OlYo3oKoZMVkUtMg"/>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QRqlZVHfuujmJimdgZ_HTQ"/>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6lcRbdgAzjb6pBMuXAtzgg"/>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02kK27xd1nBHGvMb3yu.tA"/>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pGg1aQlknpUotciTLKJvvA"/>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NihqtLjmUqFBn_q7xIVPrQ"/>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3Tg7lQWdlfKXymxbeExVlg"/>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ee2XJ5rgOsGAWF0Uu28GHA"/>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fP5ToqhAsHAWPlCBih1Emw"/>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Mp2mLkjdmc1cym5HtGEBdw"/>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egs90NHDsEzZ_9tKTWvIiQ"/>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tOFVkZZkPzl9YFl2C9ut9g"/>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J.ZzotGs0gQUROHmSVe6_g"/>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h.vuCbosQTet0Rt2h3QTkQ"/>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WGsAHVasQB10xfwAJ5pWzg"/>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N6mLPu5OagfFQI2dd_WXmQ"/>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AJRMGRxQxxzjtzwbyMlrgg"/>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AbD0DLeXJ9AqwnyH7b662w"/>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YOndFPBt8nY4XPpEGcip7Q"/>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nt9g8rij__6CAgwJYxidWw"/>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tJxMyd2hD0ZZI1x5ec50xeA"/>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HLpVsAMI11bcO1dOc55smg"/>
</p:tagLst>
</file>

<file path=ppt/theme/theme1.xml><?xml version="1.0" encoding="utf-8"?>
<a:theme xmlns:a="http://schemas.openxmlformats.org/drawingml/2006/main" name="Shell layouts with footer">
  <a:themeElements>
    <a:clrScheme name="Custom 1">
      <a:dk1>
        <a:srgbClr val="595959"/>
      </a:dk1>
      <a:lt1>
        <a:srgbClr val="FFFFFF"/>
      </a:lt1>
      <a:dk2>
        <a:srgbClr val="EAEAEA"/>
      </a:dk2>
      <a:lt2>
        <a:srgbClr val="CCCCCC"/>
      </a:lt2>
      <a:accent1>
        <a:srgbClr val="F7D117"/>
      </a:accent1>
      <a:accent2>
        <a:srgbClr val="D42E12"/>
      </a:accent2>
      <a:accent3>
        <a:srgbClr val="003882"/>
      </a:accent3>
      <a:accent4>
        <a:srgbClr val="611759"/>
      </a:accent4>
      <a:accent5>
        <a:srgbClr val="00824A"/>
      </a:accent5>
      <a:accent6>
        <a:srgbClr val="DE8703"/>
      </a:accent6>
      <a:hlink>
        <a:srgbClr val="000000"/>
      </a:hlink>
      <a:folHlink>
        <a:srgbClr val="000000"/>
      </a:folHlink>
    </a:clrScheme>
    <a:fontScheme name="Shell - Fonts">
      <a:majorFont>
        <a:latin typeface="Futura Medium"/>
        <a:ea typeface=""/>
        <a:cs typeface=""/>
      </a:majorFont>
      <a:minorFont>
        <a:latin typeface="Futura Medium"/>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marL="177800" indent="-177800">
          <a:lnSpc>
            <a:spcPct val="113000"/>
          </a:lnSpc>
          <a:spcAft>
            <a:spcPts val="60"/>
          </a:spcAft>
          <a:buFont typeface="Wingdings"/>
          <a:buChar char="n"/>
          <a:defRPr sz="1600" dirty="0" smtClean="0"/>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SAEFSecurityClassificationTaxHTField0 xmlns="http://schemas.microsoft.com/sharepoint/v3">Restricted21aa7f98-4035-4019-a764-107acb7269af</SAEFSecurityClassificationTaxHTField0>
    <TaxCatchAll xmlns="5fe9d420-80f7-4ada-bee1-a7a60088c9b2">
      <Value>1</Value>
    </TaxCatchAll>
    <_dlc_DocId xmlns="5fe9d420-80f7-4ada-bee1-a7a60088c9b2">UXD4DQ5FARXZ-1534890728-8</_dlc_DocId>
    <_dlc_DocIdUrl xmlns="5fe9d420-80f7-4ada-bee1-a7a60088c9b2">
      <Url>https://eu001-sp.shell.com/sites/SPO002395/_layouts/15/DocIdRedir.aspx?ID=UXD4DQ5FARXZ-1534890728-8</Url>
      <Description>UXD4DQ5FARXZ-1534890728-8</Description>
    </_dlc_DocIdUrl>
    <ice2f7984e9548f9a31773f854109466 xmlns="5fe9d420-80f7-4ada-bee1-a7a60088c9b2">
      <Terms xmlns="http://schemas.microsoft.com/office/infopath/2007/PartnerControls">
        <TermInfo xmlns="http://schemas.microsoft.com/office/infopath/2007/PartnerControls">
          <TermName xmlns="http://schemas.microsoft.com/office/infopath/2007/PartnerControls">Restricted</TermName>
          <TermId xmlns="http://schemas.microsoft.com/office/infopath/2007/PartnerControls">21aa7f98-4035-4019-a764-107acb7269af</TermId>
        </TermInfo>
      </Terms>
    </ice2f7984e9548f9a31773f854109466>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4.xml><?xml version="1.0" encoding="utf-8"?>
<ct:contentTypeSchema xmlns:ct="http://schemas.microsoft.com/office/2006/metadata/contentType" xmlns:ma="http://schemas.microsoft.com/office/2006/metadata/properties/metaAttributes" ct:_="" ma:_="" ma:contentTypeName="Shell Document" ma:contentTypeID="0x0101006F0A470EEB1140E7AA14F4CE8A50B54C0001CB1477F4DD432AA86DD56CC3887AF400F644A78CBFDAD44983885002DC8B3358" ma:contentTypeVersion="5" ma:contentTypeDescription="Shell Document Content Type" ma:contentTypeScope="" ma:versionID="9972982cb723cf5df02987a4cb397dc7">
  <xsd:schema xmlns:xsd="http://www.w3.org/2001/XMLSchema" xmlns:xs="http://www.w3.org/2001/XMLSchema" xmlns:p="http://schemas.microsoft.com/office/2006/metadata/properties" xmlns:ns1="http://schemas.microsoft.com/sharepoint/v3" xmlns:ns2="5fe9d420-80f7-4ada-bee1-a7a60088c9b2" xmlns:ns3="d897dab9-547b-4d8a-9e98-e2c84c4ab18d" targetNamespace="http://schemas.microsoft.com/office/2006/metadata/properties" ma:root="true" ma:fieldsID="11b7afb5536d3e270a25d7434dfd5e62" ns1:_="" ns2:_="" ns3:_="">
    <xsd:import namespace="http://schemas.microsoft.com/sharepoint/v3"/>
    <xsd:import namespace="5fe9d420-80f7-4ada-bee1-a7a60088c9b2"/>
    <xsd:import namespace="d897dab9-547b-4d8a-9e98-e2c84c4ab18d"/>
    <xsd:element name="properties">
      <xsd:complexType>
        <xsd:sequence>
          <xsd:element name="documentManagement">
            <xsd:complexType>
              <xsd:all>
                <xsd:element ref="ns2:_dlc_DocId" minOccurs="0"/>
                <xsd:element ref="ns2:_dlc_DocIdUrl" minOccurs="0"/>
                <xsd:element ref="ns2:_dlc_DocIdPersistId" minOccurs="0"/>
                <xsd:element ref="ns1:SAEFSecurityClassificationTaxHTField0" minOccurs="0"/>
                <xsd:element ref="ns2:ice2f7984e9548f9a31773f854109466" minOccurs="0"/>
                <xsd:element ref="ns2:TaxCatchAll" minOccurs="0"/>
                <xsd:element ref="ns2:TaxCatchAllLabel" minOccurs="0"/>
                <xsd:element ref="ns3:MediaServiceMetadata" minOccurs="0"/>
                <xsd:element ref="ns3:MediaServiceFastMetadata"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SAEFSecurityClassificationTaxHTField0" ma:index="11" nillable="true" ma:displayName="Security Classification_0" ma:hidden="true" ma:internalName="SAEFSecurityClassificationTaxHTField0">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fe9d420-80f7-4ada-bee1-a7a60088c9b2"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dexed="true"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ice2f7984e9548f9a31773f854109466" ma:index="12" ma:taxonomy="true" ma:internalName="ice2f7984e9548f9a31773f854109466" ma:taxonomyFieldName="SAEFSecurityClassification" ma:displayName="Security Classification" ma:default="5;#Confidential|e4bc29b2-6e76-48cc-b090-8b544c0802ae" ma:fieldId="{2ce2f798-4e95-48f9-a317-73f854109466}" ma:sspId="e3aebf70-341c-4d91-bdd3-aba9df361687" ma:termSetId="daf890f0-167e-4ee2-a9fd-a81536ed8167" ma:anchorId="00000000-0000-0000-0000-000000000000" ma:open="false" ma:isKeyword="false">
      <xsd:complexType>
        <xsd:sequence>
          <xsd:element ref="pc:Terms" minOccurs="0" maxOccurs="1"/>
        </xsd:sequence>
      </xsd:complexType>
    </xsd:element>
    <xsd:element name="TaxCatchAll" ma:index="13" nillable="true" ma:displayName="Taxonomy Catch All Column" ma:hidden="true" ma:list="{c7126bf2-9056-4401-894f-d1136f5f3720}" ma:internalName="TaxCatchAll" ma:showField="CatchAllData" ma:web="5fe9d420-80f7-4ada-bee1-a7a60088c9b2">
      <xsd:complexType>
        <xsd:complexContent>
          <xsd:extension base="dms:MultiChoiceLookup">
            <xsd:sequence>
              <xsd:element name="Value" type="dms:Lookup" maxOccurs="unbounded" minOccurs="0" nillable="true"/>
            </xsd:sequence>
          </xsd:extension>
        </xsd:complexContent>
      </xsd:complexType>
    </xsd:element>
    <xsd:element name="TaxCatchAllLabel" ma:index="14" nillable="true" ma:displayName="Taxonomy Catch All Column1" ma:hidden="true" ma:list="{c7126bf2-9056-4401-894f-d1136f5f3720}" ma:internalName="TaxCatchAllLabel" ma:readOnly="true" ma:showField="CatchAllDataLabel" ma:web="5fe9d420-80f7-4ada-bee1-a7a60088c9b2">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d897dab9-547b-4d8a-9e98-e2c84c4ab18d" elementFormDefault="qualified">
    <xsd:import namespace="http://schemas.microsoft.com/office/2006/documentManagement/types"/>
    <xsd:import namespace="http://schemas.microsoft.com/office/infopath/2007/PartnerControls"/>
    <xsd:element name="MediaServiceMetadata" ma:index="16" nillable="true" ma:displayName="MediaServiceMetadata" ma:hidden="true" ma:internalName="MediaServiceMetadata" ma:readOnly="true">
      <xsd:simpleType>
        <xsd:restriction base="dms:Note"/>
      </xsd:simpleType>
    </xsd:element>
    <xsd:element name="MediaServiceFastMetadata" ma:index="17" nillable="true" ma:displayName="MediaServiceFastMetadata" ma:hidden="true" ma:internalName="MediaServiceFastMetadata" ma:readOnly="true">
      <xsd:simpleType>
        <xsd:restriction base="dms:Note"/>
      </xsd:simpleType>
    </xsd:element>
    <xsd:element name="MediaServiceSearchProperties" ma:index="18"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CAE002A-7645-46A2-8C4A-738EDFAA7ED3}">
  <ds:schemaRefs>
    <ds:schemaRef ds:uri="479c5d44-e6f3-48b7-a050-b7bec6199c1c"/>
    <ds:schemaRef ds:uri="67a4d270-2e9e-45ec-b53e-707b7cbfe7c3"/>
    <ds:schemaRef ds:uri="9ef820fd-6db4-47b1-9dcb-1f7c1d9cfe14"/>
    <ds:schemaRef ds:uri="c642a6ca-8515-4142-b4ce-183d01f224d8"/>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 ds:uri="5fe9d420-80f7-4ada-bee1-a7a60088c9b2"/>
  </ds:schemaRefs>
</ds:datastoreItem>
</file>

<file path=customXml/itemProps2.xml><?xml version="1.0" encoding="utf-8"?>
<ds:datastoreItem xmlns:ds="http://schemas.openxmlformats.org/officeDocument/2006/customXml" ds:itemID="{4FE3B36A-2FDB-43C8-A4F8-BA8A83EB3660}">
  <ds:schemaRefs>
    <ds:schemaRef ds:uri="http://schemas.microsoft.com/sharepoint/v3/contenttype/forms"/>
  </ds:schemaRefs>
</ds:datastoreItem>
</file>

<file path=customXml/itemProps3.xml><?xml version="1.0" encoding="utf-8"?>
<ds:datastoreItem xmlns:ds="http://schemas.openxmlformats.org/officeDocument/2006/customXml" ds:itemID="{20816FAF-9198-43BD-8E22-87BE0CDBA6DC}">
  <ds:schemaRefs>
    <ds:schemaRef ds:uri="http://schemas.microsoft.com/sharepoint/events"/>
  </ds:schemaRefs>
</ds:datastoreItem>
</file>

<file path=customXml/itemProps4.xml><?xml version="1.0" encoding="utf-8"?>
<ds:datastoreItem xmlns:ds="http://schemas.openxmlformats.org/officeDocument/2006/customXml" ds:itemID="{48D6781C-2B29-47F7-9970-A6B48B47914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5fe9d420-80f7-4ada-bee1-a7a60088c9b2"/>
    <ds:schemaRef ds:uri="d897dab9-547b-4d8a-9e98-e2c84c4ab18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d0cb1e24-a0e2-4a4c-9340-733297c9cd7c}" enabled="1" method="Privileged" siteId="{db1e96a8-a3da-442a-930b-235cac24cd5c}" removed="0"/>
</clbl:labelList>
</file>

<file path=docProps/app.xml><?xml version="1.0" encoding="utf-8"?>
<Properties xmlns="http://schemas.openxmlformats.org/officeDocument/2006/extended-properties" xmlns:vt="http://schemas.openxmlformats.org/officeDocument/2006/docPropsVTypes">
  <Template/>
  <TotalTime>2</TotalTime>
  <Words>575</Words>
  <Application>Microsoft Office PowerPoint</Application>
  <PresentationFormat>Custom</PresentationFormat>
  <Paragraphs>70</Paragraphs>
  <Slides>1</Slides>
  <Notes>1</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Shell layouts with footer</vt:lpstr>
      <vt:lpstr>PowerPoint Presentation</vt:lpstr>
    </vt:vector>
  </TitlesOfParts>
  <Company>Shell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CO2 Valuation Challenges</dc:title>
  <dc:creator>Thomas.Lopez@shell.com</dc:creator>
  <cp:keywords>GEC'17</cp:keywords>
  <cp:lastModifiedBy>Baker, Richard SI-FR/S/E/E</cp:lastModifiedBy>
  <cp:revision>4</cp:revision>
  <cp:lastPrinted>2017-04-25T09:06:38Z</cp:lastPrinted>
  <dcterms:created xsi:type="dcterms:W3CDTF">2009-11-25T14:32:06Z</dcterms:created>
  <dcterms:modified xsi:type="dcterms:W3CDTF">2026-09-01T16:33:24Z</dcterms:modified>
  <cp:category>Poster</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WizKit Template Type">
    <vt:lpwstr>Widescreen</vt:lpwstr>
  </property>
  <property fmtid="{D5CDD505-2E9C-101B-9397-08002B2CF9AE}" pid="3" name="WizKit Template Version">
    <vt:i4>4</vt:i4>
  </property>
  <property fmtid="{D5CDD505-2E9C-101B-9397-08002B2CF9AE}" pid="4" name="ContentTypeId">
    <vt:lpwstr>0x0101006F0A470EEB1140E7AA14F4CE8A50B54C0001CB1477F4DD432AA86DD56CC3887AF400F644A78CBFDAD44983885002DC8B3358</vt:lpwstr>
  </property>
  <property fmtid="{D5CDD505-2E9C-101B-9397-08002B2CF9AE}" pid="5" name="_dlc_policyId">
    <vt:lpwstr/>
  </property>
  <property fmtid="{D5CDD505-2E9C-101B-9397-08002B2CF9AE}" pid="6" name="ItemRetentionFormula">
    <vt:lpwstr/>
  </property>
  <property fmtid="{D5CDD505-2E9C-101B-9397-08002B2CF9AE}" pid="7" name="_dlc_DocIdItemGuid">
    <vt:lpwstr>fd33831c-170a-47c9-a985-87faf7bf07ca</vt:lpwstr>
  </property>
  <property fmtid="{D5CDD505-2E9C-101B-9397-08002B2CF9AE}" pid="8" name="Shell SharePoint SAEF KeepFileLocal">
    <vt:bool>false</vt:bool>
  </property>
  <property fmtid="{D5CDD505-2E9C-101B-9397-08002B2CF9AE}" pid="9" name="Shell SharePoint SAEF WorkgroupIDTaxHTField0">
    <vt:lpwstr>UIB Commercial, New Business ＆ LNG - 11947|52d8a608-ed1f-401e-8ffb-8cc5334b8b42</vt:lpwstr>
  </property>
  <property fmtid="{D5CDD505-2E9C-101B-9397-08002B2CF9AE}" pid="10" name="Shell SharePoint SAEF SecurityClassificationTaxHTField0">
    <vt:lpwstr>Restricted|21aa7f98-4035-4019-a764-107acb7269af</vt:lpwstr>
  </property>
  <property fmtid="{D5CDD505-2E9C-101B-9397-08002B2CF9AE}" pid="11" name="Shell SharePoint SAEF LegalEntity">
    <vt:lpwstr>137;#SIEP|ca814f84-fd49-4cca-9dd4-ac559012442b</vt:lpwstr>
  </property>
  <property fmtid="{D5CDD505-2E9C-101B-9397-08002B2CF9AE}" pid="12" name="Shell SharePoint SAEF CountryOfJurisdiction">
    <vt:lpwstr>45;#NETHERLANDS|54565ecb-470f-40ea-a584-819150a65a13</vt:lpwstr>
  </property>
  <property fmtid="{D5CDD505-2E9C-101B-9397-08002B2CF9AE}" pid="13" name="Shell SharePoint SAEF ExportControlClassification">
    <vt:lpwstr>9;#Non-US content - Non Controlled|2ac8835e-0587-4096-a6e2-1f68da1e6cb3</vt:lpwstr>
  </property>
  <property fmtid="{D5CDD505-2E9C-101B-9397-08002B2CF9AE}" pid="14" name="SME Areas">
    <vt:lpwstr/>
  </property>
  <property fmtid="{D5CDD505-2E9C-101B-9397-08002B2CF9AE}" pid="15" name="SAEFSecurityClassification">
    <vt:lpwstr>1;#Restricted|21aa7f98-4035-4019-a764-107acb7269af</vt:lpwstr>
  </property>
  <property fmtid="{D5CDD505-2E9C-101B-9397-08002B2CF9AE}" pid="16" name="Shell SharePoint SAEF DocumentStatus">
    <vt:lpwstr>11;#Draft|1c86f377-7d91-4c95-bd5b-c18c83fe0aa5</vt:lpwstr>
  </property>
  <property fmtid="{D5CDD505-2E9C-101B-9397-08002B2CF9AE}" pid="17" name="Shell SharePoint SAEF Language">
    <vt:lpwstr>6;#English|bd3ad5ee-f0c3-40aa-8cc8-36ef09940af3</vt:lpwstr>
  </property>
  <property fmtid="{D5CDD505-2E9C-101B-9397-08002B2CF9AE}" pid="18" name="Shell SharePoint SAEF Business">
    <vt:lpwstr>82;#Upstream International|dabf15d9-4f75-4ed1-b8a1-a0c3e2a85888</vt:lpwstr>
  </property>
  <property fmtid="{D5CDD505-2E9C-101B-9397-08002B2CF9AE}" pid="19" name="Shell SharePoint SAEF BusinessProcess">
    <vt:lpwstr>84;#Develop New Business|8f030812-6a49-4616-837f-b8f0f1d07b9c</vt:lpwstr>
  </property>
  <property fmtid="{D5CDD505-2E9C-101B-9397-08002B2CF9AE}" pid="20" name="Shell SharePoint SAEF DocumentType">
    <vt:lpwstr>547;#Study results|073ec550-c791-4e3f-9683-953f7d5eb953</vt:lpwstr>
  </property>
  <property fmtid="{D5CDD505-2E9C-101B-9397-08002B2CF9AE}" pid="21" name="SME Keywords">
    <vt:lpwstr/>
  </property>
  <property fmtid="{D5CDD505-2E9C-101B-9397-08002B2CF9AE}" pid="22" name="Shell SharePoint SAEF BusinessUnitRegion">
    <vt:lpwstr>82;#Upstream International|dabf15d9-4f75-4ed1-b8a1-a0c3e2a85888</vt:lpwstr>
  </property>
  <property fmtid="{D5CDD505-2E9C-101B-9397-08002B2CF9AE}" pid="23" name="Shell SharePoint SAEF GlobalFunction">
    <vt:lpwstr>111;#Sustainable Development|2fbcccf5-c9b5-4b2d-984f-9a9b70c47e11</vt:lpwstr>
  </property>
  <property fmtid="{D5CDD505-2E9C-101B-9397-08002B2CF9AE}" pid="24" name="Shell SharePoint SAEF SiteCollectionName">
    <vt:lpwstr>Global Upstream Economics Portal</vt:lpwstr>
  </property>
  <property fmtid="{D5CDD505-2E9C-101B-9397-08002B2CF9AE}" pid="25" name="Order">
    <vt:r8>284000</vt:r8>
  </property>
  <property fmtid="{D5CDD505-2E9C-101B-9397-08002B2CF9AE}" pid="26" name="xd_Signature">
    <vt:bool>false</vt:bool>
  </property>
  <property fmtid="{D5CDD505-2E9C-101B-9397-08002B2CF9AE}" pid="27" name="Shell SharePoint SAEF GlobalFunctionTaxHTField0">
    <vt:lpwstr>Sustainable Development|2fbcccf5-c9b5-4b2d-984f-9a9b70c47e11</vt:lpwstr>
  </property>
  <property fmtid="{D5CDD505-2E9C-101B-9397-08002B2CF9AE}" pid="28" name="Shell SharePoint SAEF DocumentTypeTaxHTField0">
    <vt:lpwstr>Study results|073ec550-c791-4e3f-9683-953f7d5eb953</vt:lpwstr>
  </property>
  <property fmtid="{D5CDD505-2E9C-101B-9397-08002B2CF9AE}" pid="29" name="xd_ProgID">
    <vt:lpwstr/>
  </property>
  <property fmtid="{D5CDD505-2E9C-101B-9397-08002B2CF9AE}" pid="30" name="Shell SharePoint SAEF SiteOwner">
    <vt:lpwstr>Peter Grieve</vt:lpwstr>
  </property>
  <property fmtid="{D5CDD505-2E9C-101B-9397-08002B2CF9AE}" pid="31" name="Shell SharePoint SAEF LanguageTaxHTField0">
    <vt:lpwstr>English|bd3ad5ee-f0c3-40aa-8cc8-36ef09940af3</vt:lpwstr>
  </property>
  <property fmtid="{D5CDD505-2E9C-101B-9397-08002B2CF9AE}" pid="32" name="Shell SharePoint SAEF CountryOfJurisdictionTaxHTField0">
    <vt:lpwstr>NETHERLANDS|54565ecb-470f-40ea-a584-819150a65a13</vt:lpwstr>
  </property>
  <property fmtid="{D5CDD505-2E9C-101B-9397-08002B2CF9AE}" pid="33" name="ComplianceAssetId">
    <vt:lpwstr/>
  </property>
  <property fmtid="{D5CDD505-2E9C-101B-9397-08002B2CF9AE}" pid="34" name="TemplateUrl">
    <vt:lpwstr/>
  </property>
  <property fmtid="{D5CDD505-2E9C-101B-9397-08002B2CF9AE}" pid="35" name="Shell SharePoint SAEF BusinessUnitRegionTaxHTField0">
    <vt:lpwstr>Upstream International|dabf15d9-4f75-4ed1-b8a1-a0c3e2a85888</vt:lpwstr>
  </property>
  <property fmtid="{D5CDD505-2E9C-101B-9397-08002B2CF9AE}" pid="36" name="Shell SharePoint SAEF DocumentStatusTaxHTField0">
    <vt:lpwstr>Draft|1c86f377-7d91-4c95-bd5b-c18c83fe0aa5</vt:lpwstr>
  </property>
  <property fmtid="{D5CDD505-2E9C-101B-9397-08002B2CF9AE}" pid="37" name="Shell SharePoint SAEF BusinessProcessTaxHTField0">
    <vt:lpwstr>Develop New Business|8f030812-6a49-4616-837f-b8f0f1d07b9c</vt:lpwstr>
  </property>
  <property fmtid="{D5CDD505-2E9C-101B-9397-08002B2CF9AE}" pid="38" name="Shell SharePoint SAEF BusinessTaxHTField0">
    <vt:lpwstr>Upstream International|dabf15d9-4f75-4ed1-b8a1-a0c3e2a85888</vt:lpwstr>
  </property>
  <property fmtid="{D5CDD505-2E9C-101B-9397-08002B2CF9AE}" pid="39" name="Shell SharePoint SAEF Collection">
    <vt:bool>false</vt:bool>
  </property>
  <property fmtid="{D5CDD505-2E9C-101B-9397-08002B2CF9AE}" pid="40" name="_ExtendedDescription">
    <vt:lpwstr/>
  </property>
  <property fmtid="{D5CDD505-2E9C-101B-9397-08002B2CF9AE}" pid="41" name="Shell SharePoint SAEF ExportControlClassificationTaxHTField0">
    <vt:lpwstr>Non-US content - Non Controlled|2ac8835e-0587-4096-a6e2-1f68da1e6cb3</vt:lpwstr>
  </property>
  <property fmtid="{D5CDD505-2E9C-101B-9397-08002B2CF9AE}" pid="42" name="TriggerFlowInfo">
    <vt:lpwstr/>
  </property>
  <property fmtid="{D5CDD505-2E9C-101B-9397-08002B2CF9AE}" pid="43" name="Shell SharePoint SAEF LegalEntityTaxHTField0">
    <vt:lpwstr>SIEP|ca814f84-fd49-4cca-9dd4-ac559012442b</vt:lpwstr>
  </property>
  <property fmtid="{D5CDD505-2E9C-101B-9397-08002B2CF9AE}" pid="44" name="MediaServiceImageTags">
    <vt:lpwstr/>
  </property>
  <property fmtid="{D5CDD505-2E9C-101B-9397-08002B2CF9AE}" pid="45" name="DXC_x0020_Business">
    <vt:lpwstr>60;#Retail|04380f76-800e-4f74-8b5d-b3fc30c8d0c8</vt:lpwstr>
  </property>
  <property fmtid="{D5CDD505-2E9C-101B-9397-08002B2CF9AE}" pid="46" name="Shell_x0020_SharePoint_x0020_SAEF_x0020_ExportControlClassification">
    <vt:lpwstr>9;#Non-US content - Non Controlled|2ac8835e-0587-4096-a6e2-1f68da1e6cb3</vt:lpwstr>
  </property>
  <property fmtid="{D5CDD505-2E9C-101B-9397-08002B2CF9AE}" pid="47" name="Shell_x0020_SharePoint_x0020_SAEF_x0020_CountryOfJurisdiction">
    <vt:lpwstr>45;#NETHERLANDS|54565ecb-470f-40ea-a584-819150a65a13</vt:lpwstr>
  </property>
  <property fmtid="{D5CDD505-2E9C-101B-9397-08002B2CF9AE}" pid="48" name="Shell_x0020_SharePoint_x0020_SAEF_x0020_BusinessProcess">
    <vt:lpwstr>84;#Develop New Business|8f030812-6a49-4616-837f-b8f0f1d07b9c</vt:lpwstr>
  </property>
  <property fmtid="{D5CDD505-2E9C-101B-9397-08002B2CF9AE}" pid="49" name="Shell_x0020_SharePoint_x0020_SAEF_x0020_BusinessUnitRegion">
    <vt:lpwstr>82;#Upstream International|dabf15d9-4f75-4ed1-b8a1-a0c3e2a85888</vt:lpwstr>
  </property>
  <property fmtid="{D5CDD505-2E9C-101B-9397-08002B2CF9AE}" pid="50" name="a8e66dffd74a43fca0b5204e592e2073">
    <vt:lpwstr>Retail|04380f76-800e-4f74-8b5d-b3fc30c8d0c8</vt:lpwstr>
  </property>
  <property fmtid="{D5CDD505-2E9C-101B-9397-08002B2CF9AE}" pid="51" name="Shell_x0020_SharePoint_x0020_SAEF_x0020_Language">
    <vt:lpwstr>6;#English|bd3ad5ee-f0c3-40aa-8cc8-36ef09940af3</vt:lpwstr>
  </property>
  <property fmtid="{D5CDD505-2E9C-101B-9397-08002B2CF9AE}" pid="52" name="Shell_x0020_SharePoint_x0020_SAEF_x0020_Business">
    <vt:lpwstr>82;#Upstream International|dabf15d9-4f75-4ed1-b8a1-a0c3e2a85888</vt:lpwstr>
  </property>
  <property fmtid="{D5CDD505-2E9C-101B-9397-08002B2CF9AE}" pid="53" name="Shell_x0020_SharePoint_x0020_SAEF_x0020_LegalEntity">
    <vt:lpwstr>137;#SIEP|ca814f84-fd49-4cca-9dd4-ac559012442b</vt:lpwstr>
  </property>
  <property fmtid="{D5CDD505-2E9C-101B-9397-08002B2CF9AE}" pid="54" name="Shell_x0020_SharePoint_x0020_SAEF_x0020_GlobalFunction">
    <vt:lpwstr>111;#Sustainable Development|2fbcccf5-c9b5-4b2d-984f-9a9b70c47e11</vt:lpwstr>
  </property>
  <property fmtid="{D5CDD505-2E9C-101B-9397-08002B2CF9AE}" pid="55" name="DXC Business">
    <vt:lpwstr>60;#Retail|04380f76-800e-4f74-8b5d-b3fc30c8d0c8</vt:lpwstr>
  </property>
  <property fmtid="{D5CDD505-2E9C-101B-9397-08002B2CF9AE}" pid="56" name="Shell_x0020_SharePoint_x0020_SAEF_x0020_DocumentType">
    <vt:lpwstr>547;#Study results|073ec550-c791-4e3f-9683-953f7d5eb953</vt:lpwstr>
  </property>
  <property fmtid="{D5CDD505-2E9C-101B-9397-08002B2CF9AE}" pid="57" name="Shell_x0020_SharePoint_x0020_SAEF_x0020_DocumentStatus">
    <vt:lpwstr>11;#Draft|1c86f377-7d91-4c95-bd5b-c18c83fe0aa5</vt:lpwstr>
  </property>
  <property fmtid="{D5CDD505-2E9C-101B-9397-08002B2CF9AE}" pid="58" name="Shell SharePoint SIS Organization">
    <vt:lpwstr/>
  </property>
  <property fmtid="{D5CDD505-2E9C-101B-9397-08002B2CF9AE}" pid="59" name="Shell_x0020_SharePoint_x0020_SIS_x0020_ProcessArea">
    <vt:lpwstr/>
  </property>
  <property fmtid="{D5CDD505-2E9C-101B-9397-08002B2CF9AE}" pid="60" name="Shell_x0020_SharePoint_x0020_SIS_x0020_Organization">
    <vt:lpwstr/>
  </property>
  <property fmtid="{D5CDD505-2E9C-101B-9397-08002B2CF9AE}" pid="61" name="h5bb1d2de1414d70ae2bfc90680efd78">
    <vt:lpwstr/>
  </property>
  <property fmtid="{D5CDD505-2E9C-101B-9397-08002B2CF9AE}" pid="62" name="Shell SharePoint SIS ProcessArea">
    <vt:lpwstr/>
  </property>
  <property fmtid="{D5CDD505-2E9C-101B-9397-08002B2CF9AE}" pid="63" name="Project_x0020_Type">
    <vt:lpwstr/>
  </property>
  <property fmtid="{D5CDD505-2E9C-101B-9397-08002B2CF9AE}" pid="64" name="Geographic_x0020_Scope">
    <vt:lpwstr/>
  </property>
  <property fmtid="{D5CDD505-2E9C-101B-9397-08002B2CF9AE}" pid="65" name="c88833a78f894156b4451b6cf114263b">
    <vt:lpwstr/>
  </property>
  <property fmtid="{D5CDD505-2E9C-101B-9397-08002B2CF9AE}" pid="66" name="Project Type">
    <vt:lpwstr/>
  </property>
  <property fmtid="{D5CDD505-2E9C-101B-9397-08002B2CF9AE}" pid="67" name="Geographic Scope">
    <vt:lpwstr/>
  </property>
</Properties>
</file>